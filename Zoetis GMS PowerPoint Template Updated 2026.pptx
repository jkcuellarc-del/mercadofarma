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133"/>
  </p:notesMasterIdLst>
  <p:handoutMasterIdLst>
    <p:handoutMasterId r:id="rId134"/>
  </p:handoutMasterIdLst>
  <p:sldIdLst>
    <p:sldId id="2147473526" r:id="rId5"/>
    <p:sldId id="2145705796" r:id="rId6"/>
    <p:sldId id="2147473527" r:id="rId7"/>
    <p:sldId id="2145705748" r:id="rId8"/>
    <p:sldId id="2145706654" r:id="rId9"/>
    <p:sldId id="2147473520" r:id="rId10"/>
    <p:sldId id="2147473560" r:id="rId11"/>
    <p:sldId id="2147483234" r:id="rId12"/>
    <p:sldId id="2147483235" r:id="rId13"/>
    <p:sldId id="2147483233" r:id="rId14"/>
    <p:sldId id="2147483236" r:id="rId15"/>
    <p:sldId id="2147479938" r:id="rId16"/>
    <p:sldId id="2147483237" r:id="rId17"/>
    <p:sldId id="2147483238" r:id="rId18"/>
    <p:sldId id="2147483230" r:id="rId19"/>
    <p:sldId id="2145705813" r:id="rId20"/>
    <p:sldId id="2147473551" r:id="rId21"/>
    <p:sldId id="2147473509" r:id="rId22"/>
    <p:sldId id="2147473552" r:id="rId23"/>
    <p:sldId id="2147473553" r:id="rId24"/>
    <p:sldId id="2147473554" r:id="rId25"/>
    <p:sldId id="2147473555" r:id="rId26"/>
    <p:sldId id="2145705742" r:id="rId27"/>
    <p:sldId id="2145705740" r:id="rId28"/>
    <p:sldId id="2145705750" r:id="rId29"/>
    <p:sldId id="2147473503" r:id="rId30"/>
    <p:sldId id="2147473504" r:id="rId31"/>
    <p:sldId id="2145705741" r:id="rId32"/>
    <p:sldId id="2145705798" r:id="rId33"/>
    <p:sldId id="2145705744" r:id="rId34"/>
    <p:sldId id="2147473475" r:id="rId35"/>
    <p:sldId id="2147473516" r:id="rId36"/>
    <p:sldId id="2147473517" r:id="rId37"/>
    <p:sldId id="2147473518" r:id="rId38"/>
    <p:sldId id="2147473556" r:id="rId39"/>
    <p:sldId id="2145705753" r:id="rId40"/>
    <p:sldId id="2147473493" r:id="rId41"/>
    <p:sldId id="2145705800" r:id="rId42"/>
    <p:sldId id="2145705801" r:id="rId43"/>
    <p:sldId id="2145705802" r:id="rId44"/>
    <p:sldId id="2145705781" r:id="rId45"/>
    <p:sldId id="2145705803" r:id="rId46"/>
    <p:sldId id="2145705769" r:id="rId47"/>
    <p:sldId id="2145705766" r:id="rId48"/>
    <p:sldId id="2145705805" r:id="rId49"/>
    <p:sldId id="2147473532" r:id="rId50"/>
    <p:sldId id="2147473533" r:id="rId51"/>
    <p:sldId id="2145705770" r:id="rId52"/>
    <p:sldId id="2145705767" r:id="rId53"/>
    <p:sldId id="2147473534" r:id="rId54"/>
    <p:sldId id="2147473535" r:id="rId55"/>
    <p:sldId id="2145705834" r:id="rId56"/>
    <p:sldId id="2145705835" r:id="rId57"/>
    <p:sldId id="2147473522" r:id="rId58"/>
    <p:sldId id="2145705836" r:id="rId59"/>
    <p:sldId id="2147473524" r:id="rId60"/>
    <p:sldId id="2145705837" r:id="rId61"/>
    <p:sldId id="2147473462" r:id="rId62"/>
    <p:sldId id="2147473460" r:id="rId63"/>
    <p:sldId id="2147473542" r:id="rId64"/>
    <p:sldId id="2147473470" r:id="rId65"/>
    <p:sldId id="2147473471" r:id="rId66"/>
    <p:sldId id="2147473472" r:id="rId67"/>
    <p:sldId id="2147473455" r:id="rId68"/>
    <p:sldId id="2145705779" r:id="rId69"/>
    <p:sldId id="2147473459" r:id="rId70"/>
    <p:sldId id="2147473474" r:id="rId71"/>
    <p:sldId id="2147473510" r:id="rId72"/>
    <p:sldId id="2147473464" r:id="rId73"/>
    <p:sldId id="2145705839" r:id="rId74"/>
    <p:sldId id="2147473536" r:id="rId75"/>
    <p:sldId id="2147473537" r:id="rId76"/>
    <p:sldId id="2147473538" r:id="rId77"/>
    <p:sldId id="2147473539" r:id="rId78"/>
    <p:sldId id="2147473496" r:id="rId79"/>
    <p:sldId id="2147473495" r:id="rId80"/>
    <p:sldId id="2147473541" r:id="rId81"/>
    <p:sldId id="2147473498" r:id="rId82"/>
    <p:sldId id="2147473494" r:id="rId83"/>
    <p:sldId id="269" r:id="rId84"/>
    <p:sldId id="2145705774" r:id="rId85"/>
    <p:sldId id="2145705809" r:id="rId86"/>
    <p:sldId id="2145705755" r:id="rId87"/>
    <p:sldId id="2145705759" r:id="rId88"/>
    <p:sldId id="2145705760" r:id="rId89"/>
    <p:sldId id="266" r:id="rId90"/>
    <p:sldId id="2145705763" r:id="rId91"/>
    <p:sldId id="2147473473" r:id="rId92"/>
    <p:sldId id="2145705783" r:id="rId93"/>
    <p:sldId id="2145705723" r:id="rId94"/>
    <p:sldId id="2147473544" r:id="rId95"/>
    <p:sldId id="2147473545" r:id="rId96"/>
    <p:sldId id="2145705784" r:id="rId97"/>
    <p:sldId id="2145705792" r:id="rId98"/>
    <p:sldId id="2145705785" r:id="rId99"/>
    <p:sldId id="2145705788" r:id="rId100"/>
    <p:sldId id="2145705793" r:id="rId101"/>
    <p:sldId id="2145705807" r:id="rId102"/>
    <p:sldId id="2145705790" r:id="rId103"/>
    <p:sldId id="2145705795" r:id="rId104"/>
    <p:sldId id="2145705808" r:id="rId105"/>
    <p:sldId id="2145705794" r:id="rId106"/>
    <p:sldId id="276" r:id="rId107"/>
    <p:sldId id="2147473557" r:id="rId108"/>
    <p:sldId id="2145705814" r:id="rId109"/>
    <p:sldId id="2145705817" r:id="rId110"/>
    <p:sldId id="2145705820" r:id="rId111"/>
    <p:sldId id="2145705819" r:id="rId112"/>
    <p:sldId id="2145705821" r:id="rId113"/>
    <p:sldId id="2145705810" r:id="rId114"/>
    <p:sldId id="2145705816" r:id="rId115"/>
    <p:sldId id="2145705818" r:id="rId116"/>
    <p:sldId id="2145705822" r:id="rId117"/>
    <p:sldId id="2145705823" r:id="rId118"/>
    <p:sldId id="2147473558" r:id="rId119"/>
    <p:sldId id="2147473559" r:id="rId120"/>
    <p:sldId id="2145705812" r:id="rId121"/>
    <p:sldId id="2147473547" r:id="rId122"/>
    <p:sldId id="2147473548" r:id="rId123"/>
    <p:sldId id="2145705824" r:id="rId124"/>
    <p:sldId id="2145705825" r:id="rId125"/>
    <p:sldId id="2147473549" r:id="rId126"/>
    <p:sldId id="2147473550" r:id="rId127"/>
    <p:sldId id="2145705826" r:id="rId128"/>
    <p:sldId id="2145705827" r:id="rId129"/>
    <p:sldId id="2145705828" r:id="rId130"/>
    <p:sldId id="2145705829" r:id="rId131"/>
    <p:sldId id="2145705830" r:id="rId132"/>
  </p:sldIdLst>
  <p:sldSz cx="9144000" cy="5143500" type="screen16x9"/>
  <p:notesSz cx="6858000" cy="9144000"/>
  <p:embeddedFontLst>
    <p:embeddedFont>
      <p:font typeface="ＭＳ Ｐゴシック" panose="020B0600070205080204" pitchFamily="34" charset="-128"/>
      <p:regular r:id="rId135"/>
    </p:embeddedFont>
    <p:embeddedFont>
      <p:font typeface="Arial Black" panose="020B0A04020102020204" pitchFamily="34" charset="0"/>
      <p:bold r:id="rId136"/>
    </p:embeddedFont>
    <p:embeddedFont>
      <p:font typeface="Webdings" panose="05030102010509060703" pitchFamily="18" charset="2"/>
      <p:regular r:id="rId137"/>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DDFE59-48ED-15DF-B514-612D24EDE383}" name="Osekavage, Susan" initials="OS" userId="S::susan.osekavage@zoetis.com::99e910e9-d6c9-45d4-a73c-28fb2619b8a6" providerId="AD"/>
  <p188:author id="{51728C60-66E2-732B-09D9-12236200BE2E}" name="Tellers, Daniel" initials="TD" userId="S::daniel.tellers@zoetis.com::5eedbe0c-94c9-46d8-8de6-f70e52cb513b" providerId="AD"/>
  <p188:author id="{D287077E-15C2-CA41-8AD1-F86FE98ED072}" name="Ferran Astorga, Jeannette" initials="FAJ" userId="S::jeannette.ferranastorga@zoetis.com::6a0c607c-c0fd-493f-97c9-84ac4da50bd7" providerId="AD"/>
  <p188:author id="{F10C00B1-D2E2-3F8D-52EB-D97FD974053F}" name="Lood, Christina" initials="LC" userId="S::christina.lood@zoetis.com::b6939d94-1dfd-4ecb-b1a7-3365def9c2d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lair Sherry" initials="BS" lastIdx="20" clrIdx="0">
    <p:extLst>
      <p:ext uri="{19B8F6BF-5375-455C-9EA6-DF929625EA0E}">
        <p15:presenceInfo xmlns:p15="http://schemas.microsoft.com/office/powerpoint/2012/main" userId="S::bsherry@cspace.com::c56a01f0-e6e0-46a6-ac74-205c923d84d6" providerId="AD"/>
      </p:ext>
    </p:extLst>
  </p:cmAuthor>
  <p:cmAuthor id="2" name="Tellers, Daniel" initials="TD" lastIdx="25" clrIdx="1">
    <p:extLst>
      <p:ext uri="{19B8F6BF-5375-455C-9EA6-DF929625EA0E}">
        <p15:presenceInfo xmlns:p15="http://schemas.microsoft.com/office/powerpoint/2012/main" userId="S::daniel.tellers@zoetis.com::5eedbe0c-94c9-46d8-8de6-f70e52cb513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C"/>
    <a:srgbClr val="FDDECC"/>
    <a:srgbClr val="FAAD7F"/>
    <a:srgbClr val="5F7B83"/>
    <a:srgbClr val="7A6045"/>
    <a:srgbClr val="919C80"/>
    <a:srgbClr val="A390A5"/>
    <a:srgbClr val="E6E6E6"/>
    <a:srgbClr val="7F7F7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CBAA07-D020-40D9-93F1-B446AF4F632C}" v="1" dt="2026-10-22T06:40:05.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12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commentAuthors" Target="commentAuthor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144" Type="http://schemas.microsoft.com/office/2018/10/relationships/authors" Targe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handoutMaster" Target="handoutMasters/handoutMaster1.xml"/><Relationship Id="rId139" Type="http://schemas.openxmlformats.org/officeDocument/2006/relationships/presProps" Target="pres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font" Target="fonts/font1.fntdata"/><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font" Target="fonts/font2.fntdata"/><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font" Target="fonts/font3.fntdata"/><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notesMaster" Target="notesMasters/notesMaster1.xml"/><Relationship Id="rId16"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5.xml"/><Relationship Id="rId1" Type="http://schemas.microsoft.com/office/2011/relationships/chartStyle" Target="style15.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76334051508167144"/>
          <c:h val="0.86212961944134414"/>
        </c:manualLayout>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rgbClr val="F87C33"/>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tx2">
                <a:lumMod val="60000"/>
                <a:lumOff val="40000"/>
              </a:schemeClr>
            </a:solidFill>
            <a:ln>
              <a:noFill/>
            </a:ln>
            <a:effectLst/>
          </c:spPr>
          <c:invertIfNegative val="0"/>
          <c:dPt>
            <c:idx val="0"/>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tx2">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25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legend>
      <c:legendPos val="r"/>
      <c:layout>
        <c:manualLayout>
          <c:xMode val="edge"/>
          <c:yMode val="edge"/>
          <c:x val="0.82626297399920012"/>
          <c:y val="0.14445925414298938"/>
          <c:w val="0.12605760516177841"/>
          <c:h val="0.7384007872290292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s-MX"/>
        </a:p>
      </c:txPr>
    </c:legend>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76334051508167144"/>
          <c:h val="0.86212961944134414"/>
        </c:manualLayout>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chemeClr val="accent5"/>
            </a:solidFill>
            <a:ln>
              <a:noFill/>
            </a:ln>
            <a:effectLst/>
          </c:spPr>
          <c:invertIfNegative val="0"/>
          <c:dPt>
            <c:idx val="0"/>
            <c:invertIfNegative val="0"/>
            <c:bubble3D val="0"/>
            <c:spPr>
              <a:solidFill>
                <a:schemeClr val="accent2">
                  <a:lumMod val="75000"/>
                </a:schemeClr>
              </a:solidFill>
              <a:ln>
                <a:noFill/>
              </a:ln>
              <a:effectLst/>
            </c:spPr>
            <c:extLst>
              <c:ext xmlns:c16="http://schemas.microsoft.com/office/drawing/2014/chart" uri="{C3380CC4-5D6E-409C-BE32-E72D297353CC}">
                <c16:uniqueId val="{00000002-68D2-405F-94F6-AB9A940082D5}"/>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accent5">
                <a:lumMod val="60000"/>
                <a:lumOff val="40000"/>
              </a:schemeClr>
            </a:solidFill>
            <a:ln>
              <a:noFill/>
            </a:ln>
            <a:effectLst/>
          </c:spPr>
          <c:invertIfNegative val="0"/>
          <c:dPt>
            <c:idx val="0"/>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accent5">
                <a:lumMod val="20000"/>
                <a:lumOff val="80000"/>
              </a:schemeClr>
            </a:solidFill>
            <a:ln>
              <a:noFill/>
            </a:ln>
            <a:effectLst/>
          </c:spPr>
          <c:invertIfNegative val="0"/>
          <c:dPt>
            <c:idx val="0"/>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03-68D2-405F-94F6-AB9A940082D5}"/>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279"/>
        <c:overlap val="-27"/>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76334051508167144"/>
          <c:h val="0.8621296194413441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chemeClr val="accent1">
                <a:lumMod val="75000"/>
              </a:schemeClr>
            </a:solidFill>
            <a:ln>
              <a:noFill/>
            </a:ln>
            <a:effectLst/>
          </c:spPr>
          <c:invertIfNegative val="0"/>
          <c:dPt>
            <c:idx val="0"/>
            <c:invertIfNegative val="0"/>
            <c:bubble3D val="0"/>
            <c:spPr>
              <a:solidFill>
                <a:schemeClr val="accent1">
                  <a:lumMod val="75000"/>
                </a:schemeClr>
              </a:solidFill>
              <a:ln>
                <a:noFill/>
              </a:ln>
              <a:effectLst/>
            </c:spPr>
            <c:extLst>
              <c:ext xmlns:c16="http://schemas.microsoft.com/office/drawing/2014/chart" uri="{C3380CC4-5D6E-409C-BE32-E72D297353CC}">
                <c16:uniqueId val="{00000008-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accent1">
                <a:lumMod val="60000"/>
                <a:lumOff val="4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249"/>
        <c:overlap val="-27"/>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76334051508167144"/>
          <c:h val="0.86212961944134414"/>
        </c:manualLayout>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chemeClr val="accent3">
                <a:lumMod val="75000"/>
              </a:schemeClr>
            </a:solidFill>
            <a:ln>
              <a:noFill/>
            </a:ln>
            <a:effectLst/>
          </c:spPr>
          <c:invertIfNegative val="0"/>
          <c:dPt>
            <c:idx val="0"/>
            <c:invertIfNegative val="0"/>
            <c:bubble3D val="0"/>
            <c:spPr>
              <a:solidFill>
                <a:schemeClr val="accent3">
                  <a:lumMod val="75000"/>
                </a:schemeClr>
              </a:solidFill>
              <a:ln>
                <a:noFill/>
              </a:ln>
              <a:effectLst/>
            </c:spPr>
            <c:extLst>
              <c:ext xmlns:c16="http://schemas.microsoft.com/office/drawing/2014/chart" uri="{C3380CC4-5D6E-409C-BE32-E72D297353CC}">
                <c16:uniqueId val="{00000008-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accent3">
                <a:lumMod val="60000"/>
                <a:lumOff val="40000"/>
              </a:schemeClr>
            </a:solidFill>
            <a:ln>
              <a:noFill/>
            </a:ln>
            <a:effectLst/>
          </c:spPr>
          <c:invertIfNegative val="0"/>
          <c:dPt>
            <c:idx val="0"/>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250"/>
        <c:overlap val="-27"/>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76334051508167144"/>
          <c:h val="0.86212961944134414"/>
        </c:manualLayout>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4-B4BE-4C82-92F6-A0E17F7F5EE9}"/>
              </c:ext>
            </c:extLst>
          </c:dPt>
          <c:dLbls>
            <c:spPr>
              <a:noFill/>
              <a:ln>
                <a:noFill/>
              </a:ln>
              <a:effectLst/>
            </c:spPr>
            <c:txPr>
              <a:bodyPr rot="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chemeClr val="accent4">
                <a:lumMod val="75000"/>
              </a:schemeClr>
            </a:solidFill>
            <a:ln>
              <a:noFill/>
            </a:ln>
            <a:effectLst/>
          </c:spPr>
          <c:invertIfNegative val="0"/>
          <c:dPt>
            <c:idx val="0"/>
            <c:invertIfNegative val="0"/>
            <c:bubble3D val="0"/>
            <c:spPr>
              <a:solidFill>
                <a:schemeClr val="accent4">
                  <a:lumMod val="75000"/>
                </a:schemeClr>
              </a:solidFill>
              <a:ln>
                <a:noFill/>
              </a:ln>
              <a:effectLst/>
            </c:spPr>
            <c:extLst>
              <c:ext xmlns:c16="http://schemas.microsoft.com/office/drawing/2014/chart" uri="{C3380CC4-5D6E-409C-BE32-E72D297353CC}">
                <c16:uniqueId val="{00000008-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accent4">
                <a:lumMod val="60000"/>
                <a:lumOff val="40000"/>
              </a:schemeClr>
            </a:solidFill>
            <a:ln>
              <a:noFill/>
            </a:ln>
            <a:effectLst/>
          </c:spPr>
          <c:invertIfNegative val="0"/>
          <c:dPt>
            <c:idx val="0"/>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accent4">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accent4">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250"/>
        <c:overlap val="-27"/>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2945386738532287"/>
          <c:h val="0.95285471074600214"/>
        </c:manualLayout>
      </c:layout>
      <c:barChart>
        <c:barDir val="bar"/>
        <c:grouping val="clustered"/>
        <c:varyColors val="0"/>
        <c:ser>
          <c:idx val="0"/>
          <c:order val="0"/>
          <c:tx>
            <c:strRef>
              <c:f>Sheet1!$B$1</c:f>
              <c:strCache>
                <c:ptCount val="1"/>
                <c:pt idx="0">
                  <c:v>Series 1</c:v>
                </c:pt>
              </c:strCache>
            </c:strRef>
          </c:tx>
          <c:spPr>
            <a:solidFill>
              <a:schemeClr val="tx2"/>
            </a:solidFill>
            <a:ln>
              <a:noFill/>
            </a:ln>
            <a:effectLst/>
          </c:spPr>
          <c:invertIfNegative val="0"/>
          <c:dLbls>
            <c:dLbl>
              <c:idx val="0"/>
              <c:layout>
                <c:manualLayout>
                  <c:x val="-5.6362923008295152E-2"/>
                  <c:y val="-1.5120694320898369E-16"/>
                </c:manualLayout>
              </c:layout>
              <c:spPr>
                <a:noFill/>
                <a:ln>
                  <a:noFill/>
                </a:ln>
                <a:effectLst/>
              </c:spPr>
              <c:txPr>
                <a:bodyPr rot="0" spcFirstLastPara="1" vertOverflow="ellipsis" vert="horz" wrap="square" anchor="ctr" anchorCtr="0"/>
                <a:lstStyle/>
                <a:p>
                  <a:pPr algn="ctr">
                    <a:defRPr lang="en-US"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869-364C-9B59-BF211630960E}"/>
                </c:ext>
              </c:extLst>
            </c:dLbl>
            <c:spPr>
              <a:noFill/>
              <a:ln>
                <a:noFill/>
              </a:ln>
              <a:effectLst/>
            </c:spPr>
            <c:txPr>
              <a:bodyPr rot="0" spcFirstLastPara="1" vertOverflow="ellipsis" vert="horz" wrap="square" anchor="ctr" anchorCtr="0"/>
              <a:lstStyle/>
              <a:p>
                <a:pPr algn="ctr">
                  <a:defRPr lang="en-US" sz="140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B869-364C-9B59-BF211630960E}"/>
            </c:ext>
          </c:extLst>
        </c:ser>
        <c:ser>
          <c:idx val="1"/>
          <c:order val="1"/>
          <c:tx>
            <c:strRef>
              <c:f>Sheet1!$C$1</c:f>
              <c:strCache>
                <c:ptCount val="1"/>
                <c:pt idx="0">
                  <c:v>Series 2</c:v>
                </c:pt>
              </c:strCache>
            </c:strRef>
          </c:tx>
          <c:spPr>
            <a:solidFill>
              <a:schemeClr val="accent5">
                <a:lumMod val="75000"/>
              </a:schemeClr>
            </a:solidFill>
            <a:ln>
              <a:noFill/>
            </a:ln>
            <a:effectLst/>
          </c:spPr>
          <c:invertIfNegative val="0"/>
          <c:dLbls>
            <c:dLbl>
              <c:idx val="0"/>
              <c:layout>
                <c:manualLayout>
                  <c:x val="-6.550285646909971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869-364C-9B59-BF211630960E}"/>
                </c:ext>
              </c:extLst>
            </c:dLbl>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B869-364C-9B59-BF211630960E}"/>
            </c:ext>
          </c:extLst>
        </c:ser>
        <c:ser>
          <c:idx val="2"/>
          <c:order val="2"/>
          <c:tx>
            <c:strRef>
              <c:f>Sheet1!$D$1</c:f>
              <c:strCache>
                <c:ptCount val="1"/>
                <c:pt idx="0">
                  <c:v>Series 3</c:v>
                </c:pt>
              </c:strCache>
            </c:strRef>
          </c:tx>
          <c:spPr>
            <a:solidFill>
              <a:schemeClr val="tx2">
                <a:lumMod val="60000"/>
                <a:lumOff val="40000"/>
              </a:schemeClr>
            </a:solidFill>
            <a:ln>
              <a:noFill/>
            </a:ln>
            <a:effectLst/>
          </c:spPr>
          <c:invertIfNegative val="0"/>
          <c:dLbls>
            <c:dLbl>
              <c:idx val="0"/>
              <c:layout>
                <c:manualLayout>
                  <c:x val="-5.940956749523013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869-364C-9B59-BF211630960E}"/>
                </c:ext>
              </c:extLst>
            </c:dLbl>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2-B869-364C-9B59-BF211630960E}"/>
            </c:ext>
          </c:extLst>
        </c:ser>
        <c:ser>
          <c:idx val="3"/>
          <c:order val="3"/>
          <c:tx>
            <c:strRef>
              <c:f>Sheet1!$E$1</c:f>
              <c:strCache>
                <c:ptCount val="1"/>
                <c:pt idx="0">
                  <c:v>Series 4</c:v>
                </c:pt>
              </c:strCache>
            </c:strRef>
          </c:tx>
          <c:spPr>
            <a:solidFill>
              <a:schemeClr val="accent5">
                <a:lumMod val="40000"/>
                <a:lumOff val="60000"/>
              </a:schemeClr>
            </a:solidFill>
            <a:ln>
              <a:noFill/>
            </a:ln>
            <a:effectLst/>
          </c:spPr>
          <c:invertIfNegative val="0"/>
          <c:dLbls>
            <c:dLbl>
              <c:idx val="0"/>
              <c:layout>
                <c:manualLayout>
                  <c:x val="-6.093288973869746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869-364C-9B59-BF211630960E}"/>
                </c:ext>
              </c:extLst>
            </c:dLbl>
            <c:spPr>
              <a:noFill/>
              <a:ln>
                <a:noFill/>
              </a:ln>
              <a:effectLst/>
            </c:spPr>
            <c:txPr>
              <a:bodyPr rot="0" spcFirstLastPara="1" vertOverflow="ellipsis" vert="horz" wrap="square" anchor="ctr" anchorCtr="0"/>
              <a:lstStyle/>
              <a:p>
                <a:pPr algn="ctr">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3-B869-364C-9B59-BF211630960E}"/>
            </c:ext>
          </c:extLst>
        </c:ser>
        <c:ser>
          <c:idx val="4"/>
          <c:order val="4"/>
          <c:tx>
            <c:strRef>
              <c:f>Sheet1!$F$1</c:f>
              <c:strCache>
                <c:ptCount val="1"/>
                <c:pt idx="0">
                  <c:v>Series 5</c:v>
                </c:pt>
              </c:strCache>
            </c:strRef>
          </c:tx>
          <c:spPr>
            <a:solidFill>
              <a:schemeClr val="accent5"/>
            </a:solidFill>
            <a:ln>
              <a:noFill/>
            </a:ln>
            <a:effectLst/>
          </c:spPr>
          <c:invertIfNegative val="0"/>
          <c:dLbls>
            <c:dLbl>
              <c:idx val="0"/>
              <c:layout>
                <c:manualLayout>
                  <c:x val="-5.6362923008295096E-2"/>
                  <c:y val="1.8900867901122961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869-364C-9B59-BF211630960E}"/>
                </c:ext>
              </c:extLst>
            </c:dLbl>
            <c:spPr>
              <a:noFill/>
              <a:ln>
                <a:noFill/>
              </a:ln>
              <a:effectLst/>
            </c:spPr>
            <c:txPr>
              <a:bodyPr rot="0" spcFirstLastPara="1" vertOverflow="ellipsis" vert="horz" wrap="square" anchor="ctr" anchorCtr="0"/>
              <a:lstStyle/>
              <a:p>
                <a:pPr algn="l">
                  <a:defRPr lang="en-US"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4-B869-364C-9B59-BF211630960E}"/>
            </c:ext>
          </c:extLst>
        </c:ser>
        <c:dLbls>
          <c:showLegendKey val="0"/>
          <c:showVal val="0"/>
          <c:showCatName val="0"/>
          <c:showSerName val="0"/>
          <c:showPercent val="0"/>
          <c:showBubbleSize val="0"/>
        </c:dLbls>
        <c:gapWidth val="240"/>
        <c:overlap val="-17"/>
        <c:axId val="2128865656"/>
        <c:axId val="2129556184"/>
      </c:barChart>
      <c:catAx>
        <c:axId val="2128865656"/>
        <c:scaling>
          <c:orientation val="minMax"/>
        </c:scaling>
        <c:delete val="1"/>
        <c:axPos val="l"/>
        <c:numFmt formatCode="General" sourceLinked="1"/>
        <c:majorTickMark val="none"/>
        <c:minorTickMark val="none"/>
        <c:tickLblPos val="nextTo"/>
        <c:crossAx val="2129556184"/>
        <c:crosses val="autoZero"/>
        <c:auto val="1"/>
        <c:lblAlgn val="ctr"/>
        <c:lblOffset val="100"/>
        <c:noMultiLvlLbl val="0"/>
      </c:catAx>
      <c:valAx>
        <c:axId val="2129556184"/>
        <c:scaling>
          <c:orientation val="minMax"/>
        </c:scaling>
        <c:delete val="1"/>
        <c:axPos val="b"/>
        <c:numFmt formatCode="General" sourceLinked="1"/>
        <c:majorTickMark val="none"/>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970547068066331"/>
          <c:y val="2.0486158835760934E-2"/>
          <c:w val="0.45700067539494854"/>
          <c:h val="0.86212961944134414"/>
        </c:manualLayout>
      </c:layout>
      <c:barChart>
        <c:barDir val="col"/>
        <c:grouping val="stacked"/>
        <c:varyColors val="0"/>
        <c:ser>
          <c:idx val="0"/>
          <c:order val="0"/>
          <c:tx>
            <c:strRef>
              <c:f>Sheet1!$B$1</c:f>
              <c:strCache>
                <c:ptCount val="1"/>
                <c:pt idx="0">
                  <c:v>Series 1</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Sheet1!$B$2</c:f>
              <c:numCache>
                <c:formatCode>General</c:formatCode>
                <c:ptCount val="1"/>
                <c:pt idx="0">
                  <c:v>0.6</c:v>
                </c:pt>
              </c:numCache>
            </c:numRef>
          </c:val>
          <c:extLst>
            <c:ext xmlns:c16="http://schemas.microsoft.com/office/drawing/2014/chart" uri="{C3380CC4-5D6E-409C-BE32-E72D297353CC}">
              <c16:uniqueId val="{00000000-E579-954C-AF33-8A848F4D8CEE}"/>
            </c:ext>
          </c:extLst>
        </c:ser>
        <c:ser>
          <c:idx val="1"/>
          <c:order val="1"/>
          <c:tx>
            <c:strRef>
              <c:f>Sheet1!$C$1</c:f>
              <c:strCache>
                <c:ptCount val="1"/>
                <c:pt idx="0">
                  <c:v>Series 2</c:v>
                </c:pt>
              </c:strCache>
            </c:strRef>
          </c:tx>
          <c:spPr>
            <a:solidFill>
              <a:srgbClr val="F87C33"/>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Sheet1!$C$2</c:f>
              <c:numCache>
                <c:formatCode>General</c:formatCode>
                <c:ptCount val="1"/>
                <c:pt idx="0">
                  <c:v>0.3</c:v>
                </c:pt>
              </c:numCache>
            </c:numRef>
          </c:val>
          <c:extLst>
            <c:ext xmlns:c16="http://schemas.microsoft.com/office/drawing/2014/chart" uri="{C3380CC4-5D6E-409C-BE32-E72D297353CC}">
              <c16:uniqueId val="{00000001-E579-954C-AF33-8A848F4D8CEE}"/>
            </c:ext>
          </c:extLst>
        </c:ser>
        <c:ser>
          <c:idx val="2"/>
          <c:order val="2"/>
          <c:tx>
            <c:strRef>
              <c:f>Sheet1!$D$1</c:f>
              <c:strCache>
                <c:ptCount val="1"/>
                <c:pt idx="0">
                  <c:v>Series 3</c:v>
                </c:pt>
              </c:strCache>
            </c:strRef>
          </c:tx>
          <c:spPr>
            <a:solidFill>
              <a:schemeClr val="tx2">
                <a:lumMod val="60000"/>
                <a:lumOff val="40000"/>
              </a:schemeClr>
            </a:solidFill>
            <a:ln>
              <a:noFill/>
            </a:ln>
            <a:effectLst/>
          </c:spPr>
          <c:invertIfNegative val="0"/>
          <c:dPt>
            <c:idx val="0"/>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3-E579-954C-AF33-8A848F4D8CEE}"/>
              </c:ext>
            </c:extLst>
          </c:dPt>
          <c:dLbls>
            <c:spPr>
              <a:noFill/>
              <a:ln>
                <a:noFill/>
              </a:ln>
              <a:effectLst/>
            </c:spPr>
            <c:txPr>
              <a:bodyPr rot="0" spcFirstLastPara="1" vertOverflow="ellipsis" vert="horz" wrap="square" anchor="ctr" anchorCtr="0"/>
              <a:lstStyle/>
              <a:p>
                <a:pPr algn="ctr">
                  <a:defRPr lang="en-US"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Sheet1!$D$2</c:f>
              <c:numCache>
                <c:formatCode>General</c:formatCode>
                <c:ptCount val="1"/>
                <c:pt idx="0">
                  <c:v>0.5</c:v>
                </c:pt>
              </c:numCache>
            </c:numRef>
          </c:val>
          <c:extLst>
            <c:ext xmlns:c16="http://schemas.microsoft.com/office/drawing/2014/chart" uri="{C3380CC4-5D6E-409C-BE32-E72D297353CC}">
              <c16:uniqueId val="{00000004-E579-954C-AF33-8A848F4D8CEE}"/>
            </c:ext>
          </c:extLst>
        </c:ser>
        <c:ser>
          <c:idx val="3"/>
          <c:order val="3"/>
          <c:tx>
            <c:strRef>
              <c:f>Sheet1!$E$1</c:f>
              <c:strCache>
                <c:ptCount val="1"/>
                <c:pt idx="0">
                  <c:v>Series 4</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Sheet1!$E$2</c:f>
              <c:numCache>
                <c:formatCode>General</c:formatCode>
                <c:ptCount val="1"/>
                <c:pt idx="0">
                  <c:v>0.2</c:v>
                </c:pt>
              </c:numCache>
            </c:numRef>
          </c:val>
          <c:extLst>
            <c:ext xmlns:c16="http://schemas.microsoft.com/office/drawing/2014/chart" uri="{C3380CC4-5D6E-409C-BE32-E72D297353CC}">
              <c16:uniqueId val="{00000005-E579-954C-AF33-8A848F4D8CEE}"/>
            </c:ext>
          </c:extLst>
        </c:ser>
        <c:ser>
          <c:idx val="4"/>
          <c:order val="4"/>
          <c:tx>
            <c:strRef>
              <c:f>Sheet1!$F$1</c:f>
              <c:strCache>
                <c:ptCount val="1"/>
                <c:pt idx="0">
                  <c:v>Series 5</c:v>
                </c:pt>
              </c:strCache>
            </c:strRef>
          </c:tx>
          <c:spPr>
            <a:solidFill>
              <a:schemeClr val="tx2">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40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Title</c:v>
                </c:pt>
              </c:strCache>
            </c:strRef>
          </c:cat>
          <c:val>
            <c:numRef>
              <c:f>Sheet1!$F$2</c:f>
              <c:numCache>
                <c:formatCode>General</c:formatCode>
                <c:ptCount val="1"/>
                <c:pt idx="0">
                  <c:v>0.4</c:v>
                </c:pt>
              </c:numCache>
            </c:numRef>
          </c:val>
          <c:extLst>
            <c:ext xmlns:c16="http://schemas.microsoft.com/office/drawing/2014/chart" uri="{C3380CC4-5D6E-409C-BE32-E72D297353CC}">
              <c16:uniqueId val="{00000006-E579-954C-AF33-8A848F4D8CEE}"/>
            </c:ext>
          </c:extLst>
        </c:ser>
        <c:dLbls>
          <c:showLegendKey val="0"/>
          <c:showVal val="0"/>
          <c:showCatName val="0"/>
          <c:showSerName val="0"/>
          <c:showPercent val="0"/>
          <c:showBubbleSize val="0"/>
        </c:dLbls>
        <c:gapWidth val="87"/>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25400" cap="flat" cmpd="sng" algn="ctr">
            <a:solidFill>
              <a:schemeClr val="bg2">
                <a:lumMod val="20000"/>
                <a:lumOff val="80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scaling>
        <c:delete val="1"/>
        <c:axPos val="l"/>
        <c:numFmt formatCode="General" sourceLinked="1"/>
        <c:majorTickMark val="none"/>
        <c:minorTickMark val="none"/>
        <c:tickLblPos val="nextTo"/>
        <c:crossAx val="2128865656"/>
        <c:crosses val="autoZero"/>
        <c:crossBetween val="between"/>
      </c:valAx>
      <c:spPr>
        <a:noFill/>
        <a:ln>
          <a:noFill/>
        </a:ln>
        <a:effectLst/>
      </c:spPr>
    </c:plotArea>
    <c:legend>
      <c:legendPos val="r"/>
      <c:layout>
        <c:manualLayout>
          <c:xMode val="edge"/>
          <c:yMode val="edge"/>
          <c:x val="0.78865177147034016"/>
          <c:y val="0.17772904784542387"/>
          <c:w val="0.12779185712303009"/>
          <c:h val="0.6972325237411305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s-MX"/>
        </a:p>
      </c:txPr>
    </c:legend>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accent1">
                <a:lumMod val="75000"/>
              </a:schemeClr>
            </a:solidFill>
            <a:ln>
              <a:noFill/>
            </a:ln>
            <a:effectLst/>
          </c:spPr>
          <c:invertIfNegative val="0"/>
          <c:dPt>
            <c:idx val="0"/>
            <c:invertIfNegative val="0"/>
            <c:bubble3D val="0"/>
            <c:spPr>
              <a:solidFill>
                <a:schemeClr val="accent1">
                  <a:lumMod val="75000"/>
                </a:schemeClr>
              </a:solidFill>
              <a:ln>
                <a:noFill/>
              </a:ln>
              <a:effectLst/>
            </c:spPr>
            <c:extLst>
              <c:ext xmlns:c16="http://schemas.microsoft.com/office/drawing/2014/chart" uri="{C3380CC4-5D6E-409C-BE32-E72D297353CC}">
                <c16:uniqueId val="{00000001-22C4-9046-AE93-9DBBDE261BE5}"/>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3-22C4-9046-AE93-9DBBDE261BE5}"/>
              </c:ext>
            </c:extLst>
          </c:dPt>
          <c:dPt>
            <c:idx val="2"/>
            <c:invertIfNegative val="0"/>
            <c:bubble3D val="0"/>
            <c:spPr>
              <a:solidFill>
                <a:schemeClr val="accent1">
                  <a:lumMod val="75000"/>
                </a:schemeClr>
              </a:solidFill>
              <a:ln>
                <a:noFill/>
              </a:ln>
              <a:effectLst/>
            </c:spPr>
            <c:extLst>
              <c:ext xmlns:c16="http://schemas.microsoft.com/office/drawing/2014/chart" uri="{C3380CC4-5D6E-409C-BE32-E72D297353CC}">
                <c16:uniqueId val="{00000005-22C4-9046-AE93-9DBBDE261BE5}"/>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22C4-9046-AE93-9DBBDE261BE5}"/>
            </c:ext>
          </c:extLst>
        </c:ser>
        <c:ser>
          <c:idx val="1"/>
          <c:order val="1"/>
          <c:tx>
            <c:strRef>
              <c:f>Sheet1!$C$1</c:f>
              <c:strCache>
                <c:ptCount val="1"/>
                <c:pt idx="0">
                  <c:v>Series 2</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22C4-9046-AE93-9DBBDE261BE5}"/>
            </c:ext>
          </c:extLst>
        </c:ser>
        <c:ser>
          <c:idx val="2"/>
          <c:order val="2"/>
          <c:tx>
            <c:strRef>
              <c:f>Sheet1!$D$1</c:f>
              <c:strCache>
                <c:ptCount val="1"/>
                <c:pt idx="0">
                  <c:v>Series 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22C4-9046-AE93-9DBBDE261BE5}"/>
            </c:ext>
          </c:extLst>
        </c:ser>
        <c:ser>
          <c:idx val="3"/>
          <c:order val="3"/>
          <c:tx>
            <c:strRef>
              <c:f>Sheet1!$E$1</c:f>
              <c:strCache>
                <c:ptCount val="1"/>
                <c:pt idx="0">
                  <c:v>Series 4</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22C4-9046-AE93-9DBBDE261BE5}"/>
            </c:ext>
          </c:extLst>
        </c:ser>
        <c:ser>
          <c:idx val="4"/>
          <c:order val="4"/>
          <c:tx>
            <c:strRef>
              <c:f>Sheet1!$F$1</c:f>
              <c:strCache>
                <c:ptCount val="1"/>
                <c:pt idx="0">
                  <c:v>Series 5</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22C4-9046-AE93-9DBBDE261BE5}"/>
            </c:ext>
          </c:extLst>
        </c:ser>
        <c:dLbls>
          <c:showLegendKey val="0"/>
          <c:showVal val="0"/>
          <c:showCatName val="0"/>
          <c:showSerName val="0"/>
          <c:showPercent val="0"/>
          <c:showBubbleSize val="0"/>
        </c:dLbls>
        <c:gapWidth val="3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accent3">
                <a:lumMod val="75000"/>
              </a:schemeClr>
            </a:solidFill>
            <a:ln>
              <a:noFill/>
            </a:ln>
            <a:effectLst/>
          </c:spPr>
          <c:invertIfNegative val="0"/>
          <c:dPt>
            <c:idx val="0"/>
            <c:invertIfNegative val="0"/>
            <c:bubble3D val="0"/>
            <c:spPr>
              <a:solidFill>
                <a:schemeClr val="accent3">
                  <a:lumMod val="75000"/>
                </a:schemeClr>
              </a:solidFill>
              <a:ln>
                <a:noFill/>
              </a:ln>
              <a:effectLst/>
            </c:spPr>
            <c:extLst>
              <c:ext xmlns:c16="http://schemas.microsoft.com/office/drawing/2014/chart" uri="{C3380CC4-5D6E-409C-BE32-E72D297353CC}">
                <c16:uniqueId val="{00000001-22C4-9046-AE93-9DBBDE261BE5}"/>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22C4-9046-AE93-9DBBDE261BE5}"/>
              </c:ext>
            </c:extLst>
          </c:dPt>
          <c:dPt>
            <c:idx val="2"/>
            <c:invertIfNegative val="0"/>
            <c:bubble3D val="0"/>
            <c:spPr>
              <a:solidFill>
                <a:schemeClr val="accent3">
                  <a:lumMod val="75000"/>
                </a:schemeClr>
              </a:solidFill>
              <a:ln>
                <a:noFill/>
              </a:ln>
              <a:effectLst/>
            </c:spPr>
            <c:extLst>
              <c:ext xmlns:c16="http://schemas.microsoft.com/office/drawing/2014/chart" uri="{C3380CC4-5D6E-409C-BE32-E72D297353CC}">
                <c16:uniqueId val="{00000005-22C4-9046-AE93-9DBBDE261BE5}"/>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22C4-9046-AE93-9DBBDE261BE5}"/>
            </c:ext>
          </c:extLst>
        </c:ser>
        <c:ser>
          <c:idx val="1"/>
          <c:order val="1"/>
          <c:tx>
            <c:strRef>
              <c:f>Sheet1!$C$1</c:f>
              <c:strCache>
                <c:ptCount val="1"/>
                <c:pt idx="0">
                  <c:v>Series 2</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22C4-9046-AE93-9DBBDE261BE5}"/>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22C4-9046-AE93-9DBBDE261BE5}"/>
            </c:ext>
          </c:extLst>
        </c:ser>
        <c:ser>
          <c:idx val="3"/>
          <c:order val="3"/>
          <c:tx>
            <c:strRef>
              <c:f>Sheet1!$E$1</c:f>
              <c:strCache>
                <c:ptCount val="1"/>
                <c:pt idx="0">
                  <c:v>Series 4</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22C4-9046-AE93-9DBBDE261BE5}"/>
            </c:ext>
          </c:extLst>
        </c:ser>
        <c:ser>
          <c:idx val="4"/>
          <c:order val="4"/>
          <c:tx>
            <c:strRef>
              <c:f>Sheet1!$F$1</c:f>
              <c:strCache>
                <c:ptCount val="1"/>
                <c:pt idx="0">
                  <c:v>Series 5</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22C4-9046-AE93-9DBBDE261BE5}"/>
            </c:ext>
          </c:extLst>
        </c:ser>
        <c:dLbls>
          <c:showLegendKey val="0"/>
          <c:showVal val="0"/>
          <c:showCatName val="0"/>
          <c:showSerName val="0"/>
          <c:showPercent val="0"/>
          <c:showBubbleSize val="0"/>
        </c:dLbls>
        <c:gapWidth val="3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accent4">
                <a:lumMod val="75000"/>
              </a:schemeClr>
            </a:solidFill>
            <a:ln>
              <a:noFill/>
            </a:ln>
            <a:effectLst/>
          </c:spPr>
          <c:invertIfNegative val="0"/>
          <c:dPt>
            <c:idx val="0"/>
            <c:invertIfNegative val="0"/>
            <c:bubble3D val="0"/>
            <c:spPr>
              <a:solidFill>
                <a:schemeClr val="accent4">
                  <a:lumMod val="75000"/>
                </a:schemeClr>
              </a:solidFill>
              <a:ln>
                <a:noFill/>
              </a:ln>
              <a:effectLst/>
            </c:spPr>
            <c:extLst>
              <c:ext xmlns:c16="http://schemas.microsoft.com/office/drawing/2014/chart" uri="{C3380CC4-5D6E-409C-BE32-E72D297353CC}">
                <c16:uniqueId val="{00000001-22C4-9046-AE93-9DBBDE261BE5}"/>
              </c:ext>
            </c:extLst>
          </c:dPt>
          <c:dPt>
            <c:idx val="1"/>
            <c:invertIfNegative val="0"/>
            <c:bubble3D val="0"/>
            <c:spPr>
              <a:solidFill>
                <a:schemeClr val="accent4">
                  <a:lumMod val="75000"/>
                </a:schemeClr>
              </a:solidFill>
              <a:ln>
                <a:noFill/>
              </a:ln>
              <a:effectLst/>
            </c:spPr>
            <c:extLst>
              <c:ext xmlns:c16="http://schemas.microsoft.com/office/drawing/2014/chart" uri="{C3380CC4-5D6E-409C-BE32-E72D297353CC}">
                <c16:uniqueId val="{00000003-22C4-9046-AE93-9DBBDE261BE5}"/>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22C4-9046-AE93-9DBBDE261BE5}"/>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22C4-9046-AE93-9DBBDE261BE5}"/>
            </c:ext>
          </c:extLst>
        </c:ser>
        <c:ser>
          <c:idx val="1"/>
          <c:order val="1"/>
          <c:tx>
            <c:strRef>
              <c:f>Sheet1!$C$1</c:f>
              <c:strCache>
                <c:ptCount val="1"/>
                <c:pt idx="0">
                  <c:v>Series 2</c:v>
                </c:pt>
              </c:strCache>
            </c:strRef>
          </c:tx>
          <c:spPr>
            <a:solidFill>
              <a:schemeClr val="accent4">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22C4-9046-AE93-9DBBDE261BE5}"/>
            </c:ext>
          </c:extLst>
        </c:ser>
        <c:ser>
          <c:idx val="2"/>
          <c:order val="2"/>
          <c:tx>
            <c:strRef>
              <c:f>Sheet1!$D$1</c:f>
              <c:strCache>
                <c:ptCount val="1"/>
                <c:pt idx="0">
                  <c:v>Series 3</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22C4-9046-AE93-9DBBDE261BE5}"/>
            </c:ext>
          </c:extLst>
        </c:ser>
        <c:ser>
          <c:idx val="3"/>
          <c:order val="3"/>
          <c:tx>
            <c:strRef>
              <c:f>Sheet1!$E$1</c:f>
              <c:strCache>
                <c:ptCount val="1"/>
                <c:pt idx="0">
                  <c:v>Series 4</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22C4-9046-AE93-9DBBDE261BE5}"/>
            </c:ext>
          </c:extLst>
        </c:ser>
        <c:ser>
          <c:idx val="4"/>
          <c:order val="4"/>
          <c:tx>
            <c:strRef>
              <c:f>Sheet1!$F$1</c:f>
              <c:strCache>
                <c:ptCount val="1"/>
                <c:pt idx="0">
                  <c:v>Series 5</c:v>
                </c:pt>
              </c:strCache>
            </c:strRef>
          </c:tx>
          <c:spPr>
            <a:solidFill>
              <a:schemeClr val="accent4">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22C4-9046-AE93-9DBBDE261BE5}"/>
            </c:ext>
          </c:extLst>
        </c:ser>
        <c:dLbls>
          <c:showLegendKey val="0"/>
          <c:showVal val="0"/>
          <c:showCatName val="0"/>
          <c:showSerName val="0"/>
          <c:showPercent val="0"/>
          <c:showBubbleSize val="0"/>
        </c:dLbls>
        <c:gapWidth val="3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accent2">
                <a:lumMod val="75000"/>
              </a:schemeClr>
            </a:solidFill>
            <a:ln>
              <a:noFill/>
            </a:ln>
            <a:effectLst/>
          </c:spPr>
          <c:invertIfNegative val="0"/>
          <c:dPt>
            <c:idx val="0"/>
            <c:invertIfNegative val="0"/>
            <c:bubble3D val="0"/>
            <c:spPr>
              <a:solidFill>
                <a:schemeClr val="accent2">
                  <a:lumMod val="75000"/>
                </a:schemeClr>
              </a:solidFill>
              <a:ln>
                <a:noFill/>
              </a:ln>
              <a:effectLst/>
            </c:spPr>
            <c:extLst>
              <c:ext xmlns:c16="http://schemas.microsoft.com/office/drawing/2014/chart" uri="{C3380CC4-5D6E-409C-BE32-E72D297353CC}">
                <c16:uniqueId val="{00000001-E7F6-4508-8B98-E0835B17DDF5}"/>
              </c:ext>
            </c:extLst>
          </c:dPt>
          <c:dPt>
            <c:idx val="1"/>
            <c:invertIfNegative val="0"/>
            <c:bubble3D val="0"/>
            <c:spPr>
              <a:solidFill>
                <a:schemeClr val="accent2">
                  <a:lumMod val="75000"/>
                </a:schemeClr>
              </a:solidFill>
              <a:ln>
                <a:noFill/>
              </a:ln>
              <a:effectLst/>
            </c:spPr>
            <c:extLst>
              <c:ext xmlns:c16="http://schemas.microsoft.com/office/drawing/2014/chart" uri="{C3380CC4-5D6E-409C-BE32-E72D297353CC}">
                <c16:uniqueId val="{00000003-E7F6-4508-8B98-E0835B17DDF5}"/>
              </c:ext>
            </c:extLst>
          </c:dPt>
          <c:dPt>
            <c:idx val="2"/>
            <c:invertIfNegative val="0"/>
            <c:bubble3D val="0"/>
            <c:spPr>
              <a:solidFill>
                <a:schemeClr val="accent2">
                  <a:lumMod val="75000"/>
                </a:schemeClr>
              </a:solidFill>
              <a:ln>
                <a:noFill/>
              </a:ln>
              <a:effectLst/>
            </c:spPr>
            <c:extLst>
              <c:ext xmlns:c16="http://schemas.microsoft.com/office/drawing/2014/chart" uri="{C3380CC4-5D6E-409C-BE32-E72D297353CC}">
                <c16:uniqueId val="{00000005-E7F6-4508-8B98-E0835B17DDF5}"/>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E7F6-4508-8B98-E0835B17DDF5}"/>
            </c:ext>
          </c:extLst>
        </c:ser>
        <c:ser>
          <c:idx val="1"/>
          <c:order val="1"/>
          <c:tx>
            <c:strRef>
              <c:f>Sheet1!$C$1</c:f>
              <c:strCache>
                <c:ptCount val="1"/>
                <c:pt idx="0">
                  <c:v>Series 2</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E7F6-4508-8B98-E0835B17DDF5}"/>
            </c:ext>
          </c:extLst>
        </c:ser>
        <c:ser>
          <c:idx val="2"/>
          <c:order val="2"/>
          <c:tx>
            <c:strRef>
              <c:f>Sheet1!$D$1</c:f>
              <c:strCache>
                <c:ptCount val="1"/>
                <c:pt idx="0">
                  <c:v>Series 3</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E7F6-4508-8B98-E0835B17DDF5}"/>
            </c:ext>
          </c:extLst>
        </c:ser>
        <c:ser>
          <c:idx val="3"/>
          <c:order val="3"/>
          <c:tx>
            <c:strRef>
              <c:f>Sheet1!$E$1</c:f>
              <c:strCache>
                <c:ptCount val="1"/>
                <c:pt idx="0">
                  <c:v>Series 4</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E7F6-4508-8B98-E0835B17DDF5}"/>
            </c:ext>
          </c:extLst>
        </c:ser>
        <c:ser>
          <c:idx val="4"/>
          <c:order val="4"/>
          <c:tx>
            <c:strRef>
              <c:f>Sheet1!$F$1</c:f>
              <c:strCache>
                <c:ptCount val="1"/>
                <c:pt idx="0">
                  <c:v>Series 5</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E7F6-4508-8B98-E0835B17DDF5}"/>
            </c:ext>
          </c:extLst>
        </c:ser>
        <c:dLbls>
          <c:showLegendKey val="0"/>
          <c:showVal val="0"/>
          <c:showCatName val="0"/>
          <c:showSerName val="0"/>
          <c:showPercent val="0"/>
          <c:showBubbleSize val="0"/>
        </c:dLbls>
        <c:gapWidth val="27"/>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accent3">
                <a:lumMod val="75000"/>
              </a:schemeClr>
            </a:solidFill>
            <a:ln>
              <a:noFill/>
            </a:ln>
            <a:effectLst/>
          </c:spPr>
          <c:invertIfNegative val="0"/>
          <c:dPt>
            <c:idx val="0"/>
            <c:invertIfNegative val="0"/>
            <c:bubble3D val="0"/>
            <c:spPr>
              <a:solidFill>
                <a:schemeClr val="accent3">
                  <a:lumMod val="75000"/>
                </a:schemeClr>
              </a:solidFill>
              <a:ln>
                <a:noFill/>
              </a:ln>
              <a:effectLst/>
            </c:spPr>
            <c:extLst>
              <c:ext xmlns:c16="http://schemas.microsoft.com/office/drawing/2014/chart" uri="{C3380CC4-5D6E-409C-BE32-E72D297353CC}">
                <c16:uniqueId val="{00000001-44BF-5C47-AF6E-0AF30062FD66}"/>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44BF-5C47-AF6E-0AF30062FD66}"/>
              </c:ext>
            </c:extLst>
          </c:dPt>
          <c:dPt>
            <c:idx val="2"/>
            <c:invertIfNegative val="0"/>
            <c:bubble3D val="0"/>
            <c:spPr>
              <a:solidFill>
                <a:schemeClr val="accent3">
                  <a:lumMod val="75000"/>
                </a:schemeClr>
              </a:solidFill>
              <a:ln>
                <a:noFill/>
              </a:ln>
              <a:effectLst/>
            </c:spPr>
            <c:extLst>
              <c:ext xmlns:c16="http://schemas.microsoft.com/office/drawing/2014/chart" uri="{C3380CC4-5D6E-409C-BE32-E72D297353CC}">
                <c16:uniqueId val="{00000005-44BF-5C47-AF6E-0AF30062FD66}"/>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44BF-5C47-AF6E-0AF30062FD66}"/>
            </c:ext>
          </c:extLst>
        </c:ser>
        <c:ser>
          <c:idx val="1"/>
          <c:order val="1"/>
          <c:tx>
            <c:strRef>
              <c:f>Sheet1!$C$1</c:f>
              <c:strCache>
                <c:ptCount val="1"/>
                <c:pt idx="0">
                  <c:v>Series 2</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44BF-5C47-AF6E-0AF30062FD66}"/>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44BF-5C47-AF6E-0AF30062FD66}"/>
            </c:ext>
          </c:extLst>
        </c:ser>
        <c:ser>
          <c:idx val="3"/>
          <c:order val="3"/>
          <c:tx>
            <c:strRef>
              <c:f>Sheet1!$E$1</c:f>
              <c:strCache>
                <c:ptCount val="1"/>
                <c:pt idx="0">
                  <c:v>Series 4</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44BF-5C47-AF6E-0AF30062FD66}"/>
            </c:ext>
          </c:extLst>
        </c:ser>
        <c:ser>
          <c:idx val="4"/>
          <c:order val="4"/>
          <c:tx>
            <c:strRef>
              <c:f>Sheet1!$F$1</c:f>
              <c:strCache>
                <c:ptCount val="1"/>
                <c:pt idx="0">
                  <c:v>Series 5</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44BF-5C47-AF6E-0AF30062FD66}"/>
            </c:ext>
          </c:extLst>
        </c:ser>
        <c:dLbls>
          <c:showLegendKey val="0"/>
          <c:showVal val="0"/>
          <c:showCatName val="0"/>
          <c:showSerName val="0"/>
          <c:showPercent val="0"/>
          <c:showBubbleSize val="0"/>
        </c:dLbls>
        <c:gapWidth val="3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471660591748629E-3"/>
          <c:w val="0.98728872832328685"/>
          <c:h val="0.86212961944134414"/>
        </c:manualLayout>
      </c:layout>
      <c:barChart>
        <c:barDir val="col"/>
        <c:grouping val="stacked"/>
        <c:varyColors val="0"/>
        <c:ser>
          <c:idx val="0"/>
          <c:order val="0"/>
          <c:tx>
            <c:strRef>
              <c:f>Sheet1!$B$1</c:f>
              <c:strCache>
                <c:ptCount val="1"/>
                <c:pt idx="0">
                  <c:v>Series 1</c:v>
                </c:pt>
              </c:strCache>
            </c:strRef>
          </c:tx>
          <c:spPr>
            <a:solidFill>
              <a:schemeClr val="tx2"/>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1-44BF-5C47-AF6E-0AF30062FD66}"/>
              </c:ext>
            </c:extLst>
          </c:dPt>
          <c:dPt>
            <c:idx val="1"/>
            <c:invertIfNegative val="0"/>
            <c:bubble3D val="0"/>
            <c:spPr>
              <a:solidFill>
                <a:schemeClr val="tx2"/>
              </a:solidFill>
              <a:ln>
                <a:noFill/>
              </a:ln>
              <a:effectLst/>
            </c:spPr>
            <c:extLst>
              <c:ext xmlns:c16="http://schemas.microsoft.com/office/drawing/2014/chart" uri="{C3380CC4-5D6E-409C-BE32-E72D297353CC}">
                <c16:uniqueId val="{00000003-44BF-5C47-AF6E-0AF30062FD66}"/>
              </c:ext>
            </c:extLst>
          </c:dPt>
          <c:dPt>
            <c:idx val="2"/>
            <c:invertIfNegative val="0"/>
            <c:bubble3D val="0"/>
            <c:spPr>
              <a:solidFill>
                <a:schemeClr val="tx2"/>
              </a:solidFill>
              <a:ln>
                <a:noFill/>
              </a:ln>
              <a:effectLst/>
            </c:spPr>
            <c:extLst>
              <c:ext xmlns:c16="http://schemas.microsoft.com/office/drawing/2014/chart" uri="{C3380CC4-5D6E-409C-BE32-E72D297353CC}">
                <c16:uniqueId val="{00000005-44BF-5C47-AF6E-0AF30062FD66}"/>
              </c:ext>
            </c:extLst>
          </c:dPt>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Sheet1!$B$2:$B$4</c:f>
              <c:numCache>
                <c:formatCode>General</c:formatCode>
                <c:ptCount val="3"/>
                <c:pt idx="0">
                  <c:v>0.6</c:v>
                </c:pt>
                <c:pt idx="1">
                  <c:v>0.6</c:v>
                </c:pt>
                <c:pt idx="2">
                  <c:v>0.6</c:v>
                </c:pt>
              </c:numCache>
            </c:numRef>
          </c:val>
          <c:extLst>
            <c:ext xmlns:c16="http://schemas.microsoft.com/office/drawing/2014/chart" uri="{C3380CC4-5D6E-409C-BE32-E72D297353CC}">
              <c16:uniqueId val="{00000006-44BF-5C47-AF6E-0AF30062FD66}"/>
            </c:ext>
          </c:extLst>
        </c:ser>
        <c:ser>
          <c:idx val="1"/>
          <c:order val="1"/>
          <c:tx>
            <c:strRef>
              <c:f>Sheet1!$C$1</c:f>
              <c:strCache>
                <c:ptCount val="1"/>
                <c:pt idx="0">
                  <c:v>Series 2</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Sheet1!$C$2:$C$4</c:f>
              <c:numCache>
                <c:formatCode>General</c:formatCode>
                <c:ptCount val="3"/>
                <c:pt idx="0">
                  <c:v>0.3</c:v>
                </c:pt>
                <c:pt idx="1">
                  <c:v>0.3</c:v>
                </c:pt>
                <c:pt idx="2">
                  <c:v>0.3</c:v>
                </c:pt>
              </c:numCache>
            </c:numRef>
          </c:val>
          <c:extLst>
            <c:ext xmlns:c16="http://schemas.microsoft.com/office/drawing/2014/chart" uri="{C3380CC4-5D6E-409C-BE32-E72D297353CC}">
              <c16:uniqueId val="{00000007-44BF-5C47-AF6E-0AF30062FD66}"/>
            </c:ext>
          </c:extLst>
        </c:ser>
        <c:ser>
          <c:idx val="2"/>
          <c:order val="2"/>
          <c:tx>
            <c:strRef>
              <c:f>Sheet1!$D$1</c:f>
              <c:strCache>
                <c:ptCount val="1"/>
                <c:pt idx="0">
                  <c:v>Series 3</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anchor="ctr" anchorCtr="0"/>
              <a:lstStyle/>
              <a:p>
                <a:pPr algn="ctr">
                  <a:defRPr lang="en-US"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Sheet1!$D$2:$D$4</c:f>
              <c:numCache>
                <c:formatCode>General</c:formatCode>
                <c:ptCount val="3"/>
                <c:pt idx="0">
                  <c:v>0.5</c:v>
                </c:pt>
                <c:pt idx="1">
                  <c:v>0.5</c:v>
                </c:pt>
                <c:pt idx="2">
                  <c:v>0.5</c:v>
                </c:pt>
              </c:numCache>
            </c:numRef>
          </c:val>
          <c:extLst>
            <c:ext xmlns:c16="http://schemas.microsoft.com/office/drawing/2014/chart" uri="{C3380CC4-5D6E-409C-BE32-E72D297353CC}">
              <c16:uniqueId val="{00000008-44BF-5C47-AF6E-0AF30062FD66}"/>
            </c:ext>
          </c:extLst>
        </c:ser>
        <c:ser>
          <c:idx val="3"/>
          <c:order val="3"/>
          <c:tx>
            <c:strRef>
              <c:f>Sheet1!$E$1</c:f>
              <c:strCache>
                <c:ptCount val="1"/>
                <c:pt idx="0">
                  <c:v>Series 4</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Sheet1!$E$2:$E$4</c:f>
              <c:numCache>
                <c:formatCode>General</c:formatCode>
                <c:ptCount val="3"/>
                <c:pt idx="0">
                  <c:v>0.2</c:v>
                </c:pt>
                <c:pt idx="1">
                  <c:v>0.2</c:v>
                </c:pt>
                <c:pt idx="2">
                  <c:v>0.2</c:v>
                </c:pt>
              </c:numCache>
            </c:numRef>
          </c:val>
          <c:extLst>
            <c:ext xmlns:c16="http://schemas.microsoft.com/office/drawing/2014/chart" uri="{C3380CC4-5D6E-409C-BE32-E72D297353CC}">
              <c16:uniqueId val="{00000009-44BF-5C47-AF6E-0AF30062FD66}"/>
            </c:ext>
          </c:extLst>
        </c:ser>
        <c:ser>
          <c:idx val="4"/>
          <c:order val="4"/>
          <c:tx>
            <c:strRef>
              <c:f>Sheet1!$F$1</c:f>
              <c:strCache>
                <c:ptCount val="1"/>
                <c:pt idx="0">
                  <c:v>Series 5</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Title</c:v>
                </c:pt>
                <c:pt idx="1">
                  <c:v>Title</c:v>
                </c:pt>
                <c:pt idx="2">
                  <c:v>Title</c:v>
                </c:pt>
              </c:strCache>
            </c:strRef>
          </c:cat>
          <c:val>
            <c:numRef>
              <c:f>Sheet1!$F$2:$F$4</c:f>
              <c:numCache>
                <c:formatCode>General</c:formatCode>
                <c:ptCount val="3"/>
                <c:pt idx="0">
                  <c:v>0.4</c:v>
                </c:pt>
                <c:pt idx="1">
                  <c:v>0.4</c:v>
                </c:pt>
                <c:pt idx="2">
                  <c:v>0.4</c:v>
                </c:pt>
              </c:numCache>
            </c:numRef>
          </c:val>
          <c:extLst>
            <c:ext xmlns:c16="http://schemas.microsoft.com/office/drawing/2014/chart" uri="{C3380CC4-5D6E-409C-BE32-E72D297353CC}">
              <c16:uniqueId val="{0000000A-44BF-5C47-AF6E-0AF30062FD66}"/>
            </c:ext>
          </c:extLst>
        </c:ser>
        <c:dLbls>
          <c:showLegendKey val="0"/>
          <c:showVal val="0"/>
          <c:showCatName val="0"/>
          <c:showSerName val="0"/>
          <c:showPercent val="0"/>
          <c:showBubbleSize val="0"/>
        </c:dLbls>
        <c:gapWidth val="30"/>
        <c:overlap val="100"/>
        <c:axId val="2128865656"/>
        <c:axId val="2129556184"/>
      </c:barChart>
      <c:catAx>
        <c:axId val="2128865656"/>
        <c:scaling>
          <c:orientation val="minMax"/>
        </c:scaling>
        <c:delete val="0"/>
        <c:axPos val="b"/>
        <c:numFmt formatCode="General" sourceLinked="1"/>
        <c:majorTickMark val="none"/>
        <c:minorTickMark val="none"/>
        <c:tickLblPos val="nextTo"/>
        <c:spPr>
          <a:noFill/>
          <a:ln w="12700" cap="flat" cmpd="sng" algn="ctr">
            <a:solidFill>
              <a:schemeClr val="bg2">
                <a:lumMod val="20000"/>
                <a:lumOff val="80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s-MX"/>
          </a:p>
        </c:txPr>
        <c:crossAx val="2129556184"/>
        <c:crosses val="autoZero"/>
        <c:auto val="1"/>
        <c:lblAlgn val="ctr"/>
        <c:lblOffset val="100"/>
        <c:noMultiLvlLbl val="0"/>
      </c:catAx>
      <c:valAx>
        <c:axId val="2129556184"/>
        <c:scaling>
          <c:orientation val="minMax"/>
          <c:max val="2"/>
        </c:scaling>
        <c:delete val="1"/>
        <c:axPos val="l"/>
        <c:numFmt formatCode="General" sourceLinked="1"/>
        <c:majorTickMark val="out"/>
        <c:minorTickMark val="none"/>
        <c:tickLblPos val="nextTo"/>
        <c:crossAx val="212886565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s-MX"/>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255198472398483"/>
          <c:y val="0.14975195006685582"/>
          <c:w val="0.302738017005861"/>
          <c:h val="0.72857226413319964"/>
        </c:manualLayout>
      </c:layout>
      <c:doughnutChart>
        <c:varyColors val="1"/>
        <c:ser>
          <c:idx val="0"/>
          <c:order val="0"/>
          <c:tx>
            <c:strRef>
              <c:f>Sheet1!$B$1</c:f>
              <c:strCache>
                <c:ptCount val="1"/>
                <c:pt idx="0">
                  <c:v>Sales</c:v>
                </c:pt>
              </c:strCache>
            </c:strRef>
          </c:tx>
          <c:spPr>
            <a:ln w="38100">
              <a:noFill/>
            </a:ln>
          </c:spPr>
          <c:dPt>
            <c:idx val="0"/>
            <c:bubble3D val="0"/>
            <c:spPr>
              <a:solidFill>
                <a:schemeClr val="tx2"/>
              </a:solidFill>
              <a:ln w="38100">
                <a:noFill/>
              </a:ln>
              <a:effectLst/>
            </c:spPr>
            <c:extLst>
              <c:ext xmlns:c16="http://schemas.microsoft.com/office/drawing/2014/chart" uri="{C3380CC4-5D6E-409C-BE32-E72D297353CC}">
                <c16:uniqueId val="{00000001-5E7A-8549-A390-B309D0856E19}"/>
              </c:ext>
            </c:extLst>
          </c:dPt>
          <c:dPt>
            <c:idx val="1"/>
            <c:bubble3D val="0"/>
            <c:spPr>
              <a:solidFill>
                <a:srgbClr val="F87C33"/>
              </a:solidFill>
              <a:ln w="38100">
                <a:noFill/>
              </a:ln>
              <a:effectLst/>
            </c:spPr>
            <c:extLst>
              <c:ext xmlns:c16="http://schemas.microsoft.com/office/drawing/2014/chart" uri="{C3380CC4-5D6E-409C-BE32-E72D297353CC}">
                <c16:uniqueId val="{00000003-5E7A-8549-A390-B309D0856E19}"/>
              </c:ext>
            </c:extLst>
          </c:dPt>
          <c:dPt>
            <c:idx val="2"/>
            <c:bubble3D val="0"/>
            <c:spPr>
              <a:solidFill>
                <a:schemeClr val="tx2">
                  <a:lumMod val="60000"/>
                  <a:lumOff val="40000"/>
                </a:schemeClr>
              </a:solidFill>
              <a:ln w="38100">
                <a:noFill/>
              </a:ln>
              <a:effectLst/>
            </c:spPr>
            <c:extLst>
              <c:ext xmlns:c16="http://schemas.microsoft.com/office/drawing/2014/chart" uri="{C3380CC4-5D6E-409C-BE32-E72D297353CC}">
                <c16:uniqueId val="{00000005-5E7A-8549-A390-B309D0856E19}"/>
              </c:ext>
            </c:extLst>
          </c:dPt>
          <c:dPt>
            <c:idx val="3"/>
            <c:bubble3D val="0"/>
            <c:spPr>
              <a:solidFill>
                <a:schemeClr val="tx2">
                  <a:lumMod val="40000"/>
                  <a:lumOff val="60000"/>
                </a:schemeClr>
              </a:solidFill>
              <a:ln w="38100">
                <a:noFill/>
              </a:ln>
              <a:effectLst/>
            </c:spPr>
            <c:extLst>
              <c:ext xmlns:c16="http://schemas.microsoft.com/office/drawing/2014/chart" uri="{C3380CC4-5D6E-409C-BE32-E72D297353CC}">
                <c16:uniqueId val="{00000007-5E7A-8549-A390-B309D0856E19}"/>
              </c:ext>
            </c:extLst>
          </c:dPt>
          <c:dPt>
            <c:idx val="4"/>
            <c:bubble3D val="0"/>
            <c:spPr>
              <a:solidFill>
                <a:schemeClr val="tx2">
                  <a:lumMod val="20000"/>
                  <a:lumOff val="80000"/>
                </a:schemeClr>
              </a:solidFill>
              <a:ln w="38100">
                <a:noFill/>
              </a:ln>
              <a:effectLst/>
            </c:spPr>
            <c:extLst>
              <c:ext xmlns:c16="http://schemas.microsoft.com/office/drawing/2014/chart" uri="{C3380CC4-5D6E-409C-BE32-E72D297353CC}">
                <c16:uniqueId val="{00000009-5E7A-8549-A390-B309D0856E19}"/>
              </c:ext>
            </c:extLst>
          </c:dPt>
          <c:dLbls>
            <c:dLbl>
              <c:idx val="3"/>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extLst>
                <c:ext xmlns:c16="http://schemas.microsoft.com/office/drawing/2014/chart" uri="{C3380CC4-5D6E-409C-BE32-E72D297353CC}">
                  <c16:uniqueId val="{00000007-5E7A-8549-A390-B309D0856E19}"/>
                </c:ext>
              </c:extLst>
            </c:dLbl>
            <c:dLbl>
              <c:idx val="4"/>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mn-lt"/>
                      <a:ea typeface="+mn-ea"/>
                      <a:cs typeface="+mn-cs"/>
                    </a:defRPr>
                  </a:pPr>
                  <a:endParaRPr lang="es-MX"/>
                </a:p>
              </c:txPr>
              <c:showLegendKey val="0"/>
              <c:showVal val="1"/>
              <c:showCatName val="0"/>
              <c:showSerName val="0"/>
              <c:showPercent val="0"/>
              <c:showBubbleSize val="0"/>
              <c:extLst>
                <c:ext xmlns:c16="http://schemas.microsoft.com/office/drawing/2014/chart" uri="{C3380CC4-5D6E-409C-BE32-E72D297353CC}">
                  <c16:uniqueId val="{00000009-5E7A-8549-A390-B309D0856E1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48</c:v>
                </c:pt>
                <c:pt idx="1">
                  <c:v>24</c:v>
                </c:pt>
                <c:pt idx="2">
                  <c:v>14</c:v>
                </c:pt>
                <c:pt idx="3">
                  <c:v>12</c:v>
                </c:pt>
                <c:pt idx="4">
                  <c:v>2</c:v>
                </c:pt>
              </c:numCache>
            </c:numRef>
          </c:val>
          <c:extLst>
            <c:ext xmlns:c16="http://schemas.microsoft.com/office/drawing/2014/chart" uri="{C3380CC4-5D6E-409C-BE32-E72D297353CC}">
              <c16:uniqueId val="{0000000A-5E7A-8549-A390-B309D0856E19}"/>
            </c:ext>
          </c:extLst>
        </c:ser>
        <c:dLbls>
          <c:showLegendKey val="0"/>
          <c:showVal val="0"/>
          <c:showCatName val="0"/>
          <c:showSerName val="0"/>
          <c:showPercent val="0"/>
          <c:showBubbleSize val="0"/>
          <c:showLeaderLines val="1"/>
        </c:dLbls>
        <c:firstSliceAng val="0"/>
        <c:holeSize val="58"/>
      </c:doughnutChart>
      <c:spPr>
        <a:noFill/>
        <a:ln>
          <a:noFill/>
        </a:ln>
        <a:effectLst/>
      </c:spPr>
    </c:plotArea>
    <c:legend>
      <c:legendPos val="r"/>
      <c:layout>
        <c:manualLayout>
          <c:xMode val="edge"/>
          <c:yMode val="edge"/>
          <c:x val="0.66706831175156167"/>
          <c:y val="0.23457827362409678"/>
          <c:w val="0.17741557709417366"/>
          <c:h val="0.4805697130459101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s-MX"/>
        </a:p>
      </c:txPr>
    </c:legend>
    <c:plotVisOnly val="1"/>
    <c:dispBlanksAs val="gap"/>
    <c:showDLblsOverMax val="0"/>
  </c:chart>
  <c:spPr>
    <a:noFill/>
    <a:ln>
      <a:noFill/>
    </a:ln>
    <a:effectLst/>
  </c:spPr>
  <c:txPr>
    <a:bodyPr/>
    <a:lstStyle/>
    <a:p>
      <a:pPr>
        <a:defRPr sz="1200" b="0">
          <a:solidFill>
            <a:schemeClr val="tx1"/>
          </a:solidFill>
        </a:defRPr>
      </a:pPr>
      <a:endParaRPr lang="es-MX"/>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62330491442593"/>
          <c:y val="0.16358084906768927"/>
          <c:w val="0.64840001563356642"/>
          <c:h val="0.67456284820597567"/>
        </c:manualLayout>
      </c:layout>
      <c:doughnutChart>
        <c:varyColors val="1"/>
        <c:ser>
          <c:idx val="0"/>
          <c:order val="0"/>
          <c:tx>
            <c:strRef>
              <c:f>Sheet1!$B$1</c:f>
              <c:strCache>
                <c:ptCount val="1"/>
                <c:pt idx="0">
                  <c:v>Sales</c:v>
                </c:pt>
              </c:strCache>
            </c:strRef>
          </c:tx>
          <c:spPr>
            <a:ln w="38100">
              <a:noFill/>
            </a:ln>
          </c:spPr>
          <c:dPt>
            <c:idx val="0"/>
            <c:bubble3D val="0"/>
            <c:spPr>
              <a:solidFill>
                <a:schemeClr val="tx2"/>
              </a:solidFill>
              <a:ln w="38100">
                <a:noFill/>
              </a:ln>
              <a:effectLst/>
            </c:spPr>
            <c:extLst>
              <c:ext xmlns:c16="http://schemas.microsoft.com/office/drawing/2014/chart" uri="{C3380CC4-5D6E-409C-BE32-E72D297353CC}">
                <c16:uniqueId val="{00000001-47D3-B146-A590-9E5EF9DACD63}"/>
              </c:ext>
            </c:extLst>
          </c:dPt>
          <c:dPt>
            <c:idx val="1"/>
            <c:bubble3D val="0"/>
            <c:spPr>
              <a:solidFill>
                <a:schemeClr val="accent2">
                  <a:lumMod val="75000"/>
                </a:schemeClr>
              </a:solidFill>
              <a:ln w="38100">
                <a:noFill/>
              </a:ln>
              <a:effectLst/>
            </c:spPr>
            <c:extLst>
              <c:ext xmlns:c16="http://schemas.microsoft.com/office/drawing/2014/chart" uri="{C3380CC4-5D6E-409C-BE32-E72D297353CC}">
                <c16:uniqueId val="{00000003-47D3-B146-A590-9E5EF9DACD63}"/>
              </c:ext>
            </c:extLst>
          </c:dPt>
          <c:dPt>
            <c:idx val="2"/>
            <c:bubble3D val="0"/>
            <c:spPr>
              <a:solidFill>
                <a:schemeClr val="accent2">
                  <a:lumMod val="60000"/>
                  <a:lumOff val="40000"/>
                </a:schemeClr>
              </a:solidFill>
              <a:ln w="38100">
                <a:noFill/>
              </a:ln>
              <a:effectLst/>
            </c:spPr>
            <c:extLst>
              <c:ext xmlns:c16="http://schemas.microsoft.com/office/drawing/2014/chart" uri="{C3380CC4-5D6E-409C-BE32-E72D297353CC}">
                <c16:uniqueId val="{00000005-47D3-B146-A590-9E5EF9DACD63}"/>
              </c:ext>
            </c:extLst>
          </c:dPt>
          <c:dPt>
            <c:idx val="3"/>
            <c:bubble3D val="0"/>
            <c:spPr>
              <a:solidFill>
                <a:schemeClr val="accent1">
                  <a:lumMod val="50000"/>
                </a:schemeClr>
              </a:solidFill>
              <a:ln w="38100">
                <a:noFill/>
              </a:ln>
              <a:effectLst/>
            </c:spPr>
            <c:extLst>
              <c:ext xmlns:c16="http://schemas.microsoft.com/office/drawing/2014/chart" uri="{C3380CC4-5D6E-409C-BE32-E72D297353CC}">
                <c16:uniqueId val="{00000007-47D3-B146-A590-9E5EF9DACD63}"/>
              </c:ext>
            </c:extLst>
          </c:dPt>
          <c:dPt>
            <c:idx val="4"/>
            <c:bubble3D val="0"/>
            <c:spPr>
              <a:solidFill>
                <a:schemeClr val="accent1"/>
              </a:solidFill>
              <a:ln w="38100">
                <a:noFill/>
              </a:ln>
              <a:effectLst/>
            </c:spPr>
            <c:extLst>
              <c:ext xmlns:c16="http://schemas.microsoft.com/office/drawing/2014/chart" uri="{C3380CC4-5D6E-409C-BE32-E72D297353CC}">
                <c16:uniqueId val="{00000009-47D3-B146-A590-9E5EF9DACD63}"/>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48</c:v>
                </c:pt>
                <c:pt idx="1">
                  <c:v>24</c:v>
                </c:pt>
                <c:pt idx="2">
                  <c:v>14</c:v>
                </c:pt>
                <c:pt idx="3">
                  <c:v>12</c:v>
                </c:pt>
                <c:pt idx="4">
                  <c:v>2</c:v>
                </c:pt>
              </c:numCache>
            </c:numRef>
          </c:val>
          <c:extLst>
            <c:ext xmlns:c16="http://schemas.microsoft.com/office/drawing/2014/chart" uri="{C3380CC4-5D6E-409C-BE32-E72D297353CC}">
              <c16:uniqueId val="{0000000A-47D3-B146-A590-9E5EF9DACD63}"/>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a:noFill/>
    </a:ln>
    <a:effectLst/>
  </c:spPr>
  <c:txPr>
    <a:bodyPr/>
    <a:lstStyle/>
    <a:p>
      <a:pPr>
        <a:defRPr sz="1200" b="1">
          <a:solidFill>
            <a:schemeClr val="bg1"/>
          </a:solidFill>
        </a:defRPr>
      </a:pPr>
      <a:endParaRPr lang="es-MX"/>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62330491442593"/>
          <c:y val="0.16358084906768927"/>
          <c:w val="0.64840001563356642"/>
          <c:h val="0.67456284820597567"/>
        </c:manualLayout>
      </c:layout>
      <c:doughnutChart>
        <c:varyColors val="1"/>
        <c:ser>
          <c:idx val="0"/>
          <c:order val="0"/>
          <c:tx>
            <c:strRef>
              <c:f>Sheet1!$B$1</c:f>
              <c:strCache>
                <c:ptCount val="1"/>
                <c:pt idx="0">
                  <c:v>Sales</c:v>
                </c:pt>
              </c:strCache>
            </c:strRef>
          </c:tx>
          <c:spPr>
            <a:ln w="38100">
              <a:noFill/>
            </a:ln>
          </c:spPr>
          <c:dPt>
            <c:idx val="0"/>
            <c:bubble3D val="0"/>
            <c:spPr>
              <a:solidFill>
                <a:schemeClr val="tx2"/>
              </a:solidFill>
              <a:ln w="38100">
                <a:noFill/>
              </a:ln>
              <a:effectLst/>
            </c:spPr>
            <c:extLst>
              <c:ext xmlns:c16="http://schemas.microsoft.com/office/drawing/2014/chart" uri="{C3380CC4-5D6E-409C-BE32-E72D297353CC}">
                <c16:uniqueId val="{00000001-BE84-2140-B258-B26E3548974B}"/>
              </c:ext>
            </c:extLst>
          </c:dPt>
          <c:dPt>
            <c:idx val="1"/>
            <c:bubble3D val="0"/>
            <c:spPr>
              <a:solidFill>
                <a:schemeClr val="accent3">
                  <a:lumMod val="75000"/>
                </a:schemeClr>
              </a:solidFill>
              <a:ln w="38100">
                <a:noFill/>
              </a:ln>
              <a:effectLst/>
            </c:spPr>
            <c:extLst>
              <c:ext xmlns:c16="http://schemas.microsoft.com/office/drawing/2014/chart" uri="{C3380CC4-5D6E-409C-BE32-E72D297353CC}">
                <c16:uniqueId val="{00000003-BE84-2140-B258-B26E3548974B}"/>
              </c:ext>
            </c:extLst>
          </c:dPt>
          <c:dPt>
            <c:idx val="2"/>
            <c:bubble3D val="0"/>
            <c:spPr>
              <a:solidFill>
                <a:schemeClr val="accent3">
                  <a:lumMod val="60000"/>
                  <a:lumOff val="40000"/>
                </a:schemeClr>
              </a:solidFill>
              <a:ln w="38100">
                <a:noFill/>
              </a:ln>
              <a:effectLst/>
            </c:spPr>
            <c:extLst>
              <c:ext xmlns:c16="http://schemas.microsoft.com/office/drawing/2014/chart" uri="{C3380CC4-5D6E-409C-BE32-E72D297353CC}">
                <c16:uniqueId val="{00000005-BE84-2140-B258-B26E3548974B}"/>
              </c:ext>
            </c:extLst>
          </c:dPt>
          <c:dPt>
            <c:idx val="3"/>
            <c:bubble3D val="0"/>
            <c:spPr>
              <a:solidFill>
                <a:schemeClr val="accent3"/>
              </a:solidFill>
              <a:ln w="38100">
                <a:noFill/>
              </a:ln>
              <a:effectLst/>
            </c:spPr>
            <c:extLst>
              <c:ext xmlns:c16="http://schemas.microsoft.com/office/drawing/2014/chart" uri="{C3380CC4-5D6E-409C-BE32-E72D297353CC}">
                <c16:uniqueId val="{00000007-BE84-2140-B258-B26E3548974B}"/>
              </c:ext>
            </c:extLst>
          </c:dPt>
          <c:dPt>
            <c:idx val="4"/>
            <c:bubble3D val="0"/>
            <c:spPr>
              <a:solidFill>
                <a:schemeClr val="accent3">
                  <a:lumMod val="40000"/>
                  <a:lumOff val="60000"/>
                </a:schemeClr>
              </a:solidFill>
              <a:ln w="38100">
                <a:noFill/>
              </a:ln>
              <a:effectLst/>
            </c:spPr>
            <c:extLst>
              <c:ext xmlns:c16="http://schemas.microsoft.com/office/drawing/2014/chart" uri="{C3380CC4-5D6E-409C-BE32-E72D297353CC}">
                <c16:uniqueId val="{00000009-BE84-2140-B258-B26E3548974B}"/>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48</c:v>
                </c:pt>
                <c:pt idx="1">
                  <c:v>24</c:v>
                </c:pt>
                <c:pt idx="2">
                  <c:v>14</c:v>
                </c:pt>
                <c:pt idx="3">
                  <c:v>12</c:v>
                </c:pt>
                <c:pt idx="4">
                  <c:v>2</c:v>
                </c:pt>
              </c:numCache>
            </c:numRef>
          </c:val>
          <c:extLst>
            <c:ext xmlns:c16="http://schemas.microsoft.com/office/drawing/2014/chart" uri="{C3380CC4-5D6E-409C-BE32-E72D297353CC}">
              <c16:uniqueId val="{0000000A-BE84-2140-B258-B26E3548974B}"/>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a:noFill/>
    </a:ln>
    <a:effectLst/>
  </c:spPr>
  <c:txPr>
    <a:bodyPr/>
    <a:lstStyle/>
    <a:p>
      <a:pPr>
        <a:defRPr sz="1200" b="1">
          <a:solidFill>
            <a:schemeClr val="bg1"/>
          </a:solidFill>
        </a:defRPr>
      </a:pPr>
      <a:endParaRPr lang="es-MX"/>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62330491442593"/>
          <c:y val="0.16358084906768927"/>
          <c:w val="0.64840001563356642"/>
          <c:h val="0.67456284820597567"/>
        </c:manualLayout>
      </c:layout>
      <c:doughnutChart>
        <c:varyColors val="1"/>
        <c:ser>
          <c:idx val="0"/>
          <c:order val="0"/>
          <c:tx>
            <c:strRef>
              <c:f>Sheet1!$B$1</c:f>
              <c:strCache>
                <c:ptCount val="1"/>
                <c:pt idx="0">
                  <c:v>Sales</c:v>
                </c:pt>
              </c:strCache>
            </c:strRef>
          </c:tx>
          <c:spPr>
            <a:ln w="38100">
              <a:noFill/>
            </a:ln>
          </c:spPr>
          <c:dPt>
            <c:idx val="0"/>
            <c:bubble3D val="0"/>
            <c:spPr>
              <a:solidFill>
                <a:schemeClr val="tx2"/>
              </a:solidFill>
              <a:ln w="38100">
                <a:noFill/>
              </a:ln>
              <a:effectLst/>
            </c:spPr>
            <c:extLst>
              <c:ext xmlns:c16="http://schemas.microsoft.com/office/drawing/2014/chart" uri="{C3380CC4-5D6E-409C-BE32-E72D297353CC}">
                <c16:uniqueId val="{00000001-47D3-B146-A590-9E5EF9DACD63}"/>
              </c:ext>
            </c:extLst>
          </c:dPt>
          <c:dPt>
            <c:idx val="1"/>
            <c:bubble3D val="0"/>
            <c:spPr>
              <a:solidFill>
                <a:schemeClr val="tx2">
                  <a:lumMod val="60000"/>
                  <a:lumOff val="40000"/>
                </a:schemeClr>
              </a:solidFill>
              <a:ln w="38100">
                <a:noFill/>
              </a:ln>
              <a:effectLst/>
            </c:spPr>
            <c:extLst>
              <c:ext xmlns:c16="http://schemas.microsoft.com/office/drawing/2014/chart" uri="{C3380CC4-5D6E-409C-BE32-E72D297353CC}">
                <c16:uniqueId val="{00000003-47D3-B146-A590-9E5EF9DACD63}"/>
              </c:ext>
            </c:extLst>
          </c:dPt>
          <c:dPt>
            <c:idx val="2"/>
            <c:bubble3D val="0"/>
            <c:spPr>
              <a:solidFill>
                <a:schemeClr val="tx2">
                  <a:lumMod val="20000"/>
                  <a:lumOff val="80000"/>
                </a:schemeClr>
              </a:solidFill>
              <a:ln w="38100">
                <a:noFill/>
              </a:ln>
              <a:effectLst/>
            </c:spPr>
            <c:extLst>
              <c:ext xmlns:c16="http://schemas.microsoft.com/office/drawing/2014/chart" uri="{C3380CC4-5D6E-409C-BE32-E72D297353CC}">
                <c16:uniqueId val="{00000005-47D3-B146-A590-9E5EF9DACD63}"/>
              </c:ext>
            </c:extLst>
          </c:dPt>
          <c:dPt>
            <c:idx val="3"/>
            <c:bubble3D val="0"/>
            <c:spPr>
              <a:solidFill>
                <a:schemeClr val="accent1">
                  <a:lumMod val="50000"/>
                </a:schemeClr>
              </a:solidFill>
              <a:ln w="38100">
                <a:noFill/>
              </a:ln>
              <a:effectLst/>
            </c:spPr>
            <c:extLst>
              <c:ext xmlns:c16="http://schemas.microsoft.com/office/drawing/2014/chart" uri="{C3380CC4-5D6E-409C-BE32-E72D297353CC}">
                <c16:uniqueId val="{00000007-47D3-B146-A590-9E5EF9DACD63}"/>
              </c:ext>
            </c:extLst>
          </c:dPt>
          <c:dPt>
            <c:idx val="4"/>
            <c:bubble3D val="0"/>
            <c:spPr>
              <a:solidFill>
                <a:schemeClr val="accent1"/>
              </a:solidFill>
              <a:ln w="38100">
                <a:noFill/>
              </a:ln>
              <a:effectLst/>
            </c:spPr>
            <c:extLst>
              <c:ext xmlns:c16="http://schemas.microsoft.com/office/drawing/2014/chart" uri="{C3380CC4-5D6E-409C-BE32-E72D297353CC}">
                <c16:uniqueId val="{00000009-47D3-B146-A590-9E5EF9DACD63}"/>
              </c:ext>
            </c:extLst>
          </c:dPt>
          <c:dLbls>
            <c:dLbl>
              <c:idx val="2"/>
              <c:spPr>
                <a:noFill/>
                <a:ln>
                  <a:noFill/>
                </a:ln>
                <a:effectLst/>
              </c:spPr>
              <c:txPr>
                <a:bodyPr wrap="square" lIns="38100" tIns="19050" rIns="38100" bIns="19050" anchor="ctr">
                  <a:spAutoFit/>
                </a:bodyPr>
                <a:lstStyle/>
                <a:p>
                  <a:pPr>
                    <a:defRPr>
                      <a:solidFill>
                        <a:schemeClr val="bg2"/>
                      </a:solidFill>
                    </a:defRPr>
                  </a:pPr>
                  <a:endParaRPr lang="es-MX"/>
                </a:p>
              </c:txPr>
              <c:showLegendKey val="0"/>
              <c:showVal val="1"/>
              <c:showCatName val="0"/>
              <c:showSerName val="0"/>
              <c:showPercent val="0"/>
              <c:showBubbleSize val="0"/>
              <c:extLst>
                <c:ext xmlns:c16="http://schemas.microsoft.com/office/drawing/2014/chart" uri="{C3380CC4-5D6E-409C-BE32-E72D297353CC}">
                  <c16:uniqueId val="{00000005-47D3-B146-A590-9E5EF9DACD6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48</c:v>
                </c:pt>
                <c:pt idx="1">
                  <c:v>24</c:v>
                </c:pt>
                <c:pt idx="2">
                  <c:v>14</c:v>
                </c:pt>
                <c:pt idx="3">
                  <c:v>12</c:v>
                </c:pt>
                <c:pt idx="4">
                  <c:v>2</c:v>
                </c:pt>
              </c:numCache>
            </c:numRef>
          </c:val>
          <c:extLst>
            <c:ext xmlns:c16="http://schemas.microsoft.com/office/drawing/2014/chart" uri="{C3380CC4-5D6E-409C-BE32-E72D297353CC}">
              <c16:uniqueId val="{0000000A-47D3-B146-A590-9E5EF9DACD63}"/>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a:noFill/>
    </a:ln>
    <a:effectLst/>
  </c:spPr>
  <c:txPr>
    <a:bodyPr/>
    <a:lstStyle/>
    <a:p>
      <a:pPr>
        <a:defRPr sz="1200" b="1">
          <a:solidFill>
            <a:schemeClr val="bg1"/>
          </a:solidFill>
        </a:defRPr>
      </a:pPr>
      <a:endParaRPr lang="es-MX"/>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255198472398483"/>
          <c:y val="0.14975195006685582"/>
          <c:w val="0.302738017005861"/>
          <c:h val="0.72857226413319964"/>
        </c:manualLayout>
      </c:layout>
      <c:doughnutChart>
        <c:varyColors val="1"/>
        <c:ser>
          <c:idx val="0"/>
          <c:order val="0"/>
          <c:tx>
            <c:strRef>
              <c:f>Sheet1!$B$1</c:f>
              <c:strCache>
                <c:ptCount val="1"/>
                <c:pt idx="0">
                  <c:v>Sales</c:v>
                </c:pt>
              </c:strCache>
            </c:strRef>
          </c:tx>
          <c:spPr>
            <a:ln w="38100">
              <a:noFill/>
            </a:ln>
          </c:spPr>
          <c:dPt>
            <c:idx val="0"/>
            <c:bubble3D val="0"/>
            <c:spPr>
              <a:solidFill>
                <a:schemeClr val="tx2"/>
              </a:solidFill>
              <a:ln w="38100">
                <a:noFill/>
              </a:ln>
              <a:effectLst/>
            </c:spPr>
            <c:extLst>
              <c:ext xmlns:c16="http://schemas.microsoft.com/office/drawing/2014/chart" uri="{C3380CC4-5D6E-409C-BE32-E72D297353CC}">
                <c16:uniqueId val="{00000001-5E7A-8549-A390-B309D0856E19}"/>
              </c:ext>
            </c:extLst>
          </c:dPt>
          <c:dPt>
            <c:idx val="1"/>
            <c:bubble3D val="0"/>
            <c:spPr>
              <a:solidFill>
                <a:schemeClr val="accent1"/>
              </a:solidFill>
              <a:ln w="38100">
                <a:noFill/>
              </a:ln>
              <a:effectLst/>
            </c:spPr>
            <c:extLst>
              <c:ext xmlns:c16="http://schemas.microsoft.com/office/drawing/2014/chart" uri="{C3380CC4-5D6E-409C-BE32-E72D297353CC}">
                <c16:uniqueId val="{00000003-5E7A-8549-A390-B309D0856E19}"/>
              </c:ext>
            </c:extLst>
          </c:dPt>
          <c:dPt>
            <c:idx val="2"/>
            <c:bubble3D val="0"/>
            <c:spPr>
              <a:solidFill>
                <a:schemeClr val="accent2"/>
              </a:solidFill>
              <a:ln w="38100">
                <a:noFill/>
              </a:ln>
              <a:effectLst/>
            </c:spPr>
            <c:extLst>
              <c:ext xmlns:c16="http://schemas.microsoft.com/office/drawing/2014/chart" uri="{C3380CC4-5D6E-409C-BE32-E72D297353CC}">
                <c16:uniqueId val="{00000005-5E7A-8549-A390-B309D0856E19}"/>
              </c:ext>
            </c:extLst>
          </c:dPt>
          <c:dPt>
            <c:idx val="3"/>
            <c:bubble3D val="0"/>
            <c:spPr>
              <a:solidFill>
                <a:schemeClr val="accent3"/>
              </a:solidFill>
              <a:ln w="38100">
                <a:noFill/>
              </a:ln>
              <a:effectLst/>
            </c:spPr>
            <c:extLst>
              <c:ext xmlns:c16="http://schemas.microsoft.com/office/drawing/2014/chart" uri="{C3380CC4-5D6E-409C-BE32-E72D297353CC}">
                <c16:uniqueId val="{00000007-5E7A-8549-A390-B309D0856E19}"/>
              </c:ext>
            </c:extLst>
          </c:dPt>
          <c:dPt>
            <c:idx val="4"/>
            <c:bubble3D val="0"/>
            <c:spPr>
              <a:solidFill>
                <a:schemeClr val="accent4"/>
              </a:solidFill>
              <a:ln w="38100">
                <a:noFill/>
              </a:ln>
              <a:effectLst/>
            </c:spPr>
            <c:extLst>
              <c:ext xmlns:c16="http://schemas.microsoft.com/office/drawing/2014/chart" uri="{C3380CC4-5D6E-409C-BE32-E72D297353CC}">
                <c16:uniqueId val="{00000009-5E7A-8549-A390-B309D0856E19}"/>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s-MX"/>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48</c:v>
                </c:pt>
                <c:pt idx="1">
                  <c:v>24</c:v>
                </c:pt>
                <c:pt idx="2">
                  <c:v>14</c:v>
                </c:pt>
                <c:pt idx="3">
                  <c:v>12</c:v>
                </c:pt>
                <c:pt idx="4">
                  <c:v>2</c:v>
                </c:pt>
              </c:numCache>
            </c:numRef>
          </c:val>
          <c:extLst>
            <c:ext xmlns:c16="http://schemas.microsoft.com/office/drawing/2014/chart" uri="{C3380CC4-5D6E-409C-BE32-E72D297353CC}">
              <c16:uniqueId val="{0000000A-5E7A-8549-A390-B309D0856E19}"/>
            </c:ext>
          </c:extLst>
        </c:ser>
        <c:dLbls>
          <c:showLegendKey val="0"/>
          <c:showVal val="0"/>
          <c:showCatName val="0"/>
          <c:showSerName val="0"/>
          <c:showPercent val="0"/>
          <c:showBubbleSize val="0"/>
          <c:showLeaderLines val="1"/>
        </c:dLbls>
        <c:firstSliceAng val="0"/>
        <c:holeSize val="58"/>
      </c:doughnutChart>
      <c:spPr>
        <a:noFill/>
        <a:ln>
          <a:noFill/>
        </a:ln>
        <a:effectLst/>
      </c:spPr>
    </c:plotArea>
    <c:legend>
      <c:legendPos val="r"/>
      <c:layout>
        <c:manualLayout>
          <c:xMode val="edge"/>
          <c:yMode val="edge"/>
          <c:x val="0.66706831175156167"/>
          <c:y val="0.23457827362409678"/>
          <c:w val="0.17741557709417366"/>
          <c:h val="0.4805697130459101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s-MX"/>
        </a:p>
      </c:txPr>
    </c:legend>
    <c:plotVisOnly val="1"/>
    <c:dispBlanksAs val="gap"/>
    <c:showDLblsOverMax val="0"/>
  </c:chart>
  <c:spPr>
    <a:noFill/>
    <a:ln>
      <a:noFill/>
    </a:ln>
    <a:effectLst/>
  </c:spPr>
  <c:txPr>
    <a:bodyPr/>
    <a:lstStyle/>
    <a:p>
      <a:pPr>
        <a:defRPr sz="1200" b="0">
          <a:solidFill>
            <a:schemeClr val="tx1"/>
          </a:solidFill>
        </a:defRPr>
      </a:pPr>
      <a:endParaRPr lang="es-MX"/>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DD3F-0746-A06C-1BE5D4DA5D11}"/>
              </c:ext>
            </c:extLst>
          </c:dPt>
          <c:dPt>
            <c:idx val="1"/>
            <c:bubble3D val="0"/>
            <c:extLst>
              <c:ext xmlns:c16="http://schemas.microsoft.com/office/drawing/2014/chart" uri="{C3380CC4-5D6E-409C-BE32-E72D297353CC}">
                <c16:uniqueId val="{00000003-DD3F-0746-A06C-1BE5D4DA5D11}"/>
              </c:ext>
            </c:extLst>
          </c:dPt>
          <c:cat>
            <c:strRef>
              <c:f>Sheet1!$A$2:$A$3</c:f>
              <c:strCache>
                <c:ptCount val="2"/>
                <c:pt idx="0">
                  <c:v>1st Qtr</c:v>
                </c:pt>
                <c:pt idx="1">
                  <c:v>2nd Qtr</c:v>
                </c:pt>
              </c:strCache>
            </c:strRef>
          </c:cat>
          <c:val>
            <c:numRef>
              <c:f>Sheet1!$B$2:$B$3</c:f>
              <c:numCache>
                <c:formatCode>0%</c:formatCode>
                <c:ptCount val="2"/>
                <c:pt idx="0">
                  <c:v>0.6</c:v>
                </c:pt>
                <c:pt idx="1">
                  <c:v>0.85</c:v>
                </c:pt>
              </c:numCache>
            </c:numRef>
          </c:val>
          <c:extLst>
            <c:ext xmlns:c16="http://schemas.microsoft.com/office/drawing/2014/chart" uri="{C3380CC4-5D6E-409C-BE32-E72D297353CC}">
              <c16:uniqueId val="{00000004-DD3F-0746-A06C-1BE5D4DA5D11}"/>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DD3F-0746-A06C-1BE5D4DA5D11}"/>
              </c:ext>
            </c:extLst>
          </c:dPt>
          <c:dPt>
            <c:idx val="1"/>
            <c:bubble3D val="0"/>
            <c:extLst>
              <c:ext xmlns:c16="http://schemas.microsoft.com/office/drawing/2014/chart" uri="{C3380CC4-5D6E-409C-BE32-E72D297353CC}">
                <c16:uniqueId val="{00000003-DD3F-0746-A06C-1BE5D4DA5D11}"/>
              </c:ext>
            </c:extLst>
          </c:dPt>
          <c:cat>
            <c:strRef>
              <c:f>Sheet1!$A$2:$A$3</c:f>
              <c:strCache>
                <c:ptCount val="2"/>
                <c:pt idx="0">
                  <c:v>1st Qtr</c:v>
                </c:pt>
                <c:pt idx="1">
                  <c:v>2nd Qtr</c:v>
                </c:pt>
              </c:strCache>
            </c:strRef>
          </c:cat>
          <c:val>
            <c:numRef>
              <c:f>Sheet1!$B$2:$B$3</c:f>
              <c:numCache>
                <c:formatCode>0%</c:formatCode>
                <c:ptCount val="2"/>
                <c:pt idx="0">
                  <c:v>0.28000000000000003</c:v>
                </c:pt>
                <c:pt idx="1">
                  <c:v>0.72</c:v>
                </c:pt>
              </c:numCache>
            </c:numRef>
          </c:val>
          <c:extLst>
            <c:ext xmlns:c16="http://schemas.microsoft.com/office/drawing/2014/chart" uri="{C3380CC4-5D6E-409C-BE32-E72D297353CC}">
              <c16:uniqueId val="{00000004-DD3F-0746-A06C-1BE5D4DA5D11}"/>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5726-8B4C-A924-2ACF434E2918}"/>
              </c:ext>
            </c:extLst>
          </c:dPt>
          <c:dPt>
            <c:idx val="1"/>
            <c:bubble3D val="0"/>
            <c:extLst>
              <c:ext xmlns:c16="http://schemas.microsoft.com/office/drawing/2014/chart" uri="{C3380CC4-5D6E-409C-BE32-E72D297353CC}">
                <c16:uniqueId val="{00000002-5726-8B4C-A924-2ACF434E2918}"/>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3-5726-8B4C-A924-2ACF434E2918}"/>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B849-496B-86E4-7F3CB8163714}"/>
              </c:ext>
            </c:extLst>
          </c:dPt>
          <c:dPt>
            <c:idx val="1"/>
            <c:bubble3D val="0"/>
            <c:spPr>
              <a:solidFill>
                <a:schemeClr val="accent2"/>
              </a:solidFill>
            </c:spPr>
            <c:extLst>
              <c:ext xmlns:c16="http://schemas.microsoft.com/office/drawing/2014/chart" uri="{C3380CC4-5D6E-409C-BE32-E72D297353CC}">
                <c16:uniqueId val="{00000002-B849-496B-86E4-7F3CB8163714}"/>
              </c:ext>
            </c:extLst>
          </c:dPt>
          <c:cat>
            <c:strRef>
              <c:f>Sheet1!$A$2:$A$3</c:f>
              <c:strCache>
                <c:ptCount val="2"/>
                <c:pt idx="0">
                  <c:v>1st Qtr</c:v>
                </c:pt>
                <c:pt idx="1">
                  <c:v>2nd Qtr</c:v>
                </c:pt>
              </c:strCache>
            </c:strRef>
          </c:cat>
          <c:val>
            <c:numRef>
              <c:f>Sheet1!$B$2:$B$3</c:f>
              <c:numCache>
                <c:formatCode>0%</c:formatCode>
                <c:ptCount val="2"/>
                <c:pt idx="0">
                  <c:v>0.6</c:v>
                </c:pt>
                <c:pt idx="1">
                  <c:v>0.85</c:v>
                </c:pt>
              </c:numCache>
            </c:numRef>
          </c:val>
          <c:extLst>
            <c:ext xmlns:c16="http://schemas.microsoft.com/office/drawing/2014/chart" uri="{C3380CC4-5D6E-409C-BE32-E72D297353CC}">
              <c16:uniqueId val="{00000003-B849-496B-86E4-7F3CB8163714}"/>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1205-4094-971B-8ECEF08083FA}"/>
              </c:ext>
            </c:extLst>
          </c:dPt>
          <c:dPt>
            <c:idx val="1"/>
            <c:bubble3D val="0"/>
            <c:spPr>
              <a:solidFill>
                <a:schemeClr val="accent4"/>
              </a:solidFill>
            </c:spPr>
            <c:extLst>
              <c:ext xmlns:c16="http://schemas.microsoft.com/office/drawing/2014/chart" uri="{C3380CC4-5D6E-409C-BE32-E72D297353CC}">
                <c16:uniqueId val="{00000002-1205-4094-971B-8ECEF08083FA}"/>
              </c:ext>
            </c:extLst>
          </c:dPt>
          <c:cat>
            <c:strRef>
              <c:f>Sheet1!$A$2:$A$3</c:f>
              <c:strCache>
                <c:ptCount val="2"/>
                <c:pt idx="0">
                  <c:v>1st Qtr</c:v>
                </c:pt>
                <c:pt idx="1">
                  <c:v>2nd Qtr</c:v>
                </c:pt>
              </c:strCache>
            </c:strRef>
          </c:cat>
          <c:val>
            <c:numRef>
              <c:f>Sheet1!$B$2:$B$3</c:f>
              <c:numCache>
                <c:formatCode>0%</c:formatCode>
                <c:ptCount val="2"/>
                <c:pt idx="0">
                  <c:v>0.28000000000000003</c:v>
                </c:pt>
                <c:pt idx="1">
                  <c:v>0.72</c:v>
                </c:pt>
              </c:numCache>
            </c:numRef>
          </c:val>
          <c:extLst>
            <c:ext xmlns:c16="http://schemas.microsoft.com/office/drawing/2014/chart" uri="{C3380CC4-5D6E-409C-BE32-E72D297353CC}">
              <c16:uniqueId val="{00000003-1205-4094-971B-8ECEF08083FA}"/>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noFill/>
            </c:spPr>
            <c:extLst>
              <c:ext xmlns:c16="http://schemas.microsoft.com/office/drawing/2014/chart" uri="{C3380CC4-5D6E-409C-BE32-E72D297353CC}">
                <c16:uniqueId val="{00000001-09D9-44FA-99C3-F2FE61D61E36}"/>
              </c:ext>
            </c:extLst>
          </c:dPt>
          <c:dPt>
            <c:idx val="1"/>
            <c:bubble3D val="0"/>
            <c:spPr>
              <a:solidFill>
                <a:schemeClr val="accent1"/>
              </a:solidFill>
            </c:spPr>
            <c:extLst>
              <c:ext xmlns:c16="http://schemas.microsoft.com/office/drawing/2014/chart" uri="{C3380CC4-5D6E-409C-BE32-E72D297353CC}">
                <c16:uniqueId val="{00000002-09D9-44FA-99C3-F2FE61D61E36}"/>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3-09D9-44FA-99C3-F2FE61D61E36}"/>
            </c:ext>
          </c:extLst>
        </c:ser>
        <c:dLbls>
          <c:showLegendKey val="0"/>
          <c:showVal val="0"/>
          <c:showCatName val="0"/>
          <c:showSerName val="0"/>
          <c:showPercent val="0"/>
          <c:showBubbleSize val="0"/>
          <c:showLeaderLines val="1"/>
        </c:dLbls>
        <c:firstSliceAng val="0"/>
        <c:holeSize val="83"/>
      </c:doughnutChart>
    </c:plotArea>
    <c:plotVisOnly val="1"/>
    <c:dispBlanksAs val="gap"/>
    <c:showDLblsOverMax val="0"/>
  </c:chart>
  <c:txPr>
    <a:bodyPr/>
    <a:lstStyle/>
    <a:p>
      <a:pPr>
        <a:defRPr sz="1800"/>
      </a:pPr>
      <a:endParaRPr lang="es-MX"/>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D972B6-2CF4-A943-AF17-8A78A58119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C54D32C0-C8C6-1C49-9EAB-65BD00FD6C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81187F-C795-E148-8368-D4BA73E50D8D}" type="datetimeFigureOut">
              <a:rPr lang="en-US" smtClean="0">
                <a:latin typeface="Arial" panose="020B0604020202020204" pitchFamily="34" charset="0"/>
              </a:rPr>
              <a:t>10/22/2026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A03265A3-4583-5F4F-A155-0D57DE06AC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C38546BB-FEF2-404F-B309-5ED2C101A8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38085F-4B61-1D41-8BB9-E609D8100936}" type="slidenum">
              <a:rPr lang="en-US" smtClean="0">
                <a:latin typeface="Arial" panose="020B0604020202020204" pitchFamily="34" charset="0"/>
              </a:rPr>
              <a:t>‹Nº›</a:t>
            </a:fld>
            <a:endParaRPr lang="en-US">
              <a:latin typeface="Arial" panose="020B0604020202020204" pitchFamily="34" charset="0"/>
            </a:endParaRPr>
          </a:p>
        </p:txBody>
      </p:sp>
    </p:spTree>
    <p:extLst>
      <p:ext uri="{BB962C8B-B14F-4D97-AF65-F5344CB8AC3E}">
        <p14:creationId xmlns:p14="http://schemas.microsoft.com/office/powerpoint/2010/main" val="1204589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D82B405-6802-4448-ACDD-08D54EBCBE60}" type="datetimeFigureOut">
              <a:rPr lang="en-US" smtClean="0"/>
              <a:pPr/>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0EEF5642-7E98-C84C-AB8E-32F9FB1FE0F7}" type="slidenum">
              <a:rPr lang="en-US" smtClean="0"/>
              <a:pPr/>
              <a:t>‹Nº›</a:t>
            </a:fld>
            <a:endParaRPr lang="en-US"/>
          </a:p>
        </p:txBody>
      </p:sp>
    </p:spTree>
    <p:extLst>
      <p:ext uri="{BB962C8B-B14F-4D97-AF65-F5344CB8AC3E}">
        <p14:creationId xmlns:p14="http://schemas.microsoft.com/office/powerpoint/2010/main" val="971804506"/>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panose="020B0604020202020204" pitchFamily="34" charset="0"/>
        <a:ea typeface="+mn-ea"/>
        <a:cs typeface="+mn-cs"/>
      </a:defRPr>
    </a:lvl1pPr>
    <a:lvl2pPr marL="342900" algn="l" defTabSz="685800" rtl="0" eaLnBrk="1" latinLnBrk="0" hangingPunct="1">
      <a:defRPr sz="900" b="0" i="0" kern="1200">
        <a:solidFill>
          <a:schemeClr val="tx1"/>
        </a:solidFill>
        <a:latin typeface="Arial" panose="020B0604020202020204" pitchFamily="34" charset="0"/>
        <a:ea typeface="+mn-ea"/>
        <a:cs typeface="+mn-cs"/>
      </a:defRPr>
    </a:lvl2pPr>
    <a:lvl3pPr marL="685800" algn="l" defTabSz="685800" rtl="0" eaLnBrk="1" latinLnBrk="0" hangingPunct="1">
      <a:defRPr sz="900" b="0" i="0" kern="1200">
        <a:solidFill>
          <a:schemeClr val="tx1"/>
        </a:solidFill>
        <a:latin typeface="Arial" panose="020B0604020202020204" pitchFamily="34" charset="0"/>
        <a:ea typeface="+mn-ea"/>
        <a:cs typeface="+mn-cs"/>
      </a:defRPr>
    </a:lvl3pPr>
    <a:lvl4pPr marL="1028700" algn="l" defTabSz="685800" rtl="0" eaLnBrk="1" latinLnBrk="0" hangingPunct="1">
      <a:defRPr sz="900" b="0" i="0" kern="1200">
        <a:solidFill>
          <a:schemeClr val="tx1"/>
        </a:solidFill>
        <a:latin typeface="Arial" panose="020B0604020202020204" pitchFamily="34" charset="0"/>
        <a:ea typeface="+mn-ea"/>
        <a:cs typeface="+mn-cs"/>
      </a:defRPr>
    </a:lvl4pPr>
    <a:lvl5pPr marL="1371600" algn="l" defTabSz="685800" rtl="0" eaLnBrk="1" latinLnBrk="0" hangingPunct="1">
      <a:defRPr sz="900" b="0" i="0" kern="1200">
        <a:solidFill>
          <a:schemeClr val="tx1"/>
        </a:solidFill>
        <a:latin typeface="Arial" panose="020B0604020202020204" pitchFamily="34"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97218F1A-901A-453E-BC3F-E8265C0F2C4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58517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6</a:t>
            </a:fld>
            <a:endParaRPr lang="en-US"/>
          </a:p>
        </p:txBody>
      </p:sp>
    </p:spTree>
    <p:extLst>
      <p:ext uri="{BB962C8B-B14F-4D97-AF65-F5344CB8AC3E}">
        <p14:creationId xmlns:p14="http://schemas.microsoft.com/office/powerpoint/2010/main" val="4085270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7</a:t>
            </a:fld>
            <a:endParaRPr lang="en-US"/>
          </a:p>
        </p:txBody>
      </p:sp>
    </p:spTree>
    <p:extLst>
      <p:ext uri="{BB962C8B-B14F-4D97-AF65-F5344CB8AC3E}">
        <p14:creationId xmlns:p14="http://schemas.microsoft.com/office/powerpoint/2010/main" val="987289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9</a:t>
            </a:fld>
            <a:endParaRPr lang="en-US"/>
          </a:p>
        </p:txBody>
      </p:sp>
    </p:spTree>
    <p:extLst>
      <p:ext uri="{BB962C8B-B14F-4D97-AF65-F5344CB8AC3E}">
        <p14:creationId xmlns:p14="http://schemas.microsoft.com/office/powerpoint/2010/main" val="3438236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10</a:t>
            </a:fld>
            <a:endParaRPr lang="en-US"/>
          </a:p>
        </p:txBody>
      </p:sp>
    </p:spTree>
    <p:extLst>
      <p:ext uri="{BB962C8B-B14F-4D97-AF65-F5344CB8AC3E}">
        <p14:creationId xmlns:p14="http://schemas.microsoft.com/office/powerpoint/2010/main" val="1406847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11</a:t>
            </a:fld>
            <a:endParaRPr lang="en-US"/>
          </a:p>
        </p:txBody>
      </p:sp>
    </p:spTree>
    <p:extLst>
      <p:ext uri="{BB962C8B-B14F-4D97-AF65-F5344CB8AC3E}">
        <p14:creationId xmlns:p14="http://schemas.microsoft.com/office/powerpoint/2010/main" val="26795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12</a:t>
            </a:fld>
            <a:endParaRPr lang="en-US"/>
          </a:p>
        </p:txBody>
      </p:sp>
    </p:spTree>
    <p:extLst>
      <p:ext uri="{BB962C8B-B14F-4D97-AF65-F5344CB8AC3E}">
        <p14:creationId xmlns:p14="http://schemas.microsoft.com/office/powerpoint/2010/main" val="2634795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13</a:t>
            </a:fld>
            <a:endParaRPr lang="en-US"/>
          </a:p>
        </p:txBody>
      </p:sp>
    </p:spTree>
    <p:extLst>
      <p:ext uri="{BB962C8B-B14F-4D97-AF65-F5344CB8AC3E}">
        <p14:creationId xmlns:p14="http://schemas.microsoft.com/office/powerpoint/2010/main" val="21587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14</a:t>
            </a:fld>
            <a:endParaRPr lang="en-US"/>
          </a:p>
        </p:txBody>
      </p:sp>
    </p:spTree>
    <p:extLst>
      <p:ext uri="{BB962C8B-B14F-4D97-AF65-F5344CB8AC3E}">
        <p14:creationId xmlns:p14="http://schemas.microsoft.com/office/powerpoint/2010/main" val="4137737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15</a:t>
            </a:fld>
            <a:endParaRPr lang="en-US"/>
          </a:p>
        </p:txBody>
      </p:sp>
    </p:spTree>
    <p:extLst>
      <p:ext uri="{BB962C8B-B14F-4D97-AF65-F5344CB8AC3E}">
        <p14:creationId xmlns:p14="http://schemas.microsoft.com/office/powerpoint/2010/main" val="2374385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16</a:t>
            </a:fld>
            <a:endParaRPr lang="en-US"/>
          </a:p>
        </p:txBody>
      </p:sp>
    </p:spTree>
    <p:extLst>
      <p:ext uri="{BB962C8B-B14F-4D97-AF65-F5344CB8AC3E}">
        <p14:creationId xmlns:p14="http://schemas.microsoft.com/office/powerpoint/2010/main" val="4039268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22</a:t>
            </a:fld>
            <a:endParaRPr lang="en-US"/>
          </a:p>
        </p:txBody>
      </p:sp>
    </p:spTree>
    <p:extLst>
      <p:ext uri="{BB962C8B-B14F-4D97-AF65-F5344CB8AC3E}">
        <p14:creationId xmlns:p14="http://schemas.microsoft.com/office/powerpoint/2010/main" val="3971769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29</a:t>
            </a:fld>
            <a:endParaRPr lang="en-US"/>
          </a:p>
        </p:txBody>
      </p:sp>
    </p:spTree>
    <p:extLst>
      <p:ext uri="{BB962C8B-B14F-4D97-AF65-F5344CB8AC3E}">
        <p14:creationId xmlns:p14="http://schemas.microsoft.com/office/powerpoint/2010/main" val="4148300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36</a:t>
            </a:fld>
            <a:endParaRPr lang="en-US"/>
          </a:p>
        </p:txBody>
      </p:sp>
    </p:spTree>
    <p:extLst>
      <p:ext uri="{BB962C8B-B14F-4D97-AF65-F5344CB8AC3E}">
        <p14:creationId xmlns:p14="http://schemas.microsoft.com/office/powerpoint/2010/main" val="1406847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0EEF5642-7E98-C84C-AB8E-32F9FB1FE0F7}"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52098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83</a:t>
            </a:fld>
            <a:endParaRPr lang="en-US"/>
          </a:p>
        </p:txBody>
      </p:sp>
    </p:spTree>
    <p:extLst>
      <p:ext uri="{BB962C8B-B14F-4D97-AF65-F5344CB8AC3E}">
        <p14:creationId xmlns:p14="http://schemas.microsoft.com/office/powerpoint/2010/main" val="1563484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85</a:t>
            </a:fld>
            <a:endParaRPr lang="en-US"/>
          </a:p>
        </p:txBody>
      </p:sp>
    </p:spTree>
    <p:extLst>
      <p:ext uri="{BB962C8B-B14F-4D97-AF65-F5344CB8AC3E}">
        <p14:creationId xmlns:p14="http://schemas.microsoft.com/office/powerpoint/2010/main" val="2138561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F5642-7E98-C84C-AB8E-32F9FB1FE0F7}" type="slidenum">
              <a:rPr lang="en-US" smtClean="0"/>
              <a:pPr/>
              <a:t>86</a:t>
            </a:fld>
            <a:endParaRPr lang="en-US"/>
          </a:p>
        </p:txBody>
      </p:sp>
    </p:spTree>
    <p:extLst>
      <p:ext uri="{BB962C8B-B14F-4D97-AF65-F5344CB8AC3E}">
        <p14:creationId xmlns:p14="http://schemas.microsoft.com/office/powerpoint/2010/main" val="2555120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hotography">
    <p:bg>
      <p:bgRef idx="1001">
        <a:schemeClr val="bg1"/>
      </p:bgRef>
    </p: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E4967F4E-719C-6B42-932D-98730D55070B}"/>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solidFill>
                  <a:schemeClr val="bg2"/>
                </a:solidFill>
              </a:defRPr>
            </a:lvl1pPr>
          </a:lstStyle>
          <a:p>
            <a:r>
              <a:rPr lang="en-US"/>
              <a:t>Add background image, send to back and adjust crop as needed.</a:t>
            </a:r>
          </a:p>
        </p:txBody>
      </p:sp>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4760260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rang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10869396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Orange Swooping Z">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899BCCC-0A98-9F67-CC09-FA16E7C751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0BDEEDEB-AE9B-1E46-899A-18FBE56CF03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7962900" y="4654656"/>
            <a:ext cx="831849" cy="313820"/>
          </a:xfrm>
          <a:prstGeom prst="rect">
            <a:avLst/>
          </a:prstGeom>
          <a:noFill/>
        </p:spPr>
      </p:pic>
      <p:sp>
        <p:nvSpPr>
          <p:cNvPr id="2" name="Subtitle 2">
            <a:extLst>
              <a:ext uri="{FF2B5EF4-FFF2-40B4-BE49-F238E27FC236}">
                <a16:creationId xmlns:a16="http://schemas.microsoft.com/office/drawing/2014/main" id="{E825D5FE-00CE-4A9E-2E52-633C525DE47A}"/>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F3034880-40B8-B347-7A5E-FB24D7996472}"/>
              </a:ext>
            </a:extLst>
          </p:cNvPr>
          <p:cNvSpPr>
            <a:spLocks noGrp="1"/>
          </p:cNvSpPr>
          <p:nvPr>
            <p:ph type="title" hasCustomPrompt="1"/>
          </p:nvPr>
        </p:nvSpPr>
        <p:spPr>
          <a:xfrm>
            <a:off x="336854" y="1266554"/>
            <a:ext cx="4343400" cy="1817745"/>
          </a:xfrm>
        </p:spPr>
        <p:txBody>
          <a:bodyPr/>
          <a:lstStyle>
            <a:lvl1pPr>
              <a:defRPr sz="4800" spc="-100" baseline="0">
                <a:solidFill>
                  <a:schemeClr val="tx1"/>
                </a:solidFill>
              </a:defRPr>
            </a:lvl1pPr>
          </a:lstStyle>
          <a:p>
            <a:r>
              <a:rPr lang="en-US"/>
              <a:t>Presentation Title in Arial Bold 48pt</a:t>
            </a:r>
          </a:p>
        </p:txBody>
      </p:sp>
    </p:spTree>
    <p:extLst>
      <p:ext uri="{BB962C8B-B14F-4D97-AF65-F5344CB8AC3E}">
        <p14:creationId xmlns:p14="http://schemas.microsoft.com/office/powerpoint/2010/main" val="24869327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86438CD-81BE-0426-03C6-CAE932D3DF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36D6ADE8-9296-B1F8-83C8-44F3FA79D7D7}"/>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BDE660A8-7C52-813C-4B06-41D1034BEFF6}"/>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101747520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B6AFBE7-3355-1EEF-26AF-41C1F34838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01F40A48-97E8-2F06-3A3A-53226D1FD75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3" name="Title 3">
            <a:extLst>
              <a:ext uri="{FF2B5EF4-FFF2-40B4-BE49-F238E27FC236}">
                <a16:creationId xmlns:a16="http://schemas.microsoft.com/office/drawing/2014/main" id="{D3D5EC4C-6304-DDCD-88B9-B2357EB85115}"/>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20419677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8CBD4C62-1905-C9A9-7DFF-11DD3440D234}"/>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6E4A1A5F-2FEC-A5FC-95A7-3AA581E425D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720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Whit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D3D9E219-558B-8E96-9BC4-5A8F78295C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3B9AA8BA-1FCC-2C18-A93F-CC36F8D41FB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9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Light Gray">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E5AB6D21-54A7-59B9-C816-8CEE0515828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9CA2D414-0A21-ED7F-1BB6-6DE1AF81C83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5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4" name="Title 3">
            <a:extLst>
              <a:ext uri="{FF2B5EF4-FFF2-40B4-BE49-F238E27FC236}">
                <a16:creationId xmlns:a16="http://schemas.microsoft.com/office/drawing/2014/main" id="{6FB20060-6AB4-12B6-BA06-2DB137959F4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5" name="Text Placeholder 8">
            <a:extLst>
              <a:ext uri="{FF2B5EF4-FFF2-40B4-BE49-F238E27FC236}">
                <a16:creationId xmlns:a16="http://schemas.microsoft.com/office/drawing/2014/main" id="{E4B5F5BF-3781-3782-71D7-A7D28A63F54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55D42316-3B87-249C-9742-C808F2876BA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4" name="TextBox 13">
            <a:extLst>
              <a:ext uri="{FF2B5EF4-FFF2-40B4-BE49-F238E27FC236}">
                <a16:creationId xmlns:a16="http://schemas.microsoft.com/office/drawing/2014/main" id="{C4FA6209-6F51-8C29-23B5-791E1D13AAA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31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Orange Swooping Z">
    <p:bg>
      <p:bgPr>
        <a:solidFill>
          <a:schemeClr val="tx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BFB6C8C-3471-5FE5-6F56-CE093A97D7C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7886A6A5-6F7F-A6C0-5EF5-FE552ED14C35}"/>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44082C91-D219-FBBE-6E8D-8A0B3A2A39B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3502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B599257-BA47-F9AC-0028-3740688BCB2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ED9B8C4E-5969-557D-B1FA-2F736ECF566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97E3FEA1-FC4A-3292-DF57-044F149FD2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8756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0366391-E718-983B-B4A2-CF5C354CB1F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AB06432B-9C90-6FFE-E6D4-21A3B7F5E901}"/>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B05194D2-2DB5-5952-701F-3F16DD187CC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3574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5" name="Footer Placeholder 4">
            <a:extLst>
              <a:ext uri="{FF2B5EF4-FFF2-40B4-BE49-F238E27FC236}">
                <a16:creationId xmlns:a16="http://schemas.microsoft.com/office/drawing/2014/main" id="{0C0C4979-9E36-9738-1C0C-9F9F758600CD}"/>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75025251-ACB6-FF93-FD46-6F1D5BAD84E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6393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p:bg>
      <p:bgPr>
        <a:solidFill>
          <a:schemeClr val="bg1">
            <a:lumMod val="9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D8C5E75E-8D23-3A90-B073-C4C50F91F69C}"/>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BFAD5DBC-4F1E-DED7-4E9E-85C7670A562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4652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Section Break - Photography">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801E043-4136-8B42-BC49-C6FDB049732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11" name="Title 3">
            <a:extLst>
              <a:ext uri="{FF2B5EF4-FFF2-40B4-BE49-F238E27FC236}">
                <a16:creationId xmlns:a16="http://schemas.microsoft.com/office/drawing/2014/main" id="{5D6E9710-5F48-DA4A-91E1-8EC2E567DBAC}"/>
              </a:ext>
            </a:extLst>
          </p:cNvPr>
          <p:cNvSpPr>
            <a:spLocks noGrp="1"/>
          </p:cNvSpPr>
          <p:nvPr>
            <p:ph type="title" hasCustomPrompt="1"/>
          </p:nvPr>
        </p:nvSpPr>
        <p:spPr>
          <a:xfrm>
            <a:off x="336854" y="444500"/>
            <a:ext cx="6112072" cy="3023095"/>
          </a:xfrm>
        </p:spPr>
        <p:txBody>
          <a:bodyPr/>
          <a:lstStyle>
            <a:lvl1pPr>
              <a:defRPr sz="4800" spc="-100" baseline="0">
                <a:solidFill>
                  <a:schemeClr val="bg1"/>
                </a:solidFill>
              </a:defRPr>
            </a:lvl1pPr>
          </a:lstStyle>
          <a:p>
            <a:r>
              <a:rPr lang="en-US"/>
              <a:t>Section title or emphasized key point in Arial Bold 48 pt</a:t>
            </a:r>
          </a:p>
        </p:txBody>
      </p:sp>
      <p:sp>
        <p:nvSpPr>
          <p:cNvPr id="12" name="Text Placeholder 9">
            <a:extLst>
              <a:ext uri="{FF2B5EF4-FFF2-40B4-BE49-F238E27FC236}">
                <a16:creationId xmlns:a16="http://schemas.microsoft.com/office/drawing/2014/main" id="{8E5FE0FA-1734-C149-A424-D84F13B2ACD8}"/>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B633AC14-F6D7-9D0C-171A-FF3AC72F607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3C3541DC-88B7-6800-04EB-70A6FFC99B1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90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bleed Image w Heading">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a:lvl1pPr>
          </a:lstStyle>
          <a:p>
            <a:r>
              <a:rPr lang="en-US"/>
              <a:t>Add Background Image</a:t>
            </a:r>
          </a:p>
        </p:txBody>
      </p:sp>
      <p:sp>
        <p:nvSpPr>
          <p:cNvPr id="9" name="Text Placeholder 9">
            <a:extLst>
              <a:ext uri="{FF2B5EF4-FFF2-40B4-BE49-F238E27FC236}">
                <a16:creationId xmlns:a16="http://schemas.microsoft.com/office/drawing/2014/main" id="{337708B5-7C7E-7941-8D52-FD0C96524FBC}"/>
              </a:ext>
            </a:extLst>
          </p:cNvPr>
          <p:cNvSpPr>
            <a:spLocks noGrp="1"/>
          </p:cNvSpPr>
          <p:nvPr>
            <p:ph type="body" sz="quarter" idx="16" hasCustomPrompt="1"/>
          </p:nvPr>
        </p:nvSpPr>
        <p:spPr>
          <a:xfrm>
            <a:off x="348855"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itle 3">
            <a:extLst>
              <a:ext uri="{FF2B5EF4-FFF2-40B4-BE49-F238E27FC236}">
                <a16:creationId xmlns:a16="http://schemas.microsoft.com/office/drawing/2014/main" id="{3D4C4828-5F29-2F42-90C7-F1E494E417F6}"/>
              </a:ext>
            </a:extLst>
          </p:cNvPr>
          <p:cNvSpPr>
            <a:spLocks noGrp="1"/>
          </p:cNvSpPr>
          <p:nvPr>
            <p:ph type="title" hasCustomPrompt="1"/>
          </p:nvPr>
        </p:nvSpPr>
        <p:spPr>
          <a:xfrm>
            <a:off x="350488" y="444501"/>
            <a:ext cx="4221512" cy="1859503"/>
          </a:xfrm>
        </p:spPr>
        <p:txBody>
          <a:bodyPr>
            <a:normAutofit/>
          </a:bodyPr>
          <a:lstStyle>
            <a:lvl1pPr>
              <a:defRPr sz="4800" spc="-100" baseline="0">
                <a:solidFill>
                  <a:schemeClr val="bg1"/>
                </a:solidFill>
              </a:defRPr>
            </a:lvl1pPr>
          </a:lstStyle>
          <a:p>
            <a:r>
              <a:rPr lang="en-US"/>
              <a:t>Headline </a:t>
            </a:r>
            <a:br>
              <a:rPr lang="en-US"/>
            </a:br>
            <a:r>
              <a:rPr lang="en-US"/>
              <a:t>in Arial Bold </a:t>
            </a:r>
            <a:br>
              <a:rPr lang="en-US"/>
            </a:br>
            <a:r>
              <a:rPr lang="en-US"/>
              <a:t>48pt</a:t>
            </a:r>
          </a:p>
        </p:txBody>
      </p:sp>
      <p:pic>
        <p:nvPicPr>
          <p:cNvPr id="12" name="Picture 11">
            <a:extLst>
              <a:ext uri="{FF2B5EF4-FFF2-40B4-BE49-F238E27FC236}">
                <a16:creationId xmlns:a16="http://schemas.microsoft.com/office/drawing/2014/main" id="{5103A864-6359-3448-AFAA-135F0374EE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3" name="Text Placeholder 8">
            <a:extLst>
              <a:ext uri="{FF2B5EF4-FFF2-40B4-BE49-F238E27FC236}">
                <a16:creationId xmlns:a16="http://schemas.microsoft.com/office/drawing/2014/main" id="{ABC1D878-0F6F-8B4D-84DC-B309F6A23E7A}"/>
              </a:ext>
            </a:extLst>
          </p:cNvPr>
          <p:cNvSpPr>
            <a:spLocks noGrp="1"/>
          </p:cNvSpPr>
          <p:nvPr>
            <p:ph type="body" sz="quarter" idx="15" hasCustomPrompt="1"/>
          </p:nvPr>
        </p:nvSpPr>
        <p:spPr>
          <a:xfrm>
            <a:off x="336855" y="2304004"/>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5" name="Footer Placeholder 4">
            <a:extLst>
              <a:ext uri="{FF2B5EF4-FFF2-40B4-BE49-F238E27FC236}">
                <a16:creationId xmlns:a16="http://schemas.microsoft.com/office/drawing/2014/main" id="{06F960AC-20CB-0DAD-3402-73564046BA01}"/>
              </a:ext>
            </a:extLst>
          </p:cNvPr>
          <p:cNvSpPr>
            <a:spLocks noGrp="1"/>
          </p:cNvSpPr>
          <p:nvPr>
            <p:ph type="ftr" sz="quarter" idx="17"/>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4DF6C2A1-F92D-D349-39EB-800B9C31E93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07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AAD8283-B43B-92EC-43BB-264413D0386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Footer Placeholder 4">
            <a:extLst>
              <a:ext uri="{FF2B5EF4-FFF2-40B4-BE49-F238E27FC236}">
                <a16:creationId xmlns:a16="http://schemas.microsoft.com/office/drawing/2014/main" id="{D693C064-1E8D-1177-AF30-4F09417D396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64163A41-5DCD-C668-C5F2-75808BFE90A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480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703DCF-AA8D-A63D-4323-38617E0C255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1B765333-C13A-F324-EDD6-219AE4286C7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E2DC074-C902-1502-6FC5-1CE083D5CD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6729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or Section Break - L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56AC45D8-BD97-0AEE-C348-B75606D94A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D47CDFDE-01FD-4A80-AD1B-36E32DC67E1F}"/>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6C37E4DE-329E-2914-2876-8C3A00DD96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010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 Orange 25/75">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3E65EF0-19FE-0B44-B291-04868B1D0CB4}"/>
              </a:ext>
            </a:extLst>
          </p:cNvPr>
          <p:cNvSpPr/>
          <p:nvPr userDrawn="1"/>
        </p:nvSpPr>
        <p:spPr>
          <a:xfrm>
            <a:off x="0" y="-1"/>
            <a:ext cx="3052417" cy="51435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37322"/>
            <a:ext cx="2517988" cy="2932043"/>
          </a:xfrm>
        </p:spPr>
        <p:txBody>
          <a:bodyPr>
            <a:noAutofit/>
          </a:bodyPr>
          <a:lstStyle>
            <a:lvl1pPr>
              <a:defRPr sz="4800" spc="-100" baseline="0">
                <a:solidFill>
                  <a:schemeClr val="bg1"/>
                </a:solidFill>
              </a:defRPr>
            </a:lvl1pPr>
          </a:lstStyle>
          <a:p>
            <a:r>
              <a:rPr lang="en-US"/>
              <a:t>Headline in Arial Bold 48pt</a:t>
            </a:r>
          </a:p>
        </p:txBody>
      </p:sp>
      <p:pic>
        <p:nvPicPr>
          <p:cNvPr id="6" name="Picture 5">
            <a:extLst>
              <a:ext uri="{FF2B5EF4-FFF2-40B4-BE49-F238E27FC236}">
                <a16:creationId xmlns:a16="http://schemas.microsoft.com/office/drawing/2014/main" id="{7DBC6885-72DB-DF4E-832B-A26E890AAF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2F887EFE-2FC7-5548-4206-7BE8A4A5ECC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11BE6345-CFC1-C7F4-A738-79800C02F6B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594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 White 25/75">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C038588-61BF-4948-B972-F73FE096622F}"/>
              </a:ext>
            </a:extLst>
          </p:cNvPr>
          <p:cNvSpPr>
            <a:spLocks noGrp="1"/>
          </p:cNvSpPr>
          <p:nvPr>
            <p:ph type="title" hasCustomPrompt="1"/>
          </p:nvPr>
        </p:nvSpPr>
        <p:spPr>
          <a:xfrm>
            <a:off x="336854" y="437322"/>
            <a:ext cx="2512672" cy="2932043"/>
          </a:xfrm>
        </p:spPr>
        <p:txBody>
          <a:bodyPr>
            <a:noAutofit/>
          </a:bodyPr>
          <a:lstStyle>
            <a:lvl1pPr>
              <a:defRPr sz="4800" spc="-100" baseline="0">
                <a:solidFill>
                  <a:schemeClr val="tx2"/>
                </a:solidFill>
              </a:defRPr>
            </a:lvl1pPr>
          </a:lstStyle>
          <a:p>
            <a:r>
              <a:rPr lang="en-US"/>
              <a:t>Headline in Arial Bold 48pt</a:t>
            </a:r>
          </a:p>
        </p:txBody>
      </p:sp>
      <p:pic>
        <p:nvPicPr>
          <p:cNvPr id="6" name="Picture 5">
            <a:extLst>
              <a:ext uri="{FF2B5EF4-FFF2-40B4-BE49-F238E27FC236}">
                <a16:creationId xmlns:a16="http://schemas.microsoft.com/office/drawing/2014/main" id="{0C8DDABE-4049-AA42-86F8-153F8A28227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C65B7D7F-1EE2-A86E-8CE3-32813700755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03AE01-279B-5D92-DFF7-3AAE40207F2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449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 Image 25/7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7C034CF-3A8A-4540-82AB-9EA807E377A9}"/>
              </a:ext>
            </a:extLst>
          </p:cNvPr>
          <p:cNvSpPr>
            <a:spLocks noGrp="1"/>
          </p:cNvSpPr>
          <p:nvPr>
            <p:ph type="pic" sz="quarter" idx="10" hasCustomPrompt="1"/>
          </p:nvPr>
        </p:nvSpPr>
        <p:spPr>
          <a:xfrm>
            <a:off x="0" y="0"/>
            <a:ext cx="3037540" cy="5148072"/>
          </a:xfrm>
          <a:solidFill>
            <a:schemeClr val="bg2">
              <a:lumMod val="20000"/>
              <a:lumOff val="80000"/>
            </a:schemeClr>
          </a:solidFill>
        </p:spPr>
        <p:txBody>
          <a:bodyPr/>
          <a:lstStyle>
            <a:lvl1pPr marL="0" indent="0">
              <a:buNone/>
              <a:defRPr/>
            </a:lvl1pPr>
          </a:lstStyle>
          <a:p>
            <a:r>
              <a:rPr lang="en-US"/>
              <a:t>Add Background Image</a:t>
            </a:r>
          </a:p>
        </p:txBody>
      </p:sp>
      <p:sp>
        <p:nvSpPr>
          <p:cNvPr id="5" name="Title 3">
            <a:extLst>
              <a:ext uri="{FF2B5EF4-FFF2-40B4-BE49-F238E27FC236}">
                <a16:creationId xmlns:a16="http://schemas.microsoft.com/office/drawing/2014/main" id="{7860656F-FA0A-0C44-BE09-A3A77C5F2DF3}"/>
              </a:ext>
            </a:extLst>
          </p:cNvPr>
          <p:cNvSpPr>
            <a:spLocks noGrp="1"/>
          </p:cNvSpPr>
          <p:nvPr>
            <p:ph type="title" hasCustomPrompt="1"/>
          </p:nvPr>
        </p:nvSpPr>
        <p:spPr>
          <a:xfrm>
            <a:off x="336854" y="437322"/>
            <a:ext cx="2443513" cy="2932043"/>
          </a:xfrm>
        </p:spPr>
        <p:txBody>
          <a:bodyPr>
            <a:noAutofit/>
          </a:bodyPr>
          <a:lstStyle>
            <a:lvl1pPr>
              <a:defRPr sz="4800" spc="-100" baseline="0">
                <a:solidFill>
                  <a:schemeClr val="bg1"/>
                </a:solidFill>
              </a:defRPr>
            </a:lvl1pPr>
          </a:lstStyle>
          <a:p>
            <a:r>
              <a:rPr lang="en-US"/>
              <a:t>Headline in Arial Bold </a:t>
            </a:r>
            <a:br>
              <a:rPr lang="en-US"/>
            </a:br>
            <a:r>
              <a:rPr lang="en-US"/>
              <a:t>48pt</a:t>
            </a:r>
          </a:p>
        </p:txBody>
      </p:sp>
      <p:pic>
        <p:nvPicPr>
          <p:cNvPr id="6" name="Picture 5">
            <a:extLst>
              <a:ext uri="{FF2B5EF4-FFF2-40B4-BE49-F238E27FC236}">
                <a16:creationId xmlns:a16="http://schemas.microsoft.com/office/drawing/2014/main" id="{92DE4B4F-0D62-5343-B972-1F46C3FCF9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126A94D5-9B85-47A3-840F-73E2F7A3D0D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30615096-4620-B227-3B81-B659376841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442299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e-read Exec Summary">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111" name="Table Placeholder 14">
            <a:extLst>
              <a:ext uri="{FF2B5EF4-FFF2-40B4-BE49-F238E27FC236}">
                <a16:creationId xmlns:a16="http://schemas.microsoft.com/office/drawing/2014/main" id="{BC760A1B-CF73-4012-B23D-99DEB2958ABC}"/>
              </a:ext>
            </a:extLst>
          </p:cNvPr>
          <p:cNvGraphicFramePr>
            <a:graphicFrameLocks/>
          </p:cNvGraphicFramePr>
          <p:nvPr userDrawn="1">
            <p:extLst>
              <p:ext uri="{D42A27DB-BD31-4B8C-83A1-F6EECF244321}">
                <p14:modId xmlns:p14="http://schemas.microsoft.com/office/powerpoint/2010/main" val="1732143041"/>
              </p:ext>
            </p:extLst>
          </p:nvPr>
        </p:nvGraphicFramePr>
        <p:xfrm>
          <a:off x="648930" y="981477"/>
          <a:ext cx="8265751" cy="3628230"/>
        </p:xfrm>
        <a:graphic>
          <a:graphicData uri="http://schemas.openxmlformats.org/drawingml/2006/table">
            <a:tbl>
              <a:tblPr firstRow="1" bandRow="1">
                <a:tableStyleId>{7E9639D4-E3E2-4D34-9284-5A2195B3D0D7}</a:tableStyleId>
              </a:tblPr>
              <a:tblGrid>
                <a:gridCol w="505460">
                  <a:extLst>
                    <a:ext uri="{9D8B030D-6E8A-4147-A177-3AD203B41FA5}">
                      <a16:colId xmlns:a16="http://schemas.microsoft.com/office/drawing/2014/main" val="20000"/>
                    </a:ext>
                  </a:extLst>
                </a:gridCol>
                <a:gridCol w="7760291">
                  <a:extLst>
                    <a:ext uri="{9D8B030D-6E8A-4147-A177-3AD203B41FA5}">
                      <a16:colId xmlns:a16="http://schemas.microsoft.com/office/drawing/2014/main" val="20001"/>
                    </a:ext>
                  </a:extLst>
                </a:gridCol>
              </a:tblGrid>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364115066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369787495"/>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27425841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240781910"/>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056704"/>
                  </a:ext>
                </a:extLst>
              </a:tr>
            </a:tbl>
          </a:graphicData>
        </a:graphic>
      </p:graphicFrame>
      <p:sp>
        <p:nvSpPr>
          <p:cNvPr id="113" name="Oval 112">
            <a:extLst>
              <a:ext uri="{FF2B5EF4-FFF2-40B4-BE49-F238E27FC236}">
                <a16:creationId xmlns:a16="http://schemas.microsoft.com/office/drawing/2014/main" id="{09A6B7AF-6965-42F0-8B35-0EDE51E01298}"/>
              </a:ext>
            </a:extLst>
          </p:cNvPr>
          <p:cNvSpPr/>
          <p:nvPr/>
        </p:nvSpPr>
        <p:spPr>
          <a:xfrm>
            <a:off x="348744" y="250326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8" name="Oval 137">
            <a:extLst>
              <a:ext uri="{FF2B5EF4-FFF2-40B4-BE49-F238E27FC236}">
                <a16:creationId xmlns:a16="http://schemas.microsoft.com/office/drawing/2014/main" id="{CB7EEA35-FDB6-44EB-8018-57B1A191D77F}"/>
              </a:ext>
            </a:extLst>
          </p:cNvPr>
          <p:cNvSpPr/>
          <p:nvPr/>
        </p:nvSpPr>
        <p:spPr>
          <a:xfrm>
            <a:off x="348744" y="3228070"/>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3" name="Oval 132">
            <a:extLst>
              <a:ext uri="{FF2B5EF4-FFF2-40B4-BE49-F238E27FC236}">
                <a16:creationId xmlns:a16="http://schemas.microsoft.com/office/drawing/2014/main" id="{267A2804-856D-4B3C-9C4B-01BE5728E8E0}"/>
              </a:ext>
            </a:extLst>
          </p:cNvPr>
          <p:cNvSpPr/>
          <p:nvPr/>
        </p:nvSpPr>
        <p:spPr>
          <a:xfrm>
            <a:off x="348744" y="1053643"/>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25" name="Oval 124">
            <a:extLst>
              <a:ext uri="{FF2B5EF4-FFF2-40B4-BE49-F238E27FC236}">
                <a16:creationId xmlns:a16="http://schemas.microsoft.com/office/drawing/2014/main" id="{FA4FD1F4-6E87-421B-A114-7E425B129789}"/>
              </a:ext>
            </a:extLst>
          </p:cNvPr>
          <p:cNvSpPr/>
          <p:nvPr/>
        </p:nvSpPr>
        <p:spPr>
          <a:xfrm>
            <a:off x="348744" y="3952879"/>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19" name="Oval 118">
            <a:extLst>
              <a:ext uri="{FF2B5EF4-FFF2-40B4-BE49-F238E27FC236}">
                <a16:creationId xmlns:a16="http://schemas.microsoft.com/office/drawing/2014/main" id="{1D24A6EC-0EB8-4E9F-9BEA-F780D0A8DB8D}"/>
              </a:ext>
            </a:extLst>
          </p:cNvPr>
          <p:cNvSpPr/>
          <p:nvPr/>
        </p:nvSpPr>
        <p:spPr>
          <a:xfrm>
            <a:off x="348744" y="177845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47" name="Text Placeholder 145">
            <a:extLst>
              <a:ext uri="{FF2B5EF4-FFF2-40B4-BE49-F238E27FC236}">
                <a16:creationId xmlns:a16="http://schemas.microsoft.com/office/drawing/2014/main" id="{14A8A8AC-4CAB-4D71-8859-B6E909B19DF1}"/>
              </a:ext>
            </a:extLst>
          </p:cNvPr>
          <p:cNvSpPr>
            <a:spLocks noGrp="1"/>
          </p:cNvSpPr>
          <p:nvPr>
            <p:ph type="body" sz="quarter" idx="23" hasCustomPrompt="1"/>
          </p:nvPr>
        </p:nvSpPr>
        <p:spPr>
          <a:xfrm>
            <a:off x="1377950" y="120097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8" name="Text Placeholder 145">
            <a:extLst>
              <a:ext uri="{FF2B5EF4-FFF2-40B4-BE49-F238E27FC236}">
                <a16:creationId xmlns:a16="http://schemas.microsoft.com/office/drawing/2014/main" id="{FD88517B-CA8C-4F2B-8838-4D520295515B}"/>
              </a:ext>
            </a:extLst>
          </p:cNvPr>
          <p:cNvSpPr>
            <a:spLocks noGrp="1"/>
          </p:cNvSpPr>
          <p:nvPr>
            <p:ph type="body" sz="quarter" idx="24" hasCustomPrompt="1"/>
          </p:nvPr>
        </p:nvSpPr>
        <p:spPr>
          <a:xfrm>
            <a:off x="1377950" y="192957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9" name="Text Placeholder 145">
            <a:extLst>
              <a:ext uri="{FF2B5EF4-FFF2-40B4-BE49-F238E27FC236}">
                <a16:creationId xmlns:a16="http://schemas.microsoft.com/office/drawing/2014/main" id="{89466C10-0BB5-4AF9-909C-08723784C87E}"/>
              </a:ext>
            </a:extLst>
          </p:cNvPr>
          <p:cNvSpPr>
            <a:spLocks noGrp="1"/>
          </p:cNvSpPr>
          <p:nvPr>
            <p:ph type="body" sz="quarter" idx="25" hasCustomPrompt="1"/>
          </p:nvPr>
        </p:nvSpPr>
        <p:spPr>
          <a:xfrm>
            <a:off x="1377950" y="265369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0" name="Text Placeholder 145">
            <a:extLst>
              <a:ext uri="{FF2B5EF4-FFF2-40B4-BE49-F238E27FC236}">
                <a16:creationId xmlns:a16="http://schemas.microsoft.com/office/drawing/2014/main" id="{D4CFED35-E2E4-41A4-A3E5-C8F0DDD32C0D}"/>
              </a:ext>
            </a:extLst>
          </p:cNvPr>
          <p:cNvSpPr>
            <a:spLocks noGrp="1"/>
          </p:cNvSpPr>
          <p:nvPr>
            <p:ph type="body" sz="quarter" idx="26" hasCustomPrompt="1"/>
          </p:nvPr>
        </p:nvSpPr>
        <p:spPr>
          <a:xfrm>
            <a:off x="1377950" y="338229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1" name="Text Placeholder 145">
            <a:extLst>
              <a:ext uri="{FF2B5EF4-FFF2-40B4-BE49-F238E27FC236}">
                <a16:creationId xmlns:a16="http://schemas.microsoft.com/office/drawing/2014/main" id="{8792C8DF-8028-4FB8-A645-D403EA9BFC1C}"/>
              </a:ext>
            </a:extLst>
          </p:cNvPr>
          <p:cNvSpPr>
            <a:spLocks noGrp="1"/>
          </p:cNvSpPr>
          <p:nvPr>
            <p:ph type="body" sz="quarter" idx="27" hasCustomPrompt="1"/>
          </p:nvPr>
        </p:nvSpPr>
        <p:spPr>
          <a:xfrm>
            <a:off x="1377950" y="4101085"/>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4" name="Text Placeholder 3">
            <a:extLst>
              <a:ext uri="{FF2B5EF4-FFF2-40B4-BE49-F238E27FC236}">
                <a16:creationId xmlns:a16="http://schemas.microsoft.com/office/drawing/2014/main" id="{E7F78814-EF0A-D8B7-69C0-CD60B87C279D}"/>
              </a:ext>
            </a:extLst>
          </p:cNvPr>
          <p:cNvSpPr>
            <a:spLocks noGrp="1"/>
          </p:cNvSpPr>
          <p:nvPr>
            <p:ph type="body" sz="quarter" idx="28" hasCustomPrompt="1"/>
          </p:nvPr>
        </p:nvSpPr>
        <p:spPr>
          <a:xfrm>
            <a:off x="1377950" y="1011901"/>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9" name="Text Placeholder 3">
            <a:extLst>
              <a:ext uri="{FF2B5EF4-FFF2-40B4-BE49-F238E27FC236}">
                <a16:creationId xmlns:a16="http://schemas.microsoft.com/office/drawing/2014/main" id="{D408B99D-C520-2F83-67AD-6F883DCC600A}"/>
              </a:ext>
            </a:extLst>
          </p:cNvPr>
          <p:cNvSpPr>
            <a:spLocks noGrp="1"/>
          </p:cNvSpPr>
          <p:nvPr>
            <p:ph type="body" sz="quarter" idx="29" hasCustomPrompt="1"/>
          </p:nvPr>
        </p:nvSpPr>
        <p:spPr>
          <a:xfrm>
            <a:off x="1377950" y="174225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0" name="Text Placeholder 3">
            <a:extLst>
              <a:ext uri="{FF2B5EF4-FFF2-40B4-BE49-F238E27FC236}">
                <a16:creationId xmlns:a16="http://schemas.microsoft.com/office/drawing/2014/main" id="{22A5AF51-E93D-F9EF-F91B-4E2FB0089EB1}"/>
              </a:ext>
            </a:extLst>
          </p:cNvPr>
          <p:cNvSpPr>
            <a:spLocks noGrp="1"/>
          </p:cNvSpPr>
          <p:nvPr>
            <p:ph type="body" sz="quarter" idx="30" hasCustomPrompt="1"/>
          </p:nvPr>
        </p:nvSpPr>
        <p:spPr>
          <a:xfrm>
            <a:off x="1377950" y="245208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1" name="Text Placeholder 3">
            <a:extLst>
              <a:ext uri="{FF2B5EF4-FFF2-40B4-BE49-F238E27FC236}">
                <a16:creationId xmlns:a16="http://schemas.microsoft.com/office/drawing/2014/main" id="{2DB70C33-E24D-5C1D-0F93-A48E1ED8869D}"/>
              </a:ext>
            </a:extLst>
          </p:cNvPr>
          <p:cNvSpPr>
            <a:spLocks noGrp="1"/>
          </p:cNvSpPr>
          <p:nvPr>
            <p:ph type="body" sz="quarter" idx="31" hasCustomPrompt="1"/>
          </p:nvPr>
        </p:nvSpPr>
        <p:spPr>
          <a:xfrm>
            <a:off x="1377950" y="319497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2" name="Text Placeholder 3">
            <a:extLst>
              <a:ext uri="{FF2B5EF4-FFF2-40B4-BE49-F238E27FC236}">
                <a16:creationId xmlns:a16="http://schemas.microsoft.com/office/drawing/2014/main" id="{990E6472-4234-3189-2988-AA800F7A1A42}"/>
              </a:ext>
            </a:extLst>
          </p:cNvPr>
          <p:cNvSpPr>
            <a:spLocks noGrp="1"/>
          </p:cNvSpPr>
          <p:nvPr>
            <p:ph type="body" sz="quarter" idx="32" hasCustomPrompt="1"/>
          </p:nvPr>
        </p:nvSpPr>
        <p:spPr>
          <a:xfrm>
            <a:off x="1377950" y="3913760"/>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6" name="Footer Placeholder 4">
            <a:extLst>
              <a:ext uri="{FF2B5EF4-FFF2-40B4-BE49-F238E27FC236}">
                <a16:creationId xmlns:a16="http://schemas.microsoft.com/office/drawing/2014/main" id="{C463AD57-3338-CA89-E234-066596A3B91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7" name="TextBox 16">
            <a:extLst>
              <a:ext uri="{FF2B5EF4-FFF2-40B4-BE49-F238E27FC236}">
                <a16:creationId xmlns:a16="http://schemas.microsoft.com/office/drawing/2014/main" id="{8CC6F601-4CE5-A96D-4F08-E757D9CD80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9923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e-read Exec Summary 5-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9" name="Table 7">
            <a:extLst>
              <a:ext uri="{FF2B5EF4-FFF2-40B4-BE49-F238E27FC236}">
                <a16:creationId xmlns:a16="http://schemas.microsoft.com/office/drawing/2014/main" id="{A63BF2E2-D910-4E0D-BEE7-3CCB02D5CC30}"/>
              </a:ext>
            </a:extLst>
          </p:cNvPr>
          <p:cNvGraphicFramePr>
            <a:graphicFrameLocks noGrp="1"/>
          </p:cNvGraphicFramePr>
          <p:nvPr userDrawn="1">
            <p:extLst>
              <p:ext uri="{D42A27DB-BD31-4B8C-83A1-F6EECF244321}">
                <p14:modId xmlns:p14="http://schemas.microsoft.com/office/powerpoint/2010/main" val="421018182"/>
              </p:ext>
            </p:extLst>
          </p:nvPr>
        </p:nvGraphicFramePr>
        <p:xfrm>
          <a:off x="336855" y="1467467"/>
          <a:ext cx="8497430" cy="3154680"/>
        </p:xfrm>
        <a:graphic>
          <a:graphicData uri="http://schemas.openxmlformats.org/drawingml/2006/table">
            <a:tbl>
              <a:tblPr>
                <a:tableStyleId>{5C22544A-7EE6-4342-B048-85BDC9FD1C3A}</a:tableStyleId>
              </a:tblPr>
              <a:tblGrid>
                <a:gridCol w="1699486">
                  <a:extLst>
                    <a:ext uri="{9D8B030D-6E8A-4147-A177-3AD203B41FA5}">
                      <a16:colId xmlns:a16="http://schemas.microsoft.com/office/drawing/2014/main" val="1057846306"/>
                    </a:ext>
                  </a:extLst>
                </a:gridCol>
                <a:gridCol w="1699486">
                  <a:extLst>
                    <a:ext uri="{9D8B030D-6E8A-4147-A177-3AD203B41FA5}">
                      <a16:colId xmlns:a16="http://schemas.microsoft.com/office/drawing/2014/main" val="99373118"/>
                    </a:ext>
                  </a:extLst>
                </a:gridCol>
                <a:gridCol w="1699486">
                  <a:extLst>
                    <a:ext uri="{9D8B030D-6E8A-4147-A177-3AD203B41FA5}">
                      <a16:colId xmlns:a16="http://schemas.microsoft.com/office/drawing/2014/main" val="2868359795"/>
                    </a:ext>
                  </a:extLst>
                </a:gridCol>
                <a:gridCol w="1699486">
                  <a:extLst>
                    <a:ext uri="{9D8B030D-6E8A-4147-A177-3AD203B41FA5}">
                      <a16:colId xmlns:a16="http://schemas.microsoft.com/office/drawing/2014/main" val="609614656"/>
                    </a:ext>
                  </a:extLst>
                </a:gridCol>
                <a:gridCol w="1699486">
                  <a:extLst>
                    <a:ext uri="{9D8B030D-6E8A-4147-A177-3AD203B41FA5}">
                      <a16:colId xmlns:a16="http://schemas.microsoft.com/office/drawing/2014/main" val="3725678281"/>
                    </a:ext>
                  </a:extLst>
                </a:gridCol>
              </a:tblGrid>
              <a:tr h="411480">
                <a:tc>
                  <a:txBody>
                    <a:bodyPr/>
                    <a:lstStyle/>
                    <a:p>
                      <a:endParaRPr lang="en-US" sz="1000"/>
                    </a:p>
                  </a:txBody>
                  <a:tcPr marL="68580" marR="68580" marT="34290" marB="34290">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3697836643"/>
                  </a:ext>
                </a:extLst>
              </a:tr>
              <a:tr h="2743200">
                <a:tc>
                  <a:txBody>
                    <a:bodyPr/>
                    <a:lstStyle/>
                    <a:p>
                      <a:pPr algn="ctr">
                        <a:spcAft>
                          <a:spcPts val="600"/>
                        </a:spcAft>
                      </a:pPr>
                      <a:endParaRPr lang="en-US" sz="900">
                        <a:solidFill>
                          <a:schemeClr val="bg2"/>
                        </a:solidFill>
                      </a:endParaRPr>
                    </a:p>
                  </a:txBody>
                  <a:tcPr marL="68580" marR="68580" marT="68580" marB="34290">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T w="6350" cap="flat" cmpd="sng" algn="ctr">
                      <a:solidFill>
                        <a:schemeClr val="tx2"/>
                      </a:solidFill>
                      <a:prstDash val="solid"/>
                      <a:round/>
                      <a:headEnd type="none" w="med" len="med"/>
                      <a:tailEnd type="none" w="med" len="med"/>
                    </a:lnT>
                    <a:solidFill>
                      <a:schemeClr val="tx2">
                        <a:lumMod val="20000"/>
                        <a:lumOff val="80000"/>
                        <a:alpha val="50000"/>
                      </a:schemeClr>
                    </a:solidFill>
                  </a:tcPr>
                </a:tc>
                <a:extLst>
                  <a:ext uri="{0D108BD9-81ED-4DB2-BD59-A6C34878D82A}">
                    <a16:rowId xmlns:a16="http://schemas.microsoft.com/office/drawing/2014/main" val="3919878585"/>
                  </a:ext>
                </a:extLst>
              </a:tr>
            </a:tbl>
          </a:graphicData>
        </a:graphic>
      </p:graphicFrame>
      <p:sp>
        <p:nvSpPr>
          <p:cNvPr id="12" name="Oval 11">
            <a:extLst>
              <a:ext uri="{FF2B5EF4-FFF2-40B4-BE49-F238E27FC236}">
                <a16:creationId xmlns:a16="http://schemas.microsoft.com/office/drawing/2014/main" id="{E095F2F9-4E8E-4654-A690-92337225D5C9}"/>
              </a:ext>
            </a:extLst>
          </p:cNvPr>
          <p:cNvSpPr/>
          <p:nvPr/>
        </p:nvSpPr>
        <p:spPr>
          <a:xfrm>
            <a:off x="4230956" y="9907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7" name="Oval 36">
            <a:extLst>
              <a:ext uri="{FF2B5EF4-FFF2-40B4-BE49-F238E27FC236}">
                <a16:creationId xmlns:a16="http://schemas.microsoft.com/office/drawing/2014/main" id="{C87D2B8A-DBE2-4485-A33B-3C91F0B3ABBF}"/>
              </a:ext>
            </a:extLst>
          </p:cNvPr>
          <p:cNvSpPr/>
          <p:nvPr/>
        </p:nvSpPr>
        <p:spPr>
          <a:xfrm>
            <a:off x="5929312" y="996491"/>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2" name="Oval 31">
            <a:extLst>
              <a:ext uri="{FF2B5EF4-FFF2-40B4-BE49-F238E27FC236}">
                <a16:creationId xmlns:a16="http://schemas.microsoft.com/office/drawing/2014/main" id="{D6079373-5A45-4D8B-AA24-4068645F4E15}"/>
              </a:ext>
            </a:extLst>
          </p:cNvPr>
          <p:cNvSpPr/>
          <p:nvPr/>
        </p:nvSpPr>
        <p:spPr>
          <a:xfrm>
            <a:off x="834243" y="100975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24" name="Oval 23">
            <a:extLst>
              <a:ext uri="{FF2B5EF4-FFF2-40B4-BE49-F238E27FC236}">
                <a16:creationId xmlns:a16="http://schemas.microsoft.com/office/drawing/2014/main" id="{EDE20BE6-16AA-4746-9078-3980D9D66A2B}"/>
              </a:ext>
            </a:extLst>
          </p:cNvPr>
          <p:cNvSpPr/>
          <p:nvPr/>
        </p:nvSpPr>
        <p:spPr>
          <a:xfrm>
            <a:off x="7627667" y="9881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8" name="Oval 17">
            <a:extLst>
              <a:ext uri="{FF2B5EF4-FFF2-40B4-BE49-F238E27FC236}">
                <a16:creationId xmlns:a16="http://schemas.microsoft.com/office/drawing/2014/main" id="{BD7C3B19-0E1C-4B30-8DDC-154E6FDA4581}"/>
              </a:ext>
            </a:extLst>
          </p:cNvPr>
          <p:cNvSpPr/>
          <p:nvPr/>
        </p:nvSpPr>
        <p:spPr>
          <a:xfrm>
            <a:off x="2532599" y="1009752"/>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51" name="Text Placeholder 145">
            <a:extLst>
              <a:ext uri="{FF2B5EF4-FFF2-40B4-BE49-F238E27FC236}">
                <a16:creationId xmlns:a16="http://schemas.microsoft.com/office/drawing/2014/main" id="{6289AEFC-1DCC-474D-AECB-2478B8CC2857}"/>
              </a:ext>
            </a:extLst>
          </p:cNvPr>
          <p:cNvSpPr>
            <a:spLocks noGrp="1"/>
          </p:cNvSpPr>
          <p:nvPr>
            <p:ph type="body" sz="quarter" idx="28" hasCustomPrompt="1"/>
          </p:nvPr>
        </p:nvSpPr>
        <p:spPr>
          <a:xfrm>
            <a:off x="421989"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2" name="Text Placeholder 145">
            <a:extLst>
              <a:ext uri="{FF2B5EF4-FFF2-40B4-BE49-F238E27FC236}">
                <a16:creationId xmlns:a16="http://schemas.microsoft.com/office/drawing/2014/main" id="{68389D3B-B79B-4A58-B259-71A72A0F9F88}"/>
              </a:ext>
            </a:extLst>
          </p:cNvPr>
          <p:cNvSpPr>
            <a:spLocks noGrp="1"/>
          </p:cNvSpPr>
          <p:nvPr>
            <p:ph type="body" sz="quarter" idx="29" hasCustomPrompt="1"/>
          </p:nvPr>
        </p:nvSpPr>
        <p:spPr>
          <a:xfrm>
            <a:off x="721068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3" name="Text Placeholder 145">
            <a:extLst>
              <a:ext uri="{FF2B5EF4-FFF2-40B4-BE49-F238E27FC236}">
                <a16:creationId xmlns:a16="http://schemas.microsoft.com/office/drawing/2014/main" id="{4A228E89-0C2C-4C0B-9DEE-049850206095}"/>
              </a:ext>
            </a:extLst>
          </p:cNvPr>
          <p:cNvSpPr>
            <a:spLocks noGrp="1"/>
          </p:cNvSpPr>
          <p:nvPr>
            <p:ph type="body" sz="quarter" idx="30" hasCustomPrompt="1"/>
          </p:nvPr>
        </p:nvSpPr>
        <p:spPr>
          <a:xfrm>
            <a:off x="5512325"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4" name="Text Placeholder 145">
            <a:extLst>
              <a:ext uri="{FF2B5EF4-FFF2-40B4-BE49-F238E27FC236}">
                <a16:creationId xmlns:a16="http://schemas.microsoft.com/office/drawing/2014/main" id="{B3B650E2-F9FA-44A9-B427-DF0CC7827977}"/>
              </a:ext>
            </a:extLst>
          </p:cNvPr>
          <p:cNvSpPr>
            <a:spLocks noGrp="1"/>
          </p:cNvSpPr>
          <p:nvPr>
            <p:ph type="body" sz="quarter" idx="31" hasCustomPrompt="1"/>
          </p:nvPr>
        </p:nvSpPr>
        <p:spPr>
          <a:xfrm>
            <a:off x="381397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5" name="Text Placeholder 145">
            <a:extLst>
              <a:ext uri="{FF2B5EF4-FFF2-40B4-BE49-F238E27FC236}">
                <a16:creationId xmlns:a16="http://schemas.microsoft.com/office/drawing/2014/main" id="{86F74E4B-A560-484F-9633-25052C4919EC}"/>
              </a:ext>
            </a:extLst>
          </p:cNvPr>
          <p:cNvSpPr>
            <a:spLocks noGrp="1"/>
          </p:cNvSpPr>
          <p:nvPr>
            <p:ph type="body" sz="quarter" idx="32" hasCustomPrompt="1"/>
          </p:nvPr>
        </p:nvSpPr>
        <p:spPr>
          <a:xfrm>
            <a:off x="2125477"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1" name="Text Placeholder 145">
            <a:extLst>
              <a:ext uri="{FF2B5EF4-FFF2-40B4-BE49-F238E27FC236}">
                <a16:creationId xmlns:a16="http://schemas.microsoft.com/office/drawing/2014/main" id="{2870B7D9-B22B-C1CD-84CD-6AC3B4AB53FE}"/>
              </a:ext>
            </a:extLst>
          </p:cNvPr>
          <p:cNvSpPr>
            <a:spLocks noGrp="1"/>
          </p:cNvSpPr>
          <p:nvPr>
            <p:ph type="body" sz="quarter" idx="33" hasCustomPrompt="1"/>
          </p:nvPr>
        </p:nvSpPr>
        <p:spPr>
          <a:xfrm>
            <a:off x="421989"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4" name="Text Placeholder 145">
            <a:extLst>
              <a:ext uri="{FF2B5EF4-FFF2-40B4-BE49-F238E27FC236}">
                <a16:creationId xmlns:a16="http://schemas.microsoft.com/office/drawing/2014/main" id="{E7134D79-D258-DDE5-5C56-854E99A43969}"/>
              </a:ext>
            </a:extLst>
          </p:cNvPr>
          <p:cNvSpPr>
            <a:spLocks noGrp="1"/>
          </p:cNvSpPr>
          <p:nvPr>
            <p:ph type="body" sz="quarter" idx="34" hasCustomPrompt="1"/>
          </p:nvPr>
        </p:nvSpPr>
        <p:spPr>
          <a:xfrm>
            <a:off x="212547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5" name="Text Placeholder 145">
            <a:extLst>
              <a:ext uri="{FF2B5EF4-FFF2-40B4-BE49-F238E27FC236}">
                <a16:creationId xmlns:a16="http://schemas.microsoft.com/office/drawing/2014/main" id="{59150BF6-3EEA-2028-6208-5087E8312EFA}"/>
              </a:ext>
            </a:extLst>
          </p:cNvPr>
          <p:cNvSpPr>
            <a:spLocks noGrp="1"/>
          </p:cNvSpPr>
          <p:nvPr>
            <p:ph type="body" sz="quarter" idx="35" hasCustomPrompt="1"/>
          </p:nvPr>
        </p:nvSpPr>
        <p:spPr>
          <a:xfrm>
            <a:off x="3809803"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6" name="Text Placeholder 145">
            <a:extLst>
              <a:ext uri="{FF2B5EF4-FFF2-40B4-BE49-F238E27FC236}">
                <a16:creationId xmlns:a16="http://schemas.microsoft.com/office/drawing/2014/main" id="{FF5C6216-8D4E-B84B-FB1F-A814B3C1C717}"/>
              </a:ext>
            </a:extLst>
          </p:cNvPr>
          <p:cNvSpPr>
            <a:spLocks noGrp="1"/>
          </p:cNvSpPr>
          <p:nvPr>
            <p:ph type="body" sz="quarter" idx="36" hasCustomPrompt="1"/>
          </p:nvPr>
        </p:nvSpPr>
        <p:spPr>
          <a:xfrm>
            <a:off x="5512325"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7" name="Text Placeholder 145">
            <a:extLst>
              <a:ext uri="{FF2B5EF4-FFF2-40B4-BE49-F238E27FC236}">
                <a16:creationId xmlns:a16="http://schemas.microsoft.com/office/drawing/2014/main" id="{5D0A2A7C-C42F-414C-E98D-7FC28B73064B}"/>
              </a:ext>
            </a:extLst>
          </p:cNvPr>
          <p:cNvSpPr>
            <a:spLocks noGrp="1"/>
          </p:cNvSpPr>
          <p:nvPr>
            <p:ph type="body" sz="quarter" idx="37" hasCustomPrompt="1"/>
          </p:nvPr>
        </p:nvSpPr>
        <p:spPr>
          <a:xfrm>
            <a:off x="721235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19" name="Footer Placeholder 4">
            <a:extLst>
              <a:ext uri="{FF2B5EF4-FFF2-40B4-BE49-F238E27FC236}">
                <a16:creationId xmlns:a16="http://schemas.microsoft.com/office/drawing/2014/main" id="{CF3D1E4D-5DE0-0F4A-F722-2CAE977DD50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0" name="TextBox 19">
            <a:extLst>
              <a:ext uri="{FF2B5EF4-FFF2-40B4-BE49-F238E27FC236}">
                <a16:creationId xmlns:a16="http://schemas.microsoft.com/office/drawing/2014/main" id="{3E802D7D-7A0A-ABEA-C80D-BA7F29B53F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54582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0/50 Headline w Image - Oran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4D1C187-0654-DD4B-B6ED-23DB7B18F7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891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10" name="Text Placeholder 8">
            <a:extLst>
              <a:ext uri="{FF2B5EF4-FFF2-40B4-BE49-F238E27FC236}">
                <a16:creationId xmlns:a16="http://schemas.microsoft.com/office/drawing/2014/main" id="{8DB6A547-D383-CD4D-9A31-701C037BAB6C}"/>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1"/>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9" name="Footer Placeholder 4">
            <a:extLst>
              <a:ext uri="{FF2B5EF4-FFF2-40B4-BE49-F238E27FC236}">
                <a16:creationId xmlns:a16="http://schemas.microsoft.com/office/drawing/2014/main" id="{38B7BF53-129F-12D9-26D2-5DEEF84E4DD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B9713005-16B6-359C-FD4B-94385B7DC2A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2383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0/50 Headline w Image Rev - Orange">
    <p:bg>
      <p:bgPr>
        <a:solidFill>
          <a:schemeClr val="tx2"/>
        </a:solidFill>
        <a:effectLst/>
      </p:bgPr>
    </p:bg>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4858319" y="2509838"/>
            <a:ext cx="3960256" cy="859871"/>
          </a:xfrm>
        </p:spPr>
        <p:txBody>
          <a:bodyPr>
            <a:noAutofit/>
          </a:bodyPr>
          <a:lstStyle>
            <a:lvl1pPr marL="0" indent="0">
              <a:lnSpc>
                <a:spcPct val="85000"/>
              </a:lnSpc>
              <a:buNone/>
              <a:defRPr sz="1400" b="0">
                <a:solidFill>
                  <a:schemeClr val="bg1"/>
                </a:solidFill>
                <a:latin typeface="+mn-lt"/>
              </a:defRPr>
            </a:lvl1pPr>
          </a:lstStyle>
          <a:p>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101" y="250372"/>
            <a:ext cx="3960256" cy="167013"/>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9" name="Picture 8">
            <a:extLst>
              <a:ext uri="{FF2B5EF4-FFF2-40B4-BE49-F238E27FC236}">
                <a16:creationId xmlns:a16="http://schemas.microsoft.com/office/drawing/2014/main" id="{66B7FBBB-23AD-BA4E-99F5-45EFF0A02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8" name="Footer Placeholder 4">
            <a:extLst>
              <a:ext uri="{FF2B5EF4-FFF2-40B4-BE49-F238E27FC236}">
                <a16:creationId xmlns:a16="http://schemas.microsoft.com/office/drawing/2014/main" id="{F153D343-C0AB-264C-3CAC-C86B962D6AA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EDD3632B-6644-BB47-3EF1-2AAA876F49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5990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0/50 Headline w Imag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B8F768-BDFE-8743-A7CD-33119B2DB7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2"/>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51024"/>
          </a:xfrm>
        </p:spPr>
        <p:txBody>
          <a:bodyPr>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9" name="Footer Placeholder 4">
            <a:extLst>
              <a:ext uri="{FF2B5EF4-FFF2-40B4-BE49-F238E27FC236}">
                <a16:creationId xmlns:a16="http://schemas.microsoft.com/office/drawing/2014/main" id="{904D229C-F2F8-97D3-1423-AB1EBB0085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254F90B-AD14-68B9-3A9B-1DBE111FC6F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278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0/50 Headline w Image Rev - White">
    <p:bg>
      <p:bgPr>
        <a:solidFill>
          <a:schemeClr val="bg1"/>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320" y="250372"/>
            <a:ext cx="3960256" cy="167013"/>
          </a:xfrm>
        </p:spPr>
        <p:txBody>
          <a:bodyPr lIns="36576" anchor="t" anchorCtr="0">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chor="t" anchorCtr="0">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8" name="Picture 7">
            <a:extLst>
              <a:ext uri="{FF2B5EF4-FFF2-40B4-BE49-F238E27FC236}">
                <a16:creationId xmlns:a16="http://schemas.microsoft.com/office/drawing/2014/main" id="{A168485A-0B71-8046-99C3-C347F08F90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Text Placeholder 8">
            <a:extLst>
              <a:ext uri="{FF2B5EF4-FFF2-40B4-BE49-F238E27FC236}">
                <a16:creationId xmlns:a16="http://schemas.microsoft.com/office/drawing/2014/main" id="{0F61E08D-102A-EE40-AF92-46810987554F}"/>
              </a:ext>
            </a:extLst>
          </p:cNvPr>
          <p:cNvSpPr>
            <a:spLocks noGrp="1"/>
          </p:cNvSpPr>
          <p:nvPr>
            <p:ph type="body" sz="quarter" idx="15" hasCustomPrompt="1"/>
          </p:nvPr>
        </p:nvSpPr>
        <p:spPr>
          <a:xfrm>
            <a:off x="4858319" y="2509838"/>
            <a:ext cx="3960256" cy="859871"/>
          </a:xfrm>
        </p:spPr>
        <p:txBody>
          <a:bodyPr anchor="t" anchorCtr="0">
            <a:noAutofit/>
          </a:bodyPr>
          <a:lstStyle>
            <a:lvl1pPr marL="0" indent="0">
              <a:lnSpc>
                <a:spcPct val="85000"/>
              </a:lnSpc>
              <a:buNone/>
              <a:defRPr sz="1400" b="0">
                <a:solidFill>
                  <a:schemeClr val="bg2"/>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3D6335F6-11AF-C888-9311-711D4DE7B61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ECFA8822-393A-FB7A-B1DE-23CF3AC0C10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4577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Title and Subhead">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1" name="Footer Placeholder 4">
            <a:extLst>
              <a:ext uri="{FF2B5EF4-FFF2-40B4-BE49-F238E27FC236}">
                <a16:creationId xmlns:a16="http://schemas.microsoft.com/office/drawing/2014/main" id="{37EE237D-6787-83C1-F592-2E543D1CAD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BB0A27B9-E519-7551-5441-B57CA2D2032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18300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Title + Subhead">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2958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 1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5721045"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1E37E82-7753-8D06-8D6A-B7C7DDB8DB6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AB374F21-8543-8FA3-4812-BA46835B4F6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0779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 1 Full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8470291"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470FDA3-CA47-5DAC-8FD4-9DB393424F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C06606F-FD09-7555-CB48-B84D224E77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8152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50/50 SPLIT: COPY + 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D04829-9CCA-BC44-A025-DCD4970800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4553712" y="0"/>
            <a:ext cx="4590288"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0"/>
            <a:ext cx="3960256" cy="820131"/>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9" name="Text Placeholder 8">
            <a:extLst>
              <a:ext uri="{FF2B5EF4-FFF2-40B4-BE49-F238E27FC236}">
                <a16:creationId xmlns:a16="http://schemas.microsoft.com/office/drawing/2014/main" id="{2B900571-19D3-CA44-87E5-211E5D595534}"/>
              </a:ext>
            </a:extLst>
          </p:cNvPr>
          <p:cNvSpPr>
            <a:spLocks noGrp="1"/>
          </p:cNvSpPr>
          <p:nvPr>
            <p:ph type="body" sz="quarter" idx="15"/>
          </p:nvPr>
        </p:nvSpPr>
        <p:spPr>
          <a:xfrm>
            <a:off x="336854" y="2029767"/>
            <a:ext cx="3960256" cy="960856"/>
          </a:xfrm>
        </p:spPr>
        <p:txBody>
          <a:bodyPr>
            <a:noAutofit/>
          </a:bodyPr>
          <a:lstStyle>
            <a:lvl1pPr marL="0" indent="0">
              <a:lnSpc>
                <a:spcPct val="100000"/>
              </a:lnSpc>
              <a:buNone/>
              <a:defRPr sz="1050" b="0">
                <a:solidFill>
                  <a:schemeClr val="bg2"/>
                </a:solidFill>
                <a:latin typeface="+mn-lt"/>
              </a:defRPr>
            </a:lvl1pPr>
          </a:lstStyle>
          <a:p>
            <a:pPr lvl="0"/>
            <a:r>
              <a:rPr lang="en-US"/>
              <a:t>Click to edit Master text styles</a:t>
            </a:r>
          </a:p>
          <a:p>
            <a:pPr lvl="1"/>
            <a:r>
              <a:rPr lang="en-US"/>
              <a:t>Second level</a:t>
            </a:r>
          </a:p>
        </p:txBody>
      </p:sp>
      <p:sp>
        <p:nvSpPr>
          <p:cNvPr id="13" name="Footer Placeholder 4">
            <a:extLst>
              <a:ext uri="{FF2B5EF4-FFF2-40B4-BE49-F238E27FC236}">
                <a16:creationId xmlns:a16="http://schemas.microsoft.com/office/drawing/2014/main" id="{ABD7BD3B-38EA-A9DD-1FEA-87FCA1A928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6AB4935D-EE7E-55A7-5480-9B730D9A45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225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25/75 Split Copy - Lt Gray">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7274BA1-D24B-414C-843E-FE53AA6BF4BC}"/>
              </a:ext>
            </a:extLst>
          </p:cNvPr>
          <p:cNvSpPr>
            <a:spLocks noGrp="1"/>
          </p:cNvSpPr>
          <p:nvPr>
            <p:ph sz="quarter" idx="18" hasCustomPrompt="1"/>
          </p:nvPr>
        </p:nvSpPr>
        <p:spPr>
          <a:xfrm>
            <a:off x="3222625" y="833438"/>
            <a:ext cx="5570538" cy="3854450"/>
          </a:xfrm>
        </p:spPr>
        <p:txBody>
          <a:bodyPr/>
          <a:lstStyle/>
          <a:p>
            <a:pPr lvl="0"/>
            <a:r>
              <a:rPr lang="en-US"/>
              <a:t>Bullet and copy set in Arial Regular 14pt</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p:txBody>
      </p:sp>
      <p:pic>
        <p:nvPicPr>
          <p:cNvPr id="12" name="Picture 11">
            <a:extLst>
              <a:ext uri="{FF2B5EF4-FFF2-40B4-BE49-F238E27FC236}">
                <a16:creationId xmlns:a16="http://schemas.microsoft.com/office/drawing/2014/main" id="{73379ABE-94A4-0C4D-9E85-0C245A9EF10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7" name="Text Placeholder 8">
            <a:extLst>
              <a:ext uri="{FF2B5EF4-FFF2-40B4-BE49-F238E27FC236}">
                <a16:creationId xmlns:a16="http://schemas.microsoft.com/office/drawing/2014/main" id="{6562854E-714A-CB4A-98D4-EEE83B5B4EE8}"/>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11" name="Footer Placeholder 4">
            <a:extLst>
              <a:ext uri="{FF2B5EF4-FFF2-40B4-BE49-F238E27FC236}">
                <a16:creationId xmlns:a16="http://schemas.microsoft.com/office/drawing/2014/main" id="{84291A63-85A3-E293-D493-41515F31754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4CC62FAD-0715-6868-2F45-635D715469D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254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Lt Gra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6" name="Text Placeholder 12">
            <a:extLst>
              <a:ext uri="{FF2B5EF4-FFF2-40B4-BE49-F238E27FC236}">
                <a16:creationId xmlns:a16="http://schemas.microsoft.com/office/drawing/2014/main" id="{2573C5FA-8986-7E48-BA15-697C84EC77CB}"/>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8" name="Footer Placeholder 4">
            <a:extLst>
              <a:ext uri="{FF2B5EF4-FFF2-40B4-BE49-F238E27FC236}">
                <a16:creationId xmlns:a16="http://schemas.microsoft.com/office/drawing/2014/main" id="{7341A797-A557-3ADB-92D0-5A087C6096A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6BE56E06-7BFD-358F-AFF1-D614C38E0B8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42367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25/75 Split Copy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1584"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2" name="Picture 11">
            <a:extLst>
              <a:ext uri="{FF2B5EF4-FFF2-40B4-BE49-F238E27FC236}">
                <a16:creationId xmlns:a16="http://schemas.microsoft.com/office/drawing/2014/main" id="{4DCA0124-A8E8-C64D-8829-7AA6050DC3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1">
            <a:extLst>
              <a:ext uri="{FF2B5EF4-FFF2-40B4-BE49-F238E27FC236}">
                <a16:creationId xmlns:a16="http://schemas.microsoft.com/office/drawing/2014/main" id="{714343EE-E8F7-B047-9FE4-1C8C97587AA4}"/>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0" name="Text Placeholder 9">
            <a:extLst>
              <a:ext uri="{FF2B5EF4-FFF2-40B4-BE49-F238E27FC236}">
                <a16:creationId xmlns:a16="http://schemas.microsoft.com/office/drawing/2014/main" id="{5CBA3050-1ACA-FE47-AFA6-F7727EEDC908}"/>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2" name="Text Placeholder 8">
            <a:extLst>
              <a:ext uri="{FF2B5EF4-FFF2-40B4-BE49-F238E27FC236}">
                <a16:creationId xmlns:a16="http://schemas.microsoft.com/office/drawing/2014/main" id="{DB4E0D65-6C7F-4A48-88B5-CCDA53444D55}"/>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23" name="Content Placeholder 3">
            <a:extLst>
              <a:ext uri="{FF2B5EF4-FFF2-40B4-BE49-F238E27FC236}">
                <a16:creationId xmlns:a16="http://schemas.microsoft.com/office/drawing/2014/main" id="{044A8B92-BF4A-D84C-A393-37E496132A82}"/>
              </a:ext>
            </a:extLst>
          </p:cNvPr>
          <p:cNvSpPr>
            <a:spLocks noGrp="1"/>
          </p:cNvSpPr>
          <p:nvPr>
            <p:ph sz="quarter" idx="20" hasCustomPrompt="1"/>
          </p:nvPr>
        </p:nvSpPr>
        <p:spPr>
          <a:xfrm>
            <a:off x="3222625" y="833438"/>
            <a:ext cx="5570538" cy="3854450"/>
          </a:xfrm>
        </p:spPr>
        <p:txBody>
          <a:bodyPr/>
          <a:lstStyle/>
          <a:p>
            <a:pPr lvl="0"/>
            <a:r>
              <a:rPr lang="en-US"/>
              <a:t>Bullet and copy set in Arial Regular 14pt</a:t>
            </a:r>
          </a:p>
        </p:txBody>
      </p:sp>
      <p:sp>
        <p:nvSpPr>
          <p:cNvPr id="8" name="Footer Placeholder 4">
            <a:extLst>
              <a:ext uri="{FF2B5EF4-FFF2-40B4-BE49-F238E27FC236}">
                <a16:creationId xmlns:a16="http://schemas.microsoft.com/office/drawing/2014/main" id="{8DA39F8E-3747-98C7-123C-76DF3F4453AC}"/>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4946C8B4-5708-CC21-B0A0-57C79802674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3833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B985EA2C-A60F-B943-B63B-D7FB4617A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12">
            <a:extLst>
              <a:ext uri="{FF2B5EF4-FFF2-40B4-BE49-F238E27FC236}">
                <a16:creationId xmlns:a16="http://schemas.microsoft.com/office/drawing/2014/main" id="{8F7A9487-1F18-BF48-8C37-E1F09DA2C9C2}"/>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0" name="Text Placeholder 12">
            <a:extLst>
              <a:ext uri="{FF2B5EF4-FFF2-40B4-BE49-F238E27FC236}">
                <a16:creationId xmlns:a16="http://schemas.microsoft.com/office/drawing/2014/main" id="{6A882915-F0F0-C14F-928B-83840593C8EA}"/>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1" name="Title 1">
            <a:extLst>
              <a:ext uri="{FF2B5EF4-FFF2-40B4-BE49-F238E27FC236}">
                <a16:creationId xmlns:a16="http://schemas.microsoft.com/office/drawing/2014/main" id="{DEEF1CC4-7294-0D40-9E36-B1901FC5C88D}"/>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2" name="Text Placeholder 9">
            <a:extLst>
              <a:ext uri="{FF2B5EF4-FFF2-40B4-BE49-F238E27FC236}">
                <a16:creationId xmlns:a16="http://schemas.microsoft.com/office/drawing/2014/main" id="{8765F5D9-52A6-7844-8C9C-EA6038517B2A}"/>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3" name="Text Placeholder 8">
            <a:extLst>
              <a:ext uri="{FF2B5EF4-FFF2-40B4-BE49-F238E27FC236}">
                <a16:creationId xmlns:a16="http://schemas.microsoft.com/office/drawing/2014/main" id="{4F9223B1-5096-BC45-90A3-C8DE9D365D7F}"/>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7C884D8A-5C98-3EE7-B0F5-67E83601309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B5D15BAA-F2FD-602F-917D-8567FD3E2A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7528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1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5576037" cy="587676"/>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8" name="Text Placeholder 8">
            <a:extLst>
              <a:ext uri="{FF2B5EF4-FFF2-40B4-BE49-F238E27FC236}">
                <a16:creationId xmlns:a16="http://schemas.microsoft.com/office/drawing/2014/main" id="{FDEDE54B-806D-5A44-BF98-74CD9AAAA403}"/>
              </a:ext>
            </a:extLst>
          </p:cNvPr>
          <p:cNvSpPr>
            <a:spLocks noGrp="1"/>
          </p:cNvSpPr>
          <p:nvPr>
            <p:ph type="body" sz="quarter" idx="35" hasCustomPrompt="1"/>
          </p:nvPr>
        </p:nvSpPr>
        <p:spPr>
          <a:xfrm>
            <a:off x="336854" y="962227"/>
            <a:ext cx="5576037"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0" name="Content Placeholder 3">
            <a:extLst>
              <a:ext uri="{FF2B5EF4-FFF2-40B4-BE49-F238E27FC236}">
                <a16:creationId xmlns:a16="http://schemas.microsoft.com/office/drawing/2014/main" id="{41422AE6-28A5-9A49-9C92-1CDDD2487DCB}"/>
              </a:ext>
            </a:extLst>
          </p:cNvPr>
          <p:cNvSpPr>
            <a:spLocks noGrp="1"/>
          </p:cNvSpPr>
          <p:nvPr>
            <p:ph sz="quarter" idx="36" hasCustomPrompt="1"/>
          </p:nvPr>
        </p:nvSpPr>
        <p:spPr>
          <a:xfrm>
            <a:off x="336856" y="1497091"/>
            <a:ext cx="5576036" cy="3113410"/>
          </a:xfrm>
        </p:spPr>
        <p:txBody>
          <a:bodyPr/>
          <a:lstStyle/>
          <a:p>
            <a:pPr lvl="0"/>
            <a:r>
              <a:rPr lang="en-US"/>
              <a:t>Bullet and copy set in Arial Regular 14pt</a:t>
            </a:r>
          </a:p>
        </p:txBody>
      </p:sp>
      <p:sp>
        <p:nvSpPr>
          <p:cNvPr id="10" name="Footer Placeholder 4">
            <a:extLst>
              <a:ext uri="{FF2B5EF4-FFF2-40B4-BE49-F238E27FC236}">
                <a16:creationId xmlns:a16="http://schemas.microsoft.com/office/drawing/2014/main" id="{F2EB197C-42AC-9225-6A0A-30D56DAC54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778A5E5D-2130-138C-D349-15F1BDBE12B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90349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2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p:nvPr>
        </p:nvSpPr>
        <p:spPr>
          <a:xfrm>
            <a:off x="33685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0" name="Text Placeholder 5">
            <a:extLst>
              <a:ext uri="{FF2B5EF4-FFF2-40B4-BE49-F238E27FC236}">
                <a16:creationId xmlns:a16="http://schemas.microsoft.com/office/drawing/2014/main" id="{0B1AF30D-4F95-9744-8D0B-50BD8957B33D}"/>
              </a:ext>
            </a:extLst>
          </p:cNvPr>
          <p:cNvSpPr>
            <a:spLocks noGrp="1"/>
          </p:cNvSpPr>
          <p:nvPr>
            <p:ph type="body" sz="quarter" idx="37"/>
          </p:nvPr>
        </p:nvSpPr>
        <p:spPr>
          <a:xfrm>
            <a:off x="467368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1" name="Text Placeholder 12">
            <a:extLst>
              <a:ext uri="{FF2B5EF4-FFF2-40B4-BE49-F238E27FC236}">
                <a16:creationId xmlns:a16="http://schemas.microsoft.com/office/drawing/2014/main" id="{3CF56CA4-0507-154B-A50A-FFD2995AC09C}"/>
              </a:ext>
            </a:extLst>
          </p:cNvPr>
          <p:cNvSpPr>
            <a:spLocks noGrp="1"/>
          </p:cNvSpPr>
          <p:nvPr>
            <p:ph type="body" sz="quarter" idx="38" hasCustomPrompt="1"/>
          </p:nvPr>
        </p:nvSpPr>
        <p:spPr>
          <a:xfrm>
            <a:off x="4673685"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pic>
        <p:nvPicPr>
          <p:cNvPr id="12" name="Picture 11">
            <a:extLst>
              <a:ext uri="{FF2B5EF4-FFF2-40B4-BE49-F238E27FC236}">
                <a16:creationId xmlns:a16="http://schemas.microsoft.com/office/drawing/2014/main" id="{2835C04F-CBC9-044F-B396-0EF900FB9F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4" name="Text Placeholder 8">
            <a:extLst>
              <a:ext uri="{FF2B5EF4-FFF2-40B4-BE49-F238E27FC236}">
                <a16:creationId xmlns:a16="http://schemas.microsoft.com/office/drawing/2014/main" id="{0764EB60-86D2-CA41-B458-D8C6927A8607}"/>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5" name="Title 7">
            <a:extLst>
              <a:ext uri="{FF2B5EF4-FFF2-40B4-BE49-F238E27FC236}">
                <a16:creationId xmlns:a16="http://schemas.microsoft.com/office/drawing/2014/main" id="{E348B974-0008-274D-91E1-67A1455769F7}"/>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17" name="Text Placeholder 9">
            <a:extLst>
              <a:ext uri="{FF2B5EF4-FFF2-40B4-BE49-F238E27FC236}">
                <a16:creationId xmlns:a16="http://schemas.microsoft.com/office/drawing/2014/main" id="{22BE221B-A4C4-E548-AF8D-D63E2C690820}"/>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81FA8C86-4E41-B540-0B14-633AE5CE427A}"/>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3A17941E-551A-4FF3-EF19-3E7CAEE0D77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43214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2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ext Placeholder 5">
            <a:extLst>
              <a:ext uri="{FF2B5EF4-FFF2-40B4-BE49-F238E27FC236}">
                <a16:creationId xmlns:a16="http://schemas.microsoft.com/office/drawing/2014/main" id="{3DCBCE08-7ED1-6448-BB04-6AEBF9168D28}"/>
              </a:ext>
            </a:extLst>
          </p:cNvPr>
          <p:cNvSpPr>
            <a:spLocks noGrp="1"/>
          </p:cNvSpPr>
          <p:nvPr>
            <p:ph type="body" sz="quarter" idx="13" hasCustomPrompt="1"/>
          </p:nvPr>
        </p:nvSpPr>
        <p:spPr>
          <a:xfrm>
            <a:off x="336854" y="1777013"/>
            <a:ext cx="2697480" cy="2794987"/>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BE1BA862-9265-7049-8D5E-55B0A8589223}"/>
              </a:ext>
            </a:extLst>
          </p:cNvPr>
          <p:cNvSpPr>
            <a:spLocks noGrp="1"/>
          </p:cNvSpPr>
          <p:nvPr>
            <p:ph type="body" sz="quarter" idx="15" hasCustomPrompt="1"/>
          </p:nvPr>
        </p:nvSpPr>
        <p:spPr>
          <a:xfrm>
            <a:off x="336854"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12">
            <a:extLst>
              <a:ext uri="{FF2B5EF4-FFF2-40B4-BE49-F238E27FC236}">
                <a16:creationId xmlns:a16="http://schemas.microsoft.com/office/drawing/2014/main" id="{9EE868FB-99C7-DA49-8CE7-B585813918CA}"/>
              </a:ext>
            </a:extLst>
          </p:cNvPr>
          <p:cNvSpPr>
            <a:spLocks noGrp="1"/>
          </p:cNvSpPr>
          <p:nvPr>
            <p:ph type="body" sz="quarter" idx="22" hasCustomPrompt="1"/>
          </p:nvPr>
        </p:nvSpPr>
        <p:spPr>
          <a:xfrm>
            <a:off x="3227300"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5" name="Text Placeholder 5">
            <a:extLst>
              <a:ext uri="{FF2B5EF4-FFF2-40B4-BE49-F238E27FC236}">
                <a16:creationId xmlns:a16="http://schemas.microsoft.com/office/drawing/2014/main" id="{BC6CD162-0619-E24B-8BBF-468991FB3A79}"/>
              </a:ext>
            </a:extLst>
          </p:cNvPr>
          <p:cNvSpPr>
            <a:spLocks noGrp="1"/>
          </p:cNvSpPr>
          <p:nvPr>
            <p:ph type="body" sz="quarter" idx="23" hasCustomPrompt="1"/>
          </p:nvPr>
        </p:nvSpPr>
        <p:spPr>
          <a:xfrm>
            <a:off x="3232473" y="1777013"/>
            <a:ext cx="2697480" cy="2794987"/>
          </a:xfrm>
        </p:spPr>
        <p:txBody>
          <a:bodyPr>
            <a:noAutofit/>
          </a:bodyPr>
          <a:lstStyle/>
          <a:p>
            <a:pPr lvl="0"/>
            <a:r>
              <a:rPr lang="en-US"/>
              <a:t>Bullet and copy set in Arial Regular 14pt</a:t>
            </a:r>
          </a:p>
        </p:txBody>
      </p:sp>
      <p:sp>
        <p:nvSpPr>
          <p:cNvPr id="16" name="Title 7">
            <a:extLst>
              <a:ext uri="{FF2B5EF4-FFF2-40B4-BE49-F238E27FC236}">
                <a16:creationId xmlns:a16="http://schemas.microsoft.com/office/drawing/2014/main" id="{23284763-019C-2F46-A596-041F9C255F38}"/>
              </a:ext>
            </a:extLst>
          </p:cNvPr>
          <p:cNvSpPr>
            <a:spLocks noGrp="1"/>
          </p:cNvSpPr>
          <p:nvPr>
            <p:ph type="title" hasCustomPrompt="1"/>
          </p:nvPr>
        </p:nvSpPr>
        <p:spPr>
          <a:xfrm>
            <a:off x="336854" y="445961"/>
            <a:ext cx="5587926" cy="506940"/>
          </a:xfrm>
        </p:spPr>
        <p:txBody>
          <a:bodyPr>
            <a:noAutofit/>
          </a:bodyPr>
          <a:lstStyle/>
          <a:p>
            <a:r>
              <a:rPr lang="en-US"/>
              <a:t>Headline in Arial Bold 32pt</a:t>
            </a:r>
          </a:p>
        </p:txBody>
      </p:sp>
      <p:sp>
        <p:nvSpPr>
          <p:cNvPr id="9" name="Footer Placeholder 4">
            <a:extLst>
              <a:ext uri="{FF2B5EF4-FFF2-40B4-BE49-F238E27FC236}">
                <a16:creationId xmlns:a16="http://schemas.microsoft.com/office/drawing/2014/main" id="{A8C7DEE0-155C-7D81-688E-30BD39EBE75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977773E6-E845-C9FD-8B5D-DA871B484DC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14430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3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5">
            <a:extLst>
              <a:ext uri="{FF2B5EF4-FFF2-40B4-BE49-F238E27FC236}">
                <a16:creationId xmlns:a16="http://schemas.microsoft.com/office/drawing/2014/main" id="{C38E0D23-48AC-3C4C-93FB-D01C31663230}"/>
              </a:ext>
            </a:extLst>
          </p:cNvPr>
          <p:cNvSpPr>
            <a:spLocks noGrp="1"/>
          </p:cNvSpPr>
          <p:nvPr>
            <p:ph type="body" sz="quarter" idx="37" hasCustomPrompt="1"/>
          </p:nvPr>
        </p:nvSpPr>
        <p:spPr>
          <a:xfrm>
            <a:off x="3223993"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5" name="Text Placeholder 12">
            <a:extLst>
              <a:ext uri="{FF2B5EF4-FFF2-40B4-BE49-F238E27FC236}">
                <a16:creationId xmlns:a16="http://schemas.microsoft.com/office/drawing/2014/main" id="{76DB1B30-DC7D-5E46-A06D-98ABF0720EE7}"/>
              </a:ext>
            </a:extLst>
          </p:cNvPr>
          <p:cNvSpPr>
            <a:spLocks noGrp="1"/>
          </p:cNvSpPr>
          <p:nvPr>
            <p:ph type="body" sz="quarter" idx="38" hasCustomPrompt="1"/>
          </p:nvPr>
        </p:nvSpPr>
        <p:spPr>
          <a:xfrm>
            <a:off x="3223993"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7" name="Text Placeholder 5">
            <a:extLst>
              <a:ext uri="{FF2B5EF4-FFF2-40B4-BE49-F238E27FC236}">
                <a16:creationId xmlns:a16="http://schemas.microsoft.com/office/drawing/2014/main" id="{507F2F1F-9CAB-B94E-A38C-E2E62ADAFE73}"/>
              </a:ext>
            </a:extLst>
          </p:cNvPr>
          <p:cNvSpPr>
            <a:spLocks noGrp="1"/>
          </p:cNvSpPr>
          <p:nvPr>
            <p:ph type="body" sz="quarter" idx="39" hasCustomPrompt="1"/>
          </p:nvPr>
        </p:nvSpPr>
        <p:spPr>
          <a:xfrm>
            <a:off x="6109290"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8" name="Text Placeholder 12">
            <a:extLst>
              <a:ext uri="{FF2B5EF4-FFF2-40B4-BE49-F238E27FC236}">
                <a16:creationId xmlns:a16="http://schemas.microsoft.com/office/drawing/2014/main" id="{6C0879E5-D61D-6840-8326-93681AC8A11B}"/>
              </a:ext>
            </a:extLst>
          </p:cNvPr>
          <p:cNvSpPr>
            <a:spLocks noGrp="1"/>
          </p:cNvSpPr>
          <p:nvPr>
            <p:ph type="body" sz="quarter" idx="40" hasCustomPrompt="1"/>
          </p:nvPr>
        </p:nvSpPr>
        <p:spPr>
          <a:xfrm>
            <a:off x="6109291"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pic>
        <p:nvPicPr>
          <p:cNvPr id="21" name="Picture 20">
            <a:extLst>
              <a:ext uri="{FF2B5EF4-FFF2-40B4-BE49-F238E27FC236}">
                <a16:creationId xmlns:a16="http://schemas.microsoft.com/office/drawing/2014/main" id="{ECE67E24-8C67-A64F-9AE4-02E85AD378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8">
            <a:extLst>
              <a:ext uri="{FF2B5EF4-FFF2-40B4-BE49-F238E27FC236}">
                <a16:creationId xmlns:a16="http://schemas.microsoft.com/office/drawing/2014/main" id="{9E4B15AF-BB96-8D41-BFCF-5C1F4FB08F65}"/>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3" name="Title 7">
            <a:extLst>
              <a:ext uri="{FF2B5EF4-FFF2-40B4-BE49-F238E27FC236}">
                <a16:creationId xmlns:a16="http://schemas.microsoft.com/office/drawing/2014/main" id="{7E196FD8-6B4D-174D-ADEF-E68A0F83DF39}"/>
              </a:ext>
            </a:extLst>
          </p:cNvPr>
          <p:cNvSpPr>
            <a:spLocks noGrp="1"/>
          </p:cNvSpPr>
          <p:nvPr>
            <p:ph type="title" hasCustomPrompt="1"/>
          </p:nvPr>
        </p:nvSpPr>
        <p:spPr>
          <a:xfrm>
            <a:off x="336853" y="445961"/>
            <a:ext cx="8469917" cy="506940"/>
          </a:xfrm>
        </p:spPr>
        <p:txBody>
          <a:bodyPr>
            <a:noAutofit/>
          </a:bodyPr>
          <a:lstStyle/>
          <a:p>
            <a:r>
              <a:rPr lang="en-US"/>
              <a:t>Headline in Arial Bold 32pt</a:t>
            </a:r>
          </a:p>
        </p:txBody>
      </p:sp>
      <p:sp>
        <p:nvSpPr>
          <p:cNvPr id="24" name="Text Placeholder 9">
            <a:extLst>
              <a:ext uri="{FF2B5EF4-FFF2-40B4-BE49-F238E27FC236}">
                <a16:creationId xmlns:a16="http://schemas.microsoft.com/office/drawing/2014/main" id="{C022E281-3451-AE41-8C95-B3315304C26A}"/>
              </a:ext>
            </a:extLst>
          </p:cNvPr>
          <p:cNvSpPr>
            <a:spLocks noGrp="1"/>
          </p:cNvSpPr>
          <p:nvPr>
            <p:ph type="body" sz="quarter" idx="41"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F518F760-7913-95F3-85D0-AA1B9654AA6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4CF14C0-C06B-554F-D396-BEDECFE6555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78404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3 Column w Image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6854"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8048"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9242"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A1BED389-4C34-98F0-1FDD-E8A99C2015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85130CD-0E5C-8503-1AF1-7D097CFB679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681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3 Column w Icon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2829680"/>
            <a:ext cx="2697480" cy="1114904"/>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1170" y="1296423"/>
            <a:ext cx="1143995" cy="1011305"/>
          </a:xfrm>
          <a:noFill/>
        </p:spPr>
        <p:txBody>
          <a:bodyPr>
            <a:noAutofit/>
          </a:bodyPr>
          <a:lstStyle>
            <a:lvl1pPr marL="0" indent="0">
              <a:buNone/>
              <a:defRPr sz="1100" i="1"/>
            </a:lvl1pPr>
          </a:lstStyle>
          <a:p>
            <a:r>
              <a:rPr lang="en-US"/>
              <a:t>Add icon</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2364" y="1296423"/>
            <a:ext cx="1143995" cy="1011305"/>
          </a:xfrm>
          <a:noFill/>
        </p:spPr>
        <p:txBody>
          <a:bodyPr>
            <a:noAutofit/>
          </a:bodyPr>
          <a:lstStyle>
            <a:lvl1pPr marL="0" indent="0">
              <a:buNone/>
              <a:defRPr sz="1100" i="1"/>
            </a:lvl1pPr>
          </a:lstStyle>
          <a:p>
            <a:r>
              <a:rPr lang="en-US"/>
              <a:t>Add icon</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3558" y="1296423"/>
            <a:ext cx="1143995" cy="1011305"/>
          </a:xfrm>
          <a:noFill/>
        </p:spPr>
        <p:txBody>
          <a:bodyPr>
            <a:noAutofit/>
          </a:bodyPr>
          <a:lstStyle>
            <a:lvl1pPr marL="0" indent="0">
              <a:buNone/>
              <a:defRPr sz="1100" i="1"/>
            </a:lvl1pPr>
          </a:lstStyle>
          <a:p>
            <a:r>
              <a:rPr lang="en-US"/>
              <a:t>Add icon</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716C62-3EA4-4954-D2D2-9221855E4A8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DBB9D24A-26B1-9AFE-8302-C145356E82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9156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4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22" name="Text Placeholder 5">
            <a:extLst>
              <a:ext uri="{FF2B5EF4-FFF2-40B4-BE49-F238E27FC236}">
                <a16:creationId xmlns:a16="http://schemas.microsoft.com/office/drawing/2014/main" id="{0FA8B6E2-8ED6-BD4E-AFF9-51DD9C3A3173}"/>
              </a:ext>
            </a:extLst>
          </p:cNvPr>
          <p:cNvSpPr>
            <a:spLocks noGrp="1"/>
          </p:cNvSpPr>
          <p:nvPr>
            <p:ph type="body" sz="quarter" idx="37" hasCustomPrompt="1"/>
          </p:nvPr>
        </p:nvSpPr>
        <p:spPr>
          <a:xfrm>
            <a:off x="2482860"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3" name="Text Placeholder 12">
            <a:extLst>
              <a:ext uri="{FF2B5EF4-FFF2-40B4-BE49-F238E27FC236}">
                <a16:creationId xmlns:a16="http://schemas.microsoft.com/office/drawing/2014/main" id="{9E39C445-BFE3-2D4B-A344-D2419D5D817C}"/>
              </a:ext>
            </a:extLst>
          </p:cNvPr>
          <p:cNvSpPr>
            <a:spLocks noGrp="1"/>
          </p:cNvSpPr>
          <p:nvPr>
            <p:ph type="body" sz="quarter" idx="38" hasCustomPrompt="1"/>
          </p:nvPr>
        </p:nvSpPr>
        <p:spPr>
          <a:xfrm>
            <a:off x="248163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24" name="Text Placeholder 5">
            <a:extLst>
              <a:ext uri="{FF2B5EF4-FFF2-40B4-BE49-F238E27FC236}">
                <a16:creationId xmlns:a16="http://schemas.microsoft.com/office/drawing/2014/main" id="{2C4A4001-17E4-6A41-9348-BE8AF2B0BBBC}"/>
              </a:ext>
            </a:extLst>
          </p:cNvPr>
          <p:cNvSpPr>
            <a:spLocks noGrp="1"/>
          </p:cNvSpPr>
          <p:nvPr>
            <p:ph type="body" sz="quarter" idx="39" hasCustomPrompt="1"/>
          </p:nvPr>
        </p:nvSpPr>
        <p:spPr>
          <a:xfrm>
            <a:off x="4627026"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5" name="Text Placeholder 12">
            <a:extLst>
              <a:ext uri="{FF2B5EF4-FFF2-40B4-BE49-F238E27FC236}">
                <a16:creationId xmlns:a16="http://schemas.microsoft.com/office/drawing/2014/main" id="{DD41633F-95DC-4E4B-B86A-C307C67E894D}"/>
              </a:ext>
            </a:extLst>
          </p:cNvPr>
          <p:cNvSpPr>
            <a:spLocks noGrp="1"/>
          </p:cNvSpPr>
          <p:nvPr>
            <p:ph type="body" sz="quarter" idx="40" hasCustomPrompt="1"/>
          </p:nvPr>
        </p:nvSpPr>
        <p:spPr>
          <a:xfrm>
            <a:off x="462641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sp>
        <p:nvSpPr>
          <p:cNvPr id="26" name="Text Placeholder 5">
            <a:extLst>
              <a:ext uri="{FF2B5EF4-FFF2-40B4-BE49-F238E27FC236}">
                <a16:creationId xmlns:a16="http://schemas.microsoft.com/office/drawing/2014/main" id="{FD3A70A8-3518-6A4E-B90B-063B9B8E5875}"/>
              </a:ext>
            </a:extLst>
          </p:cNvPr>
          <p:cNvSpPr>
            <a:spLocks noGrp="1"/>
          </p:cNvSpPr>
          <p:nvPr>
            <p:ph type="body" sz="quarter" idx="41" hasCustomPrompt="1"/>
          </p:nvPr>
        </p:nvSpPr>
        <p:spPr>
          <a:xfrm>
            <a:off x="6771193" y="1834771"/>
            <a:ext cx="2035577" cy="2775729"/>
          </a:xfrm>
        </p:spPr>
        <p:txBody>
          <a:bodyPr>
            <a:noAutofit/>
          </a:bodyPr>
          <a:lstStyle>
            <a:lvl1pPr marL="117475" indent="-117475">
              <a:buFont typeface="Arial" panose="020B0604020202020204" pitchFamily="34" charset="0"/>
              <a:buChar char="•"/>
              <a:tabLst>
                <a:tab pos="112713" algn="l"/>
              </a:tabLst>
              <a:defRPr/>
            </a:lvl1pPr>
          </a:lstStyle>
          <a:p>
            <a:pPr lvl="0"/>
            <a:r>
              <a:rPr lang="en-US"/>
              <a:t>Bullet and copy set in Arial Regular 14pt</a:t>
            </a:r>
          </a:p>
        </p:txBody>
      </p:sp>
      <p:sp>
        <p:nvSpPr>
          <p:cNvPr id="27" name="Text Placeholder 12">
            <a:extLst>
              <a:ext uri="{FF2B5EF4-FFF2-40B4-BE49-F238E27FC236}">
                <a16:creationId xmlns:a16="http://schemas.microsoft.com/office/drawing/2014/main" id="{17474C74-0568-5840-A552-F6B5FF28EDD2}"/>
              </a:ext>
            </a:extLst>
          </p:cNvPr>
          <p:cNvSpPr>
            <a:spLocks noGrp="1"/>
          </p:cNvSpPr>
          <p:nvPr>
            <p:ph type="body" sz="quarter" idx="42" hasCustomPrompt="1"/>
          </p:nvPr>
        </p:nvSpPr>
        <p:spPr>
          <a:xfrm>
            <a:off x="677119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4</a:t>
            </a:r>
          </a:p>
        </p:txBody>
      </p:sp>
      <p:pic>
        <p:nvPicPr>
          <p:cNvPr id="17" name="Picture 16">
            <a:extLst>
              <a:ext uri="{FF2B5EF4-FFF2-40B4-BE49-F238E27FC236}">
                <a16:creationId xmlns:a16="http://schemas.microsoft.com/office/drawing/2014/main" id="{F52D1B20-B7E7-5343-8AAD-3766436C653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8">
            <a:extLst>
              <a:ext uri="{FF2B5EF4-FFF2-40B4-BE49-F238E27FC236}">
                <a16:creationId xmlns:a16="http://schemas.microsoft.com/office/drawing/2014/main" id="{229CD241-B576-DC46-B0AD-F7B88ACB6F7C}"/>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itle 7">
            <a:extLst>
              <a:ext uri="{FF2B5EF4-FFF2-40B4-BE49-F238E27FC236}">
                <a16:creationId xmlns:a16="http://schemas.microsoft.com/office/drawing/2014/main" id="{60495347-9F84-F447-BD89-C138820B450C}"/>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28" name="Text Placeholder 9">
            <a:extLst>
              <a:ext uri="{FF2B5EF4-FFF2-40B4-BE49-F238E27FC236}">
                <a16:creationId xmlns:a16="http://schemas.microsoft.com/office/drawing/2014/main" id="{0BF98E60-AA96-4847-8C27-73734BE217F8}"/>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041E4B1A-8E6C-F0FB-0283-14E8484C393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377EA24-F1F7-73A9-E08D-873C253ACB4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73072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 4 Column w Numbers">
    <p:spTree>
      <p:nvGrpSpPr>
        <p:cNvPr id="1" name=""/>
        <p:cNvGrpSpPr/>
        <p:nvPr/>
      </p:nvGrpSpPr>
      <p:grpSpPr>
        <a:xfrm>
          <a:off x="0" y="0"/>
          <a:ext cx="0" cy="0"/>
          <a:chOff x="0" y="0"/>
          <a:chExt cx="0" cy="0"/>
        </a:xfrm>
      </p:grpSpPr>
      <p:sp>
        <p:nvSpPr>
          <p:cNvPr id="53" name="Text Placeholder 5">
            <a:extLst>
              <a:ext uri="{FF2B5EF4-FFF2-40B4-BE49-F238E27FC236}">
                <a16:creationId xmlns:a16="http://schemas.microsoft.com/office/drawing/2014/main" id="{1E779696-7516-F74B-A972-BF96ADC70153}"/>
              </a:ext>
            </a:extLst>
          </p:cNvPr>
          <p:cNvSpPr>
            <a:spLocks noGrp="1"/>
          </p:cNvSpPr>
          <p:nvPr>
            <p:ph type="body" sz="quarter" idx="40" hasCustomPrompt="1"/>
          </p:nvPr>
        </p:nvSpPr>
        <p:spPr>
          <a:xfrm>
            <a:off x="336854" y="2019300"/>
            <a:ext cx="2023784" cy="2451700"/>
          </a:xfrm>
        </p:spPr>
        <p:txBody>
          <a:bodyPr/>
          <a:lstStyle/>
          <a:p>
            <a:pPr lvl="0"/>
            <a:r>
              <a:rPr lang="en-US"/>
              <a:t>Bullet and copy set in Arial Regular 14pt</a:t>
            </a:r>
          </a:p>
        </p:txBody>
      </p:sp>
      <p:sp>
        <p:nvSpPr>
          <p:cNvPr id="54" name="Text Placeholder 5">
            <a:extLst>
              <a:ext uri="{FF2B5EF4-FFF2-40B4-BE49-F238E27FC236}">
                <a16:creationId xmlns:a16="http://schemas.microsoft.com/office/drawing/2014/main" id="{7748A254-0B97-5E45-A4CA-EAEE63D32186}"/>
              </a:ext>
            </a:extLst>
          </p:cNvPr>
          <p:cNvSpPr>
            <a:spLocks noGrp="1"/>
          </p:cNvSpPr>
          <p:nvPr>
            <p:ph type="body" sz="quarter" idx="41" hasCustomPrompt="1"/>
          </p:nvPr>
        </p:nvSpPr>
        <p:spPr>
          <a:xfrm>
            <a:off x="2499850" y="2019300"/>
            <a:ext cx="2023784" cy="2451700"/>
          </a:xfrm>
        </p:spPr>
        <p:txBody>
          <a:bodyPr/>
          <a:lstStyle/>
          <a:p>
            <a:pPr lvl="0"/>
            <a:r>
              <a:rPr lang="en-US"/>
              <a:t>Bullet and copy set in Arial Regular 14pt</a:t>
            </a:r>
          </a:p>
        </p:txBody>
      </p:sp>
      <p:sp>
        <p:nvSpPr>
          <p:cNvPr id="55" name="Text Placeholder 5">
            <a:extLst>
              <a:ext uri="{FF2B5EF4-FFF2-40B4-BE49-F238E27FC236}">
                <a16:creationId xmlns:a16="http://schemas.microsoft.com/office/drawing/2014/main" id="{05D0D3FC-48EF-5A4B-9820-7FAAC17E460C}"/>
              </a:ext>
            </a:extLst>
          </p:cNvPr>
          <p:cNvSpPr>
            <a:spLocks noGrp="1"/>
          </p:cNvSpPr>
          <p:nvPr>
            <p:ph type="body" sz="quarter" idx="42" hasCustomPrompt="1"/>
          </p:nvPr>
        </p:nvSpPr>
        <p:spPr>
          <a:xfrm>
            <a:off x="4649213" y="2019300"/>
            <a:ext cx="2023784" cy="2451700"/>
          </a:xfrm>
        </p:spPr>
        <p:txBody>
          <a:bodyPr/>
          <a:lstStyle/>
          <a:p>
            <a:pPr lvl="0"/>
            <a:r>
              <a:rPr lang="en-US"/>
              <a:t>Bullet and copy set in Arial Regular 14pt</a:t>
            </a:r>
          </a:p>
        </p:txBody>
      </p:sp>
      <p:sp>
        <p:nvSpPr>
          <p:cNvPr id="56" name="Text Placeholder 5">
            <a:extLst>
              <a:ext uri="{FF2B5EF4-FFF2-40B4-BE49-F238E27FC236}">
                <a16:creationId xmlns:a16="http://schemas.microsoft.com/office/drawing/2014/main" id="{484C3842-EF4D-9B47-BFCE-FC198E87FD00}"/>
              </a:ext>
            </a:extLst>
          </p:cNvPr>
          <p:cNvSpPr>
            <a:spLocks noGrp="1"/>
          </p:cNvSpPr>
          <p:nvPr>
            <p:ph type="body" sz="quarter" idx="43" hasCustomPrompt="1"/>
          </p:nvPr>
        </p:nvSpPr>
        <p:spPr>
          <a:xfrm>
            <a:off x="6798577" y="2019300"/>
            <a:ext cx="2023784" cy="2451700"/>
          </a:xfrm>
        </p:spPr>
        <p:txBody>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01.</a:t>
            </a:r>
          </a:p>
          <a:p>
            <a:pPr lvl="0"/>
            <a:endParaRPr lang="en-US"/>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9850"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98577"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2" name="Text Placeholder 27">
            <a:extLst>
              <a:ext uri="{FF2B5EF4-FFF2-40B4-BE49-F238E27FC236}">
                <a16:creationId xmlns:a16="http://schemas.microsoft.com/office/drawing/2014/main" id="{7AC5F751-A689-1946-AEDA-3C564BB3F946}"/>
              </a:ext>
            </a:extLst>
          </p:cNvPr>
          <p:cNvSpPr>
            <a:spLocks noGrp="1"/>
          </p:cNvSpPr>
          <p:nvPr>
            <p:ph type="body" sz="quarter" idx="32" hasCustomPrompt="1"/>
          </p:nvPr>
        </p:nvSpPr>
        <p:spPr>
          <a:xfrm>
            <a:off x="336854" y="1392710"/>
            <a:ext cx="2023784" cy="540558"/>
          </a:xfrm>
        </p:spPr>
        <p:txBody>
          <a:bodyPr>
            <a:noAutofit/>
          </a:bodyPr>
          <a:lstStyle>
            <a:lvl1pPr marL="0" indent="0">
              <a:lnSpc>
                <a:spcPct val="90000"/>
              </a:lnSpc>
              <a:buNone/>
              <a:defRPr sz="1800" b="1"/>
            </a:lvl1pPr>
          </a:lstStyle>
          <a:p>
            <a:r>
              <a:rPr lang="en-US" sz="2000">
                <a:solidFill>
                  <a:schemeClr val="tx2"/>
                </a:solidFill>
              </a:rPr>
              <a:t>Column headline one</a:t>
            </a:r>
          </a:p>
        </p:txBody>
      </p:sp>
      <p:sp>
        <p:nvSpPr>
          <p:cNvPr id="37" name="Text Placeholder 31">
            <a:extLst>
              <a:ext uri="{FF2B5EF4-FFF2-40B4-BE49-F238E27FC236}">
                <a16:creationId xmlns:a16="http://schemas.microsoft.com/office/drawing/2014/main" id="{AD3D19D2-8975-1947-9929-C38173F73B56}"/>
              </a:ext>
            </a:extLst>
          </p:cNvPr>
          <p:cNvSpPr>
            <a:spLocks noGrp="1"/>
          </p:cNvSpPr>
          <p:nvPr>
            <p:ph type="body" sz="quarter" idx="37" hasCustomPrompt="1"/>
          </p:nvPr>
        </p:nvSpPr>
        <p:spPr>
          <a:xfrm>
            <a:off x="4649213"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three</a:t>
            </a:r>
          </a:p>
        </p:txBody>
      </p:sp>
      <p:sp>
        <p:nvSpPr>
          <p:cNvPr id="38" name="Text Placeholder 32">
            <a:extLst>
              <a:ext uri="{FF2B5EF4-FFF2-40B4-BE49-F238E27FC236}">
                <a16:creationId xmlns:a16="http://schemas.microsoft.com/office/drawing/2014/main" id="{5519C474-BF1A-234E-AF1F-98E1243BCA20}"/>
              </a:ext>
            </a:extLst>
          </p:cNvPr>
          <p:cNvSpPr>
            <a:spLocks noGrp="1"/>
          </p:cNvSpPr>
          <p:nvPr>
            <p:ph type="body" sz="quarter" idx="38" hasCustomPrompt="1"/>
          </p:nvPr>
        </p:nvSpPr>
        <p:spPr>
          <a:xfrm>
            <a:off x="6798577"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four</a:t>
            </a:r>
          </a:p>
        </p:txBody>
      </p:sp>
      <p:sp>
        <p:nvSpPr>
          <p:cNvPr id="43" name="Text Placeholder 36">
            <a:extLst>
              <a:ext uri="{FF2B5EF4-FFF2-40B4-BE49-F238E27FC236}">
                <a16:creationId xmlns:a16="http://schemas.microsoft.com/office/drawing/2014/main" id="{A4C6CF82-146F-6748-AD50-8DC6ECCADB01}"/>
              </a:ext>
            </a:extLst>
          </p:cNvPr>
          <p:cNvSpPr>
            <a:spLocks noGrp="1"/>
          </p:cNvSpPr>
          <p:nvPr>
            <p:ph type="body" sz="quarter" idx="39" hasCustomPrompt="1"/>
          </p:nvPr>
        </p:nvSpPr>
        <p:spPr>
          <a:xfrm>
            <a:off x="2499850"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two</a:t>
            </a:r>
          </a:p>
        </p:txBody>
      </p:sp>
      <p:sp>
        <p:nvSpPr>
          <p:cNvPr id="52" name="Text Placeholder 9">
            <a:extLst>
              <a:ext uri="{FF2B5EF4-FFF2-40B4-BE49-F238E27FC236}">
                <a16:creationId xmlns:a16="http://schemas.microsoft.com/office/drawing/2014/main" id="{FA2E1D6E-F8D2-CC4A-BFBE-9BEF6E3B5F5D}"/>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18" name="Picture 17">
            <a:extLst>
              <a:ext uri="{FF2B5EF4-FFF2-40B4-BE49-F238E27FC236}">
                <a16:creationId xmlns:a16="http://schemas.microsoft.com/office/drawing/2014/main" id="{90757110-09BA-984D-8BBD-9DF2CDF5BE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1">
            <a:extLst>
              <a:ext uri="{FF2B5EF4-FFF2-40B4-BE49-F238E27FC236}">
                <a16:creationId xmlns:a16="http://schemas.microsoft.com/office/drawing/2014/main" id="{66F8F7AE-8C06-4E2A-9F0B-B5071293596C}"/>
              </a:ext>
            </a:extLst>
          </p:cNvPr>
          <p:cNvSpPr>
            <a:spLocks noGrp="1"/>
          </p:cNvSpPr>
          <p:nvPr>
            <p:ph type="title"/>
          </p:nvPr>
        </p:nvSpPr>
        <p:spPr/>
        <p:txBody>
          <a:bodyPr/>
          <a:lstStyle/>
          <a:p>
            <a:r>
              <a:rPr lang="en-US"/>
              <a:t>Click to edit Master title style</a:t>
            </a:r>
          </a:p>
        </p:txBody>
      </p:sp>
      <p:sp>
        <p:nvSpPr>
          <p:cNvPr id="9" name="Footer Placeholder 4">
            <a:extLst>
              <a:ext uri="{FF2B5EF4-FFF2-40B4-BE49-F238E27FC236}">
                <a16:creationId xmlns:a16="http://schemas.microsoft.com/office/drawing/2014/main" id="{1BBD5F59-B6F7-AEEC-9CB7-DCAFB093D01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087CEE64-B41B-2A16-1FEA-583FB0F0EC1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8399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4 Column Alt">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50487" y="1526640"/>
            <a:ext cx="2023784" cy="2944360"/>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50487"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4" name="Text Placeholder 5">
            <a:extLst>
              <a:ext uri="{FF2B5EF4-FFF2-40B4-BE49-F238E27FC236}">
                <a16:creationId xmlns:a16="http://schemas.microsoft.com/office/drawing/2014/main" id="{F27A5E00-D8D7-E448-B17F-10FA5C6F4BEF}"/>
              </a:ext>
            </a:extLst>
          </p:cNvPr>
          <p:cNvSpPr>
            <a:spLocks noGrp="1"/>
          </p:cNvSpPr>
          <p:nvPr>
            <p:ph type="body" sz="quarter" idx="26" hasCustomPrompt="1"/>
          </p:nvPr>
        </p:nvSpPr>
        <p:spPr>
          <a:xfrm>
            <a:off x="2499850" y="1526640"/>
            <a:ext cx="2023784" cy="2944360"/>
          </a:xfrm>
        </p:spPr>
        <p:txBody>
          <a:bodyPr>
            <a:noAutofit/>
          </a:bodyPr>
          <a:lstStyle/>
          <a:p>
            <a:pPr lvl="0"/>
            <a:r>
              <a:rPr lang="en-US"/>
              <a:t>Bullet and copy set in Arial Regular 14pt</a:t>
            </a:r>
          </a:p>
        </p:txBody>
      </p:sp>
      <p:sp>
        <p:nvSpPr>
          <p:cNvPr id="16" name="Text Placeholder 5">
            <a:extLst>
              <a:ext uri="{FF2B5EF4-FFF2-40B4-BE49-F238E27FC236}">
                <a16:creationId xmlns:a16="http://schemas.microsoft.com/office/drawing/2014/main" id="{F15FA9C5-5D6F-6645-9C3E-F49FF6B3A89C}"/>
              </a:ext>
            </a:extLst>
          </p:cNvPr>
          <p:cNvSpPr>
            <a:spLocks noGrp="1"/>
          </p:cNvSpPr>
          <p:nvPr>
            <p:ph type="body" sz="quarter" idx="27" hasCustomPrompt="1"/>
          </p:nvPr>
        </p:nvSpPr>
        <p:spPr>
          <a:xfrm>
            <a:off x="4636102" y="1526640"/>
            <a:ext cx="2023784" cy="2944360"/>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332F2726-A5E8-F249-B07F-574D90AAFC28}"/>
              </a:ext>
            </a:extLst>
          </p:cNvPr>
          <p:cNvSpPr>
            <a:spLocks noGrp="1"/>
          </p:cNvSpPr>
          <p:nvPr>
            <p:ph type="body" sz="quarter" idx="28" hasCustomPrompt="1"/>
          </p:nvPr>
        </p:nvSpPr>
        <p:spPr>
          <a:xfrm>
            <a:off x="6798577" y="1526640"/>
            <a:ext cx="2023784" cy="2944360"/>
          </a:xfrm>
        </p:spPr>
        <p:txBody>
          <a:bodyPr>
            <a:noAutofit/>
          </a:bodyPr>
          <a:lstStyle/>
          <a:p>
            <a:pPr lvl="0"/>
            <a:r>
              <a:rPr lang="en-US"/>
              <a:t>Bullet and copy set in Arial Regular 14pt</a:t>
            </a:r>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664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8895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8" name="Picture 17">
            <a:extLst>
              <a:ext uri="{FF2B5EF4-FFF2-40B4-BE49-F238E27FC236}">
                <a16:creationId xmlns:a16="http://schemas.microsoft.com/office/drawing/2014/main" id="{9AE733EB-4E2E-BA49-9FA7-88BED95939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CDFEC947-6110-FB48-9813-0BAC3CF8FA5D}"/>
              </a:ext>
            </a:extLst>
          </p:cNvPr>
          <p:cNvSpPr>
            <a:spLocks noGrp="1"/>
          </p:cNvSpPr>
          <p:nvPr>
            <p:ph type="title" hasCustomPrompt="1"/>
          </p:nvPr>
        </p:nvSpPr>
        <p:spPr>
          <a:xfrm>
            <a:off x="336854" y="445961"/>
            <a:ext cx="8475882" cy="506940"/>
          </a:xfrm>
        </p:spPr>
        <p:txBody>
          <a:bodyPr>
            <a:noAutofit/>
          </a:bodyPr>
          <a:lstStyle/>
          <a:p>
            <a:r>
              <a:rPr lang="en-US"/>
              <a:t>Headline in Arial Bold 32pt</a:t>
            </a:r>
          </a:p>
        </p:txBody>
      </p:sp>
      <p:sp>
        <p:nvSpPr>
          <p:cNvPr id="25" name="Text Placeholder 9">
            <a:extLst>
              <a:ext uri="{FF2B5EF4-FFF2-40B4-BE49-F238E27FC236}">
                <a16:creationId xmlns:a16="http://schemas.microsoft.com/office/drawing/2014/main" id="{0967C8BB-E2AD-F042-B0DE-F86AB12FD817}"/>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05238E-689B-6F76-22E7-51D6723EDA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13E6FA3-E0ED-420A-1776-E7AF43A61DC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05569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 3 Column Boxe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1681721"/>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1681721"/>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1681721"/>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0C5E3297-D6BD-D223-A0A6-2251A280A36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B0C7644-5E25-3E73-8C32-7FB8FCD12D6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63214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3 Column Boxed Lower">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2300580"/>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2300580"/>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2300580"/>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412DA4E3-E44D-5271-2DA8-B219A935EC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7BB778C-08A1-6417-44C5-47BBA056B84A}"/>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689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4 Column Tall Boxe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6F557A8-35BC-1C40-ACB0-105F276BE06E}"/>
              </a:ext>
            </a:extLst>
          </p:cNvPr>
          <p:cNvSpPr/>
          <p:nvPr userDrawn="1"/>
        </p:nvSpPr>
        <p:spPr>
          <a:xfrm>
            <a:off x="332830"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OVERLINE/SECTION (OPTIONAL) IN ARIAL 8PT ALL CAPS</a:t>
            </a:r>
          </a:p>
        </p:txBody>
      </p:sp>
      <p:sp>
        <p:nvSpPr>
          <p:cNvPr id="20" name="Rectangle 19">
            <a:extLst>
              <a:ext uri="{FF2B5EF4-FFF2-40B4-BE49-F238E27FC236}">
                <a16:creationId xmlns:a16="http://schemas.microsoft.com/office/drawing/2014/main" id="{4E2975DE-FF61-054D-8B1E-97BFB61C007C}"/>
              </a:ext>
            </a:extLst>
          </p:cNvPr>
          <p:cNvSpPr/>
          <p:nvPr userDrawn="1"/>
        </p:nvSpPr>
        <p:spPr>
          <a:xfrm>
            <a:off x="2490059"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1" name="Rectangle 20">
            <a:extLst>
              <a:ext uri="{FF2B5EF4-FFF2-40B4-BE49-F238E27FC236}">
                <a16:creationId xmlns:a16="http://schemas.microsoft.com/office/drawing/2014/main" id="{CF1023D4-87EB-DA41-959B-E8856B63A154}"/>
              </a:ext>
            </a:extLst>
          </p:cNvPr>
          <p:cNvSpPr/>
          <p:nvPr userDrawn="1"/>
        </p:nvSpPr>
        <p:spPr>
          <a:xfrm>
            <a:off x="4647288"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2" name="Rectangle 21">
            <a:extLst>
              <a:ext uri="{FF2B5EF4-FFF2-40B4-BE49-F238E27FC236}">
                <a16:creationId xmlns:a16="http://schemas.microsoft.com/office/drawing/2014/main" id="{29E1CA06-99E7-B54F-B241-CD94120A7C36}"/>
              </a:ext>
            </a:extLst>
          </p:cNvPr>
          <p:cNvSpPr/>
          <p:nvPr userDrawn="1"/>
        </p:nvSpPr>
        <p:spPr>
          <a:xfrm>
            <a:off x="6804517"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7" name="Text Placeholder 12">
            <a:extLst>
              <a:ext uri="{FF2B5EF4-FFF2-40B4-BE49-F238E27FC236}">
                <a16:creationId xmlns:a16="http://schemas.microsoft.com/office/drawing/2014/main" id="{97C08E81-8118-7645-94A3-5468964992E8}"/>
              </a:ext>
            </a:extLst>
          </p:cNvPr>
          <p:cNvSpPr>
            <a:spLocks noGrp="1"/>
          </p:cNvSpPr>
          <p:nvPr>
            <p:ph type="body" sz="quarter" idx="15" hasCustomPrompt="1"/>
          </p:nvPr>
        </p:nvSpPr>
        <p:spPr>
          <a:xfrm>
            <a:off x="49486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8" name="Text Placeholder 8">
            <a:extLst>
              <a:ext uri="{FF2B5EF4-FFF2-40B4-BE49-F238E27FC236}">
                <a16:creationId xmlns:a16="http://schemas.microsoft.com/office/drawing/2014/main" id="{3839E1DF-B7A0-A645-8F4A-2AEC31692C74}"/>
              </a:ext>
            </a:extLst>
          </p:cNvPr>
          <p:cNvSpPr>
            <a:spLocks noGrp="1"/>
          </p:cNvSpPr>
          <p:nvPr>
            <p:ph type="body" sz="quarter" idx="36" hasCustomPrompt="1"/>
          </p:nvPr>
        </p:nvSpPr>
        <p:spPr>
          <a:xfrm>
            <a:off x="505803" y="1681721"/>
            <a:ext cx="331739"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29" name="Text Placeholder 5">
            <a:extLst>
              <a:ext uri="{FF2B5EF4-FFF2-40B4-BE49-F238E27FC236}">
                <a16:creationId xmlns:a16="http://schemas.microsoft.com/office/drawing/2014/main" id="{4D35BC32-D94C-1F42-99D0-4338DFC944DB}"/>
              </a:ext>
            </a:extLst>
          </p:cNvPr>
          <p:cNvSpPr>
            <a:spLocks noGrp="1"/>
          </p:cNvSpPr>
          <p:nvPr>
            <p:ph type="body" sz="quarter" idx="13" hasCustomPrompt="1"/>
          </p:nvPr>
        </p:nvSpPr>
        <p:spPr>
          <a:xfrm>
            <a:off x="49486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31" name="Text Placeholder 12">
            <a:extLst>
              <a:ext uri="{FF2B5EF4-FFF2-40B4-BE49-F238E27FC236}">
                <a16:creationId xmlns:a16="http://schemas.microsoft.com/office/drawing/2014/main" id="{A0F88830-5D9B-5949-8F04-6480C3B94D34}"/>
              </a:ext>
            </a:extLst>
          </p:cNvPr>
          <p:cNvSpPr>
            <a:spLocks noGrp="1"/>
          </p:cNvSpPr>
          <p:nvPr>
            <p:ph type="body" sz="quarter" idx="37" hasCustomPrompt="1"/>
          </p:nvPr>
        </p:nvSpPr>
        <p:spPr>
          <a:xfrm>
            <a:off x="2658645"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4" name="Text Placeholder 8">
            <a:extLst>
              <a:ext uri="{FF2B5EF4-FFF2-40B4-BE49-F238E27FC236}">
                <a16:creationId xmlns:a16="http://schemas.microsoft.com/office/drawing/2014/main" id="{690924BB-F6E3-2744-B67D-8C72C5507291}"/>
              </a:ext>
            </a:extLst>
          </p:cNvPr>
          <p:cNvSpPr>
            <a:spLocks noGrp="1"/>
          </p:cNvSpPr>
          <p:nvPr>
            <p:ph type="body" sz="quarter" idx="38" hasCustomPrompt="1"/>
          </p:nvPr>
        </p:nvSpPr>
        <p:spPr>
          <a:xfrm>
            <a:off x="2669581" y="1681721"/>
            <a:ext cx="331739"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36" name="Text Placeholder 5">
            <a:extLst>
              <a:ext uri="{FF2B5EF4-FFF2-40B4-BE49-F238E27FC236}">
                <a16:creationId xmlns:a16="http://schemas.microsoft.com/office/drawing/2014/main" id="{EA4E7F5D-217E-CC4D-A0BD-019039E83B2F}"/>
              </a:ext>
            </a:extLst>
          </p:cNvPr>
          <p:cNvSpPr>
            <a:spLocks noGrp="1"/>
          </p:cNvSpPr>
          <p:nvPr>
            <p:ph type="body" sz="quarter" idx="39" hasCustomPrompt="1"/>
          </p:nvPr>
        </p:nvSpPr>
        <p:spPr>
          <a:xfrm>
            <a:off x="2658645"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46" name="Text Placeholder 12">
            <a:extLst>
              <a:ext uri="{FF2B5EF4-FFF2-40B4-BE49-F238E27FC236}">
                <a16:creationId xmlns:a16="http://schemas.microsoft.com/office/drawing/2014/main" id="{CED8B402-3FA7-6C43-849E-A6A4551B543E}"/>
              </a:ext>
            </a:extLst>
          </p:cNvPr>
          <p:cNvSpPr>
            <a:spLocks noGrp="1"/>
          </p:cNvSpPr>
          <p:nvPr>
            <p:ph type="body" sz="quarter" idx="40" hasCustomPrompt="1"/>
          </p:nvPr>
        </p:nvSpPr>
        <p:spPr>
          <a:xfrm>
            <a:off x="482242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7" name="Text Placeholder 8">
            <a:extLst>
              <a:ext uri="{FF2B5EF4-FFF2-40B4-BE49-F238E27FC236}">
                <a16:creationId xmlns:a16="http://schemas.microsoft.com/office/drawing/2014/main" id="{82E5611D-A042-1943-B19C-334E1B9DD898}"/>
              </a:ext>
            </a:extLst>
          </p:cNvPr>
          <p:cNvSpPr>
            <a:spLocks noGrp="1"/>
          </p:cNvSpPr>
          <p:nvPr>
            <p:ph type="body" sz="quarter" idx="41" hasCustomPrompt="1"/>
          </p:nvPr>
        </p:nvSpPr>
        <p:spPr>
          <a:xfrm>
            <a:off x="4833363" y="1681721"/>
            <a:ext cx="331739"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48" name="Text Placeholder 5">
            <a:extLst>
              <a:ext uri="{FF2B5EF4-FFF2-40B4-BE49-F238E27FC236}">
                <a16:creationId xmlns:a16="http://schemas.microsoft.com/office/drawing/2014/main" id="{BCB6AEA4-9216-124F-B71D-FC218BC97131}"/>
              </a:ext>
            </a:extLst>
          </p:cNvPr>
          <p:cNvSpPr>
            <a:spLocks noGrp="1"/>
          </p:cNvSpPr>
          <p:nvPr>
            <p:ph type="body" sz="quarter" idx="42" hasCustomPrompt="1"/>
          </p:nvPr>
        </p:nvSpPr>
        <p:spPr>
          <a:xfrm>
            <a:off x="482242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50" name="Text Placeholder 12">
            <a:extLst>
              <a:ext uri="{FF2B5EF4-FFF2-40B4-BE49-F238E27FC236}">
                <a16:creationId xmlns:a16="http://schemas.microsoft.com/office/drawing/2014/main" id="{CF806B62-9638-9149-952C-DCCD734B50E6}"/>
              </a:ext>
            </a:extLst>
          </p:cNvPr>
          <p:cNvSpPr>
            <a:spLocks noGrp="1"/>
          </p:cNvSpPr>
          <p:nvPr>
            <p:ph type="body" sz="quarter" idx="43" hasCustomPrompt="1"/>
          </p:nvPr>
        </p:nvSpPr>
        <p:spPr>
          <a:xfrm>
            <a:off x="6977152"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8">
            <a:extLst>
              <a:ext uri="{FF2B5EF4-FFF2-40B4-BE49-F238E27FC236}">
                <a16:creationId xmlns:a16="http://schemas.microsoft.com/office/drawing/2014/main" id="{5EAE1CA4-9CBA-3E44-8293-B124A757D9D5}"/>
              </a:ext>
            </a:extLst>
          </p:cNvPr>
          <p:cNvSpPr>
            <a:spLocks noGrp="1"/>
          </p:cNvSpPr>
          <p:nvPr>
            <p:ph type="body" sz="quarter" idx="44" hasCustomPrompt="1"/>
          </p:nvPr>
        </p:nvSpPr>
        <p:spPr>
          <a:xfrm>
            <a:off x="6988088" y="1681721"/>
            <a:ext cx="331739" cy="257705"/>
          </a:xfrm>
        </p:spPr>
        <p:txBody>
          <a:bodyPr>
            <a:noAutofit/>
          </a:bodyPr>
          <a:lstStyle>
            <a:lvl1pPr marL="0" indent="0">
              <a:buNone/>
              <a:defRPr sz="1400" b="1">
                <a:solidFill>
                  <a:schemeClr val="tx2"/>
                </a:solidFill>
                <a:latin typeface="+mn-lt"/>
              </a:defRPr>
            </a:lvl1pPr>
          </a:lstStyle>
          <a:p>
            <a:pPr lvl="0"/>
            <a:r>
              <a:rPr lang="en-US"/>
              <a:t>04.</a:t>
            </a:r>
          </a:p>
          <a:p>
            <a:pPr lvl="0"/>
            <a:endParaRPr lang="en-US"/>
          </a:p>
        </p:txBody>
      </p:sp>
      <p:sp>
        <p:nvSpPr>
          <p:cNvPr id="52" name="Text Placeholder 5">
            <a:extLst>
              <a:ext uri="{FF2B5EF4-FFF2-40B4-BE49-F238E27FC236}">
                <a16:creationId xmlns:a16="http://schemas.microsoft.com/office/drawing/2014/main" id="{A3B77536-B21A-B14C-B492-D504887E14FB}"/>
              </a:ext>
            </a:extLst>
          </p:cNvPr>
          <p:cNvSpPr>
            <a:spLocks noGrp="1"/>
          </p:cNvSpPr>
          <p:nvPr>
            <p:ph type="body" sz="quarter" idx="45" hasCustomPrompt="1"/>
          </p:nvPr>
        </p:nvSpPr>
        <p:spPr>
          <a:xfrm>
            <a:off x="6977152"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pic>
        <p:nvPicPr>
          <p:cNvPr id="23" name="Picture 22">
            <a:extLst>
              <a:ext uri="{FF2B5EF4-FFF2-40B4-BE49-F238E27FC236}">
                <a16:creationId xmlns:a16="http://schemas.microsoft.com/office/drawing/2014/main" id="{9E84B6A0-9AF2-7242-975E-E18D068313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A83A3B26-FCF5-7D47-AEFB-9A4C748C1EAB}"/>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25" name="Text Placeholder 8">
            <a:extLst>
              <a:ext uri="{FF2B5EF4-FFF2-40B4-BE49-F238E27FC236}">
                <a16:creationId xmlns:a16="http://schemas.microsoft.com/office/drawing/2014/main" id="{BECFADA9-05DC-7746-BE37-7EFD9E3C883F}"/>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DD797D85-6755-E001-91E7-B255969928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263A6467-6830-2C97-29CD-6FF7DAD3D2D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9379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Featured Speaker Orange">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329E6D64-5733-FFD1-3A86-F18A7474F2A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523E30F7-D969-FA96-3486-009D1A5C06C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0404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Featured Speaker Light Gray">
    <p:bg>
      <p:bgPr>
        <a:solidFill>
          <a:schemeClr val="bg1">
            <a:lumMod val="95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2D11CA38-34F6-A334-CD02-80BA0ADFBDF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8F65312B-D4B1-AC47-C9D7-E3C3B7D4CF6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5817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eatured Speaker Orange Swooping Z">
    <p:bg>
      <p:bgPr>
        <a:solidFill>
          <a:schemeClr val="tx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E936ABF-D29F-C2E4-3EB7-E49B14F72B6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Footer Placeholder 4">
            <a:extLst>
              <a:ext uri="{FF2B5EF4-FFF2-40B4-BE49-F238E27FC236}">
                <a16:creationId xmlns:a16="http://schemas.microsoft.com/office/drawing/2014/main" id="{5A5832FE-155C-8574-58AB-F0C5D3A19B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7C69CEF9-CFC5-BDC2-D0BE-DF42DA67602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39904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eatured Speaker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665EA0C-AFA1-E021-DE7F-CCCD7E4154E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D957826C-0423-2166-28D3-D43E9E7394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418B3A8A-F73D-768C-0966-BCEBB8F74C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06513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peaker Panel">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A085E36-D14C-4FBB-88C0-806587C35A61}"/>
              </a:ext>
            </a:extLst>
          </p:cNvPr>
          <p:cNvSpPr>
            <a:spLocks noGrp="1"/>
          </p:cNvSpPr>
          <p:nvPr>
            <p:ph type="pic" sz="quarter" idx="15"/>
          </p:nvPr>
        </p:nvSpPr>
        <p:spPr>
          <a:xfrm>
            <a:off x="688974"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9">
            <a:extLst>
              <a:ext uri="{FF2B5EF4-FFF2-40B4-BE49-F238E27FC236}">
                <a16:creationId xmlns:a16="http://schemas.microsoft.com/office/drawing/2014/main" id="{8981A192-D119-4990-B9F7-7C92108CE0C8}"/>
              </a:ext>
            </a:extLst>
          </p:cNvPr>
          <p:cNvSpPr>
            <a:spLocks noGrp="1"/>
          </p:cNvSpPr>
          <p:nvPr>
            <p:ph type="body" sz="quarter" idx="13" hasCustomPrompt="1"/>
          </p:nvPr>
        </p:nvSpPr>
        <p:spPr>
          <a:xfrm>
            <a:off x="437461"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1" name="Text Placeholder 9">
            <a:extLst>
              <a:ext uri="{FF2B5EF4-FFF2-40B4-BE49-F238E27FC236}">
                <a16:creationId xmlns:a16="http://schemas.microsoft.com/office/drawing/2014/main" id="{226A4BBC-DFE8-4847-964A-3A7A4A65E2FA}"/>
              </a:ext>
            </a:extLst>
          </p:cNvPr>
          <p:cNvSpPr>
            <a:spLocks noGrp="1"/>
          </p:cNvSpPr>
          <p:nvPr>
            <p:ph type="body" sz="quarter" idx="14" hasCustomPrompt="1"/>
          </p:nvPr>
        </p:nvSpPr>
        <p:spPr>
          <a:xfrm>
            <a:off x="437461"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4" name="Picture Placeholder 12">
            <a:extLst>
              <a:ext uri="{FF2B5EF4-FFF2-40B4-BE49-F238E27FC236}">
                <a16:creationId xmlns:a16="http://schemas.microsoft.com/office/drawing/2014/main" id="{1E115F5B-A964-42D4-A60A-5EF258C022E1}"/>
              </a:ext>
            </a:extLst>
          </p:cNvPr>
          <p:cNvSpPr>
            <a:spLocks noGrp="1"/>
          </p:cNvSpPr>
          <p:nvPr>
            <p:ph type="pic" sz="quarter" idx="16"/>
          </p:nvPr>
        </p:nvSpPr>
        <p:spPr>
          <a:xfrm>
            <a:off x="2744153"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5" name="Text Placeholder 9">
            <a:extLst>
              <a:ext uri="{FF2B5EF4-FFF2-40B4-BE49-F238E27FC236}">
                <a16:creationId xmlns:a16="http://schemas.microsoft.com/office/drawing/2014/main" id="{466512E9-5807-4235-98F6-7C3EA9F4F23A}"/>
              </a:ext>
            </a:extLst>
          </p:cNvPr>
          <p:cNvSpPr>
            <a:spLocks noGrp="1"/>
          </p:cNvSpPr>
          <p:nvPr>
            <p:ph type="body" sz="quarter" idx="17" hasCustomPrompt="1"/>
          </p:nvPr>
        </p:nvSpPr>
        <p:spPr>
          <a:xfrm>
            <a:off x="2492640"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6" name="Text Placeholder 9">
            <a:extLst>
              <a:ext uri="{FF2B5EF4-FFF2-40B4-BE49-F238E27FC236}">
                <a16:creationId xmlns:a16="http://schemas.microsoft.com/office/drawing/2014/main" id="{6DA76A4A-6582-4CB3-A281-7211E52F0B83}"/>
              </a:ext>
            </a:extLst>
          </p:cNvPr>
          <p:cNvSpPr>
            <a:spLocks noGrp="1"/>
          </p:cNvSpPr>
          <p:nvPr>
            <p:ph type="body" sz="quarter" idx="18" hasCustomPrompt="1"/>
          </p:nvPr>
        </p:nvSpPr>
        <p:spPr>
          <a:xfrm>
            <a:off x="2492640"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7" name="Picture Placeholder 12">
            <a:extLst>
              <a:ext uri="{FF2B5EF4-FFF2-40B4-BE49-F238E27FC236}">
                <a16:creationId xmlns:a16="http://schemas.microsoft.com/office/drawing/2014/main" id="{5552E455-A7D3-4FA7-A10D-3966A6E5C930}"/>
              </a:ext>
            </a:extLst>
          </p:cNvPr>
          <p:cNvSpPr>
            <a:spLocks noGrp="1"/>
          </p:cNvSpPr>
          <p:nvPr>
            <p:ph type="pic" sz="quarter" idx="19"/>
          </p:nvPr>
        </p:nvSpPr>
        <p:spPr>
          <a:xfrm>
            <a:off x="4799332"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8" name="Text Placeholder 9">
            <a:extLst>
              <a:ext uri="{FF2B5EF4-FFF2-40B4-BE49-F238E27FC236}">
                <a16:creationId xmlns:a16="http://schemas.microsoft.com/office/drawing/2014/main" id="{BEA2EB09-6F6D-4781-B5F6-3FD45FA97C2F}"/>
              </a:ext>
            </a:extLst>
          </p:cNvPr>
          <p:cNvSpPr>
            <a:spLocks noGrp="1"/>
          </p:cNvSpPr>
          <p:nvPr>
            <p:ph type="body" sz="quarter" idx="20" hasCustomPrompt="1"/>
          </p:nvPr>
        </p:nvSpPr>
        <p:spPr>
          <a:xfrm>
            <a:off x="4547819"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9" name="Text Placeholder 9">
            <a:extLst>
              <a:ext uri="{FF2B5EF4-FFF2-40B4-BE49-F238E27FC236}">
                <a16:creationId xmlns:a16="http://schemas.microsoft.com/office/drawing/2014/main" id="{1D9DD4A0-0209-4781-AF83-C8149C2B5DD0}"/>
              </a:ext>
            </a:extLst>
          </p:cNvPr>
          <p:cNvSpPr>
            <a:spLocks noGrp="1"/>
          </p:cNvSpPr>
          <p:nvPr>
            <p:ph type="body" sz="quarter" idx="21" hasCustomPrompt="1"/>
          </p:nvPr>
        </p:nvSpPr>
        <p:spPr>
          <a:xfrm>
            <a:off x="4547819"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0" name="Picture Placeholder 12">
            <a:extLst>
              <a:ext uri="{FF2B5EF4-FFF2-40B4-BE49-F238E27FC236}">
                <a16:creationId xmlns:a16="http://schemas.microsoft.com/office/drawing/2014/main" id="{35B7D9A9-4A10-44BE-B40E-C381DC314E6A}"/>
              </a:ext>
            </a:extLst>
          </p:cNvPr>
          <p:cNvSpPr>
            <a:spLocks noGrp="1"/>
          </p:cNvSpPr>
          <p:nvPr>
            <p:ph type="pic" sz="quarter" idx="22"/>
          </p:nvPr>
        </p:nvSpPr>
        <p:spPr>
          <a:xfrm>
            <a:off x="6854511" y="1644650"/>
            <a:ext cx="1435608" cy="1435608"/>
          </a:xfrm>
          <a:prstGeom prst="ellipse">
            <a:avLst/>
          </a:prstGeom>
          <a:solidFill>
            <a:schemeClr val="bg1">
              <a:lumMod val="95000"/>
            </a:schemeClr>
          </a:solidFill>
        </p:spPr>
        <p:txBody>
          <a:bodyPr/>
          <a:lstStyle>
            <a:lvl1pPr marL="0" indent="0" algn="ctr">
              <a:buNone/>
              <a:defRPr sz="1000">
                <a:solidFill>
                  <a:schemeClr val="bg1">
                    <a:lumMod val="75000"/>
                  </a:schemeClr>
                </a:solidFill>
              </a:defRPr>
            </a:lvl1pPr>
          </a:lstStyle>
          <a:p>
            <a:endParaRPr lang="en-US"/>
          </a:p>
        </p:txBody>
      </p:sp>
      <p:sp>
        <p:nvSpPr>
          <p:cNvPr id="21" name="Text Placeholder 9">
            <a:extLst>
              <a:ext uri="{FF2B5EF4-FFF2-40B4-BE49-F238E27FC236}">
                <a16:creationId xmlns:a16="http://schemas.microsoft.com/office/drawing/2014/main" id="{F4B3E081-6112-45E3-BFD6-DB1DBB249A44}"/>
              </a:ext>
            </a:extLst>
          </p:cNvPr>
          <p:cNvSpPr>
            <a:spLocks noGrp="1"/>
          </p:cNvSpPr>
          <p:nvPr>
            <p:ph type="body" sz="quarter" idx="23" hasCustomPrompt="1"/>
          </p:nvPr>
        </p:nvSpPr>
        <p:spPr>
          <a:xfrm>
            <a:off x="6602998"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22" name="Text Placeholder 9">
            <a:extLst>
              <a:ext uri="{FF2B5EF4-FFF2-40B4-BE49-F238E27FC236}">
                <a16:creationId xmlns:a16="http://schemas.microsoft.com/office/drawing/2014/main" id="{E8ED267F-F412-44C4-A0C6-37E77F4B4C81}"/>
              </a:ext>
            </a:extLst>
          </p:cNvPr>
          <p:cNvSpPr>
            <a:spLocks noGrp="1"/>
          </p:cNvSpPr>
          <p:nvPr>
            <p:ph type="body" sz="quarter" idx="24" hasCustomPrompt="1"/>
          </p:nvPr>
        </p:nvSpPr>
        <p:spPr>
          <a:xfrm>
            <a:off x="6602998"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3" name="Footer Placeholder 4">
            <a:extLst>
              <a:ext uri="{FF2B5EF4-FFF2-40B4-BE49-F238E27FC236}">
                <a16:creationId xmlns:a16="http://schemas.microsoft.com/office/drawing/2014/main" id="{A60A2537-F742-9F76-C121-43A84BC2848E}"/>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4" name="TextBox 23">
            <a:extLst>
              <a:ext uri="{FF2B5EF4-FFF2-40B4-BE49-F238E27FC236}">
                <a16:creationId xmlns:a16="http://schemas.microsoft.com/office/drawing/2014/main" id="{B9F2BCCB-A59E-54DF-64C1-75BD2F851CB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5470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llage - 4 Columns x 3 Row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10EF64D-9175-44B7-9E7B-A832C7BFCB41}"/>
              </a:ext>
            </a:extLst>
          </p:cNvPr>
          <p:cNvSpPr>
            <a:spLocks noGrp="1"/>
          </p:cNvSpPr>
          <p:nvPr>
            <p:ph type="pic" sz="quarter" idx="13"/>
          </p:nvPr>
        </p:nvSpPr>
        <p:spPr>
          <a:xfrm>
            <a:off x="330964" y="1100315"/>
            <a:ext cx="2039112" cy="1099425"/>
          </a:xfrm>
        </p:spPr>
        <p:txBody>
          <a:bodyPr/>
          <a:lstStyle/>
          <a:p>
            <a:endParaRPr lang="en-US"/>
          </a:p>
        </p:txBody>
      </p:sp>
      <p:sp>
        <p:nvSpPr>
          <p:cNvPr id="10" name="Picture Placeholder 8">
            <a:extLst>
              <a:ext uri="{FF2B5EF4-FFF2-40B4-BE49-F238E27FC236}">
                <a16:creationId xmlns:a16="http://schemas.microsoft.com/office/drawing/2014/main" id="{10FEA499-CCB3-4D76-949E-A4D64C2AF5DA}"/>
              </a:ext>
            </a:extLst>
          </p:cNvPr>
          <p:cNvSpPr>
            <a:spLocks noGrp="1"/>
          </p:cNvSpPr>
          <p:nvPr>
            <p:ph type="pic" sz="quarter" idx="14"/>
          </p:nvPr>
        </p:nvSpPr>
        <p:spPr>
          <a:xfrm>
            <a:off x="2473530" y="1100315"/>
            <a:ext cx="2039112" cy="1099425"/>
          </a:xfrm>
        </p:spPr>
        <p:txBody>
          <a:bodyPr/>
          <a:lstStyle/>
          <a:p>
            <a:endParaRPr lang="en-US"/>
          </a:p>
        </p:txBody>
      </p:sp>
      <p:sp>
        <p:nvSpPr>
          <p:cNvPr id="11" name="Picture Placeholder 8">
            <a:extLst>
              <a:ext uri="{FF2B5EF4-FFF2-40B4-BE49-F238E27FC236}">
                <a16:creationId xmlns:a16="http://schemas.microsoft.com/office/drawing/2014/main" id="{5B41F0CC-745A-46C5-B019-D5D25ECC8AE4}"/>
              </a:ext>
            </a:extLst>
          </p:cNvPr>
          <p:cNvSpPr>
            <a:spLocks noGrp="1"/>
          </p:cNvSpPr>
          <p:nvPr>
            <p:ph type="pic" sz="quarter" idx="15"/>
          </p:nvPr>
        </p:nvSpPr>
        <p:spPr>
          <a:xfrm>
            <a:off x="4616096" y="1100315"/>
            <a:ext cx="2039112" cy="1099425"/>
          </a:xfrm>
        </p:spPr>
        <p:txBody>
          <a:bodyPr/>
          <a:lstStyle/>
          <a:p>
            <a:endParaRPr lang="en-US"/>
          </a:p>
        </p:txBody>
      </p:sp>
      <p:sp>
        <p:nvSpPr>
          <p:cNvPr id="12" name="Picture Placeholder 8">
            <a:extLst>
              <a:ext uri="{FF2B5EF4-FFF2-40B4-BE49-F238E27FC236}">
                <a16:creationId xmlns:a16="http://schemas.microsoft.com/office/drawing/2014/main" id="{ECB95669-CC78-4BA3-923A-0412B8ED5C8A}"/>
              </a:ext>
            </a:extLst>
          </p:cNvPr>
          <p:cNvSpPr>
            <a:spLocks noGrp="1"/>
          </p:cNvSpPr>
          <p:nvPr>
            <p:ph type="pic" sz="quarter" idx="16"/>
          </p:nvPr>
        </p:nvSpPr>
        <p:spPr>
          <a:xfrm>
            <a:off x="6758661" y="1100315"/>
            <a:ext cx="2039112" cy="1099425"/>
          </a:xfrm>
        </p:spPr>
        <p:txBody>
          <a:body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29" name="Picture Placeholder 8">
            <a:extLst>
              <a:ext uri="{FF2B5EF4-FFF2-40B4-BE49-F238E27FC236}">
                <a16:creationId xmlns:a16="http://schemas.microsoft.com/office/drawing/2014/main" id="{9B94DC7F-5F29-94CC-D839-FAAD92CD7955}"/>
              </a:ext>
            </a:extLst>
          </p:cNvPr>
          <p:cNvSpPr>
            <a:spLocks noGrp="1"/>
          </p:cNvSpPr>
          <p:nvPr>
            <p:ph type="pic" sz="quarter" idx="17"/>
          </p:nvPr>
        </p:nvSpPr>
        <p:spPr>
          <a:xfrm>
            <a:off x="330964" y="2296655"/>
            <a:ext cx="2039112" cy="1099425"/>
          </a:xfrm>
        </p:spPr>
        <p:txBody>
          <a:bodyPr/>
          <a:lstStyle/>
          <a:p>
            <a:endParaRPr lang="en-US"/>
          </a:p>
        </p:txBody>
      </p:sp>
      <p:sp>
        <p:nvSpPr>
          <p:cNvPr id="30" name="Picture Placeholder 8">
            <a:extLst>
              <a:ext uri="{FF2B5EF4-FFF2-40B4-BE49-F238E27FC236}">
                <a16:creationId xmlns:a16="http://schemas.microsoft.com/office/drawing/2014/main" id="{41C36FFC-F399-FD67-ED4E-040FE40DC17C}"/>
              </a:ext>
            </a:extLst>
          </p:cNvPr>
          <p:cNvSpPr>
            <a:spLocks noGrp="1"/>
          </p:cNvSpPr>
          <p:nvPr>
            <p:ph type="pic" sz="quarter" idx="18"/>
          </p:nvPr>
        </p:nvSpPr>
        <p:spPr>
          <a:xfrm>
            <a:off x="2473530" y="2296655"/>
            <a:ext cx="2039112" cy="1099425"/>
          </a:xfrm>
        </p:spPr>
        <p:txBody>
          <a:bodyPr/>
          <a:lstStyle/>
          <a:p>
            <a:endParaRPr lang="en-US"/>
          </a:p>
        </p:txBody>
      </p:sp>
      <p:sp>
        <p:nvSpPr>
          <p:cNvPr id="31" name="Picture Placeholder 8">
            <a:extLst>
              <a:ext uri="{FF2B5EF4-FFF2-40B4-BE49-F238E27FC236}">
                <a16:creationId xmlns:a16="http://schemas.microsoft.com/office/drawing/2014/main" id="{E305DDF8-C79F-5920-899E-F3C1A845E8F9}"/>
              </a:ext>
            </a:extLst>
          </p:cNvPr>
          <p:cNvSpPr>
            <a:spLocks noGrp="1"/>
          </p:cNvSpPr>
          <p:nvPr>
            <p:ph type="pic" sz="quarter" idx="19"/>
          </p:nvPr>
        </p:nvSpPr>
        <p:spPr>
          <a:xfrm>
            <a:off x="4616096" y="2296655"/>
            <a:ext cx="2039112" cy="1099425"/>
          </a:xfrm>
        </p:spPr>
        <p:txBody>
          <a:bodyPr/>
          <a:lstStyle/>
          <a:p>
            <a:endParaRPr lang="en-US"/>
          </a:p>
        </p:txBody>
      </p:sp>
      <p:sp>
        <p:nvSpPr>
          <p:cNvPr id="32" name="Picture Placeholder 8">
            <a:extLst>
              <a:ext uri="{FF2B5EF4-FFF2-40B4-BE49-F238E27FC236}">
                <a16:creationId xmlns:a16="http://schemas.microsoft.com/office/drawing/2014/main" id="{898E6C48-369F-7668-9EB5-5F8C58031BA6}"/>
              </a:ext>
            </a:extLst>
          </p:cNvPr>
          <p:cNvSpPr>
            <a:spLocks noGrp="1"/>
          </p:cNvSpPr>
          <p:nvPr>
            <p:ph type="pic" sz="quarter" idx="20"/>
          </p:nvPr>
        </p:nvSpPr>
        <p:spPr>
          <a:xfrm>
            <a:off x="6758661" y="2296655"/>
            <a:ext cx="2039112" cy="1099425"/>
          </a:xfrm>
        </p:spPr>
        <p:txBody>
          <a:bodyPr/>
          <a:lstStyle/>
          <a:p>
            <a:endParaRPr lang="en-US"/>
          </a:p>
        </p:txBody>
      </p:sp>
      <p:sp>
        <p:nvSpPr>
          <p:cNvPr id="33" name="Picture Placeholder 8">
            <a:extLst>
              <a:ext uri="{FF2B5EF4-FFF2-40B4-BE49-F238E27FC236}">
                <a16:creationId xmlns:a16="http://schemas.microsoft.com/office/drawing/2014/main" id="{77810396-5D8A-BA84-CA89-143961A4960C}"/>
              </a:ext>
            </a:extLst>
          </p:cNvPr>
          <p:cNvSpPr>
            <a:spLocks noGrp="1"/>
          </p:cNvSpPr>
          <p:nvPr>
            <p:ph type="pic" sz="quarter" idx="21"/>
          </p:nvPr>
        </p:nvSpPr>
        <p:spPr>
          <a:xfrm>
            <a:off x="330964" y="3492995"/>
            <a:ext cx="2039112" cy="1099425"/>
          </a:xfrm>
        </p:spPr>
        <p:txBody>
          <a:bodyPr/>
          <a:lstStyle/>
          <a:p>
            <a:endParaRPr lang="en-US"/>
          </a:p>
        </p:txBody>
      </p:sp>
      <p:sp>
        <p:nvSpPr>
          <p:cNvPr id="34" name="Picture Placeholder 8">
            <a:extLst>
              <a:ext uri="{FF2B5EF4-FFF2-40B4-BE49-F238E27FC236}">
                <a16:creationId xmlns:a16="http://schemas.microsoft.com/office/drawing/2014/main" id="{0DEF930F-F157-F697-D827-F6D4C884AF14}"/>
              </a:ext>
            </a:extLst>
          </p:cNvPr>
          <p:cNvSpPr>
            <a:spLocks noGrp="1"/>
          </p:cNvSpPr>
          <p:nvPr>
            <p:ph type="pic" sz="quarter" idx="22"/>
          </p:nvPr>
        </p:nvSpPr>
        <p:spPr>
          <a:xfrm>
            <a:off x="2473530" y="3492995"/>
            <a:ext cx="2039112" cy="1099425"/>
          </a:xfrm>
        </p:spPr>
        <p:txBody>
          <a:bodyPr/>
          <a:lstStyle/>
          <a:p>
            <a:endParaRPr lang="en-US"/>
          </a:p>
        </p:txBody>
      </p:sp>
      <p:sp>
        <p:nvSpPr>
          <p:cNvPr id="35" name="Picture Placeholder 8">
            <a:extLst>
              <a:ext uri="{FF2B5EF4-FFF2-40B4-BE49-F238E27FC236}">
                <a16:creationId xmlns:a16="http://schemas.microsoft.com/office/drawing/2014/main" id="{10EB64EF-3C81-74B6-86EB-D2480F7F913C}"/>
              </a:ext>
            </a:extLst>
          </p:cNvPr>
          <p:cNvSpPr>
            <a:spLocks noGrp="1"/>
          </p:cNvSpPr>
          <p:nvPr>
            <p:ph type="pic" sz="quarter" idx="23"/>
          </p:nvPr>
        </p:nvSpPr>
        <p:spPr>
          <a:xfrm>
            <a:off x="4616096" y="3492995"/>
            <a:ext cx="2039112" cy="1099425"/>
          </a:xfrm>
        </p:spPr>
        <p:txBody>
          <a:bodyPr/>
          <a:lstStyle/>
          <a:p>
            <a:endParaRPr lang="en-US"/>
          </a:p>
        </p:txBody>
      </p:sp>
      <p:sp>
        <p:nvSpPr>
          <p:cNvPr id="36" name="Picture Placeholder 8">
            <a:extLst>
              <a:ext uri="{FF2B5EF4-FFF2-40B4-BE49-F238E27FC236}">
                <a16:creationId xmlns:a16="http://schemas.microsoft.com/office/drawing/2014/main" id="{4A910619-83D2-9AFE-DA26-A8F71C0CB0C9}"/>
              </a:ext>
            </a:extLst>
          </p:cNvPr>
          <p:cNvSpPr>
            <a:spLocks noGrp="1"/>
          </p:cNvSpPr>
          <p:nvPr>
            <p:ph type="pic" sz="quarter" idx="24"/>
          </p:nvPr>
        </p:nvSpPr>
        <p:spPr>
          <a:xfrm>
            <a:off x="6758661" y="3492995"/>
            <a:ext cx="2039112" cy="1099425"/>
          </a:xfrm>
        </p:spPr>
        <p:txBody>
          <a:bodyPr/>
          <a:lstStyle/>
          <a:p>
            <a:endParaRPr lang="en-US"/>
          </a:p>
        </p:txBody>
      </p:sp>
      <p:sp>
        <p:nvSpPr>
          <p:cNvPr id="15" name="Footer Placeholder 4">
            <a:extLst>
              <a:ext uri="{FF2B5EF4-FFF2-40B4-BE49-F238E27FC236}">
                <a16:creationId xmlns:a16="http://schemas.microsoft.com/office/drawing/2014/main" id="{C476E2B0-0F97-8DFA-6616-732EA8287C84}"/>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6" name="TextBox 15">
            <a:extLst>
              <a:ext uri="{FF2B5EF4-FFF2-40B4-BE49-F238E27FC236}">
                <a16:creationId xmlns:a16="http://schemas.microsoft.com/office/drawing/2014/main" id="{91ABA00E-3885-B813-98FA-FB2EF5FC3E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78129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Feature Cards">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C1DD6EA7-A41A-4961-9F66-E5C1E6AF0F7B}"/>
              </a:ext>
            </a:extLst>
          </p:cNvPr>
          <p:cNvSpPr/>
          <p:nvPr userDrawn="1"/>
        </p:nvSpPr>
        <p:spPr>
          <a:xfrm>
            <a:off x="33685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4" name="Rectangle: Rounded Corners 33">
            <a:extLst>
              <a:ext uri="{FF2B5EF4-FFF2-40B4-BE49-F238E27FC236}">
                <a16:creationId xmlns:a16="http://schemas.microsoft.com/office/drawing/2014/main" id="{A3BA0948-369F-4508-AE5B-7DA53E899E9C}"/>
              </a:ext>
            </a:extLst>
          </p:cNvPr>
          <p:cNvSpPr/>
          <p:nvPr userDrawn="1"/>
        </p:nvSpPr>
        <p:spPr>
          <a:xfrm>
            <a:off x="250502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Rectangle: Rounded Corners 34">
            <a:extLst>
              <a:ext uri="{FF2B5EF4-FFF2-40B4-BE49-F238E27FC236}">
                <a16:creationId xmlns:a16="http://schemas.microsoft.com/office/drawing/2014/main" id="{032AF2FD-3F42-425E-B5DF-4A2A50540DE3}"/>
              </a:ext>
            </a:extLst>
          </p:cNvPr>
          <p:cNvSpPr/>
          <p:nvPr userDrawn="1"/>
        </p:nvSpPr>
        <p:spPr>
          <a:xfrm>
            <a:off x="4670195"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6" name="Rectangle: Rounded Corners 35">
            <a:extLst>
              <a:ext uri="{FF2B5EF4-FFF2-40B4-BE49-F238E27FC236}">
                <a16:creationId xmlns:a16="http://schemas.microsoft.com/office/drawing/2014/main" id="{7E5E6831-B85C-44FA-BDDB-0763BCF91BE9}"/>
              </a:ext>
            </a:extLst>
          </p:cNvPr>
          <p:cNvSpPr/>
          <p:nvPr userDrawn="1"/>
        </p:nvSpPr>
        <p:spPr>
          <a:xfrm>
            <a:off x="6835366"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ext Placeholder 20">
            <a:extLst>
              <a:ext uri="{FF2B5EF4-FFF2-40B4-BE49-F238E27FC236}">
                <a16:creationId xmlns:a16="http://schemas.microsoft.com/office/drawing/2014/main" id="{C22C809E-B2FB-4BC6-81E7-3AF21859EEA3}"/>
              </a:ext>
            </a:extLst>
          </p:cNvPr>
          <p:cNvSpPr>
            <a:spLocks noGrp="1"/>
          </p:cNvSpPr>
          <p:nvPr>
            <p:ph type="body" sz="quarter" idx="36" hasCustomPrompt="1"/>
          </p:nvPr>
        </p:nvSpPr>
        <p:spPr>
          <a:xfrm>
            <a:off x="5070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2" name="Text Placeholder 20">
            <a:extLst>
              <a:ext uri="{FF2B5EF4-FFF2-40B4-BE49-F238E27FC236}">
                <a16:creationId xmlns:a16="http://schemas.microsoft.com/office/drawing/2014/main" id="{56A92A22-F50C-4E5F-AEB7-58D47F8329EE}"/>
              </a:ext>
            </a:extLst>
          </p:cNvPr>
          <p:cNvSpPr>
            <a:spLocks noGrp="1"/>
          </p:cNvSpPr>
          <p:nvPr>
            <p:ph type="body" sz="quarter" idx="37" hasCustomPrompt="1"/>
          </p:nvPr>
        </p:nvSpPr>
        <p:spPr>
          <a:xfrm>
            <a:off x="5070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3" name="Text Placeholder 20">
            <a:extLst>
              <a:ext uri="{FF2B5EF4-FFF2-40B4-BE49-F238E27FC236}">
                <a16:creationId xmlns:a16="http://schemas.microsoft.com/office/drawing/2014/main" id="{CCAE1FC9-4F2A-4D0E-B238-502557A230D3}"/>
              </a:ext>
            </a:extLst>
          </p:cNvPr>
          <p:cNvSpPr>
            <a:spLocks noGrp="1"/>
          </p:cNvSpPr>
          <p:nvPr>
            <p:ph type="body" sz="quarter" idx="38" hasCustomPrompt="1"/>
          </p:nvPr>
        </p:nvSpPr>
        <p:spPr>
          <a:xfrm>
            <a:off x="5070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4" name="Text Placeholder 20">
            <a:extLst>
              <a:ext uri="{FF2B5EF4-FFF2-40B4-BE49-F238E27FC236}">
                <a16:creationId xmlns:a16="http://schemas.microsoft.com/office/drawing/2014/main" id="{3DF40E83-3CAC-42FD-A3FC-952843AED38E}"/>
              </a:ext>
            </a:extLst>
          </p:cNvPr>
          <p:cNvSpPr>
            <a:spLocks noGrp="1"/>
          </p:cNvSpPr>
          <p:nvPr>
            <p:ph type="body" sz="quarter" idx="39" hasCustomPrompt="1"/>
          </p:nvPr>
        </p:nvSpPr>
        <p:spPr>
          <a:xfrm>
            <a:off x="26787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5" name="Text Placeholder 20">
            <a:extLst>
              <a:ext uri="{FF2B5EF4-FFF2-40B4-BE49-F238E27FC236}">
                <a16:creationId xmlns:a16="http://schemas.microsoft.com/office/drawing/2014/main" id="{F9B7DE75-864F-4315-AD5A-E93E075A7371}"/>
              </a:ext>
            </a:extLst>
          </p:cNvPr>
          <p:cNvSpPr>
            <a:spLocks noGrp="1"/>
          </p:cNvSpPr>
          <p:nvPr>
            <p:ph type="body" sz="quarter" idx="40" hasCustomPrompt="1"/>
          </p:nvPr>
        </p:nvSpPr>
        <p:spPr>
          <a:xfrm>
            <a:off x="26787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6" name="Text Placeholder 20">
            <a:extLst>
              <a:ext uri="{FF2B5EF4-FFF2-40B4-BE49-F238E27FC236}">
                <a16:creationId xmlns:a16="http://schemas.microsoft.com/office/drawing/2014/main" id="{6C2F431A-034C-4785-8D08-6ADCEA48BE30}"/>
              </a:ext>
            </a:extLst>
          </p:cNvPr>
          <p:cNvSpPr>
            <a:spLocks noGrp="1"/>
          </p:cNvSpPr>
          <p:nvPr>
            <p:ph type="body" sz="quarter" idx="41" hasCustomPrompt="1"/>
          </p:nvPr>
        </p:nvSpPr>
        <p:spPr>
          <a:xfrm>
            <a:off x="26787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7" name="Text Placeholder 20">
            <a:extLst>
              <a:ext uri="{FF2B5EF4-FFF2-40B4-BE49-F238E27FC236}">
                <a16:creationId xmlns:a16="http://schemas.microsoft.com/office/drawing/2014/main" id="{F82C721C-33C9-4BA9-A170-EE847CC00C54}"/>
              </a:ext>
            </a:extLst>
          </p:cNvPr>
          <p:cNvSpPr>
            <a:spLocks noGrp="1"/>
          </p:cNvSpPr>
          <p:nvPr>
            <p:ph type="body" sz="quarter" idx="42" hasCustomPrompt="1"/>
          </p:nvPr>
        </p:nvSpPr>
        <p:spPr>
          <a:xfrm>
            <a:off x="48409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8" name="Text Placeholder 20">
            <a:extLst>
              <a:ext uri="{FF2B5EF4-FFF2-40B4-BE49-F238E27FC236}">
                <a16:creationId xmlns:a16="http://schemas.microsoft.com/office/drawing/2014/main" id="{7D44742B-A45C-47CB-B2B9-F81D06E7D1A5}"/>
              </a:ext>
            </a:extLst>
          </p:cNvPr>
          <p:cNvSpPr>
            <a:spLocks noGrp="1"/>
          </p:cNvSpPr>
          <p:nvPr>
            <p:ph type="body" sz="quarter" idx="43" hasCustomPrompt="1"/>
          </p:nvPr>
        </p:nvSpPr>
        <p:spPr>
          <a:xfrm>
            <a:off x="48409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9" name="Text Placeholder 20">
            <a:extLst>
              <a:ext uri="{FF2B5EF4-FFF2-40B4-BE49-F238E27FC236}">
                <a16:creationId xmlns:a16="http://schemas.microsoft.com/office/drawing/2014/main" id="{A0F2DED4-046A-41D0-9AEE-6420A50C3DA4}"/>
              </a:ext>
            </a:extLst>
          </p:cNvPr>
          <p:cNvSpPr>
            <a:spLocks noGrp="1"/>
          </p:cNvSpPr>
          <p:nvPr>
            <p:ph type="body" sz="quarter" idx="44" hasCustomPrompt="1"/>
          </p:nvPr>
        </p:nvSpPr>
        <p:spPr>
          <a:xfrm>
            <a:off x="48409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0" name="Text Placeholder 20">
            <a:extLst>
              <a:ext uri="{FF2B5EF4-FFF2-40B4-BE49-F238E27FC236}">
                <a16:creationId xmlns:a16="http://schemas.microsoft.com/office/drawing/2014/main" id="{89FB0A70-73BC-4F7C-9198-69A0570332EB}"/>
              </a:ext>
            </a:extLst>
          </p:cNvPr>
          <p:cNvSpPr>
            <a:spLocks noGrp="1"/>
          </p:cNvSpPr>
          <p:nvPr>
            <p:ph type="body" sz="quarter" idx="45" hasCustomPrompt="1"/>
          </p:nvPr>
        </p:nvSpPr>
        <p:spPr>
          <a:xfrm>
            <a:off x="70126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31" name="Text Placeholder 20">
            <a:extLst>
              <a:ext uri="{FF2B5EF4-FFF2-40B4-BE49-F238E27FC236}">
                <a16:creationId xmlns:a16="http://schemas.microsoft.com/office/drawing/2014/main" id="{8ABA6A23-2F2D-46BA-A97D-6E88FCD0A060}"/>
              </a:ext>
            </a:extLst>
          </p:cNvPr>
          <p:cNvSpPr>
            <a:spLocks noGrp="1"/>
          </p:cNvSpPr>
          <p:nvPr>
            <p:ph type="body" sz="quarter" idx="46" hasCustomPrompt="1"/>
          </p:nvPr>
        </p:nvSpPr>
        <p:spPr>
          <a:xfrm>
            <a:off x="70126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32" name="Text Placeholder 20">
            <a:extLst>
              <a:ext uri="{FF2B5EF4-FFF2-40B4-BE49-F238E27FC236}">
                <a16:creationId xmlns:a16="http://schemas.microsoft.com/office/drawing/2014/main" id="{AECC95D7-81D0-4C1B-B4C8-BFC3CE507AD9}"/>
              </a:ext>
            </a:extLst>
          </p:cNvPr>
          <p:cNvSpPr>
            <a:spLocks noGrp="1"/>
          </p:cNvSpPr>
          <p:nvPr>
            <p:ph type="body" sz="quarter" idx="47" hasCustomPrompt="1"/>
          </p:nvPr>
        </p:nvSpPr>
        <p:spPr>
          <a:xfrm>
            <a:off x="70126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8" name="Picture Placeholder 37">
            <a:extLst>
              <a:ext uri="{FF2B5EF4-FFF2-40B4-BE49-F238E27FC236}">
                <a16:creationId xmlns:a16="http://schemas.microsoft.com/office/drawing/2014/main" id="{91935E2B-4419-4CF2-B2C2-EBD36056E320}"/>
              </a:ext>
            </a:extLst>
          </p:cNvPr>
          <p:cNvSpPr>
            <a:spLocks noGrp="1"/>
          </p:cNvSpPr>
          <p:nvPr>
            <p:ph type="pic" sz="quarter" idx="48" hasCustomPrompt="1"/>
          </p:nvPr>
        </p:nvSpPr>
        <p:spPr>
          <a:xfrm>
            <a:off x="336550"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39" name="Picture Placeholder 37">
            <a:extLst>
              <a:ext uri="{FF2B5EF4-FFF2-40B4-BE49-F238E27FC236}">
                <a16:creationId xmlns:a16="http://schemas.microsoft.com/office/drawing/2014/main" id="{2BF5EBDE-6162-4543-B824-380435BB8189}"/>
              </a:ext>
            </a:extLst>
          </p:cNvPr>
          <p:cNvSpPr>
            <a:spLocks noGrp="1"/>
          </p:cNvSpPr>
          <p:nvPr>
            <p:ph type="pic" sz="quarter" idx="49" hasCustomPrompt="1"/>
          </p:nvPr>
        </p:nvSpPr>
        <p:spPr>
          <a:xfrm>
            <a:off x="2505482"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0" name="Picture Placeholder 37">
            <a:extLst>
              <a:ext uri="{FF2B5EF4-FFF2-40B4-BE49-F238E27FC236}">
                <a16:creationId xmlns:a16="http://schemas.microsoft.com/office/drawing/2014/main" id="{1A7B8B57-392D-415B-9625-20ABBA5CF421}"/>
              </a:ext>
            </a:extLst>
          </p:cNvPr>
          <p:cNvSpPr>
            <a:spLocks noGrp="1"/>
          </p:cNvSpPr>
          <p:nvPr>
            <p:ph type="pic" sz="quarter" idx="50" hasCustomPrompt="1"/>
          </p:nvPr>
        </p:nvSpPr>
        <p:spPr>
          <a:xfrm>
            <a:off x="4670195"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1" name="Picture Placeholder 37">
            <a:extLst>
              <a:ext uri="{FF2B5EF4-FFF2-40B4-BE49-F238E27FC236}">
                <a16:creationId xmlns:a16="http://schemas.microsoft.com/office/drawing/2014/main" id="{9B04C5B9-35EE-4D0A-8D44-630617DD2961}"/>
              </a:ext>
            </a:extLst>
          </p:cNvPr>
          <p:cNvSpPr>
            <a:spLocks noGrp="1"/>
          </p:cNvSpPr>
          <p:nvPr>
            <p:ph type="pic" sz="quarter" idx="51" hasCustomPrompt="1"/>
          </p:nvPr>
        </p:nvSpPr>
        <p:spPr>
          <a:xfrm>
            <a:off x="6834908"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12" name="Footer Placeholder 4">
            <a:extLst>
              <a:ext uri="{FF2B5EF4-FFF2-40B4-BE49-F238E27FC236}">
                <a16:creationId xmlns:a16="http://schemas.microsoft.com/office/drawing/2014/main" id="{A40E9994-3012-4987-041B-66A793F2B80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A9FD56B3-0C3B-D1B5-E7ED-603C68A65A5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21980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am Bio - 4 - Orange">
    <p:bg>
      <p:bgPr>
        <a:solidFill>
          <a:schemeClr val="tx2"/>
        </a:solidFill>
        <a:effectLst/>
      </p:bgPr>
    </p:bg>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463040" cy="1371600"/>
          </a:xfrm>
          <a:noFill/>
        </p:spPr>
        <p:txBody>
          <a:bodyPr>
            <a:noAutofit/>
          </a:bodyPr>
          <a:lstStyle>
            <a:lvl1pPr marL="0" indent="0">
              <a:buNone/>
              <a:defRPr>
                <a:solidFill>
                  <a:schemeClr val="bg1"/>
                </a:solidFill>
              </a:defRPr>
            </a:lvl1pPr>
          </a:lstStyle>
          <a:p>
            <a:r>
              <a:rPr lang="en-US"/>
              <a:t>Add Background Image</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lvl1pPr>
              <a:defRPr>
                <a:solidFill>
                  <a:schemeClr val="bg1"/>
                </a:solidFill>
              </a:defRPr>
            </a:lvl1pPr>
          </a:lstStyle>
          <a:p>
            <a:r>
              <a:rPr lang="en-US"/>
              <a:t>Headline in Arial Bold 32pt</a:t>
            </a:r>
          </a:p>
        </p:txBody>
      </p:sp>
      <p:pic>
        <p:nvPicPr>
          <p:cNvPr id="23" name="Picture 22">
            <a:extLst>
              <a:ext uri="{FF2B5EF4-FFF2-40B4-BE49-F238E27FC236}">
                <a16:creationId xmlns:a16="http://schemas.microsoft.com/office/drawing/2014/main" id="{D20C124A-CEFE-D041-B9DA-A1303F6E15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9" name="Footer Placeholder 4">
            <a:extLst>
              <a:ext uri="{FF2B5EF4-FFF2-40B4-BE49-F238E27FC236}">
                <a16:creationId xmlns:a16="http://schemas.microsoft.com/office/drawing/2014/main" id="{4DB638F7-CD72-60BF-E273-FF640C6956E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28A8DBD7-737F-85D1-D66A-5BC4BCCC9DC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5796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Bio - 4 - Whit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58794"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pic>
        <p:nvPicPr>
          <p:cNvPr id="22" name="Picture 21">
            <a:extLst>
              <a:ext uri="{FF2B5EF4-FFF2-40B4-BE49-F238E27FC236}">
                <a16:creationId xmlns:a16="http://schemas.microsoft.com/office/drawing/2014/main" id="{92BD0B31-FC2E-6C46-ABBE-6968983428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FBFCD676-2497-3490-DF8A-A6B05DAB2D7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41787F3-03F9-F572-3E21-9955F79BCED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1274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 Bio - 8 - Orang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sp>
        <p:nvSpPr>
          <p:cNvPr id="48" name="Picture Placeholder 4">
            <a:extLst>
              <a:ext uri="{FF2B5EF4-FFF2-40B4-BE49-F238E27FC236}">
                <a16:creationId xmlns:a16="http://schemas.microsoft.com/office/drawing/2014/main" id="{6DE71005-F30C-7249-A846-E517B63AC7D7}"/>
              </a:ext>
            </a:extLst>
          </p:cNvPr>
          <p:cNvSpPr>
            <a:spLocks noGrp="1"/>
          </p:cNvSpPr>
          <p:nvPr>
            <p:ph type="pic" sz="quarter" idx="45" hasCustomPrompt="1"/>
          </p:nvPr>
        </p:nvSpPr>
        <p:spPr>
          <a:xfrm>
            <a:off x="2172046" y="2899111"/>
            <a:ext cx="146304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50" name="Text Placeholder 12">
            <a:extLst>
              <a:ext uri="{FF2B5EF4-FFF2-40B4-BE49-F238E27FC236}">
                <a16:creationId xmlns:a16="http://schemas.microsoft.com/office/drawing/2014/main" id="{0CF8F555-AADA-9040-AAC6-0B365EB306E0}"/>
              </a:ext>
            </a:extLst>
          </p:cNvPr>
          <p:cNvSpPr>
            <a:spLocks noGrp="1"/>
          </p:cNvSpPr>
          <p:nvPr>
            <p:ph type="body" sz="quarter" idx="46" hasCustomPrompt="1"/>
          </p:nvPr>
        </p:nvSpPr>
        <p:spPr>
          <a:xfrm>
            <a:off x="2158794"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5">
            <a:extLst>
              <a:ext uri="{FF2B5EF4-FFF2-40B4-BE49-F238E27FC236}">
                <a16:creationId xmlns:a16="http://schemas.microsoft.com/office/drawing/2014/main" id="{8A844426-3464-FF4A-A7DD-6B411CED5F56}"/>
              </a:ext>
            </a:extLst>
          </p:cNvPr>
          <p:cNvSpPr>
            <a:spLocks noGrp="1"/>
          </p:cNvSpPr>
          <p:nvPr>
            <p:ph type="body" sz="quarter" idx="47" hasCustomPrompt="1"/>
          </p:nvPr>
        </p:nvSpPr>
        <p:spPr>
          <a:xfrm>
            <a:off x="2158794"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2" name="Picture Placeholder 4">
            <a:extLst>
              <a:ext uri="{FF2B5EF4-FFF2-40B4-BE49-F238E27FC236}">
                <a16:creationId xmlns:a16="http://schemas.microsoft.com/office/drawing/2014/main" id="{5ACE3ECE-2B1E-4241-97F4-9BAA2F561295}"/>
              </a:ext>
            </a:extLst>
          </p:cNvPr>
          <p:cNvSpPr>
            <a:spLocks noGrp="1"/>
          </p:cNvSpPr>
          <p:nvPr>
            <p:ph type="pic" sz="quarter" idx="48" hasCustomPrompt="1"/>
          </p:nvPr>
        </p:nvSpPr>
        <p:spPr>
          <a:xfrm>
            <a:off x="3853822"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0" name="Picture Placeholder 4">
            <a:extLst>
              <a:ext uri="{FF2B5EF4-FFF2-40B4-BE49-F238E27FC236}">
                <a16:creationId xmlns:a16="http://schemas.microsoft.com/office/drawing/2014/main" id="{64440BE8-613A-8B48-8026-5784881B4C4C}"/>
              </a:ext>
            </a:extLst>
          </p:cNvPr>
          <p:cNvSpPr>
            <a:spLocks noGrp="1"/>
          </p:cNvSpPr>
          <p:nvPr>
            <p:ph type="pic" sz="quarter" idx="49" hasCustomPrompt="1"/>
          </p:nvPr>
        </p:nvSpPr>
        <p:spPr>
          <a:xfrm>
            <a:off x="5581318"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1" name="Picture Placeholder 4">
            <a:extLst>
              <a:ext uri="{FF2B5EF4-FFF2-40B4-BE49-F238E27FC236}">
                <a16:creationId xmlns:a16="http://schemas.microsoft.com/office/drawing/2014/main" id="{B887A33D-08F1-F142-90B4-C73158EE32C8}"/>
              </a:ext>
            </a:extLst>
          </p:cNvPr>
          <p:cNvSpPr>
            <a:spLocks noGrp="1"/>
          </p:cNvSpPr>
          <p:nvPr>
            <p:ph type="pic" sz="quarter" idx="50" hasCustomPrompt="1"/>
          </p:nvPr>
        </p:nvSpPr>
        <p:spPr>
          <a:xfrm>
            <a:off x="7308815"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2" name="Text Placeholder 12">
            <a:extLst>
              <a:ext uri="{FF2B5EF4-FFF2-40B4-BE49-F238E27FC236}">
                <a16:creationId xmlns:a16="http://schemas.microsoft.com/office/drawing/2014/main" id="{7AFC6281-71E3-234B-AFF7-D882EB7FFDF5}"/>
              </a:ext>
            </a:extLst>
          </p:cNvPr>
          <p:cNvSpPr>
            <a:spLocks noGrp="1"/>
          </p:cNvSpPr>
          <p:nvPr>
            <p:ph type="body" sz="quarter" idx="51" hasCustomPrompt="1"/>
          </p:nvPr>
        </p:nvSpPr>
        <p:spPr>
          <a:xfrm>
            <a:off x="3853822"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3" name="Text Placeholder 5">
            <a:extLst>
              <a:ext uri="{FF2B5EF4-FFF2-40B4-BE49-F238E27FC236}">
                <a16:creationId xmlns:a16="http://schemas.microsoft.com/office/drawing/2014/main" id="{8DC8FFFA-E1ED-6C43-983E-2B5531DD21F3}"/>
              </a:ext>
            </a:extLst>
          </p:cNvPr>
          <p:cNvSpPr>
            <a:spLocks noGrp="1"/>
          </p:cNvSpPr>
          <p:nvPr>
            <p:ph type="body" sz="quarter" idx="52" hasCustomPrompt="1"/>
          </p:nvPr>
        </p:nvSpPr>
        <p:spPr>
          <a:xfrm>
            <a:off x="3853822"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4" name="Text Placeholder 12">
            <a:extLst>
              <a:ext uri="{FF2B5EF4-FFF2-40B4-BE49-F238E27FC236}">
                <a16:creationId xmlns:a16="http://schemas.microsoft.com/office/drawing/2014/main" id="{270C43BF-0E3C-804A-9F17-CD85043F83A8}"/>
              </a:ext>
            </a:extLst>
          </p:cNvPr>
          <p:cNvSpPr>
            <a:spLocks noGrp="1"/>
          </p:cNvSpPr>
          <p:nvPr>
            <p:ph type="body" sz="quarter" idx="53" hasCustomPrompt="1"/>
          </p:nvPr>
        </p:nvSpPr>
        <p:spPr>
          <a:xfrm>
            <a:off x="5581318"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5" name="Text Placeholder 5">
            <a:extLst>
              <a:ext uri="{FF2B5EF4-FFF2-40B4-BE49-F238E27FC236}">
                <a16:creationId xmlns:a16="http://schemas.microsoft.com/office/drawing/2014/main" id="{076100AF-F666-494B-BD94-26605B353CC3}"/>
              </a:ext>
            </a:extLst>
          </p:cNvPr>
          <p:cNvSpPr>
            <a:spLocks noGrp="1"/>
          </p:cNvSpPr>
          <p:nvPr>
            <p:ph type="body" sz="quarter" idx="54" hasCustomPrompt="1"/>
          </p:nvPr>
        </p:nvSpPr>
        <p:spPr>
          <a:xfrm>
            <a:off x="5581318"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6" name="Text Placeholder 12">
            <a:extLst>
              <a:ext uri="{FF2B5EF4-FFF2-40B4-BE49-F238E27FC236}">
                <a16:creationId xmlns:a16="http://schemas.microsoft.com/office/drawing/2014/main" id="{5B16FDFA-7444-1141-9B53-CDE4B2614ED6}"/>
              </a:ext>
            </a:extLst>
          </p:cNvPr>
          <p:cNvSpPr>
            <a:spLocks noGrp="1"/>
          </p:cNvSpPr>
          <p:nvPr>
            <p:ph type="body" sz="quarter" idx="55" hasCustomPrompt="1"/>
          </p:nvPr>
        </p:nvSpPr>
        <p:spPr>
          <a:xfrm>
            <a:off x="7308815"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7" name="Text Placeholder 5">
            <a:extLst>
              <a:ext uri="{FF2B5EF4-FFF2-40B4-BE49-F238E27FC236}">
                <a16:creationId xmlns:a16="http://schemas.microsoft.com/office/drawing/2014/main" id="{3098A008-3717-5B4D-8E9C-A11828CD7BF0}"/>
              </a:ext>
            </a:extLst>
          </p:cNvPr>
          <p:cNvSpPr>
            <a:spLocks noGrp="1"/>
          </p:cNvSpPr>
          <p:nvPr>
            <p:ph type="body" sz="quarter" idx="56" hasCustomPrompt="1"/>
          </p:nvPr>
        </p:nvSpPr>
        <p:spPr>
          <a:xfrm>
            <a:off x="7308815"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pic>
        <p:nvPicPr>
          <p:cNvPr id="30" name="Picture 29">
            <a:extLst>
              <a:ext uri="{FF2B5EF4-FFF2-40B4-BE49-F238E27FC236}">
                <a16:creationId xmlns:a16="http://schemas.microsoft.com/office/drawing/2014/main" id="{46583E79-1016-724D-A492-4C7A3AD280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A7E0D81C-F4D4-E464-7C1A-05D95D98B51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1BC8EC2-40A6-37CD-0E2B-8A2942E3CD8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86706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Data Highlights - 6">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4" y="445961"/>
            <a:ext cx="8470284"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4" y="962227"/>
            <a:ext cx="8470284"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9" name="Rectangle 8">
            <a:extLst>
              <a:ext uri="{FF2B5EF4-FFF2-40B4-BE49-F238E27FC236}">
                <a16:creationId xmlns:a16="http://schemas.microsoft.com/office/drawing/2014/main" id="{B73EB557-31D5-48DA-A4E5-7FA3A5020089}"/>
              </a:ext>
            </a:extLst>
          </p:cNvPr>
          <p:cNvSpPr/>
          <p:nvPr userDrawn="1"/>
        </p:nvSpPr>
        <p:spPr>
          <a:xfrm>
            <a:off x="336853" y="1394533"/>
            <a:ext cx="8470285" cy="3243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algn="ctr"/>
            <a:endParaRPr lang="en-US" sz="3200" b="1">
              <a:solidFill>
                <a:schemeClr val="tx2"/>
              </a:solidFill>
            </a:endParaRPr>
          </a:p>
        </p:txBody>
      </p:sp>
      <p:grpSp>
        <p:nvGrpSpPr>
          <p:cNvPr id="12" name="Group 11">
            <a:extLst>
              <a:ext uri="{FF2B5EF4-FFF2-40B4-BE49-F238E27FC236}">
                <a16:creationId xmlns:a16="http://schemas.microsoft.com/office/drawing/2014/main" id="{0A4DAD8B-2D92-4C19-AFFB-0E8358D4C50D}"/>
              </a:ext>
            </a:extLst>
          </p:cNvPr>
          <p:cNvGrpSpPr/>
          <p:nvPr userDrawn="1"/>
        </p:nvGrpSpPr>
        <p:grpSpPr>
          <a:xfrm>
            <a:off x="3158287" y="1545264"/>
            <a:ext cx="2821433" cy="1311349"/>
            <a:chOff x="3158287" y="1394532"/>
            <a:chExt cx="2821433" cy="3227086"/>
          </a:xfrm>
        </p:grpSpPr>
        <p:cxnSp>
          <p:nvCxnSpPr>
            <p:cNvPr id="13" name="Straight Connector 12">
              <a:extLst>
                <a:ext uri="{FF2B5EF4-FFF2-40B4-BE49-F238E27FC236}">
                  <a16:creationId xmlns:a16="http://schemas.microsoft.com/office/drawing/2014/main" id="{DC3ADE0A-6559-403E-AEEF-C1A1D571B6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AF4CCC-3488-45FC-B080-B709C6CBF3BA}"/>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21096E37-785C-457D-8B41-981B8E272E07}"/>
              </a:ext>
            </a:extLst>
          </p:cNvPr>
          <p:cNvCxnSpPr/>
          <p:nvPr userDrawn="1"/>
        </p:nvCxnSpPr>
        <p:spPr>
          <a:xfrm>
            <a:off x="336854" y="3008075"/>
            <a:ext cx="847029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31EE8CE0-5ABE-4A45-8898-4BE4D56A0F6C}"/>
              </a:ext>
            </a:extLst>
          </p:cNvPr>
          <p:cNvGrpSpPr/>
          <p:nvPr userDrawn="1"/>
        </p:nvGrpSpPr>
        <p:grpSpPr>
          <a:xfrm>
            <a:off x="3158287" y="3159171"/>
            <a:ext cx="2821433" cy="1311349"/>
            <a:chOff x="3158287" y="1394532"/>
            <a:chExt cx="2821433" cy="3227086"/>
          </a:xfrm>
        </p:grpSpPr>
        <p:cxnSp>
          <p:nvCxnSpPr>
            <p:cNvPr id="17" name="Straight Connector 16">
              <a:extLst>
                <a:ext uri="{FF2B5EF4-FFF2-40B4-BE49-F238E27FC236}">
                  <a16:creationId xmlns:a16="http://schemas.microsoft.com/office/drawing/2014/main" id="{FF25FBE6-907B-420A-982A-8951704670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115346-0993-4242-83B2-1CB952093BE8}"/>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1" name="Text Placeholder 2">
            <a:extLst>
              <a:ext uri="{FF2B5EF4-FFF2-40B4-BE49-F238E27FC236}">
                <a16:creationId xmlns:a16="http://schemas.microsoft.com/office/drawing/2014/main" id="{9FF0178D-02BA-4893-B094-DEDECC8FC252}"/>
              </a:ext>
            </a:extLst>
          </p:cNvPr>
          <p:cNvSpPr>
            <a:spLocks noGrp="1"/>
          </p:cNvSpPr>
          <p:nvPr>
            <p:ph type="body" sz="quarter" idx="36" hasCustomPrompt="1"/>
          </p:nvPr>
        </p:nvSpPr>
        <p:spPr>
          <a:xfrm>
            <a:off x="727372"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23" name="Text Placeholder 21">
            <a:extLst>
              <a:ext uri="{FF2B5EF4-FFF2-40B4-BE49-F238E27FC236}">
                <a16:creationId xmlns:a16="http://schemas.microsoft.com/office/drawing/2014/main" id="{24BF2DEF-F52A-41C0-B2B4-A1E873FFA9C9}"/>
              </a:ext>
            </a:extLst>
          </p:cNvPr>
          <p:cNvSpPr>
            <a:spLocks noGrp="1"/>
          </p:cNvSpPr>
          <p:nvPr>
            <p:ph type="body" sz="quarter" idx="37" hasCustomPrompt="1"/>
          </p:nvPr>
        </p:nvSpPr>
        <p:spPr>
          <a:xfrm>
            <a:off x="727372"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4" name="Text Placeholder 2">
            <a:extLst>
              <a:ext uri="{FF2B5EF4-FFF2-40B4-BE49-F238E27FC236}">
                <a16:creationId xmlns:a16="http://schemas.microsoft.com/office/drawing/2014/main" id="{0367C9D2-30C2-491D-B71D-E51652E2EB66}"/>
              </a:ext>
            </a:extLst>
          </p:cNvPr>
          <p:cNvSpPr>
            <a:spLocks noGrp="1"/>
          </p:cNvSpPr>
          <p:nvPr>
            <p:ph type="body" sz="quarter" idx="38" hasCustomPrompt="1"/>
          </p:nvPr>
        </p:nvSpPr>
        <p:spPr>
          <a:xfrm>
            <a:off x="3548658"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Billion</a:t>
            </a:r>
          </a:p>
        </p:txBody>
      </p:sp>
      <p:sp>
        <p:nvSpPr>
          <p:cNvPr id="25" name="Text Placeholder 21">
            <a:extLst>
              <a:ext uri="{FF2B5EF4-FFF2-40B4-BE49-F238E27FC236}">
                <a16:creationId xmlns:a16="http://schemas.microsoft.com/office/drawing/2014/main" id="{44E2648A-272D-4CBA-AD06-7D06ECC577E9}"/>
              </a:ext>
            </a:extLst>
          </p:cNvPr>
          <p:cNvSpPr>
            <a:spLocks noGrp="1"/>
          </p:cNvSpPr>
          <p:nvPr>
            <p:ph type="body" sz="quarter" idx="39" hasCustomPrompt="1"/>
          </p:nvPr>
        </p:nvSpPr>
        <p:spPr>
          <a:xfrm>
            <a:off x="3548658"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6" name="Text Placeholder 2">
            <a:extLst>
              <a:ext uri="{FF2B5EF4-FFF2-40B4-BE49-F238E27FC236}">
                <a16:creationId xmlns:a16="http://schemas.microsoft.com/office/drawing/2014/main" id="{2E9CCAB3-93CF-41CC-A6EF-C3749913B1DE}"/>
              </a:ext>
            </a:extLst>
          </p:cNvPr>
          <p:cNvSpPr>
            <a:spLocks noGrp="1"/>
          </p:cNvSpPr>
          <p:nvPr>
            <p:ph type="body" sz="quarter" idx="40" hasCustomPrompt="1"/>
          </p:nvPr>
        </p:nvSpPr>
        <p:spPr>
          <a:xfrm>
            <a:off x="6376380"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Reais</a:t>
            </a:r>
          </a:p>
        </p:txBody>
      </p:sp>
      <p:sp>
        <p:nvSpPr>
          <p:cNvPr id="27" name="Text Placeholder 21">
            <a:extLst>
              <a:ext uri="{FF2B5EF4-FFF2-40B4-BE49-F238E27FC236}">
                <a16:creationId xmlns:a16="http://schemas.microsoft.com/office/drawing/2014/main" id="{CC46802F-2568-492C-9445-C2BF839A26DD}"/>
              </a:ext>
            </a:extLst>
          </p:cNvPr>
          <p:cNvSpPr>
            <a:spLocks noGrp="1"/>
          </p:cNvSpPr>
          <p:nvPr>
            <p:ph type="body" sz="quarter" idx="41" hasCustomPrompt="1"/>
          </p:nvPr>
        </p:nvSpPr>
        <p:spPr>
          <a:xfrm>
            <a:off x="6376380"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3" name="Text Placeholder 2">
            <a:extLst>
              <a:ext uri="{FF2B5EF4-FFF2-40B4-BE49-F238E27FC236}">
                <a16:creationId xmlns:a16="http://schemas.microsoft.com/office/drawing/2014/main" id="{6FAD97EE-3048-44FF-BA8F-D375EAC81DA9}"/>
              </a:ext>
            </a:extLst>
          </p:cNvPr>
          <p:cNvSpPr>
            <a:spLocks noGrp="1"/>
          </p:cNvSpPr>
          <p:nvPr>
            <p:ph type="body" sz="quarter" idx="42" hasCustomPrompt="1"/>
          </p:nvPr>
        </p:nvSpPr>
        <p:spPr>
          <a:xfrm>
            <a:off x="727372"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a:t>
            </a:r>
            <a:r>
              <a:rPr lang="en-US" err="1"/>
              <a:t>Rénmínbì</a:t>
            </a:r>
            <a:endParaRPr lang="en-US"/>
          </a:p>
        </p:txBody>
      </p:sp>
      <p:sp>
        <p:nvSpPr>
          <p:cNvPr id="34" name="Text Placeholder 21">
            <a:extLst>
              <a:ext uri="{FF2B5EF4-FFF2-40B4-BE49-F238E27FC236}">
                <a16:creationId xmlns:a16="http://schemas.microsoft.com/office/drawing/2014/main" id="{C2D219B9-B0B6-474C-935C-76015CBE6D78}"/>
              </a:ext>
            </a:extLst>
          </p:cNvPr>
          <p:cNvSpPr>
            <a:spLocks noGrp="1"/>
          </p:cNvSpPr>
          <p:nvPr>
            <p:ph type="body" sz="quarter" idx="43" hasCustomPrompt="1"/>
          </p:nvPr>
        </p:nvSpPr>
        <p:spPr>
          <a:xfrm>
            <a:off x="727372"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5" name="Text Placeholder 2">
            <a:extLst>
              <a:ext uri="{FF2B5EF4-FFF2-40B4-BE49-F238E27FC236}">
                <a16:creationId xmlns:a16="http://schemas.microsoft.com/office/drawing/2014/main" id="{7738C4AD-2396-4B35-A61D-622B7977107A}"/>
              </a:ext>
            </a:extLst>
          </p:cNvPr>
          <p:cNvSpPr>
            <a:spLocks noGrp="1"/>
          </p:cNvSpPr>
          <p:nvPr>
            <p:ph type="body" sz="quarter" idx="44" hasCustomPrompt="1"/>
          </p:nvPr>
        </p:nvSpPr>
        <p:spPr>
          <a:xfrm>
            <a:off x="3548658"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Million</a:t>
            </a:r>
          </a:p>
        </p:txBody>
      </p:sp>
      <p:sp>
        <p:nvSpPr>
          <p:cNvPr id="36" name="Text Placeholder 21">
            <a:extLst>
              <a:ext uri="{FF2B5EF4-FFF2-40B4-BE49-F238E27FC236}">
                <a16:creationId xmlns:a16="http://schemas.microsoft.com/office/drawing/2014/main" id="{74259494-7343-470F-8E7D-CBA45F825C2D}"/>
              </a:ext>
            </a:extLst>
          </p:cNvPr>
          <p:cNvSpPr>
            <a:spLocks noGrp="1"/>
          </p:cNvSpPr>
          <p:nvPr>
            <p:ph type="body" sz="quarter" idx="45" hasCustomPrompt="1"/>
          </p:nvPr>
        </p:nvSpPr>
        <p:spPr>
          <a:xfrm>
            <a:off x="3548658"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7" name="Text Placeholder 2">
            <a:extLst>
              <a:ext uri="{FF2B5EF4-FFF2-40B4-BE49-F238E27FC236}">
                <a16:creationId xmlns:a16="http://schemas.microsoft.com/office/drawing/2014/main" id="{99BD71E9-0A8A-44C6-87DB-591589D8673B}"/>
              </a:ext>
            </a:extLst>
          </p:cNvPr>
          <p:cNvSpPr>
            <a:spLocks noGrp="1"/>
          </p:cNvSpPr>
          <p:nvPr>
            <p:ph type="body" sz="quarter" idx="46" hasCustomPrompt="1"/>
          </p:nvPr>
        </p:nvSpPr>
        <p:spPr>
          <a:xfrm>
            <a:off x="6376380"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38" name="Text Placeholder 21">
            <a:extLst>
              <a:ext uri="{FF2B5EF4-FFF2-40B4-BE49-F238E27FC236}">
                <a16:creationId xmlns:a16="http://schemas.microsoft.com/office/drawing/2014/main" id="{7306A12D-0238-4D79-92C4-140F8E2BAE88}"/>
              </a:ext>
            </a:extLst>
          </p:cNvPr>
          <p:cNvSpPr>
            <a:spLocks noGrp="1"/>
          </p:cNvSpPr>
          <p:nvPr>
            <p:ph type="body" sz="quarter" idx="47" hasCustomPrompt="1"/>
          </p:nvPr>
        </p:nvSpPr>
        <p:spPr>
          <a:xfrm>
            <a:off x="6376380"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8" name="Footer Placeholder 4">
            <a:extLst>
              <a:ext uri="{FF2B5EF4-FFF2-40B4-BE49-F238E27FC236}">
                <a16:creationId xmlns:a16="http://schemas.microsoft.com/office/drawing/2014/main" id="{904E0AF8-EDA3-EA14-53A9-40FECD489C7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9" name="TextBox 28">
            <a:extLst>
              <a:ext uri="{FF2B5EF4-FFF2-40B4-BE49-F238E27FC236}">
                <a16:creationId xmlns:a16="http://schemas.microsoft.com/office/drawing/2014/main" id="{9EE88394-B5EE-50AA-5AC2-045F11B3B7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21183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Large Stats Orange Illustration">
    <p:bg>
      <p:bgPr>
        <a:solidFill>
          <a:schemeClr val="tx2"/>
        </a:solidFill>
        <a:effectLst/>
      </p:bgPr>
    </p:bg>
    <p:spTree>
      <p:nvGrpSpPr>
        <p:cNvPr id="1" name=""/>
        <p:cNvGrpSpPr/>
        <p:nvPr/>
      </p:nvGrpSpPr>
      <p:grpSpPr>
        <a:xfrm>
          <a:off x="0" y="0"/>
          <a:ext cx="0" cy="0"/>
          <a:chOff x="0" y="0"/>
          <a:chExt cx="0" cy="0"/>
        </a:xfrm>
      </p:grpSpPr>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pic>
        <p:nvPicPr>
          <p:cNvPr id="53" name="Graphic 52">
            <a:extLst>
              <a:ext uri="{FF2B5EF4-FFF2-40B4-BE49-F238E27FC236}">
                <a16:creationId xmlns:a16="http://schemas.microsoft.com/office/drawing/2014/main" id="{71E8C0BE-7926-4AC9-B4AC-0A714C8736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6273495D-F1E7-FB21-140D-AA9EE26EEC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0F68E701-34BC-D74A-8CC6-33006E7EE76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8439BB7-420B-7F8B-7311-0FF0BA71C1BD}"/>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 name="Rectangle 2">
            <a:extLst>
              <a:ext uri="{FF2B5EF4-FFF2-40B4-BE49-F238E27FC236}">
                <a16:creationId xmlns:a16="http://schemas.microsoft.com/office/drawing/2014/main" id="{01753081-0A14-09E3-0A33-4D8586865332}"/>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13008171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rge Stats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93F0C9B-59EA-1986-56BA-226815DF74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A9D7EBDE-C836-F8D2-EEE2-2DBDEDE54D4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B1346CF9-4079-FBCA-021D-395A7911FB6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149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Large Stats Light Gray Illustration">
    <p:bg>
      <p:bgPr>
        <a:solidFill>
          <a:schemeClr val="bg1">
            <a:lumMod val="95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E9D7E4C-C2F0-DECA-A43B-7F473955360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9" name="Footer Placeholder 4">
            <a:extLst>
              <a:ext uri="{FF2B5EF4-FFF2-40B4-BE49-F238E27FC236}">
                <a16:creationId xmlns:a16="http://schemas.microsoft.com/office/drawing/2014/main" id="{0D532A41-6A95-A365-4CEC-C000A5AFC2B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C6223521-C8ED-A5B6-1BB1-07562B000A2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7301DBBC-AB08-4040-AAEC-B29500B97AFA}"/>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6CF029BF-8B2C-947A-1673-AA664B39D6EF}"/>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777626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arge Stats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BEF489E-3866-C5EC-3E07-B55A8BDBBBD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10" name="Footer Placeholder 4">
            <a:extLst>
              <a:ext uri="{FF2B5EF4-FFF2-40B4-BE49-F238E27FC236}">
                <a16:creationId xmlns:a16="http://schemas.microsoft.com/office/drawing/2014/main" id="{9E80904E-EE17-974B-1571-9024014E8BF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458DFE-164B-5140-88CA-47D40A8974F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7735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Aspirations">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4" y="445961"/>
            <a:ext cx="8470291" cy="506940"/>
          </a:xfrm>
        </p:spPr>
        <p:txBody>
          <a:bodyPr>
            <a:noAutofit/>
          </a:bodyPr>
          <a:lstStyle>
            <a:lvl1pPr>
              <a:defRPr/>
            </a:lvl1pPr>
          </a:lstStyle>
          <a:p>
            <a:r>
              <a:rPr lang="en-US"/>
              <a:t>Aspirations</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8"/>
            <a:ext cx="8470291"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4" name="Text Placeholder 3">
            <a:extLst>
              <a:ext uri="{FF2B5EF4-FFF2-40B4-BE49-F238E27FC236}">
                <a16:creationId xmlns:a16="http://schemas.microsoft.com/office/drawing/2014/main" id="{37729D04-0F4C-41F2-B530-E70335B725CD}"/>
              </a:ext>
            </a:extLst>
          </p:cNvPr>
          <p:cNvSpPr>
            <a:spLocks noGrp="1"/>
          </p:cNvSpPr>
          <p:nvPr>
            <p:ph type="body" sz="quarter" idx="43" hasCustomPrompt="1"/>
          </p:nvPr>
        </p:nvSpPr>
        <p:spPr>
          <a:xfrm>
            <a:off x="3240965"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32" name="Text Placeholder 3">
            <a:extLst>
              <a:ext uri="{FF2B5EF4-FFF2-40B4-BE49-F238E27FC236}">
                <a16:creationId xmlns:a16="http://schemas.microsoft.com/office/drawing/2014/main" id="{B12E608A-EF13-4D97-AA8B-C28AA3B97392}"/>
              </a:ext>
            </a:extLst>
          </p:cNvPr>
          <p:cNvSpPr>
            <a:spLocks noGrp="1"/>
          </p:cNvSpPr>
          <p:nvPr>
            <p:ph type="body" sz="quarter" idx="44" hasCustomPrompt="1"/>
          </p:nvPr>
        </p:nvSpPr>
        <p:spPr>
          <a:xfrm>
            <a:off x="3345421"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3" name="Text Placeholder 3">
            <a:extLst>
              <a:ext uri="{FF2B5EF4-FFF2-40B4-BE49-F238E27FC236}">
                <a16:creationId xmlns:a16="http://schemas.microsoft.com/office/drawing/2014/main" id="{8EB76C2C-1EDA-4EC5-9C64-3F17A969C614}"/>
              </a:ext>
            </a:extLst>
          </p:cNvPr>
          <p:cNvSpPr>
            <a:spLocks noGrp="1"/>
          </p:cNvSpPr>
          <p:nvPr>
            <p:ph type="body" sz="quarter" idx="45" hasCustomPrompt="1"/>
          </p:nvPr>
        </p:nvSpPr>
        <p:spPr>
          <a:xfrm>
            <a:off x="4815812"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4" name="Arrow: Right 33">
            <a:extLst>
              <a:ext uri="{FF2B5EF4-FFF2-40B4-BE49-F238E27FC236}">
                <a16:creationId xmlns:a16="http://schemas.microsoft.com/office/drawing/2014/main" id="{7B0B7F7B-7452-4B4C-AF30-5AA7F310F097}"/>
              </a:ext>
            </a:extLst>
          </p:cNvPr>
          <p:cNvSpPr/>
          <p:nvPr userDrawn="1"/>
        </p:nvSpPr>
        <p:spPr>
          <a:xfrm>
            <a:off x="4330360"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Text Placeholder 3">
            <a:extLst>
              <a:ext uri="{FF2B5EF4-FFF2-40B4-BE49-F238E27FC236}">
                <a16:creationId xmlns:a16="http://schemas.microsoft.com/office/drawing/2014/main" id="{8CDAF140-5053-4215-B65D-143BA23ACF4B}"/>
              </a:ext>
            </a:extLst>
          </p:cNvPr>
          <p:cNvSpPr>
            <a:spLocks noGrp="1"/>
          </p:cNvSpPr>
          <p:nvPr>
            <p:ph type="body" sz="quarter" idx="46" hasCustomPrompt="1"/>
          </p:nvPr>
        </p:nvSpPr>
        <p:spPr>
          <a:xfrm>
            <a:off x="3240662"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36" name="Text Placeholder 3">
            <a:extLst>
              <a:ext uri="{FF2B5EF4-FFF2-40B4-BE49-F238E27FC236}">
                <a16:creationId xmlns:a16="http://schemas.microsoft.com/office/drawing/2014/main" id="{97033271-706C-4976-BF93-B457771412CC}"/>
              </a:ext>
            </a:extLst>
          </p:cNvPr>
          <p:cNvSpPr>
            <a:spLocks noGrp="1"/>
          </p:cNvSpPr>
          <p:nvPr>
            <p:ph type="body" sz="quarter" idx="47" hasCustomPrompt="1"/>
          </p:nvPr>
        </p:nvSpPr>
        <p:spPr>
          <a:xfrm>
            <a:off x="3240662"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38" name="Text Placeholder 3">
            <a:extLst>
              <a:ext uri="{FF2B5EF4-FFF2-40B4-BE49-F238E27FC236}">
                <a16:creationId xmlns:a16="http://schemas.microsoft.com/office/drawing/2014/main" id="{34FD8F4C-988E-4AD0-8AF1-BA58BBDFA801}"/>
              </a:ext>
            </a:extLst>
          </p:cNvPr>
          <p:cNvSpPr>
            <a:spLocks noGrp="1"/>
          </p:cNvSpPr>
          <p:nvPr>
            <p:ph type="body" sz="quarter" idx="48" hasCustomPrompt="1"/>
          </p:nvPr>
        </p:nvSpPr>
        <p:spPr>
          <a:xfrm>
            <a:off x="3240662"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39" name="Text Placeholder 3">
            <a:extLst>
              <a:ext uri="{FF2B5EF4-FFF2-40B4-BE49-F238E27FC236}">
                <a16:creationId xmlns:a16="http://schemas.microsoft.com/office/drawing/2014/main" id="{ED886D24-5DC5-41E3-872B-54A3D47786DA}"/>
              </a:ext>
            </a:extLst>
          </p:cNvPr>
          <p:cNvSpPr>
            <a:spLocks noGrp="1"/>
          </p:cNvSpPr>
          <p:nvPr>
            <p:ph type="body" sz="quarter" idx="49" hasCustomPrompt="1"/>
          </p:nvPr>
        </p:nvSpPr>
        <p:spPr>
          <a:xfrm>
            <a:off x="332056"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40" name="Text Placeholder 3">
            <a:extLst>
              <a:ext uri="{FF2B5EF4-FFF2-40B4-BE49-F238E27FC236}">
                <a16:creationId xmlns:a16="http://schemas.microsoft.com/office/drawing/2014/main" id="{321CF67F-2F62-453F-8136-30B237D95D3F}"/>
              </a:ext>
            </a:extLst>
          </p:cNvPr>
          <p:cNvSpPr>
            <a:spLocks noGrp="1"/>
          </p:cNvSpPr>
          <p:nvPr>
            <p:ph type="body" sz="quarter" idx="50" hasCustomPrompt="1"/>
          </p:nvPr>
        </p:nvSpPr>
        <p:spPr>
          <a:xfrm>
            <a:off x="436512"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1" name="Text Placeholder 3">
            <a:extLst>
              <a:ext uri="{FF2B5EF4-FFF2-40B4-BE49-F238E27FC236}">
                <a16:creationId xmlns:a16="http://schemas.microsoft.com/office/drawing/2014/main" id="{EC53C66B-9713-48A4-8A4E-4C0AED037C40}"/>
              </a:ext>
            </a:extLst>
          </p:cNvPr>
          <p:cNvSpPr>
            <a:spLocks noGrp="1"/>
          </p:cNvSpPr>
          <p:nvPr>
            <p:ph type="body" sz="quarter" idx="51" hasCustomPrompt="1"/>
          </p:nvPr>
        </p:nvSpPr>
        <p:spPr>
          <a:xfrm>
            <a:off x="1906903"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2" name="Arrow: Right 41">
            <a:extLst>
              <a:ext uri="{FF2B5EF4-FFF2-40B4-BE49-F238E27FC236}">
                <a16:creationId xmlns:a16="http://schemas.microsoft.com/office/drawing/2014/main" id="{450F9DA3-E300-49DA-95D4-67EB1B352942}"/>
              </a:ext>
            </a:extLst>
          </p:cNvPr>
          <p:cNvSpPr/>
          <p:nvPr userDrawn="1"/>
        </p:nvSpPr>
        <p:spPr>
          <a:xfrm>
            <a:off x="1421451"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3" name="Text Placeholder 3">
            <a:extLst>
              <a:ext uri="{FF2B5EF4-FFF2-40B4-BE49-F238E27FC236}">
                <a16:creationId xmlns:a16="http://schemas.microsoft.com/office/drawing/2014/main" id="{01A3B32A-0F0A-4785-8DFD-383F34E6740C}"/>
              </a:ext>
            </a:extLst>
          </p:cNvPr>
          <p:cNvSpPr>
            <a:spLocks noGrp="1"/>
          </p:cNvSpPr>
          <p:nvPr>
            <p:ph type="body" sz="quarter" idx="52" hasCustomPrompt="1"/>
          </p:nvPr>
        </p:nvSpPr>
        <p:spPr>
          <a:xfrm>
            <a:off x="331753"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44" name="Text Placeholder 3">
            <a:extLst>
              <a:ext uri="{FF2B5EF4-FFF2-40B4-BE49-F238E27FC236}">
                <a16:creationId xmlns:a16="http://schemas.microsoft.com/office/drawing/2014/main" id="{7A0416C7-E40B-4DD2-A0DF-D302A0FF94E3}"/>
              </a:ext>
            </a:extLst>
          </p:cNvPr>
          <p:cNvSpPr>
            <a:spLocks noGrp="1"/>
          </p:cNvSpPr>
          <p:nvPr>
            <p:ph type="body" sz="quarter" idx="53" hasCustomPrompt="1"/>
          </p:nvPr>
        </p:nvSpPr>
        <p:spPr>
          <a:xfrm>
            <a:off x="331753"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45" name="Text Placeholder 3">
            <a:extLst>
              <a:ext uri="{FF2B5EF4-FFF2-40B4-BE49-F238E27FC236}">
                <a16:creationId xmlns:a16="http://schemas.microsoft.com/office/drawing/2014/main" id="{D25B6B93-B4B4-458F-92BA-431BD679DA46}"/>
              </a:ext>
            </a:extLst>
          </p:cNvPr>
          <p:cNvSpPr>
            <a:spLocks noGrp="1"/>
          </p:cNvSpPr>
          <p:nvPr>
            <p:ph type="body" sz="quarter" idx="54" hasCustomPrompt="1"/>
          </p:nvPr>
        </p:nvSpPr>
        <p:spPr>
          <a:xfrm>
            <a:off x="331753"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46" name="Text Placeholder 3">
            <a:extLst>
              <a:ext uri="{FF2B5EF4-FFF2-40B4-BE49-F238E27FC236}">
                <a16:creationId xmlns:a16="http://schemas.microsoft.com/office/drawing/2014/main" id="{0BFD7B15-70CE-4C4D-B4EF-5CA95C1586AF}"/>
              </a:ext>
            </a:extLst>
          </p:cNvPr>
          <p:cNvSpPr>
            <a:spLocks noGrp="1"/>
          </p:cNvSpPr>
          <p:nvPr>
            <p:ph type="body" sz="quarter" idx="55" hasCustomPrompt="1"/>
          </p:nvPr>
        </p:nvSpPr>
        <p:spPr>
          <a:xfrm>
            <a:off x="6157081"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50" name="Text Placeholder 3">
            <a:extLst>
              <a:ext uri="{FF2B5EF4-FFF2-40B4-BE49-F238E27FC236}">
                <a16:creationId xmlns:a16="http://schemas.microsoft.com/office/drawing/2014/main" id="{0F296A66-DD57-4DDA-849A-3E226C88943C}"/>
              </a:ext>
            </a:extLst>
          </p:cNvPr>
          <p:cNvSpPr>
            <a:spLocks noGrp="1"/>
          </p:cNvSpPr>
          <p:nvPr>
            <p:ph type="body" sz="quarter" idx="56" hasCustomPrompt="1"/>
          </p:nvPr>
        </p:nvSpPr>
        <p:spPr>
          <a:xfrm>
            <a:off x="6261537"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4" name="Text Placeholder 3">
            <a:extLst>
              <a:ext uri="{FF2B5EF4-FFF2-40B4-BE49-F238E27FC236}">
                <a16:creationId xmlns:a16="http://schemas.microsoft.com/office/drawing/2014/main" id="{7ABDCC3C-DE6A-4626-8110-B8B2859E7CAA}"/>
              </a:ext>
            </a:extLst>
          </p:cNvPr>
          <p:cNvSpPr>
            <a:spLocks noGrp="1"/>
          </p:cNvSpPr>
          <p:nvPr>
            <p:ph type="body" sz="quarter" idx="57" hasCustomPrompt="1"/>
          </p:nvPr>
        </p:nvSpPr>
        <p:spPr>
          <a:xfrm>
            <a:off x="7731928"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5" name="Arrow: Right 54">
            <a:extLst>
              <a:ext uri="{FF2B5EF4-FFF2-40B4-BE49-F238E27FC236}">
                <a16:creationId xmlns:a16="http://schemas.microsoft.com/office/drawing/2014/main" id="{E4224F6B-EF61-413F-909A-D810CC697619}"/>
              </a:ext>
            </a:extLst>
          </p:cNvPr>
          <p:cNvSpPr/>
          <p:nvPr userDrawn="1"/>
        </p:nvSpPr>
        <p:spPr>
          <a:xfrm>
            <a:off x="7246476"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6" name="Text Placeholder 3">
            <a:extLst>
              <a:ext uri="{FF2B5EF4-FFF2-40B4-BE49-F238E27FC236}">
                <a16:creationId xmlns:a16="http://schemas.microsoft.com/office/drawing/2014/main" id="{C1BB225B-C99D-47FE-9DB2-FF996AF505EF}"/>
              </a:ext>
            </a:extLst>
          </p:cNvPr>
          <p:cNvSpPr>
            <a:spLocks noGrp="1"/>
          </p:cNvSpPr>
          <p:nvPr>
            <p:ph type="body" sz="quarter" idx="58" hasCustomPrompt="1"/>
          </p:nvPr>
        </p:nvSpPr>
        <p:spPr>
          <a:xfrm>
            <a:off x="6156778"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57" name="Text Placeholder 3">
            <a:extLst>
              <a:ext uri="{FF2B5EF4-FFF2-40B4-BE49-F238E27FC236}">
                <a16:creationId xmlns:a16="http://schemas.microsoft.com/office/drawing/2014/main" id="{19AB4527-842C-4C9A-9F56-FF65A5E44F33}"/>
              </a:ext>
            </a:extLst>
          </p:cNvPr>
          <p:cNvSpPr>
            <a:spLocks noGrp="1"/>
          </p:cNvSpPr>
          <p:nvPr>
            <p:ph type="body" sz="quarter" idx="59" hasCustomPrompt="1"/>
          </p:nvPr>
        </p:nvSpPr>
        <p:spPr>
          <a:xfrm>
            <a:off x="6156778"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58" name="Text Placeholder 3">
            <a:extLst>
              <a:ext uri="{FF2B5EF4-FFF2-40B4-BE49-F238E27FC236}">
                <a16:creationId xmlns:a16="http://schemas.microsoft.com/office/drawing/2014/main" id="{FA83B3CF-FA86-462A-87C3-70C8AC8F715D}"/>
              </a:ext>
            </a:extLst>
          </p:cNvPr>
          <p:cNvSpPr>
            <a:spLocks noGrp="1"/>
          </p:cNvSpPr>
          <p:nvPr>
            <p:ph type="body" sz="quarter" idx="60" hasCustomPrompt="1"/>
          </p:nvPr>
        </p:nvSpPr>
        <p:spPr>
          <a:xfrm>
            <a:off x="6156778"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cxnSp>
        <p:nvCxnSpPr>
          <p:cNvPr id="8" name="Straight Connector 7">
            <a:extLst>
              <a:ext uri="{FF2B5EF4-FFF2-40B4-BE49-F238E27FC236}">
                <a16:creationId xmlns:a16="http://schemas.microsoft.com/office/drawing/2014/main" id="{DD56FB93-38CB-4148-A1ED-0FC3D2C7C64D}"/>
              </a:ext>
            </a:extLst>
          </p:cNvPr>
          <p:cNvCxnSpPr/>
          <p:nvPr userDrawn="1"/>
        </p:nvCxnSpPr>
        <p:spPr>
          <a:xfrm>
            <a:off x="3124200"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335D19D-DDBA-460D-ABDE-BBCF62B9087E}"/>
              </a:ext>
            </a:extLst>
          </p:cNvPr>
          <p:cNvCxnSpPr/>
          <p:nvPr userDrawn="1"/>
        </p:nvCxnSpPr>
        <p:spPr>
          <a:xfrm>
            <a:off x="6017359"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7765233-449A-802F-24BC-24A83A18BA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888ABF7-F1BE-D170-74C9-87E885181AE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8062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orecard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6 Column Scorecard and Legend</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33" name="Text Placeholder 8">
            <a:extLst>
              <a:ext uri="{FF2B5EF4-FFF2-40B4-BE49-F238E27FC236}">
                <a16:creationId xmlns:a16="http://schemas.microsoft.com/office/drawing/2014/main" id="{E10F81FE-804E-2D7C-54D7-2CBED4E79F30}"/>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Tree>
    <p:extLst>
      <p:ext uri="{BB962C8B-B14F-4D97-AF65-F5344CB8AC3E}">
        <p14:creationId xmlns:p14="http://schemas.microsoft.com/office/powerpoint/2010/main" val="18533755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corecard w Categories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11" name="Rectangle: Rounded Corners 10">
            <a:extLst>
              <a:ext uri="{FF2B5EF4-FFF2-40B4-BE49-F238E27FC236}">
                <a16:creationId xmlns:a16="http://schemas.microsoft.com/office/drawing/2014/main" id="{38615278-2BCD-05C8-7DE5-7CFCF374B113}"/>
              </a:ext>
            </a:extLst>
          </p:cNvPr>
          <p:cNvSpPr/>
          <p:nvPr userDrawn="1"/>
        </p:nvSpPr>
        <p:spPr>
          <a:xfrm>
            <a:off x="336855"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4" name="Rectangle: Rounded Corners 13">
            <a:extLst>
              <a:ext uri="{FF2B5EF4-FFF2-40B4-BE49-F238E27FC236}">
                <a16:creationId xmlns:a16="http://schemas.microsoft.com/office/drawing/2014/main" id="{ED9EF020-4E17-B09E-5A11-D63276BBF0D4}"/>
              </a:ext>
            </a:extLst>
          </p:cNvPr>
          <p:cNvSpPr/>
          <p:nvPr userDrawn="1"/>
        </p:nvSpPr>
        <p:spPr>
          <a:xfrm>
            <a:off x="1769283"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5" name="Rectangle: Rounded Corners 14">
            <a:extLst>
              <a:ext uri="{FF2B5EF4-FFF2-40B4-BE49-F238E27FC236}">
                <a16:creationId xmlns:a16="http://schemas.microsoft.com/office/drawing/2014/main" id="{1C4D001F-CF28-94E8-962C-73DE65B1F260}"/>
              </a:ext>
            </a:extLst>
          </p:cNvPr>
          <p:cNvSpPr/>
          <p:nvPr userDrawn="1"/>
        </p:nvSpPr>
        <p:spPr>
          <a:xfrm>
            <a:off x="3201711"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6" name="Rectangle: Rounded Corners 15">
            <a:extLst>
              <a:ext uri="{FF2B5EF4-FFF2-40B4-BE49-F238E27FC236}">
                <a16:creationId xmlns:a16="http://schemas.microsoft.com/office/drawing/2014/main" id="{5F7A4F93-7E3A-EFD1-6550-9096D492FCDF}"/>
              </a:ext>
            </a:extLst>
          </p:cNvPr>
          <p:cNvSpPr/>
          <p:nvPr userDrawn="1"/>
        </p:nvSpPr>
        <p:spPr>
          <a:xfrm>
            <a:off x="4634139"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7" name="Rectangle: Rounded Corners 16">
            <a:extLst>
              <a:ext uri="{FF2B5EF4-FFF2-40B4-BE49-F238E27FC236}">
                <a16:creationId xmlns:a16="http://schemas.microsoft.com/office/drawing/2014/main" id="{BB34E862-D037-20DA-1101-0F893DA52F38}"/>
              </a:ext>
            </a:extLst>
          </p:cNvPr>
          <p:cNvSpPr/>
          <p:nvPr userDrawn="1"/>
        </p:nvSpPr>
        <p:spPr>
          <a:xfrm>
            <a:off x="6066567"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8" name="Rectangle: Rounded Corners 17">
            <a:extLst>
              <a:ext uri="{FF2B5EF4-FFF2-40B4-BE49-F238E27FC236}">
                <a16:creationId xmlns:a16="http://schemas.microsoft.com/office/drawing/2014/main" id="{D9C35C2A-FF1B-A05B-061E-F4D270601A21}"/>
              </a:ext>
            </a:extLst>
          </p:cNvPr>
          <p:cNvSpPr/>
          <p:nvPr userDrawn="1"/>
        </p:nvSpPr>
        <p:spPr>
          <a:xfrm>
            <a:off x="7498995" y="1221214"/>
            <a:ext cx="1308151" cy="1850260"/>
          </a:xfrm>
          <a:prstGeom prst="roundRect">
            <a:avLst>
              <a:gd name="adj" fmla="val 4713"/>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9" name="Oval 18">
            <a:extLst>
              <a:ext uri="{FF2B5EF4-FFF2-40B4-BE49-F238E27FC236}">
                <a16:creationId xmlns:a16="http://schemas.microsoft.com/office/drawing/2014/main" id="{82C892BA-B16A-81FC-5346-2EC488B1A0BA}"/>
              </a:ext>
            </a:extLst>
          </p:cNvPr>
          <p:cNvSpPr/>
          <p:nvPr userDrawn="1"/>
        </p:nvSpPr>
        <p:spPr>
          <a:xfrm>
            <a:off x="77210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20" name="Oval 19">
            <a:extLst>
              <a:ext uri="{FF2B5EF4-FFF2-40B4-BE49-F238E27FC236}">
                <a16:creationId xmlns:a16="http://schemas.microsoft.com/office/drawing/2014/main" id="{093DCC8F-D279-0CB8-F063-C65394886F22}"/>
              </a:ext>
            </a:extLst>
          </p:cNvPr>
          <p:cNvSpPr/>
          <p:nvPr userDrawn="1"/>
        </p:nvSpPr>
        <p:spPr>
          <a:xfrm>
            <a:off x="2204530"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21" name="Oval 20">
            <a:extLst>
              <a:ext uri="{FF2B5EF4-FFF2-40B4-BE49-F238E27FC236}">
                <a16:creationId xmlns:a16="http://schemas.microsoft.com/office/drawing/2014/main" id="{4E8A6487-D61E-DE59-CF65-4D4A791AB8F6}"/>
              </a:ext>
            </a:extLst>
          </p:cNvPr>
          <p:cNvSpPr/>
          <p:nvPr userDrawn="1"/>
        </p:nvSpPr>
        <p:spPr>
          <a:xfrm>
            <a:off x="3636958"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22" name="Oval 21">
            <a:extLst>
              <a:ext uri="{FF2B5EF4-FFF2-40B4-BE49-F238E27FC236}">
                <a16:creationId xmlns:a16="http://schemas.microsoft.com/office/drawing/2014/main" id="{718B9322-FEE4-2678-01DB-270AA49FE78E}"/>
              </a:ext>
            </a:extLst>
          </p:cNvPr>
          <p:cNvSpPr/>
          <p:nvPr userDrawn="1"/>
        </p:nvSpPr>
        <p:spPr>
          <a:xfrm>
            <a:off x="5069386"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23" name="Oval 22">
            <a:extLst>
              <a:ext uri="{FF2B5EF4-FFF2-40B4-BE49-F238E27FC236}">
                <a16:creationId xmlns:a16="http://schemas.microsoft.com/office/drawing/2014/main" id="{7AF8DBB3-27C2-0E74-ACF3-5E85B02F1BE4}"/>
              </a:ext>
            </a:extLst>
          </p:cNvPr>
          <p:cNvSpPr/>
          <p:nvPr userDrawn="1"/>
        </p:nvSpPr>
        <p:spPr>
          <a:xfrm>
            <a:off x="6501814"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24" name="Oval 23">
            <a:extLst>
              <a:ext uri="{FF2B5EF4-FFF2-40B4-BE49-F238E27FC236}">
                <a16:creationId xmlns:a16="http://schemas.microsoft.com/office/drawing/2014/main" id="{BB8072D3-E271-00C2-0970-8D028B14AB81}"/>
              </a:ext>
            </a:extLst>
          </p:cNvPr>
          <p:cNvSpPr/>
          <p:nvPr userDrawn="1"/>
        </p:nvSpPr>
        <p:spPr>
          <a:xfrm>
            <a:off x="793424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6</a:t>
            </a:r>
          </a:p>
        </p:txBody>
      </p:sp>
      <p:sp>
        <p:nvSpPr>
          <p:cNvPr id="25" name="Text Placeholder 25">
            <a:extLst>
              <a:ext uri="{FF2B5EF4-FFF2-40B4-BE49-F238E27FC236}">
                <a16:creationId xmlns:a16="http://schemas.microsoft.com/office/drawing/2014/main" id="{61361EF8-81BD-23E2-8EED-69E42FB9E70D}"/>
              </a:ext>
            </a:extLst>
          </p:cNvPr>
          <p:cNvSpPr>
            <a:spLocks noGrp="1"/>
          </p:cNvSpPr>
          <p:nvPr>
            <p:ph type="body" sz="quarter" idx="22" hasCustomPrompt="1"/>
          </p:nvPr>
        </p:nvSpPr>
        <p:spPr>
          <a:xfrm>
            <a:off x="1769334"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6" name="Text Placeholder 25">
            <a:extLst>
              <a:ext uri="{FF2B5EF4-FFF2-40B4-BE49-F238E27FC236}">
                <a16:creationId xmlns:a16="http://schemas.microsoft.com/office/drawing/2014/main" id="{A075369D-732A-49D7-27CF-3CF8965F50FC}"/>
              </a:ext>
            </a:extLst>
          </p:cNvPr>
          <p:cNvSpPr>
            <a:spLocks noGrp="1"/>
          </p:cNvSpPr>
          <p:nvPr>
            <p:ph type="body" sz="quarter" idx="23" hasCustomPrompt="1"/>
          </p:nvPr>
        </p:nvSpPr>
        <p:spPr>
          <a:xfrm>
            <a:off x="3201558"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7" name="Text Placeholder 25">
            <a:extLst>
              <a:ext uri="{FF2B5EF4-FFF2-40B4-BE49-F238E27FC236}">
                <a16:creationId xmlns:a16="http://schemas.microsoft.com/office/drawing/2014/main" id="{739CFE7D-E1B2-BB9D-5F76-DFFD91D21925}"/>
              </a:ext>
            </a:extLst>
          </p:cNvPr>
          <p:cNvSpPr>
            <a:spLocks noGrp="1"/>
          </p:cNvSpPr>
          <p:nvPr>
            <p:ph type="body" sz="quarter" idx="24" hasCustomPrompt="1"/>
          </p:nvPr>
        </p:nvSpPr>
        <p:spPr>
          <a:xfrm>
            <a:off x="4634342"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8" name="Text Placeholder 25">
            <a:extLst>
              <a:ext uri="{FF2B5EF4-FFF2-40B4-BE49-F238E27FC236}">
                <a16:creationId xmlns:a16="http://schemas.microsoft.com/office/drawing/2014/main" id="{809F944C-B8E1-EF40-BF51-56945B8CB2D4}"/>
              </a:ext>
            </a:extLst>
          </p:cNvPr>
          <p:cNvSpPr>
            <a:spLocks noGrp="1"/>
          </p:cNvSpPr>
          <p:nvPr>
            <p:ph type="body" sz="quarter" idx="25" hasCustomPrompt="1"/>
          </p:nvPr>
        </p:nvSpPr>
        <p:spPr>
          <a:xfrm>
            <a:off x="6066566"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9" name="Text Placeholder 25">
            <a:extLst>
              <a:ext uri="{FF2B5EF4-FFF2-40B4-BE49-F238E27FC236}">
                <a16:creationId xmlns:a16="http://schemas.microsoft.com/office/drawing/2014/main" id="{6B4FCA75-6497-FD07-046F-F79A4821BBB8}"/>
              </a:ext>
            </a:extLst>
          </p:cNvPr>
          <p:cNvSpPr>
            <a:spLocks noGrp="1"/>
          </p:cNvSpPr>
          <p:nvPr>
            <p:ph type="body" sz="quarter" idx="26" hasCustomPrompt="1"/>
          </p:nvPr>
        </p:nvSpPr>
        <p:spPr>
          <a:xfrm>
            <a:off x="7499350"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30" name="Text Placeholder 25">
            <a:extLst>
              <a:ext uri="{FF2B5EF4-FFF2-40B4-BE49-F238E27FC236}">
                <a16:creationId xmlns:a16="http://schemas.microsoft.com/office/drawing/2014/main" id="{BAC87294-5363-F6A9-8CCE-3343209FE5BD}"/>
              </a:ext>
            </a:extLst>
          </p:cNvPr>
          <p:cNvSpPr>
            <a:spLocks noGrp="1"/>
          </p:cNvSpPr>
          <p:nvPr>
            <p:ph type="body" sz="quarter" idx="27" hasCustomPrompt="1"/>
          </p:nvPr>
        </p:nvSpPr>
        <p:spPr>
          <a:xfrm>
            <a:off x="336499"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17339774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corecard w Categories Five Column">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223038EE-DBB9-2176-1D94-CD9B74530485}"/>
              </a:ext>
            </a:extLst>
          </p:cNvPr>
          <p:cNvSpPr/>
          <p:nvPr userDrawn="1"/>
        </p:nvSpPr>
        <p:spPr>
          <a:xfrm>
            <a:off x="2059666"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1" name="Straight Connector 30">
            <a:extLst>
              <a:ext uri="{FF2B5EF4-FFF2-40B4-BE49-F238E27FC236}">
                <a16:creationId xmlns:a16="http://schemas.microsoft.com/office/drawing/2014/main" id="{19CC5096-9896-C274-689F-224F77EB5FBE}"/>
              </a:ext>
            </a:extLst>
          </p:cNvPr>
          <p:cNvCxnSpPr>
            <a:cxnSpLocks/>
          </p:cNvCxnSpPr>
          <p:nvPr userDrawn="1"/>
        </p:nvCxnSpPr>
        <p:spPr>
          <a:xfrm>
            <a:off x="2059667"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Rectangle: Top Corners Rounded 31">
            <a:extLst>
              <a:ext uri="{FF2B5EF4-FFF2-40B4-BE49-F238E27FC236}">
                <a16:creationId xmlns:a16="http://schemas.microsoft.com/office/drawing/2014/main" id="{67E337B0-71C8-A656-9FC1-FA76ED29CD5B}"/>
              </a:ext>
            </a:extLst>
          </p:cNvPr>
          <p:cNvSpPr/>
          <p:nvPr userDrawn="1"/>
        </p:nvSpPr>
        <p:spPr>
          <a:xfrm>
            <a:off x="378433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3" name="Straight Connector 32">
            <a:extLst>
              <a:ext uri="{FF2B5EF4-FFF2-40B4-BE49-F238E27FC236}">
                <a16:creationId xmlns:a16="http://schemas.microsoft.com/office/drawing/2014/main" id="{CA62757B-3E44-B305-725E-016F5ED2101A}"/>
              </a:ext>
            </a:extLst>
          </p:cNvPr>
          <p:cNvCxnSpPr>
            <a:cxnSpLocks/>
          </p:cNvCxnSpPr>
          <p:nvPr userDrawn="1"/>
        </p:nvCxnSpPr>
        <p:spPr>
          <a:xfrm>
            <a:off x="378433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Rectangle: Top Corners Rounded 33">
            <a:extLst>
              <a:ext uri="{FF2B5EF4-FFF2-40B4-BE49-F238E27FC236}">
                <a16:creationId xmlns:a16="http://schemas.microsoft.com/office/drawing/2014/main" id="{B4922834-F063-7685-B553-7ABB305B78E1}"/>
              </a:ext>
            </a:extLst>
          </p:cNvPr>
          <p:cNvSpPr/>
          <p:nvPr userDrawn="1"/>
        </p:nvSpPr>
        <p:spPr>
          <a:xfrm>
            <a:off x="5507380"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5" name="Straight Connector 34">
            <a:extLst>
              <a:ext uri="{FF2B5EF4-FFF2-40B4-BE49-F238E27FC236}">
                <a16:creationId xmlns:a16="http://schemas.microsoft.com/office/drawing/2014/main" id="{FEBBB28A-8E86-B995-5366-6F2F5B4A5744}"/>
              </a:ext>
            </a:extLst>
          </p:cNvPr>
          <p:cNvCxnSpPr>
            <a:cxnSpLocks/>
          </p:cNvCxnSpPr>
          <p:nvPr userDrawn="1"/>
        </p:nvCxnSpPr>
        <p:spPr>
          <a:xfrm>
            <a:off x="5507381"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Rectangle: Top Corners Rounded 35">
            <a:extLst>
              <a:ext uri="{FF2B5EF4-FFF2-40B4-BE49-F238E27FC236}">
                <a16:creationId xmlns:a16="http://schemas.microsoft.com/office/drawing/2014/main" id="{7F6B9D9B-88BC-65A8-06AC-CD39EFD53C65}"/>
              </a:ext>
            </a:extLst>
          </p:cNvPr>
          <p:cNvSpPr/>
          <p:nvPr userDrawn="1"/>
        </p:nvSpPr>
        <p:spPr>
          <a:xfrm>
            <a:off x="72313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7" name="Straight Connector 36">
            <a:extLst>
              <a:ext uri="{FF2B5EF4-FFF2-40B4-BE49-F238E27FC236}">
                <a16:creationId xmlns:a16="http://schemas.microsoft.com/office/drawing/2014/main" id="{03A54FE2-263B-BE04-806A-169F3CE2CB44}"/>
              </a:ext>
            </a:extLst>
          </p:cNvPr>
          <p:cNvCxnSpPr>
            <a:cxnSpLocks/>
          </p:cNvCxnSpPr>
          <p:nvPr userDrawn="1"/>
        </p:nvCxnSpPr>
        <p:spPr>
          <a:xfrm>
            <a:off x="72313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Rectangle: Top Corners Rounded 37">
            <a:extLst>
              <a:ext uri="{FF2B5EF4-FFF2-40B4-BE49-F238E27FC236}">
                <a16:creationId xmlns:a16="http://schemas.microsoft.com/office/drawing/2014/main" id="{6176B42A-0043-D3DD-DA39-F97A4380653F}"/>
              </a:ext>
            </a:extLst>
          </p:cNvPr>
          <p:cNvSpPr/>
          <p:nvPr userDrawn="1"/>
        </p:nvSpPr>
        <p:spPr>
          <a:xfrm>
            <a:off x="3368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9" name="Straight Connector 38">
            <a:extLst>
              <a:ext uri="{FF2B5EF4-FFF2-40B4-BE49-F238E27FC236}">
                <a16:creationId xmlns:a16="http://schemas.microsoft.com/office/drawing/2014/main" id="{D06E420C-74D2-641A-4FA1-F1D0C3A3EC8C}"/>
              </a:ext>
            </a:extLst>
          </p:cNvPr>
          <p:cNvCxnSpPr>
            <a:cxnSpLocks/>
          </p:cNvCxnSpPr>
          <p:nvPr userDrawn="1"/>
        </p:nvCxnSpPr>
        <p:spPr>
          <a:xfrm>
            <a:off x="3368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3193D31E-3749-07E4-523B-BC7CF5325788}"/>
              </a:ext>
            </a:extLst>
          </p:cNvPr>
          <p:cNvSpPr/>
          <p:nvPr userDrawn="1"/>
        </p:nvSpPr>
        <p:spPr>
          <a:xfrm>
            <a:off x="33685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1" name="Rectangle: Rounded Corners 40">
            <a:extLst>
              <a:ext uri="{FF2B5EF4-FFF2-40B4-BE49-F238E27FC236}">
                <a16:creationId xmlns:a16="http://schemas.microsoft.com/office/drawing/2014/main" id="{DF496BAE-E09D-947D-D38B-BDCE9D7D2738}"/>
              </a:ext>
            </a:extLst>
          </p:cNvPr>
          <p:cNvSpPr/>
          <p:nvPr userDrawn="1"/>
        </p:nvSpPr>
        <p:spPr>
          <a:xfrm>
            <a:off x="2060826"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2" name="Rectangle: Rounded Corners 41">
            <a:extLst>
              <a:ext uri="{FF2B5EF4-FFF2-40B4-BE49-F238E27FC236}">
                <a16:creationId xmlns:a16="http://schemas.microsoft.com/office/drawing/2014/main" id="{75526ACB-854D-C871-D180-A45A45DF5B93}"/>
              </a:ext>
            </a:extLst>
          </p:cNvPr>
          <p:cNvSpPr/>
          <p:nvPr userDrawn="1"/>
        </p:nvSpPr>
        <p:spPr>
          <a:xfrm>
            <a:off x="3784799"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3" name="Rectangle: Rounded Corners 42">
            <a:extLst>
              <a:ext uri="{FF2B5EF4-FFF2-40B4-BE49-F238E27FC236}">
                <a16:creationId xmlns:a16="http://schemas.microsoft.com/office/drawing/2014/main" id="{2C6FA5C6-802D-D31B-B177-04AC894295D1}"/>
              </a:ext>
            </a:extLst>
          </p:cNvPr>
          <p:cNvSpPr/>
          <p:nvPr userDrawn="1"/>
        </p:nvSpPr>
        <p:spPr>
          <a:xfrm>
            <a:off x="5508771"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4" name="Rectangle: Rounded Corners 43">
            <a:extLst>
              <a:ext uri="{FF2B5EF4-FFF2-40B4-BE49-F238E27FC236}">
                <a16:creationId xmlns:a16="http://schemas.microsoft.com/office/drawing/2014/main" id="{C58CB616-C55A-31E0-FA42-DAB0F45C36D6}"/>
              </a:ext>
            </a:extLst>
          </p:cNvPr>
          <p:cNvSpPr/>
          <p:nvPr userDrawn="1"/>
        </p:nvSpPr>
        <p:spPr>
          <a:xfrm>
            <a:off x="723274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601CD6B5-670C-EB96-8808-273DD99B68B8}"/>
              </a:ext>
            </a:extLst>
          </p:cNvPr>
          <p:cNvSpPr/>
          <p:nvPr userDrawn="1"/>
        </p:nvSpPr>
        <p:spPr>
          <a:xfrm>
            <a:off x="905225"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46" name="Oval 45">
            <a:extLst>
              <a:ext uri="{FF2B5EF4-FFF2-40B4-BE49-F238E27FC236}">
                <a16:creationId xmlns:a16="http://schemas.microsoft.com/office/drawing/2014/main" id="{3E68A5DF-0675-D436-F925-2B6C2FD49A19}"/>
              </a:ext>
            </a:extLst>
          </p:cNvPr>
          <p:cNvSpPr/>
          <p:nvPr userDrawn="1"/>
        </p:nvSpPr>
        <p:spPr>
          <a:xfrm>
            <a:off x="2628966"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47" name="Oval 46">
            <a:extLst>
              <a:ext uri="{FF2B5EF4-FFF2-40B4-BE49-F238E27FC236}">
                <a16:creationId xmlns:a16="http://schemas.microsoft.com/office/drawing/2014/main" id="{84CC72EE-F79E-4CD7-4C2C-ED25486E48FF}"/>
              </a:ext>
            </a:extLst>
          </p:cNvPr>
          <p:cNvSpPr/>
          <p:nvPr userDrawn="1"/>
        </p:nvSpPr>
        <p:spPr>
          <a:xfrm>
            <a:off x="4352707"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48" name="Oval 47">
            <a:extLst>
              <a:ext uri="{FF2B5EF4-FFF2-40B4-BE49-F238E27FC236}">
                <a16:creationId xmlns:a16="http://schemas.microsoft.com/office/drawing/2014/main" id="{42AAC67F-F756-1F1E-4E02-7650208CC87D}"/>
              </a:ext>
            </a:extLst>
          </p:cNvPr>
          <p:cNvSpPr/>
          <p:nvPr userDrawn="1"/>
        </p:nvSpPr>
        <p:spPr>
          <a:xfrm>
            <a:off x="607644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49" name="Oval 48">
            <a:extLst>
              <a:ext uri="{FF2B5EF4-FFF2-40B4-BE49-F238E27FC236}">
                <a16:creationId xmlns:a16="http://schemas.microsoft.com/office/drawing/2014/main" id="{AEA53705-ED58-F0D0-6D25-47A51D603603}"/>
              </a:ext>
            </a:extLst>
          </p:cNvPr>
          <p:cNvSpPr/>
          <p:nvPr userDrawn="1"/>
        </p:nvSpPr>
        <p:spPr>
          <a:xfrm>
            <a:off x="780018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5 Column Summaries and Scorecards</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55" name="Text Placeholder 25">
            <a:extLst>
              <a:ext uri="{FF2B5EF4-FFF2-40B4-BE49-F238E27FC236}">
                <a16:creationId xmlns:a16="http://schemas.microsoft.com/office/drawing/2014/main" id="{D6160195-2ED9-5F45-D596-D3AB79B12704}"/>
              </a:ext>
            </a:extLst>
          </p:cNvPr>
          <p:cNvSpPr>
            <a:spLocks noGrp="1"/>
          </p:cNvSpPr>
          <p:nvPr>
            <p:ph type="body" sz="quarter" idx="27" hasCustomPrompt="1"/>
          </p:nvPr>
        </p:nvSpPr>
        <p:spPr>
          <a:xfrm>
            <a:off x="336499"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8" name="Text Placeholder 25">
            <a:extLst>
              <a:ext uri="{FF2B5EF4-FFF2-40B4-BE49-F238E27FC236}">
                <a16:creationId xmlns:a16="http://schemas.microsoft.com/office/drawing/2014/main" id="{B6D6B0B7-47BA-8FD8-9482-B9107CAE6896}"/>
              </a:ext>
            </a:extLst>
          </p:cNvPr>
          <p:cNvSpPr>
            <a:spLocks noGrp="1"/>
          </p:cNvSpPr>
          <p:nvPr>
            <p:ph type="body" sz="quarter" idx="28" hasCustomPrompt="1"/>
          </p:nvPr>
        </p:nvSpPr>
        <p:spPr>
          <a:xfrm>
            <a:off x="2059666"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9" name="Text Placeholder 25">
            <a:extLst>
              <a:ext uri="{FF2B5EF4-FFF2-40B4-BE49-F238E27FC236}">
                <a16:creationId xmlns:a16="http://schemas.microsoft.com/office/drawing/2014/main" id="{AB8CF6FD-D541-DF01-D451-F96CCBE34A9B}"/>
              </a:ext>
            </a:extLst>
          </p:cNvPr>
          <p:cNvSpPr>
            <a:spLocks noGrp="1"/>
          </p:cNvSpPr>
          <p:nvPr>
            <p:ph type="body" sz="quarter" idx="29" hasCustomPrompt="1"/>
          </p:nvPr>
        </p:nvSpPr>
        <p:spPr>
          <a:xfrm>
            <a:off x="378132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0" name="Text Placeholder 25">
            <a:extLst>
              <a:ext uri="{FF2B5EF4-FFF2-40B4-BE49-F238E27FC236}">
                <a16:creationId xmlns:a16="http://schemas.microsoft.com/office/drawing/2014/main" id="{D3B46C6E-0657-DE49-C30B-138498396C43}"/>
              </a:ext>
            </a:extLst>
          </p:cNvPr>
          <p:cNvSpPr>
            <a:spLocks noGrp="1"/>
          </p:cNvSpPr>
          <p:nvPr>
            <p:ph type="body" sz="quarter" idx="30" hasCustomPrompt="1"/>
          </p:nvPr>
        </p:nvSpPr>
        <p:spPr>
          <a:xfrm>
            <a:off x="550738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1" name="Text Placeholder 25">
            <a:extLst>
              <a:ext uri="{FF2B5EF4-FFF2-40B4-BE49-F238E27FC236}">
                <a16:creationId xmlns:a16="http://schemas.microsoft.com/office/drawing/2014/main" id="{AE8C6081-AFDC-7E18-550A-7CA1A31537ED}"/>
              </a:ext>
            </a:extLst>
          </p:cNvPr>
          <p:cNvSpPr>
            <a:spLocks noGrp="1"/>
          </p:cNvSpPr>
          <p:nvPr>
            <p:ph type="body" sz="quarter" idx="31" hasCustomPrompt="1"/>
          </p:nvPr>
        </p:nvSpPr>
        <p:spPr>
          <a:xfrm>
            <a:off x="7229034"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7421750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66" name="Picture Placeholder 60">
            <a:extLst>
              <a:ext uri="{FF2B5EF4-FFF2-40B4-BE49-F238E27FC236}">
                <a16:creationId xmlns:a16="http://schemas.microsoft.com/office/drawing/2014/main" id="{2F833BE4-99AB-F6EA-13B6-FAF493D2BF05}"/>
              </a:ext>
            </a:extLst>
          </p:cNvPr>
          <p:cNvSpPr>
            <a:spLocks noGrp="1"/>
          </p:cNvSpPr>
          <p:nvPr>
            <p:ph type="pic" sz="quarter" idx="43" hasCustomPrompt="1"/>
          </p:nvPr>
        </p:nvSpPr>
        <p:spPr>
          <a:xfrm>
            <a:off x="358883"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5" y="445961"/>
            <a:ext cx="8470292" cy="506940"/>
          </a:xfrm>
        </p:spPr>
        <p:txBody>
          <a:bodyPr>
            <a:noAutofit/>
          </a:bodyPr>
          <a:lstStyle>
            <a:lvl1pPr>
              <a:defRPr/>
            </a:lvl1pPr>
          </a:lstStyle>
          <a:p>
            <a:r>
              <a:rPr lang="en-US"/>
              <a:t>Timeline</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cxnSp>
        <p:nvCxnSpPr>
          <p:cNvPr id="7" name="Straight Connector 6" descr="timeline">
            <a:extLst>
              <a:ext uri="{FF2B5EF4-FFF2-40B4-BE49-F238E27FC236}">
                <a16:creationId xmlns:a16="http://schemas.microsoft.com/office/drawing/2014/main" id="{23178A29-EA28-6CB1-F014-DC40C915DE7A}"/>
              </a:ext>
            </a:extLst>
          </p:cNvPr>
          <p:cNvCxnSpPr>
            <a:cxnSpLocks/>
          </p:cNvCxnSpPr>
          <p:nvPr userDrawn="1"/>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3" name="Straight Connector 12" descr="timeline">
            <a:extLst>
              <a:ext uri="{FF2B5EF4-FFF2-40B4-BE49-F238E27FC236}">
                <a16:creationId xmlns:a16="http://schemas.microsoft.com/office/drawing/2014/main" id="{655AF683-08B0-E6ED-138E-D7CE17C12ED5}"/>
              </a:ext>
            </a:extLst>
          </p:cNvPr>
          <p:cNvCxnSpPr>
            <a:cxnSpLocks/>
          </p:cNvCxnSpPr>
          <p:nvPr userDrawn="1"/>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5" name="Straight Connector 14" descr="timeline">
            <a:extLst>
              <a:ext uri="{FF2B5EF4-FFF2-40B4-BE49-F238E27FC236}">
                <a16:creationId xmlns:a16="http://schemas.microsoft.com/office/drawing/2014/main" id="{38BFB5BD-9961-52C4-FC70-DE7BAAED8174}"/>
              </a:ext>
            </a:extLst>
          </p:cNvPr>
          <p:cNvCxnSpPr>
            <a:cxnSpLocks/>
          </p:cNvCxnSpPr>
          <p:nvPr userDrawn="1"/>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sp>
        <p:nvSpPr>
          <p:cNvPr id="59" name="Text Placeholder 58">
            <a:extLst>
              <a:ext uri="{FF2B5EF4-FFF2-40B4-BE49-F238E27FC236}">
                <a16:creationId xmlns:a16="http://schemas.microsoft.com/office/drawing/2014/main" id="{61C9294B-FA99-F974-4506-1CAA047014F7}"/>
              </a:ext>
            </a:extLst>
          </p:cNvPr>
          <p:cNvSpPr>
            <a:spLocks noGrp="1"/>
          </p:cNvSpPr>
          <p:nvPr>
            <p:ph type="body" sz="quarter" idx="39" hasCustomPrompt="1"/>
          </p:nvPr>
        </p:nvSpPr>
        <p:spPr>
          <a:xfrm>
            <a:off x="348854"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1" name="Picture Placeholder 60">
            <a:extLst>
              <a:ext uri="{FF2B5EF4-FFF2-40B4-BE49-F238E27FC236}">
                <a16:creationId xmlns:a16="http://schemas.microsoft.com/office/drawing/2014/main" id="{61BE1835-7CE9-2835-08FF-DCD5A2949B27}"/>
              </a:ext>
            </a:extLst>
          </p:cNvPr>
          <p:cNvSpPr>
            <a:spLocks noGrp="1"/>
          </p:cNvSpPr>
          <p:nvPr>
            <p:ph type="pic" sz="quarter" idx="40" hasCustomPrompt="1"/>
          </p:nvPr>
        </p:nvSpPr>
        <p:spPr>
          <a:xfrm>
            <a:off x="348853"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4" name="Text Placeholder 63">
            <a:extLst>
              <a:ext uri="{FF2B5EF4-FFF2-40B4-BE49-F238E27FC236}">
                <a16:creationId xmlns:a16="http://schemas.microsoft.com/office/drawing/2014/main" id="{7BC6D799-9AD9-AA92-F2FE-224FDF590B2B}"/>
              </a:ext>
            </a:extLst>
          </p:cNvPr>
          <p:cNvSpPr>
            <a:spLocks noGrp="1"/>
          </p:cNvSpPr>
          <p:nvPr>
            <p:ph type="body" sz="quarter" idx="41" hasCustomPrompt="1"/>
          </p:nvPr>
        </p:nvSpPr>
        <p:spPr>
          <a:xfrm>
            <a:off x="639255" y="2404978"/>
            <a:ext cx="841597" cy="16676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 (Year)</a:t>
            </a:r>
          </a:p>
        </p:txBody>
      </p:sp>
      <p:sp>
        <p:nvSpPr>
          <p:cNvPr id="65" name="Text Placeholder 58">
            <a:extLst>
              <a:ext uri="{FF2B5EF4-FFF2-40B4-BE49-F238E27FC236}">
                <a16:creationId xmlns:a16="http://schemas.microsoft.com/office/drawing/2014/main" id="{2EF9A23C-A53F-28DE-688E-9519C92B6E32}"/>
              </a:ext>
            </a:extLst>
          </p:cNvPr>
          <p:cNvSpPr>
            <a:spLocks noGrp="1"/>
          </p:cNvSpPr>
          <p:nvPr>
            <p:ph type="body" sz="quarter" idx="42" hasCustomPrompt="1"/>
          </p:nvPr>
        </p:nvSpPr>
        <p:spPr>
          <a:xfrm>
            <a:off x="366229"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7" name="Text Placeholder 63">
            <a:extLst>
              <a:ext uri="{FF2B5EF4-FFF2-40B4-BE49-F238E27FC236}">
                <a16:creationId xmlns:a16="http://schemas.microsoft.com/office/drawing/2014/main" id="{6CBA0F49-91B2-2EDF-715C-86D373B3A706}"/>
              </a:ext>
            </a:extLst>
          </p:cNvPr>
          <p:cNvSpPr>
            <a:spLocks noGrp="1"/>
          </p:cNvSpPr>
          <p:nvPr>
            <p:ph type="body" sz="quarter" idx="44" hasCustomPrompt="1"/>
          </p:nvPr>
        </p:nvSpPr>
        <p:spPr>
          <a:xfrm>
            <a:off x="982670" y="2906722"/>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8" name="Text Placeholder 63">
            <a:extLst>
              <a:ext uri="{FF2B5EF4-FFF2-40B4-BE49-F238E27FC236}">
                <a16:creationId xmlns:a16="http://schemas.microsoft.com/office/drawing/2014/main" id="{73A7247C-5249-98E1-1457-96DED0C5E63D}"/>
              </a:ext>
            </a:extLst>
          </p:cNvPr>
          <p:cNvSpPr>
            <a:spLocks noGrp="1"/>
          </p:cNvSpPr>
          <p:nvPr>
            <p:ph type="body" sz="quarter" idx="45" hasCustomPrompt="1"/>
          </p:nvPr>
        </p:nvSpPr>
        <p:spPr>
          <a:xfrm>
            <a:off x="2656636" y="2405220"/>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81" name="Text Placeholder 63">
            <a:extLst>
              <a:ext uri="{FF2B5EF4-FFF2-40B4-BE49-F238E27FC236}">
                <a16:creationId xmlns:a16="http://schemas.microsoft.com/office/drawing/2014/main" id="{A93F23EB-7C33-551C-CE2E-C8E8DE280D47}"/>
              </a:ext>
            </a:extLst>
          </p:cNvPr>
          <p:cNvSpPr>
            <a:spLocks noGrp="1"/>
          </p:cNvSpPr>
          <p:nvPr>
            <p:ph type="body" sz="quarter" idx="50" hasCustomPrompt="1"/>
          </p:nvPr>
        </p:nvSpPr>
        <p:spPr>
          <a:xfrm>
            <a:off x="2289626"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91" name="Text Placeholder 63">
            <a:extLst>
              <a:ext uri="{FF2B5EF4-FFF2-40B4-BE49-F238E27FC236}">
                <a16:creationId xmlns:a16="http://schemas.microsoft.com/office/drawing/2014/main" id="{2973DD93-307E-ECCE-254A-45AF81B5FF1B}"/>
              </a:ext>
            </a:extLst>
          </p:cNvPr>
          <p:cNvSpPr>
            <a:spLocks noGrp="1"/>
          </p:cNvSpPr>
          <p:nvPr>
            <p:ph type="body" sz="quarter" idx="53" hasCustomPrompt="1"/>
          </p:nvPr>
        </p:nvSpPr>
        <p:spPr>
          <a:xfrm>
            <a:off x="4267573" y="2405795"/>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3" name="Text Placeholder 63">
            <a:extLst>
              <a:ext uri="{FF2B5EF4-FFF2-40B4-BE49-F238E27FC236}">
                <a16:creationId xmlns:a16="http://schemas.microsoft.com/office/drawing/2014/main" id="{4582DEB4-72F9-038E-3524-F5E7CAFA88EB}"/>
              </a:ext>
            </a:extLst>
          </p:cNvPr>
          <p:cNvSpPr>
            <a:spLocks noGrp="1"/>
          </p:cNvSpPr>
          <p:nvPr>
            <p:ph type="body" sz="quarter" idx="57" hasCustomPrompt="1"/>
          </p:nvPr>
        </p:nvSpPr>
        <p:spPr>
          <a:xfrm>
            <a:off x="5734833"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9" name="Text Placeholder 63">
            <a:extLst>
              <a:ext uri="{FF2B5EF4-FFF2-40B4-BE49-F238E27FC236}">
                <a16:creationId xmlns:a16="http://schemas.microsoft.com/office/drawing/2014/main" id="{E69E4DC1-0EF5-27FD-CD6F-1C84AFF6A508}"/>
              </a:ext>
            </a:extLst>
          </p:cNvPr>
          <p:cNvSpPr>
            <a:spLocks noGrp="1"/>
          </p:cNvSpPr>
          <p:nvPr>
            <p:ph type="body" sz="quarter" idx="60" hasCustomPrompt="1"/>
          </p:nvPr>
        </p:nvSpPr>
        <p:spPr>
          <a:xfrm>
            <a:off x="390863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43" name="Picture Placeholder 60">
            <a:extLst>
              <a:ext uri="{FF2B5EF4-FFF2-40B4-BE49-F238E27FC236}">
                <a16:creationId xmlns:a16="http://schemas.microsoft.com/office/drawing/2014/main" id="{B981471D-BB9A-4F69-95AF-823885E60298}"/>
              </a:ext>
            </a:extLst>
          </p:cNvPr>
          <p:cNvSpPr>
            <a:spLocks noGrp="1"/>
          </p:cNvSpPr>
          <p:nvPr>
            <p:ph type="pic" sz="quarter" idx="61" hasCustomPrompt="1"/>
          </p:nvPr>
        </p:nvSpPr>
        <p:spPr>
          <a:xfrm>
            <a:off x="2144561"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4" name="Text Placeholder 58">
            <a:extLst>
              <a:ext uri="{FF2B5EF4-FFF2-40B4-BE49-F238E27FC236}">
                <a16:creationId xmlns:a16="http://schemas.microsoft.com/office/drawing/2014/main" id="{F3DCB38E-8394-415F-9BF5-AB32EF3B5E3A}"/>
              </a:ext>
            </a:extLst>
          </p:cNvPr>
          <p:cNvSpPr>
            <a:spLocks noGrp="1"/>
          </p:cNvSpPr>
          <p:nvPr>
            <p:ph type="body" sz="quarter" idx="62" hasCustomPrompt="1"/>
          </p:nvPr>
        </p:nvSpPr>
        <p:spPr>
          <a:xfrm>
            <a:off x="2134532"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5" name="Picture Placeholder 60">
            <a:extLst>
              <a:ext uri="{FF2B5EF4-FFF2-40B4-BE49-F238E27FC236}">
                <a16:creationId xmlns:a16="http://schemas.microsoft.com/office/drawing/2014/main" id="{910CF430-14D7-4D0F-92D7-05F92AB20C42}"/>
              </a:ext>
            </a:extLst>
          </p:cNvPr>
          <p:cNvSpPr>
            <a:spLocks noGrp="1"/>
          </p:cNvSpPr>
          <p:nvPr>
            <p:ph type="pic" sz="quarter" idx="63" hasCustomPrompt="1"/>
          </p:nvPr>
        </p:nvSpPr>
        <p:spPr>
          <a:xfrm>
            <a:off x="2134531"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6" name="Text Placeholder 58">
            <a:extLst>
              <a:ext uri="{FF2B5EF4-FFF2-40B4-BE49-F238E27FC236}">
                <a16:creationId xmlns:a16="http://schemas.microsoft.com/office/drawing/2014/main" id="{459934BA-2CB8-434B-9B6A-0870B68E3657}"/>
              </a:ext>
            </a:extLst>
          </p:cNvPr>
          <p:cNvSpPr>
            <a:spLocks noGrp="1"/>
          </p:cNvSpPr>
          <p:nvPr>
            <p:ph type="body" sz="quarter" idx="64" hasCustomPrompt="1"/>
          </p:nvPr>
        </p:nvSpPr>
        <p:spPr>
          <a:xfrm>
            <a:off x="2151907"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7" name="Picture Placeholder 60">
            <a:extLst>
              <a:ext uri="{FF2B5EF4-FFF2-40B4-BE49-F238E27FC236}">
                <a16:creationId xmlns:a16="http://schemas.microsoft.com/office/drawing/2014/main" id="{0F069622-5E9D-4C0B-8C06-2FB6C097104B}"/>
              </a:ext>
            </a:extLst>
          </p:cNvPr>
          <p:cNvSpPr>
            <a:spLocks noGrp="1"/>
          </p:cNvSpPr>
          <p:nvPr>
            <p:ph type="pic" sz="quarter" idx="65" hasCustomPrompt="1"/>
          </p:nvPr>
        </p:nvSpPr>
        <p:spPr>
          <a:xfrm>
            <a:off x="3914948"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9" name="Text Placeholder 58">
            <a:extLst>
              <a:ext uri="{FF2B5EF4-FFF2-40B4-BE49-F238E27FC236}">
                <a16:creationId xmlns:a16="http://schemas.microsoft.com/office/drawing/2014/main" id="{9468F369-334A-417D-95DC-1DD03F8E50E7}"/>
              </a:ext>
            </a:extLst>
          </p:cNvPr>
          <p:cNvSpPr>
            <a:spLocks noGrp="1"/>
          </p:cNvSpPr>
          <p:nvPr>
            <p:ph type="body" sz="quarter" idx="66" hasCustomPrompt="1"/>
          </p:nvPr>
        </p:nvSpPr>
        <p:spPr>
          <a:xfrm>
            <a:off x="3904919"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0" name="Picture Placeholder 60">
            <a:extLst>
              <a:ext uri="{FF2B5EF4-FFF2-40B4-BE49-F238E27FC236}">
                <a16:creationId xmlns:a16="http://schemas.microsoft.com/office/drawing/2014/main" id="{E0C95E07-FD49-410B-AB1C-B6FD7ADA8856}"/>
              </a:ext>
            </a:extLst>
          </p:cNvPr>
          <p:cNvSpPr>
            <a:spLocks noGrp="1"/>
          </p:cNvSpPr>
          <p:nvPr>
            <p:ph type="pic" sz="quarter" idx="67" hasCustomPrompt="1"/>
          </p:nvPr>
        </p:nvSpPr>
        <p:spPr>
          <a:xfrm>
            <a:off x="3904918"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1" name="Text Placeholder 58">
            <a:extLst>
              <a:ext uri="{FF2B5EF4-FFF2-40B4-BE49-F238E27FC236}">
                <a16:creationId xmlns:a16="http://schemas.microsoft.com/office/drawing/2014/main" id="{C164FCE4-6FDA-4437-A35C-CF2C7468C1A4}"/>
              </a:ext>
            </a:extLst>
          </p:cNvPr>
          <p:cNvSpPr>
            <a:spLocks noGrp="1"/>
          </p:cNvSpPr>
          <p:nvPr>
            <p:ph type="body" sz="quarter" idx="68" hasCustomPrompt="1"/>
          </p:nvPr>
        </p:nvSpPr>
        <p:spPr>
          <a:xfrm>
            <a:off x="3922294"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2" name="Picture Placeholder 60">
            <a:extLst>
              <a:ext uri="{FF2B5EF4-FFF2-40B4-BE49-F238E27FC236}">
                <a16:creationId xmlns:a16="http://schemas.microsoft.com/office/drawing/2014/main" id="{75E29121-A1A6-4C4A-BB98-313F76A85415}"/>
              </a:ext>
            </a:extLst>
          </p:cNvPr>
          <p:cNvSpPr>
            <a:spLocks noGrp="1"/>
          </p:cNvSpPr>
          <p:nvPr>
            <p:ph type="pic" sz="quarter" idx="69" hasCustomPrompt="1"/>
          </p:nvPr>
        </p:nvSpPr>
        <p:spPr>
          <a:xfrm>
            <a:off x="5685335"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3" name="Text Placeholder 58">
            <a:extLst>
              <a:ext uri="{FF2B5EF4-FFF2-40B4-BE49-F238E27FC236}">
                <a16:creationId xmlns:a16="http://schemas.microsoft.com/office/drawing/2014/main" id="{93D3536C-4101-4237-AFD9-2D9DEB3E81C4}"/>
              </a:ext>
            </a:extLst>
          </p:cNvPr>
          <p:cNvSpPr>
            <a:spLocks noGrp="1"/>
          </p:cNvSpPr>
          <p:nvPr>
            <p:ph type="body" sz="quarter" idx="70" hasCustomPrompt="1"/>
          </p:nvPr>
        </p:nvSpPr>
        <p:spPr>
          <a:xfrm>
            <a:off x="5675306"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4" name="Picture Placeholder 60">
            <a:extLst>
              <a:ext uri="{FF2B5EF4-FFF2-40B4-BE49-F238E27FC236}">
                <a16:creationId xmlns:a16="http://schemas.microsoft.com/office/drawing/2014/main" id="{E022E3B2-F20A-4C5A-A753-6D7FF7025B7E}"/>
              </a:ext>
            </a:extLst>
          </p:cNvPr>
          <p:cNvSpPr>
            <a:spLocks noGrp="1"/>
          </p:cNvSpPr>
          <p:nvPr>
            <p:ph type="pic" sz="quarter" idx="71" hasCustomPrompt="1"/>
          </p:nvPr>
        </p:nvSpPr>
        <p:spPr>
          <a:xfrm>
            <a:off x="5675305"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5" name="Text Placeholder 58">
            <a:extLst>
              <a:ext uri="{FF2B5EF4-FFF2-40B4-BE49-F238E27FC236}">
                <a16:creationId xmlns:a16="http://schemas.microsoft.com/office/drawing/2014/main" id="{C222347F-D5F1-47E0-954B-F15B03CA1274}"/>
              </a:ext>
            </a:extLst>
          </p:cNvPr>
          <p:cNvSpPr>
            <a:spLocks noGrp="1"/>
          </p:cNvSpPr>
          <p:nvPr>
            <p:ph type="body" sz="quarter" idx="72" hasCustomPrompt="1"/>
          </p:nvPr>
        </p:nvSpPr>
        <p:spPr>
          <a:xfrm>
            <a:off x="5692681"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6" name="Picture Placeholder 60">
            <a:extLst>
              <a:ext uri="{FF2B5EF4-FFF2-40B4-BE49-F238E27FC236}">
                <a16:creationId xmlns:a16="http://schemas.microsoft.com/office/drawing/2014/main" id="{99ED5A38-E420-4AD2-B843-89E52E70831D}"/>
              </a:ext>
            </a:extLst>
          </p:cNvPr>
          <p:cNvSpPr>
            <a:spLocks noGrp="1"/>
          </p:cNvSpPr>
          <p:nvPr>
            <p:ph type="pic" sz="quarter" idx="73" hasCustomPrompt="1"/>
          </p:nvPr>
        </p:nvSpPr>
        <p:spPr>
          <a:xfrm>
            <a:off x="7462669"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7" name="Text Placeholder 58">
            <a:extLst>
              <a:ext uri="{FF2B5EF4-FFF2-40B4-BE49-F238E27FC236}">
                <a16:creationId xmlns:a16="http://schemas.microsoft.com/office/drawing/2014/main" id="{9CB7CE92-11FF-4A68-A5BD-E2AC1902985D}"/>
              </a:ext>
            </a:extLst>
          </p:cNvPr>
          <p:cNvSpPr>
            <a:spLocks noGrp="1"/>
          </p:cNvSpPr>
          <p:nvPr>
            <p:ph type="body" sz="quarter" idx="74" hasCustomPrompt="1"/>
          </p:nvPr>
        </p:nvSpPr>
        <p:spPr>
          <a:xfrm>
            <a:off x="7452640"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8" name="Picture Placeholder 60">
            <a:extLst>
              <a:ext uri="{FF2B5EF4-FFF2-40B4-BE49-F238E27FC236}">
                <a16:creationId xmlns:a16="http://schemas.microsoft.com/office/drawing/2014/main" id="{66A4E3BA-27C1-40CF-B56E-C22139211904}"/>
              </a:ext>
            </a:extLst>
          </p:cNvPr>
          <p:cNvSpPr>
            <a:spLocks noGrp="1"/>
          </p:cNvSpPr>
          <p:nvPr>
            <p:ph type="pic" sz="quarter" idx="75" hasCustomPrompt="1"/>
          </p:nvPr>
        </p:nvSpPr>
        <p:spPr>
          <a:xfrm>
            <a:off x="7452639"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0" name="Text Placeholder 58">
            <a:extLst>
              <a:ext uri="{FF2B5EF4-FFF2-40B4-BE49-F238E27FC236}">
                <a16:creationId xmlns:a16="http://schemas.microsoft.com/office/drawing/2014/main" id="{EB360DE4-232A-498C-A375-2F9E3B829CAB}"/>
              </a:ext>
            </a:extLst>
          </p:cNvPr>
          <p:cNvSpPr>
            <a:spLocks noGrp="1"/>
          </p:cNvSpPr>
          <p:nvPr>
            <p:ph type="body" sz="quarter" idx="76" hasCustomPrompt="1"/>
          </p:nvPr>
        </p:nvSpPr>
        <p:spPr>
          <a:xfrm>
            <a:off x="7470015"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2" name="Text Placeholder 63">
            <a:extLst>
              <a:ext uri="{FF2B5EF4-FFF2-40B4-BE49-F238E27FC236}">
                <a16:creationId xmlns:a16="http://schemas.microsoft.com/office/drawing/2014/main" id="{9F51C91F-CE72-4010-9878-3F68B05242E1}"/>
              </a:ext>
            </a:extLst>
          </p:cNvPr>
          <p:cNvSpPr>
            <a:spLocks noGrp="1"/>
          </p:cNvSpPr>
          <p:nvPr>
            <p:ph type="body" sz="quarter" idx="77" hasCustomPrompt="1"/>
          </p:nvPr>
        </p:nvSpPr>
        <p:spPr>
          <a:xfrm>
            <a:off x="618157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3" name="Text Placeholder 63">
            <a:extLst>
              <a:ext uri="{FF2B5EF4-FFF2-40B4-BE49-F238E27FC236}">
                <a16:creationId xmlns:a16="http://schemas.microsoft.com/office/drawing/2014/main" id="{8A1B9AD8-08BC-4D1F-A8A3-37F9BFF42C01}"/>
              </a:ext>
            </a:extLst>
          </p:cNvPr>
          <p:cNvSpPr>
            <a:spLocks noGrp="1"/>
          </p:cNvSpPr>
          <p:nvPr>
            <p:ph type="body" sz="quarter" idx="78" hasCustomPrompt="1"/>
          </p:nvPr>
        </p:nvSpPr>
        <p:spPr>
          <a:xfrm>
            <a:off x="7452639"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71" name="Text Placeholder 63">
            <a:extLst>
              <a:ext uri="{FF2B5EF4-FFF2-40B4-BE49-F238E27FC236}">
                <a16:creationId xmlns:a16="http://schemas.microsoft.com/office/drawing/2014/main" id="{8FD8AEB4-768F-40CB-A8B6-3ACFA80AC110}"/>
              </a:ext>
            </a:extLst>
          </p:cNvPr>
          <p:cNvSpPr>
            <a:spLocks noGrp="1"/>
          </p:cNvSpPr>
          <p:nvPr>
            <p:ph type="body" sz="quarter" idx="79" hasCustomPrompt="1"/>
          </p:nvPr>
        </p:nvSpPr>
        <p:spPr>
          <a:xfrm>
            <a:off x="7899381"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1" name="Footer Placeholder 4">
            <a:extLst>
              <a:ext uri="{FF2B5EF4-FFF2-40B4-BE49-F238E27FC236}">
                <a16:creationId xmlns:a16="http://schemas.microsoft.com/office/drawing/2014/main" id="{6DB28E37-4F7A-242C-6E7A-27B38021E2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C76BD9F1-87CE-BFE5-4EE6-175CEFD8644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024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Project Roadmap">
    <p:spTree>
      <p:nvGrpSpPr>
        <p:cNvPr id="1" name=""/>
        <p:cNvGrpSpPr/>
        <p:nvPr/>
      </p:nvGrpSpPr>
      <p:grpSpPr>
        <a:xfrm>
          <a:off x="0" y="0"/>
          <a:ext cx="0" cy="0"/>
          <a:chOff x="0" y="0"/>
          <a:chExt cx="0" cy="0"/>
        </a:xfrm>
      </p:grpSpPr>
      <p:sp>
        <p:nvSpPr>
          <p:cNvPr id="119" name="Text Placeholder 9">
            <a:extLst>
              <a:ext uri="{FF2B5EF4-FFF2-40B4-BE49-F238E27FC236}">
                <a16:creationId xmlns:a16="http://schemas.microsoft.com/office/drawing/2014/main" id="{4CB4631F-CF9E-42F4-86AC-E8D8579C8B32}"/>
              </a:ext>
            </a:extLst>
          </p:cNvPr>
          <p:cNvSpPr>
            <a:spLocks noGrp="1"/>
          </p:cNvSpPr>
          <p:nvPr>
            <p:ph type="body" sz="quarter" idx="30" hasCustomPrompt="1"/>
          </p:nvPr>
        </p:nvSpPr>
        <p:spPr>
          <a:xfrm>
            <a:off x="336551" y="2455053"/>
            <a:ext cx="1323999" cy="545862"/>
          </a:xfrm>
        </p:spPr>
        <p:txBody>
          <a:bodyPr lIns="91440" anchor="ctr"/>
          <a:lstStyle>
            <a:lvl1pPr marL="0" indent="0" algn="l">
              <a:buNone/>
              <a:defRPr sz="1100" b="1"/>
            </a:lvl1pPr>
          </a:lstStyle>
          <a:p>
            <a:pPr lvl="0"/>
            <a:r>
              <a:rPr lang="en-US"/>
              <a:t>Category</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userDrawn="1">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userDrawn="1">
            <p:ph type="title" hasCustomPrompt="1"/>
          </p:nvPr>
        </p:nvSpPr>
        <p:spPr>
          <a:xfrm>
            <a:off x="336855" y="445961"/>
            <a:ext cx="8470292" cy="506940"/>
          </a:xfrm>
        </p:spPr>
        <p:txBody>
          <a:bodyPr>
            <a:noAutofit/>
          </a:bodyPr>
          <a:lstStyle>
            <a:lvl1pPr>
              <a:defRPr/>
            </a:lvl1pPr>
          </a:lstStyle>
          <a:p>
            <a:r>
              <a:rPr lang="en-US"/>
              <a:t>Project Roadmap</a:t>
            </a:r>
          </a:p>
        </p:txBody>
      </p:sp>
      <p:sp>
        <p:nvSpPr>
          <p:cNvPr id="74" name="Text Placeholder 9">
            <a:extLst>
              <a:ext uri="{FF2B5EF4-FFF2-40B4-BE49-F238E27FC236}">
                <a16:creationId xmlns:a16="http://schemas.microsoft.com/office/drawing/2014/main" id="{62F58471-5B81-49E9-954B-670FCEEFE6A0}"/>
              </a:ext>
            </a:extLst>
          </p:cNvPr>
          <p:cNvSpPr>
            <a:spLocks noGrp="1"/>
          </p:cNvSpPr>
          <p:nvPr userDrawn="1">
            <p:ph type="body" sz="quarter" idx="14" hasCustomPrompt="1"/>
          </p:nvPr>
        </p:nvSpPr>
        <p:spPr>
          <a:xfrm>
            <a:off x="166055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77" name="Text Placeholder 9">
            <a:extLst>
              <a:ext uri="{FF2B5EF4-FFF2-40B4-BE49-F238E27FC236}">
                <a16:creationId xmlns:a16="http://schemas.microsoft.com/office/drawing/2014/main" id="{CBFF9887-A691-46B0-9E6C-A5E269533474}"/>
              </a:ext>
            </a:extLst>
          </p:cNvPr>
          <p:cNvSpPr>
            <a:spLocks noGrp="1"/>
          </p:cNvSpPr>
          <p:nvPr userDrawn="1">
            <p:ph type="body" sz="quarter" idx="17" hasCustomPrompt="1"/>
          </p:nvPr>
        </p:nvSpPr>
        <p:spPr>
          <a:xfrm>
            <a:off x="8349508" y="1066799"/>
            <a:ext cx="607161"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6" name="Text Placeholder 9">
            <a:extLst>
              <a:ext uri="{FF2B5EF4-FFF2-40B4-BE49-F238E27FC236}">
                <a16:creationId xmlns:a16="http://schemas.microsoft.com/office/drawing/2014/main" id="{9A16499F-B3BA-4A4B-95EB-4C520B55EBAD}"/>
              </a:ext>
            </a:extLst>
          </p:cNvPr>
          <p:cNvSpPr>
            <a:spLocks noGrp="1"/>
          </p:cNvSpPr>
          <p:nvPr userDrawn="1">
            <p:ph type="body" sz="quarter" idx="18" hasCustomPrompt="1"/>
          </p:nvPr>
        </p:nvSpPr>
        <p:spPr>
          <a:xfrm>
            <a:off x="226771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7" name="Text Placeholder 9">
            <a:extLst>
              <a:ext uri="{FF2B5EF4-FFF2-40B4-BE49-F238E27FC236}">
                <a16:creationId xmlns:a16="http://schemas.microsoft.com/office/drawing/2014/main" id="{1765587B-761D-431B-B1CC-2370CB15C9DA}"/>
              </a:ext>
            </a:extLst>
          </p:cNvPr>
          <p:cNvSpPr>
            <a:spLocks noGrp="1"/>
          </p:cNvSpPr>
          <p:nvPr userDrawn="1">
            <p:ph type="body" sz="quarter" idx="19" hasCustomPrompt="1"/>
          </p:nvPr>
        </p:nvSpPr>
        <p:spPr>
          <a:xfrm>
            <a:off x="287487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8" name="Text Placeholder 9">
            <a:extLst>
              <a:ext uri="{FF2B5EF4-FFF2-40B4-BE49-F238E27FC236}">
                <a16:creationId xmlns:a16="http://schemas.microsoft.com/office/drawing/2014/main" id="{7B9FA29D-59D3-47B9-B26D-9AE0AEC8E859}"/>
              </a:ext>
            </a:extLst>
          </p:cNvPr>
          <p:cNvSpPr>
            <a:spLocks noGrp="1"/>
          </p:cNvSpPr>
          <p:nvPr userDrawn="1">
            <p:ph type="body" sz="quarter" idx="20" hasCustomPrompt="1"/>
          </p:nvPr>
        </p:nvSpPr>
        <p:spPr>
          <a:xfrm>
            <a:off x="348203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9" name="Text Placeholder 9">
            <a:extLst>
              <a:ext uri="{FF2B5EF4-FFF2-40B4-BE49-F238E27FC236}">
                <a16:creationId xmlns:a16="http://schemas.microsoft.com/office/drawing/2014/main" id="{7F1C7D19-33C7-4124-8E2C-26E8B4A88016}"/>
              </a:ext>
            </a:extLst>
          </p:cNvPr>
          <p:cNvSpPr>
            <a:spLocks noGrp="1"/>
          </p:cNvSpPr>
          <p:nvPr userDrawn="1">
            <p:ph type="body" sz="quarter" idx="21" hasCustomPrompt="1"/>
          </p:nvPr>
        </p:nvSpPr>
        <p:spPr>
          <a:xfrm>
            <a:off x="4089198"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0" name="Text Placeholder 9">
            <a:extLst>
              <a:ext uri="{FF2B5EF4-FFF2-40B4-BE49-F238E27FC236}">
                <a16:creationId xmlns:a16="http://schemas.microsoft.com/office/drawing/2014/main" id="{90F05DDD-8D79-4102-B7E9-EDB414F91792}"/>
              </a:ext>
            </a:extLst>
          </p:cNvPr>
          <p:cNvSpPr>
            <a:spLocks noGrp="1"/>
          </p:cNvSpPr>
          <p:nvPr userDrawn="1">
            <p:ph type="body" sz="quarter" idx="22" hasCustomPrompt="1"/>
          </p:nvPr>
        </p:nvSpPr>
        <p:spPr>
          <a:xfrm>
            <a:off x="469636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1" name="Text Placeholder 9">
            <a:extLst>
              <a:ext uri="{FF2B5EF4-FFF2-40B4-BE49-F238E27FC236}">
                <a16:creationId xmlns:a16="http://schemas.microsoft.com/office/drawing/2014/main" id="{3133C907-BEE6-4430-B438-5BC3144559E0}"/>
              </a:ext>
            </a:extLst>
          </p:cNvPr>
          <p:cNvSpPr>
            <a:spLocks noGrp="1"/>
          </p:cNvSpPr>
          <p:nvPr userDrawn="1">
            <p:ph type="body" sz="quarter" idx="23" hasCustomPrompt="1"/>
          </p:nvPr>
        </p:nvSpPr>
        <p:spPr>
          <a:xfrm>
            <a:off x="530352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2" name="Text Placeholder 9">
            <a:extLst>
              <a:ext uri="{FF2B5EF4-FFF2-40B4-BE49-F238E27FC236}">
                <a16:creationId xmlns:a16="http://schemas.microsoft.com/office/drawing/2014/main" id="{6BDADBA1-53C6-4361-BB77-0137123003B4}"/>
              </a:ext>
            </a:extLst>
          </p:cNvPr>
          <p:cNvSpPr>
            <a:spLocks noGrp="1"/>
          </p:cNvSpPr>
          <p:nvPr userDrawn="1">
            <p:ph type="body" sz="quarter" idx="24" hasCustomPrompt="1"/>
          </p:nvPr>
        </p:nvSpPr>
        <p:spPr>
          <a:xfrm>
            <a:off x="59106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3" name="Text Placeholder 9">
            <a:extLst>
              <a:ext uri="{FF2B5EF4-FFF2-40B4-BE49-F238E27FC236}">
                <a16:creationId xmlns:a16="http://schemas.microsoft.com/office/drawing/2014/main" id="{99DF9D71-0F43-4800-8470-CBE84D92D500}"/>
              </a:ext>
            </a:extLst>
          </p:cNvPr>
          <p:cNvSpPr>
            <a:spLocks noGrp="1"/>
          </p:cNvSpPr>
          <p:nvPr userDrawn="1">
            <p:ph type="body" sz="quarter" idx="25" hasCustomPrompt="1"/>
          </p:nvPr>
        </p:nvSpPr>
        <p:spPr>
          <a:xfrm>
            <a:off x="6517846" y="1066799"/>
            <a:ext cx="617338"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4" name="Text Placeholder 9">
            <a:extLst>
              <a:ext uri="{FF2B5EF4-FFF2-40B4-BE49-F238E27FC236}">
                <a16:creationId xmlns:a16="http://schemas.microsoft.com/office/drawing/2014/main" id="{EB534C8D-2AE8-4897-A61C-026E16922F78}"/>
              </a:ext>
            </a:extLst>
          </p:cNvPr>
          <p:cNvSpPr>
            <a:spLocks noGrp="1"/>
          </p:cNvSpPr>
          <p:nvPr userDrawn="1">
            <p:ph type="body" sz="quarter" idx="26" hasCustomPrompt="1"/>
          </p:nvPr>
        </p:nvSpPr>
        <p:spPr>
          <a:xfrm>
            <a:off x="71351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5" name="Text Placeholder 9">
            <a:extLst>
              <a:ext uri="{FF2B5EF4-FFF2-40B4-BE49-F238E27FC236}">
                <a16:creationId xmlns:a16="http://schemas.microsoft.com/office/drawing/2014/main" id="{CF16D2B0-FB0E-494C-9A9F-08E7AE3DA04A}"/>
              </a:ext>
            </a:extLst>
          </p:cNvPr>
          <p:cNvSpPr>
            <a:spLocks noGrp="1"/>
          </p:cNvSpPr>
          <p:nvPr userDrawn="1">
            <p:ph type="body" sz="quarter" idx="27" hasCustomPrompt="1"/>
          </p:nvPr>
        </p:nvSpPr>
        <p:spPr>
          <a:xfrm>
            <a:off x="774234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117" name="Text Placeholder 9">
            <a:extLst>
              <a:ext uri="{FF2B5EF4-FFF2-40B4-BE49-F238E27FC236}">
                <a16:creationId xmlns:a16="http://schemas.microsoft.com/office/drawing/2014/main" id="{CEE14280-D02A-4387-9174-D85340A89DB2}"/>
              </a:ext>
            </a:extLst>
          </p:cNvPr>
          <p:cNvSpPr>
            <a:spLocks noGrp="1"/>
          </p:cNvSpPr>
          <p:nvPr>
            <p:ph type="body" sz="quarter" idx="28" hasCustomPrompt="1"/>
          </p:nvPr>
        </p:nvSpPr>
        <p:spPr>
          <a:xfrm>
            <a:off x="336551" y="1366988"/>
            <a:ext cx="1323999" cy="545862"/>
          </a:xfrm>
        </p:spPr>
        <p:txBody>
          <a:bodyPr lIns="91440" anchor="ctr"/>
          <a:lstStyle>
            <a:lvl1pPr marL="0" indent="0" algn="l">
              <a:buNone/>
              <a:defRPr sz="1100" b="1"/>
            </a:lvl1pPr>
          </a:lstStyle>
          <a:p>
            <a:pPr lvl="0"/>
            <a:r>
              <a:rPr lang="en-US"/>
              <a:t>Category</a:t>
            </a:r>
          </a:p>
        </p:txBody>
      </p:sp>
      <p:sp>
        <p:nvSpPr>
          <p:cNvPr id="118" name="Text Placeholder 9">
            <a:extLst>
              <a:ext uri="{FF2B5EF4-FFF2-40B4-BE49-F238E27FC236}">
                <a16:creationId xmlns:a16="http://schemas.microsoft.com/office/drawing/2014/main" id="{706E0466-FAD6-40C6-9D14-9FCBD084E6A3}"/>
              </a:ext>
            </a:extLst>
          </p:cNvPr>
          <p:cNvSpPr>
            <a:spLocks noGrp="1"/>
          </p:cNvSpPr>
          <p:nvPr>
            <p:ph type="body" sz="quarter" idx="29" hasCustomPrompt="1"/>
          </p:nvPr>
        </p:nvSpPr>
        <p:spPr>
          <a:xfrm>
            <a:off x="336551" y="1920980"/>
            <a:ext cx="1323999" cy="534616"/>
          </a:xfrm>
        </p:spPr>
        <p:txBody>
          <a:bodyPr lIns="91440" anchor="ctr"/>
          <a:lstStyle>
            <a:lvl1pPr marL="0" indent="0" algn="l">
              <a:buNone/>
              <a:defRPr sz="1100" b="1"/>
            </a:lvl1pPr>
          </a:lstStyle>
          <a:p>
            <a:pPr lvl="0"/>
            <a:r>
              <a:rPr lang="en-US"/>
              <a:t>Category</a:t>
            </a:r>
          </a:p>
        </p:txBody>
      </p:sp>
      <p:sp>
        <p:nvSpPr>
          <p:cNvPr id="120" name="Text Placeholder 9">
            <a:extLst>
              <a:ext uri="{FF2B5EF4-FFF2-40B4-BE49-F238E27FC236}">
                <a16:creationId xmlns:a16="http://schemas.microsoft.com/office/drawing/2014/main" id="{1909C30B-7214-4E71-B1E4-E82DAC537C51}"/>
              </a:ext>
            </a:extLst>
          </p:cNvPr>
          <p:cNvSpPr>
            <a:spLocks noGrp="1"/>
          </p:cNvSpPr>
          <p:nvPr>
            <p:ph type="body" sz="quarter" idx="31" hasCustomPrompt="1"/>
          </p:nvPr>
        </p:nvSpPr>
        <p:spPr>
          <a:xfrm>
            <a:off x="336551" y="3003503"/>
            <a:ext cx="1323999" cy="545862"/>
          </a:xfrm>
        </p:spPr>
        <p:txBody>
          <a:bodyPr lIns="91440" anchor="ctr"/>
          <a:lstStyle>
            <a:lvl1pPr marL="0" indent="0" algn="l">
              <a:buNone/>
              <a:defRPr sz="1100" b="1"/>
            </a:lvl1pPr>
          </a:lstStyle>
          <a:p>
            <a:pPr lvl="0"/>
            <a:r>
              <a:rPr lang="en-US"/>
              <a:t>Category</a:t>
            </a:r>
          </a:p>
        </p:txBody>
      </p:sp>
      <p:sp>
        <p:nvSpPr>
          <p:cNvPr id="121" name="Text Placeholder 9">
            <a:extLst>
              <a:ext uri="{FF2B5EF4-FFF2-40B4-BE49-F238E27FC236}">
                <a16:creationId xmlns:a16="http://schemas.microsoft.com/office/drawing/2014/main" id="{5B03E3AD-7142-4BDA-A31C-4D88A1BA9AB8}"/>
              </a:ext>
            </a:extLst>
          </p:cNvPr>
          <p:cNvSpPr>
            <a:spLocks noGrp="1"/>
          </p:cNvSpPr>
          <p:nvPr>
            <p:ph type="body" sz="quarter" idx="32" hasCustomPrompt="1"/>
          </p:nvPr>
        </p:nvSpPr>
        <p:spPr>
          <a:xfrm>
            <a:off x="336551" y="3557495"/>
            <a:ext cx="1323999" cy="545862"/>
          </a:xfrm>
        </p:spPr>
        <p:txBody>
          <a:bodyPr lIns="91440" anchor="ctr"/>
          <a:lstStyle>
            <a:lvl1pPr marL="0" indent="0" algn="l">
              <a:buNone/>
              <a:defRPr sz="1100" b="1"/>
            </a:lvl1pPr>
          </a:lstStyle>
          <a:p>
            <a:pPr lvl="0"/>
            <a:r>
              <a:rPr lang="en-US"/>
              <a:t>Category</a:t>
            </a:r>
          </a:p>
        </p:txBody>
      </p:sp>
      <p:sp>
        <p:nvSpPr>
          <p:cNvPr id="122" name="Text Placeholder 9">
            <a:extLst>
              <a:ext uri="{FF2B5EF4-FFF2-40B4-BE49-F238E27FC236}">
                <a16:creationId xmlns:a16="http://schemas.microsoft.com/office/drawing/2014/main" id="{0B13E059-7A90-4BAD-97A8-EFE5453EF418}"/>
              </a:ext>
            </a:extLst>
          </p:cNvPr>
          <p:cNvSpPr>
            <a:spLocks noGrp="1"/>
          </p:cNvSpPr>
          <p:nvPr>
            <p:ph type="body" sz="quarter" idx="33" hasCustomPrompt="1"/>
          </p:nvPr>
        </p:nvSpPr>
        <p:spPr>
          <a:xfrm>
            <a:off x="336551" y="4091568"/>
            <a:ext cx="1323999" cy="545862"/>
          </a:xfrm>
        </p:spPr>
        <p:txBody>
          <a:bodyPr lIns="91440" anchor="ctr"/>
          <a:lstStyle>
            <a:lvl1pPr marL="0" indent="0" algn="l">
              <a:buNone/>
              <a:defRPr sz="1100" b="1"/>
            </a:lvl1pPr>
          </a:lstStyle>
          <a:p>
            <a:pPr lvl="0"/>
            <a:r>
              <a:rPr lang="en-US"/>
              <a:t>Category</a:t>
            </a:r>
          </a:p>
        </p:txBody>
      </p:sp>
      <p:sp>
        <p:nvSpPr>
          <p:cNvPr id="8" name="Footer Placeholder 4">
            <a:extLst>
              <a:ext uri="{FF2B5EF4-FFF2-40B4-BE49-F238E27FC236}">
                <a16:creationId xmlns:a16="http://schemas.microsoft.com/office/drawing/2014/main" id="{0E5A463A-CB5B-A078-6343-1D89368119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E08A35F5-79EC-3F79-9162-4A5A82B4DE8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93864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roject Timeline Six-Step">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5FA95A2-0C95-C2BB-E759-A53FAC33AD29}"/>
              </a:ext>
            </a:extLst>
          </p:cNvPr>
          <p:cNvSpPr txBox="1"/>
          <p:nvPr userDrawn="1"/>
        </p:nvSpPr>
        <p:spPr>
          <a:xfrm>
            <a:off x="1714153"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DFF40BB-3CE5-E7F5-5E28-1DA139E4D70C}"/>
              </a:ext>
            </a:extLst>
          </p:cNvPr>
          <p:cNvSpPr txBox="1"/>
          <p:nvPr userDrawn="1"/>
        </p:nvSpPr>
        <p:spPr>
          <a:xfrm>
            <a:off x="4628235"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23DBD1A-077D-1E4C-C7D5-879B09EE67CE}"/>
              </a:ext>
            </a:extLst>
          </p:cNvPr>
          <p:cNvSpPr txBox="1"/>
          <p:nvPr userDrawn="1"/>
        </p:nvSpPr>
        <p:spPr>
          <a:xfrm>
            <a:off x="7542318"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5508A3AB-38AE-2C60-A893-2DE397946358}"/>
              </a:ext>
            </a:extLst>
          </p:cNvPr>
          <p:cNvGrpSpPr/>
          <p:nvPr userDrawn="1"/>
        </p:nvGrpSpPr>
        <p:grpSpPr>
          <a:xfrm>
            <a:off x="289228" y="1738590"/>
            <a:ext cx="8657779" cy="222855"/>
            <a:chOff x="368587" y="2609533"/>
            <a:chExt cx="8562195" cy="222855"/>
          </a:xfrm>
        </p:grpSpPr>
        <p:cxnSp>
          <p:nvCxnSpPr>
            <p:cNvPr id="9" name="Straight Connector 8" descr="timeline">
              <a:extLst>
                <a:ext uri="{FF2B5EF4-FFF2-40B4-BE49-F238E27FC236}">
                  <a16:creationId xmlns:a16="http://schemas.microsoft.com/office/drawing/2014/main" id="{CE459E8E-E688-7B72-5545-4B7BFEE39E21}"/>
                </a:ext>
              </a:extLst>
            </p:cNvPr>
            <p:cNvCxnSpPr>
              <a:cxnSpLocks/>
            </p:cNvCxnSpPr>
            <p:nvPr/>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descr="timeline">
              <a:extLst>
                <a:ext uri="{FF2B5EF4-FFF2-40B4-BE49-F238E27FC236}">
                  <a16:creationId xmlns:a16="http://schemas.microsoft.com/office/drawing/2014/main" id="{2BEA1176-8C98-3960-7F94-6C03CC61631F}"/>
                </a:ext>
              </a:extLst>
            </p:cNvPr>
            <p:cNvCxnSpPr>
              <a:cxnSpLocks/>
            </p:cNvCxnSpPr>
            <p:nvPr/>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4" name="Straight Connector 13" descr="timeline">
              <a:extLst>
                <a:ext uri="{FF2B5EF4-FFF2-40B4-BE49-F238E27FC236}">
                  <a16:creationId xmlns:a16="http://schemas.microsoft.com/office/drawing/2014/main" id="{0A1DA749-E383-23C9-4C8B-3D1038F3CDF5}"/>
                </a:ext>
              </a:extLst>
            </p:cNvPr>
            <p:cNvCxnSpPr>
              <a:cxnSpLocks/>
            </p:cNvCxnSpPr>
            <p:nvPr/>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grpSp>
      <p:sp>
        <p:nvSpPr>
          <p:cNvPr id="29" name="Text Placeholder 27">
            <a:extLst>
              <a:ext uri="{FF2B5EF4-FFF2-40B4-BE49-F238E27FC236}">
                <a16:creationId xmlns:a16="http://schemas.microsoft.com/office/drawing/2014/main" id="{C38ACA14-ABBF-1448-FAFB-122B1F0864DE}"/>
              </a:ext>
            </a:extLst>
          </p:cNvPr>
          <p:cNvSpPr>
            <a:spLocks noGrp="1"/>
          </p:cNvSpPr>
          <p:nvPr>
            <p:ph type="body" sz="quarter" idx="37" hasCustomPrompt="1"/>
          </p:nvPr>
        </p:nvSpPr>
        <p:spPr>
          <a:xfrm>
            <a:off x="177752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Two</a:t>
            </a:r>
          </a:p>
        </p:txBody>
      </p:sp>
      <p:sp>
        <p:nvSpPr>
          <p:cNvPr id="30" name="Text Placeholder 27">
            <a:extLst>
              <a:ext uri="{FF2B5EF4-FFF2-40B4-BE49-F238E27FC236}">
                <a16:creationId xmlns:a16="http://schemas.microsoft.com/office/drawing/2014/main" id="{C4A05CB2-621E-0951-333F-FE5BD12FBE66}"/>
              </a:ext>
            </a:extLst>
          </p:cNvPr>
          <p:cNvSpPr>
            <a:spLocks noGrp="1"/>
          </p:cNvSpPr>
          <p:nvPr>
            <p:ph type="body" sz="quarter" idx="38" hasCustomPrompt="1"/>
          </p:nvPr>
        </p:nvSpPr>
        <p:spPr>
          <a:xfrm>
            <a:off x="3234085"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Three</a:t>
            </a:r>
          </a:p>
        </p:txBody>
      </p:sp>
      <p:sp>
        <p:nvSpPr>
          <p:cNvPr id="31" name="Text Placeholder 27">
            <a:extLst>
              <a:ext uri="{FF2B5EF4-FFF2-40B4-BE49-F238E27FC236}">
                <a16:creationId xmlns:a16="http://schemas.microsoft.com/office/drawing/2014/main" id="{29D88907-B1E3-BB60-E485-52E49F29CAFE}"/>
              </a:ext>
            </a:extLst>
          </p:cNvPr>
          <p:cNvSpPr>
            <a:spLocks noGrp="1"/>
          </p:cNvSpPr>
          <p:nvPr>
            <p:ph type="body" sz="quarter" idx="39" hasCustomPrompt="1"/>
          </p:nvPr>
        </p:nvSpPr>
        <p:spPr>
          <a:xfrm>
            <a:off x="469093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Four</a:t>
            </a:r>
          </a:p>
        </p:txBody>
      </p:sp>
      <p:sp>
        <p:nvSpPr>
          <p:cNvPr id="32" name="Text Placeholder 27">
            <a:extLst>
              <a:ext uri="{FF2B5EF4-FFF2-40B4-BE49-F238E27FC236}">
                <a16:creationId xmlns:a16="http://schemas.microsoft.com/office/drawing/2014/main" id="{A975FFAA-7A17-85D5-908E-C5003B73938B}"/>
              </a:ext>
            </a:extLst>
          </p:cNvPr>
          <p:cNvSpPr>
            <a:spLocks noGrp="1"/>
          </p:cNvSpPr>
          <p:nvPr>
            <p:ph type="body" sz="quarter" idx="40" hasCustomPrompt="1"/>
          </p:nvPr>
        </p:nvSpPr>
        <p:spPr>
          <a:xfrm>
            <a:off x="6147791"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Five</a:t>
            </a:r>
          </a:p>
        </p:txBody>
      </p:sp>
      <p:sp>
        <p:nvSpPr>
          <p:cNvPr id="33" name="Text Placeholder 27">
            <a:extLst>
              <a:ext uri="{FF2B5EF4-FFF2-40B4-BE49-F238E27FC236}">
                <a16:creationId xmlns:a16="http://schemas.microsoft.com/office/drawing/2014/main" id="{601E05E3-EBD7-9557-42A4-8ADAC84DA2FF}"/>
              </a:ext>
            </a:extLst>
          </p:cNvPr>
          <p:cNvSpPr>
            <a:spLocks noGrp="1"/>
          </p:cNvSpPr>
          <p:nvPr>
            <p:ph type="body" sz="quarter" idx="41" hasCustomPrompt="1"/>
          </p:nvPr>
        </p:nvSpPr>
        <p:spPr>
          <a:xfrm>
            <a:off x="7604644"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Six</a:t>
            </a:r>
          </a:p>
        </p:txBody>
      </p:sp>
      <p:sp>
        <p:nvSpPr>
          <p:cNvPr id="36" name="Text Placeholder 27">
            <a:extLst>
              <a:ext uri="{FF2B5EF4-FFF2-40B4-BE49-F238E27FC236}">
                <a16:creationId xmlns:a16="http://schemas.microsoft.com/office/drawing/2014/main" id="{0882A5CA-FDE0-569D-3AF9-4D90C4CB8991}"/>
              </a:ext>
            </a:extLst>
          </p:cNvPr>
          <p:cNvSpPr>
            <a:spLocks noGrp="1"/>
          </p:cNvSpPr>
          <p:nvPr>
            <p:ph type="body" sz="quarter" idx="43" hasCustomPrompt="1"/>
          </p:nvPr>
        </p:nvSpPr>
        <p:spPr>
          <a:xfrm>
            <a:off x="318897"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One</a:t>
            </a:r>
          </a:p>
        </p:txBody>
      </p:sp>
      <p:sp>
        <p:nvSpPr>
          <p:cNvPr id="44" name="Text Placeholder 43">
            <a:extLst>
              <a:ext uri="{FF2B5EF4-FFF2-40B4-BE49-F238E27FC236}">
                <a16:creationId xmlns:a16="http://schemas.microsoft.com/office/drawing/2014/main" id="{6C9BF06F-0ECC-78B3-42F0-96CB3ADFF8F8}"/>
              </a:ext>
            </a:extLst>
          </p:cNvPr>
          <p:cNvSpPr>
            <a:spLocks noGrp="1"/>
          </p:cNvSpPr>
          <p:nvPr>
            <p:ph type="body" sz="quarter" idx="44" hasCustomPrompt="1"/>
          </p:nvPr>
        </p:nvSpPr>
        <p:spPr>
          <a:xfrm>
            <a:off x="319088"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5" name="Text Placeholder 43">
            <a:extLst>
              <a:ext uri="{FF2B5EF4-FFF2-40B4-BE49-F238E27FC236}">
                <a16:creationId xmlns:a16="http://schemas.microsoft.com/office/drawing/2014/main" id="{3850FCE7-C332-F56E-4F46-DE45D7E07475}"/>
              </a:ext>
            </a:extLst>
          </p:cNvPr>
          <p:cNvSpPr>
            <a:spLocks noGrp="1"/>
          </p:cNvSpPr>
          <p:nvPr>
            <p:ph type="body" sz="quarter" idx="45" hasCustomPrompt="1"/>
          </p:nvPr>
        </p:nvSpPr>
        <p:spPr>
          <a:xfrm>
            <a:off x="1776127"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6" name="Text Placeholder 43">
            <a:extLst>
              <a:ext uri="{FF2B5EF4-FFF2-40B4-BE49-F238E27FC236}">
                <a16:creationId xmlns:a16="http://schemas.microsoft.com/office/drawing/2014/main" id="{641D6B54-9FF9-7CA5-4898-E5C6A23A2CD7}"/>
              </a:ext>
            </a:extLst>
          </p:cNvPr>
          <p:cNvSpPr>
            <a:spLocks noGrp="1"/>
          </p:cNvSpPr>
          <p:nvPr>
            <p:ph type="body" sz="quarter" idx="46" hasCustomPrompt="1"/>
          </p:nvPr>
        </p:nvSpPr>
        <p:spPr>
          <a:xfrm>
            <a:off x="3226334"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7" name="Text Placeholder 43">
            <a:extLst>
              <a:ext uri="{FF2B5EF4-FFF2-40B4-BE49-F238E27FC236}">
                <a16:creationId xmlns:a16="http://schemas.microsoft.com/office/drawing/2014/main" id="{5B81AE6F-A1FC-5FE6-7553-09F5EB5CBDF4}"/>
              </a:ext>
            </a:extLst>
          </p:cNvPr>
          <p:cNvSpPr>
            <a:spLocks noGrp="1"/>
          </p:cNvSpPr>
          <p:nvPr>
            <p:ph type="body" sz="quarter" idx="47" hasCustomPrompt="1"/>
          </p:nvPr>
        </p:nvSpPr>
        <p:spPr>
          <a:xfrm>
            <a:off x="468337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8" name="Text Placeholder 43">
            <a:extLst>
              <a:ext uri="{FF2B5EF4-FFF2-40B4-BE49-F238E27FC236}">
                <a16:creationId xmlns:a16="http://schemas.microsoft.com/office/drawing/2014/main" id="{DD361776-5E8B-B232-96DE-8DC9D342D31B}"/>
              </a:ext>
            </a:extLst>
          </p:cNvPr>
          <p:cNvSpPr>
            <a:spLocks noGrp="1"/>
          </p:cNvSpPr>
          <p:nvPr>
            <p:ph type="body" sz="quarter" idx="48" hasCustomPrompt="1"/>
          </p:nvPr>
        </p:nvSpPr>
        <p:spPr>
          <a:xfrm>
            <a:off x="614919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9" name="Text Placeholder 43">
            <a:extLst>
              <a:ext uri="{FF2B5EF4-FFF2-40B4-BE49-F238E27FC236}">
                <a16:creationId xmlns:a16="http://schemas.microsoft.com/office/drawing/2014/main" id="{F7A0526A-D8B7-37D5-FED4-F613595695B1}"/>
              </a:ext>
            </a:extLst>
          </p:cNvPr>
          <p:cNvSpPr>
            <a:spLocks noGrp="1"/>
          </p:cNvSpPr>
          <p:nvPr>
            <p:ph type="body" sz="quarter" idx="49" hasCustomPrompt="1"/>
          </p:nvPr>
        </p:nvSpPr>
        <p:spPr>
          <a:xfrm>
            <a:off x="7606232"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Tree>
    <p:extLst>
      <p:ext uri="{BB962C8B-B14F-4D97-AF65-F5344CB8AC3E}">
        <p14:creationId xmlns:p14="http://schemas.microsoft.com/office/powerpoint/2010/main" val="15858884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roject Timeline w Summaries and Scorecards">
    <p:spTree>
      <p:nvGrpSpPr>
        <p:cNvPr id="1" name=""/>
        <p:cNvGrpSpPr/>
        <p:nvPr/>
      </p:nvGrpSpPr>
      <p:grpSpPr>
        <a:xfrm>
          <a:off x="0" y="0"/>
          <a:ext cx="0" cy="0"/>
          <a:chOff x="0" y="0"/>
          <a:chExt cx="0" cy="0"/>
        </a:xfrm>
      </p:grpSpPr>
      <p:sp>
        <p:nvSpPr>
          <p:cNvPr id="94" name="TextBox 93">
            <a:extLst>
              <a:ext uri="{FF2B5EF4-FFF2-40B4-BE49-F238E27FC236}">
                <a16:creationId xmlns:a16="http://schemas.microsoft.com/office/drawing/2014/main" id="{DC7C520D-3BCE-412D-3789-130F96D884E2}"/>
              </a:ext>
            </a:extLst>
          </p:cNvPr>
          <p:cNvSpPr txBox="1"/>
          <p:nvPr/>
        </p:nvSpPr>
        <p:spPr>
          <a:xfrm>
            <a:off x="1804588" y="1867637"/>
            <a:ext cx="1258551" cy="274183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E86748A7-9359-7D49-39E1-0D5B86AF8AEC}"/>
              </a:ext>
            </a:extLst>
          </p:cNvPr>
          <p:cNvSpPr txBox="1"/>
          <p:nvPr/>
        </p:nvSpPr>
        <p:spPr>
          <a:xfrm>
            <a:off x="4676591" y="1751853"/>
            <a:ext cx="1258551" cy="2857622"/>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7" name="Rectangle: Top Corners Rounded 96">
            <a:extLst>
              <a:ext uri="{FF2B5EF4-FFF2-40B4-BE49-F238E27FC236}">
                <a16:creationId xmlns:a16="http://schemas.microsoft.com/office/drawing/2014/main" id="{2A7CEC23-3C63-C60F-21B1-8548AD86C187}"/>
              </a:ext>
            </a:extLst>
          </p:cNvPr>
          <p:cNvSpPr/>
          <p:nvPr/>
        </p:nvSpPr>
        <p:spPr>
          <a:xfrm>
            <a:off x="323683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8" name="Rectangle: Top Corners Rounded 97">
            <a:extLst>
              <a:ext uri="{FF2B5EF4-FFF2-40B4-BE49-F238E27FC236}">
                <a16:creationId xmlns:a16="http://schemas.microsoft.com/office/drawing/2014/main" id="{ACC6E19B-7181-B04A-7FF7-E6E761CCC89B}"/>
              </a:ext>
            </a:extLst>
          </p:cNvPr>
          <p:cNvSpPr/>
          <p:nvPr/>
        </p:nvSpPr>
        <p:spPr>
          <a:xfrm>
            <a:off x="467096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9" name="Rectangle: Top Corners Rounded 98">
            <a:extLst>
              <a:ext uri="{FF2B5EF4-FFF2-40B4-BE49-F238E27FC236}">
                <a16:creationId xmlns:a16="http://schemas.microsoft.com/office/drawing/2014/main" id="{A45F838B-5D51-0361-3862-EB4D1E7642D7}"/>
              </a:ext>
            </a:extLst>
          </p:cNvPr>
          <p:cNvSpPr/>
          <p:nvPr/>
        </p:nvSpPr>
        <p:spPr>
          <a:xfrm>
            <a:off x="61050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6" name="TextBox 95">
            <a:extLst>
              <a:ext uri="{FF2B5EF4-FFF2-40B4-BE49-F238E27FC236}">
                <a16:creationId xmlns:a16="http://schemas.microsoft.com/office/drawing/2014/main" id="{087EAB56-C64D-9083-A956-37760BC09377}"/>
              </a:ext>
            </a:extLst>
          </p:cNvPr>
          <p:cNvSpPr txBox="1"/>
          <p:nvPr/>
        </p:nvSpPr>
        <p:spPr>
          <a:xfrm>
            <a:off x="7545465" y="1781987"/>
            <a:ext cx="1258551" cy="282748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100" name="Rectangle: Top Corners Rounded 99">
            <a:extLst>
              <a:ext uri="{FF2B5EF4-FFF2-40B4-BE49-F238E27FC236}">
                <a16:creationId xmlns:a16="http://schemas.microsoft.com/office/drawing/2014/main" id="{DAA118F8-BC13-6F79-C7C0-5BA8A6B09E6E}"/>
              </a:ext>
            </a:extLst>
          </p:cNvPr>
          <p:cNvSpPr/>
          <p:nvPr/>
        </p:nvSpPr>
        <p:spPr>
          <a:xfrm>
            <a:off x="7539210"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1" name="Rectangle: Top Corners Rounded 100">
            <a:extLst>
              <a:ext uri="{FF2B5EF4-FFF2-40B4-BE49-F238E27FC236}">
                <a16:creationId xmlns:a16="http://schemas.microsoft.com/office/drawing/2014/main" id="{2402FBCF-9DD7-607C-9CCB-37E02A73585E}"/>
              </a:ext>
            </a:extLst>
          </p:cNvPr>
          <p:cNvSpPr/>
          <p:nvPr userDrawn="1"/>
        </p:nvSpPr>
        <p:spPr>
          <a:xfrm>
            <a:off x="3685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2" name="Rectangle: Top Corners Rounded 101">
            <a:extLst>
              <a:ext uri="{FF2B5EF4-FFF2-40B4-BE49-F238E27FC236}">
                <a16:creationId xmlns:a16="http://schemas.microsoft.com/office/drawing/2014/main" id="{0C1E6292-852F-F987-0FD4-0A538DB52C58}"/>
              </a:ext>
            </a:extLst>
          </p:cNvPr>
          <p:cNvSpPr/>
          <p:nvPr userDrawn="1"/>
        </p:nvSpPr>
        <p:spPr>
          <a:xfrm>
            <a:off x="180271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userDrawn="1">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userDrawn="1">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userDrawn="1">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userDrawn="1">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cxnSp>
        <p:nvCxnSpPr>
          <p:cNvPr id="24" name="Straight Connector 23" descr="timeline">
            <a:extLst>
              <a:ext uri="{FF2B5EF4-FFF2-40B4-BE49-F238E27FC236}">
                <a16:creationId xmlns:a16="http://schemas.microsoft.com/office/drawing/2014/main" id="{E2300AD3-82C0-6482-55EE-2FAA2FEFA278}"/>
              </a:ext>
            </a:extLst>
          </p:cNvPr>
          <p:cNvCxnSpPr>
            <a:cxnSpLocks/>
          </p:cNvCxnSpPr>
          <p:nvPr userDrawn="1"/>
        </p:nvCxnSpPr>
        <p:spPr>
          <a:xfrm flipH="1">
            <a:off x="0" y="1781986"/>
            <a:ext cx="9144000" cy="0"/>
          </a:xfrm>
          <a:prstGeom prst="line">
            <a:avLst/>
          </a:prstGeom>
          <a:ln w="28575">
            <a:solidFill>
              <a:schemeClr val="tx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28" name="Text Placeholder 127">
            <a:extLst>
              <a:ext uri="{FF2B5EF4-FFF2-40B4-BE49-F238E27FC236}">
                <a16:creationId xmlns:a16="http://schemas.microsoft.com/office/drawing/2014/main" id="{9AF5EAE8-7910-22A6-BFC3-4B52DE779F13}"/>
              </a:ext>
            </a:extLst>
          </p:cNvPr>
          <p:cNvSpPr>
            <a:spLocks noGrp="1"/>
          </p:cNvSpPr>
          <p:nvPr userDrawn="1">
            <p:ph type="body" sz="quarter" idx="36" hasCustomPrompt="1"/>
          </p:nvPr>
        </p:nvSpPr>
        <p:spPr>
          <a:xfrm>
            <a:off x="368300"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30" name="Text Placeholder 127">
            <a:extLst>
              <a:ext uri="{FF2B5EF4-FFF2-40B4-BE49-F238E27FC236}">
                <a16:creationId xmlns:a16="http://schemas.microsoft.com/office/drawing/2014/main" id="{D219F792-89E8-0697-4890-015F03746812}"/>
              </a:ext>
            </a:extLst>
          </p:cNvPr>
          <p:cNvSpPr>
            <a:spLocks noGrp="1"/>
          </p:cNvSpPr>
          <p:nvPr userDrawn="1">
            <p:ph type="body" sz="quarter" idx="38" hasCustomPrompt="1"/>
          </p:nvPr>
        </p:nvSpPr>
        <p:spPr>
          <a:xfrm>
            <a:off x="3237848"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0" name="Text Placeholder 127">
            <a:extLst>
              <a:ext uri="{FF2B5EF4-FFF2-40B4-BE49-F238E27FC236}">
                <a16:creationId xmlns:a16="http://schemas.microsoft.com/office/drawing/2014/main" id="{C4C0C743-8459-274B-7C57-497744D13708}"/>
              </a:ext>
            </a:extLst>
          </p:cNvPr>
          <p:cNvSpPr>
            <a:spLocks noGrp="1"/>
          </p:cNvSpPr>
          <p:nvPr userDrawn="1">
            <p:ph type="body" sz="quarter" idx="39" hasCustomPrompt="1"/>
          </p:nvPr>
        </p:nvSpPr>
        <p:spPr>
          <a:xfrm>
            <a:off x="4672622"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1" name="Text Placeholder 127">
            <a:extLst>
              <a:ext uri="{FF2B5EF4-FFF2-40B4-BE49-F238E27FC236}">
                <a16:creationId xmlns:a16="http://schemas.microsoft.com/office/drawing/2014/main" id="{387E2EDC-68CD-E5F0-D255-C3C1F1EB15F0}"/>
              </a:ext>
            </a:extLst>
          </p:cNvPr>
          <p:cNvSpPr>
            <a:spLocks noGrp="1"/>
          </p:cNvSpPr>
          <p:nvPr userDrawn="1">
            <p:ph type="body" sz="quarter" idx="40" hasCustomPrompt="1"/>
          </p:nvPr>
        </p:nvSpPr>
        <p:spPr>
          <a:xfrm>
            <a:off x="754216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2" name="Text Placeholder 127">
            <a:extLst>
              <a:ext uri="{FF2B5EF4-FFF2-40B4-BE49-F238E27FC236}">
                <a16:creationId xmlns:a16="http://schemas.microsoft.com/office/drawing/2014/main" id="{A2065866-ECBF-19B1-F5A3-405449EFC531}"/>
              </a:ext>
            </a:extLst>
          </p:cNvPr>
          <p:cNvSpPr>
            <a:spLocks noGrp="1"/>
          </p:cNvSpPr>
          <p:nvPr userDrawn="1">
            <p:ph type="body" sz="quarter" idx="41" hasCustomPrompt="1"/>
          </p:nvPr>
        </p:nvSpPr>
        <p:spPr>
          <a:xfrm>
            <a:off x="6107396"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6" name="Text Placeholder 164">
            <a:extLst>
              <a:ext uri="{FF2B5EF4-FFF2-40B4-BE49-F238E27FC236}">
                <a16:creationId xmlns:a16="http://schemas.microsoft.com/office/drawing/2014/main" id="{5EAD429C-119C-7434-15FB-F549A589172A}"/>
              </a:ext>
            </a:extLst>
          </p:cNvPr>
          <p:cNvSpPr>
            <a:spLocks noGrp="1"/>
          </p:cNvSpPr>
          <p:nvPr>
            <p:ph type="body" sz="quarter" idx="42" hasCustomPrompt="1"/>
          </p:nvPr>
        </p:nvSpPr>
        <p:spPr>
          <a:xfrm>
            <a:off x="36218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173" name="Text Placeholder 164">
            <a:extLst>
              <a:ext uri="{FF2B5EF4-FFF2-40B4-BE49-F238E27FC236}">
                <a16:creationId xmlns:a16="http://schemas.microsoft.com/office/drawing/2014/main" id="{BDDB5B13-BA5A-5C19-49CA-9ACEE0AF357D}"/>
              </a:ext>
            </a:extLst>
          </p:cNvPr>
          <p:cNvSpPr>
            <a:spLocks noGrp="1"/>
          </p:cNvSpPr>
          <p:nvPr>
            <p:ph type="body" sz="quarter" idx="48" hasCustomPrompt="1"/>
          </p:nvPr>
        </p:nvSpPr>
        <p:spPr>
          <a:xfrm>
            <a:off x="3621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4" name="Text Placeholder 164">
            <a:extLst>
              <a:ext uri="{FF2B5EF4-FFF2-40B4-BE49-F238E27FC236}">
                <a16:creationId xmlns:a16="http://schemas.microsoft.com/office/drawing/2014/main" id="{B93B68C0-54F6-BE56-8843-E87ED48C8CCA}"/>
              </a:ext>
            </a:extLst>
          </p:cNvPr>
          <p:cNvSpPr>
            <a:spLocks noGrp="1"/>
          </p:cNvSpPr>
          <p:nvPr>
            <p:ph type="body" sz="quarter" idx="49" hasCustomPrompt="1"/>
          </p:nvPr>
        </p:nvSpPr>
        <p:spPr>
          <a:xfrm>
            <a:off x="1796305"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5" name="Text Placeholder 164">
            <a:extLst>
              <a:ext uri="{FF2B5EF4-FFF2-40B4-BE49-F238E27FC236}">
                <a16:creationId xmlns:a16="http://schemas.microsoft.com/office/drawing/2014/main" id="{8AE8EF24-90EB-F0AC-9862-872B0F013386}"/>
              </a:ext>
            </a:extLst>
          </p:cNvPr>
          <p:cNvSpPr>
            <a:spLocks noGrp="1"/>
          </p:cNvSpPr>
          <p:nvPr>
            <p:ph type="body" sz="quarter" idx="50" hasCustomPrompt="1"/>
          </p:nvPr>
        </p:nvSpPr>
        <p:spPr>
          <a:xfrm>
            <a:off x="3239361"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6" name="Text Placeholder 164">
            <a:extLst>
              <a:ext uri="{FF2B5EF4-FFF2-40B4-BE49-F238E27FC236}">
                <a16:creationId xmlns:a16="http://schemas.microsoft.com/office/drawing/2014/main" id="{E859F3D8-77A6-54B1-CE3A-9A19AAF667F6}"/>
              </a:ext>
            </a:extLst>
          </p:cNvPr>
          <p:cNvSpPr>
            <a:spLocks noGrp="1"/>
          </p:cNvSpPr>
          <p:nvPr>
            <p:ph type="body" sz="quarter" idx="51" hasCustomPrompt="1"/>
          </p:nvPr>
        </p:nvSpPr>
        <p:spPr>
          <a:xfrm>
            <a:off x="467348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7" name="Text Placeholder 164">
            <a:extLst>
              <a:ext uri="{FF2B5EF4-FFF2-40B4-BE49-F238E27FC236}">
                <a16:creationId xmlns:a16="http://schemas.microsoft.com/office/drawing/2014/main" id="{B802CD5E-4110-D286-C143-84C183D0B931}"/>
              </a:ext>
            </a:extLst>
          </p:cNvPr>
          <p:cNvSpPr>
            <a:spLocks noGrp="1"/>
          </p:cNvSpPr>
          <p:nvPr>
            <p:ph type="body" sz="quarter" idx="52" hasCustomPrompt="1"/>
          </p:nvPr>
        </p:nvSpPr>
        <p:spPr>
          <a:xfrm>
            <a:off x="60986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8" name="Text Placeholder 164">
            <a:extLst>
              <a:ext uri="{FF2B5EF4-FFF2-40B4-BE49-F238E27FC236}">
                <a16:creationId xmlns:a16="http://schemas.microsoft.com/office/drawing/2014/main" id="{15481993-6EFF-C865-29AF-CF85A8A5DAE8}"/>
              </a:ext>
            </a:extLst>
          </p:cNvPr>
          <p:cNvSpPr>
            <a:spLocks noGrp="1"/>
          </p:cNvSpPr>
          <p:nvPr>
            <p:ph type="body" sz="quarter" idx="53" hasCustomPrompt="1"/>
          </p:nvPr>
        </p:nvSpPr>
        <p:spPr>
          <a:xfrm>
            <a:off x="754563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4" name="Text Placeholder 164">
            <a:extLst>
              <a:ext uri="{FF2B5EF4-FFF2-40B4-BE49-F238E27FC236}">
                <a16:creationId xmlns:a16="http://schemas.microsoft.com/office/drawing/2014/main" id="{00E90ACE-B607-DC56-DEAE-6B03FFE6BB91}"/>
              </a:ext>
            </a:extLst>
          </p:cNvPr>
          <p:cNvSpPr>
            <a:spLocks noGrp="1"/>
          </p:cNvSpPr>
          <p:nvPr>
            <p:ph type="body" sz="quarter" idx="54" hasCustomPrompt="1"/>
          </p:nvPr>
        </p:nvSpPr>
        <p:spPr>
          <a:xfrm>
            <a:off x="3621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5" name="Text Placeholder 164">
            <a:extLst>
              <a:ext uri="{FF2B5EF4-FFF2-40B4-BE49-F238E27FC236}">
                <a16:creationId xmlns:a16="http://schemas.microsoft.com/office/drawing/2014/main" id="{2B7F5E97-F0EB-1924-B208-AEAD47B95D6D}"/>
              </a:ext>
            </a:extLst>
          </p:cNvPr>
          <p:cNvSpPr>
            <a:spLocks noGrp="1"/>
          </p:cNvSpPr>
          <p:nvPr>
            <p:ph type="body" sz="quarter" idx="55" hasCustomPrompt="1"/>
          </p:nvPr>
        </p:nvSpPr>
        <p:spPr>
          <a:xfrm>
            <a:off x="1796305"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6" name="Text Placeholder 164">
            <a:extLst>
              <a:ext uri="{FF2B5EF4-FFF2-40B4-BE49-F238E27FC236}">
                <a16:creationId xmlns:a16="http://schemas.microsoft.com/office/drawing/2014/main" id="{743A5EF3-2430-FD91-D7E5-C6858236AF80}"/>
              </a:ext>
            </a:extLst>
          </p:cNvPr>
          <p:cNvSpPr>
            <a:spLocks noGrp="1"/>
          </p:cNvSpPr>
          <p:nvPr>
            <p:ph type="body" sz="quarter" idx="56" hasCustomPrompt="1"/>
          </p:nvPr>
        </p:nvSpPr>
        <p:spPr>
          <a:xfrm>
            <a:off x="3239361"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7" name="Text Placeholder 164">
            <a:extLst>
              <a:ext uri="{FF2B5EF4-FFF2-40B4-BE49-F238E27FC236}">
                <a16:creationId xmlns:a16="http://schemas.microsoft.com/office/drawing/2014/main" id="{3D8263D3-5425-293A-E90E-F9B664E25EDA}"/>
              </a:ext>
            </a:extLst>
          </p:cNvPr>
          <p:cNvSpPr>
            <a:spLocks noGrp="1"/>
          </p:cNvSpPr>
          <p:nvPr>
            <p:ph type="body" sz="quarter" idx="57" hasCustomPrompt="1"/>
          </p:nvPr>
        </p:nvSpPr>
        <p:spPr>
          <a:xfrm>
            <a:off x="467348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8" name="Text Placeholder 164">
            <a:extLst>
              <a:ext uri="{FF2B5EF4-FFF2-40B4-BE49-F238E27FC236}">
                <a16:creationId xmlns:a16="http://schemas.microsoft.com/office/drawing/2014/main" id="{5F5D6D1D-9A31-C76A-CC43-F9D73AE3029B}"/>
              </a:ext>
            </a:extLst>
          </p:cNvPr>
          <p:cNvSpPr>
            <a:spLocks noGrp="1"/>
          </p:cNvSpPr>
          <p:nvPr>
            <p:ph type="body" sz="quarter" idx="58" hasCustomPrompt="1"/>
          </p:nvPr>
        </p:nvSpPr>
        <p:spPr>
          <a:xfrm>
            <a:off x="60986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9" name="Text Placeholder 164">
            <a:extLst>
              <a:ext uri="{FF2B5EF4-FFF2-40B4-BE49-F238E27FC236}">
                <a16:creationId xmlns:a16="http://schemas.microsoft.com/office/drawing/2014/main" id="{1F614C47-E464-4320-BA07-49039C787E51}"/>
              </a:ext>
            </a:extLst>
          </p:cNvPr>
          <p:cNvSpPr>
            <a:spLocks noGrp="1"/>
          </p:cNvSpPr>
          <p:nvPr>
            <p:ph type="body" sz="quarter" idx="59" hasCustomPrompt="1"/>
          </p:nvPr>
        </p:nvSpPr>
        <p:spPr>
          <a:xfrm>
            <a:off x="754563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cxnSp>
        <p:nvCxnSpPr>
          <p:cNvPr id="191" name="Straight Connector 190">
            <a:extLst>
              <a:ext uri="{FF2B5EF4-FFF2-40B4-BE49-F238E27FC236}">
                <a16:creationId xmlns:a16="http://schemas.microsoft.com/office/drawing/2014/main" id="{785AD396-2BCD-1137-9549-EEFDA5BB0E40}"/>
              </a:ext>
            </a:extLst>
          </p:cNvPr>
          <p:cNvCxnSpPr/>
          <p:nvPr/>
        </p:nvCxnSpPr>
        <p:spPr>
          <a:xfrm>
            <a:off x="367450"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EB58550-9595-B05E-2537-FEC3D8621E8C}"/>
              </a:ext>
            </a:extLst>
          </p:cNvPr>
          <p:cNvCxnSpPr/>
          <p:nvPr/>
        </p:nvCxnSpPr>
        <p:spPr>
          <a:xfrm>
            <a:off x="1803088"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3DF09EEE-8810-250E-6B10-CEE546207A2A}"/>
              </a:ext>
            </a:extLst>
          </p:cNvPr>
          <p:cNvCxnSpPr/>
          <p:nvPr/>
        </p:nvCxnSpPr>
        <p:spPr>
          <a:xfrm>
            <a:off x="3238726"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72A3237-8EEE-4AF6-94EA-54D45548526B}"/>
              </a:ext>
            </a:extLst>
          </p:cNvPr>
          <p:cNvCxnSpPr/>
          <p:nvPr/>
        </p:nvCxnSpPr>
        <p:spPr>
          <a:xfrm>
            <a:off x="4674364"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32FD4DB-635B-1F9F-1CC0-0F07E7C5A54C}"/>
              </a:ext>
            </a:extLst>
          </p:cNvPr>
          <p:cNvCxnSpPr/>
          <p:nvPr/>
        </p:nvCxnSpPr>
        <p:spPr>
          <a:xfrm>
            <a:off x="6110002"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DEED0A44-F8B0-29A3-0356-27CEF4F96A49}"/>
              </a:ext>
            </a:extLst>
          </p:cNvPr>
          <p:cNvCxnSpPr/>
          <p:nvPr/>
        </p:nvCxnSpPr>
        <p:spPr>
          <a:xfrm>
            <a:off x="7545641"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9" name="Text Placeholder 127">
            <a:extLst>
              <a:ext uri="{FF2B5EF4-FFF2-40B4-BE49-F238E27FC236}">
                <a16:creationId xmlns:a16="http://schemas.microsoft.com/office/drawing/2014/main" id="{4CC7B2E2-CC2E-F3B2-722E-CA136C64B918}"/>
              </a:ext>
            </a:extLst>
          </p:cNvPr>
          <p:cNvSpPr>
            <a:spLocks noGrp="1"/>
          </p:cNvSpPr>
          <p:nvPr>
            <p:ph type="body" sz="quarter" idx="60" hasCustomPrompt="1"/>
          </p:nvPr>
        </p:nvSpPr>
        <p:spPr>
          <a:xfrm>
            <a:off x="180248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200" name="Text Placeholder 164">
            <a:extLst>
              <a:ext uri="{FF2B5EF4-FFF2-40B4-BE49-F238E27FC236}">
                <a16:creationId xmlns:a16="http://schemas.microsoft.com/office/drawing/2014/main" id="{91D43304-0087-72B8-1BFE-EB6DD076B7D7}"/>
              </a:ext>
            </a:extLst>
          </p:cNvPr>
          <p:cNvSpPr>
            <a:spLocks noGrp="1"/>
          </p:cNvSpPr>
          <p:nvPr>
            <p:ph type="body" sz="quarter" idx="61" hasCustomPrompt="1"/>
          </p:nvPr>
        </p:nvSpPr>
        <p:spPr>
          <a:xfrm>
            <a:off x="7536007"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3" name="Text Placeholder 164">
            <a:extLst>
              <a:ext uri="{FF2B5EF4-FFF2-40B4-BE49-F238E27FC236}">
                <a16:creationId xmlns:a16="http://schemas.microsoft.com/office/drawing/2014/main" id="{FD2375E9-F353-6839-99F9-DB4191F4E277}"/>
              </a:ext>
            </a:extLst>
          </p:cNvPr>
          <p:cNvSpPr>
            <a:spLocks noGrp="1"/>
          </p:cNvSpPr>
          <p:nvPr>
            <p:ph type="body" sz="quarter" idx="62" hasCustomPrompt="1"/>
          </p:nvPr>
        </p:nvSpPr>
        <p:spPr>
          <a:xfrm>
            <a:off x="610124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4" name="Text Placeholder 164">
            <a:extLst>
              <a:ext uri="{FF2B5EF4-FFF2-40B4-BE49-F238E27FC236}">
                <a16:creationId xmlns:a16="http://schemas.microsoft.com/office/drawing/2014/main" id="{B6EC9F30-0D87-DD5E-E714-8A5B3D8ED1AA}"/>
              </a:ext>
            </a:extLst>
          </p:cNvPr>
          <p:cNvSpPr>
            <a:spLocks noGrp="1"/>
          </p:cNvSpPr>
          <p:nvPr>
            <p:ph type="body" sz="quarter" idx="63" hasCustomPrompt="1"/>
          </p:nvPr>
        </p:nvSpPr>
        <p:spPr>
          <a:xfrm>
            <a:off x="466647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5" name="Text Placeholder 164">
            <a:extLst>
              <a:ext uri="{FF2B5EF4-FFF2-40B4-BE49-F238E27FC236}">
                <a16:creationId xmlns:a16="http://schemas.microsoft.com/office/drawing/2014/main" id="{8090689C-6494-DE8E-3862-478D0C17AD57}"/>
              </a:ext>
            </a:extLst>
          </p:cNvPr>
          <p:cNvSpPr>
            <a:spLocks noGrp="1"/>
          </p:cNvSpPr>
          <p:nvPr>
            <p:ph type="body" sz="quarter" idx="64" hasCustomPrompt="1"/>
          </p:nvPr>
        </p:nvSpPr>
        <p:spPr>
          <a:xfrm>
            <a:off x="323171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6" name="Text Placeholder 164">
            <a:extLst>
              <a:ext uri="{FF2B5EF4-FFF2-40B4-BE49-F238E27FC236}">
                <a16:creationId xmlns:a16="http://schemas.microsoft.com/office/drawing/2014/main" id="{9C4312E2-0984-F498-D900-571F9E7A01B3}"/>
              </a:ext>
            </a:extLst>
          </p:cNvPr>
          <p:cNvSpPr>
            <a:spLocks noGrp="1"/>
          </p:cNvSpPr>
          <p:nvPr>
            <p:ph type="body" sz="quarter" idx="65" hasCustomPrompt="1"/>
          </p:nvPr>
        </p:nvSpPr>
        <p:spPr>
          <a:xfrm>
            <a:off x="179694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Tree>
    <p:extLst>
      <p:ext uri="{BB962C8B-B14F-4D97-AF65-F5344CB8AC3E}">
        <p14:creationId xmlns:p14="http://schemas.microsoft.com/office/powerpoint/2010/main" val="18264325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roject Timeline Three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B8CD6782-E89F-0DA6-3AAC-5F0FE7DC2336}"/>
              </a:ext>
            </a:extLst>
          </p:cNvPr>
          <p:cNvSpPr/>
          <p:nvPr userDrawn="1"/>
        </p:nvSpPr>
        <p:spPr>
          <a:xfrm>
            <a:off x="799447"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1" name="Rectangle: Rounded Corners 50">
            <a:extLst>
              <a:ext uri="{FF2B5EF4-FFF2-40B4-BE49-F238E27FC236}">
                <a16:creationId xmlns:a16="http://schemas.microsoft.com/office/drawing/2014/main" id="{40CD557E-9458-8018-0F1C-8F345DF9304E}"/>
              </a:ext>
            </a:extLst>
          </p:cNvPr>
          <p:cNvSpPr/>
          <p:nvPr userDrawn="1"/>
        </p:nvSpPr>
        <p:spPr>
          <a:xfrm>
            <a:off x="3437975" y="1262211"/>
            <a:ext cx="2481959" cy="2976835"/>
          </a:xfrm>
          <a:prstGeom prst="roundRect">
            <a:avLst>
              <a:gd name="adj" fmla="val 2992"/>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2" name="Rectangle: Rounded Corners 51">
            <a:extLst>
              <a:ext uri="{FF2B5EF4-FFF2-40B4-BE49-F238E27FC236}">
                <a16:creationId xmlns:a16="http://schemas.microsoft.com/office/drawing/2014/main" id="{BFED558A-9539-A81A-B6BB-7F1239126170}"/>
              </a:ext>
            </a:extLst>
          </p:cNvPr>
          <p:cNvSpPr/>
          <p:nvPr userDrawn="1"/>
        </p:nvSpPr>
        <p:spPr>
          <a:xfrm>
            <a:off x="6093538"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nvGrpSpPr>
          <p:cNvPr id="53" name="Group 52">
            <a:extLst>
              <a:ext uri="{FF2B5EF4-FFF2-40B4-BE49-F238E27FC236}">
                <a16:creationId xmlns:a16="http://schemas.microsoft.com/office/drawing/2014/main" id="{34DA254A-FA91-6545-50C3-360EF17D5EF4}"/>
              </a:ext>
            </a:extLst>
          </p:cNvPr>
          <p:cNvGrpSpPr/>
          <p:nvPr userDrawn="1"/>
        </p:nvGrpSpPr>
        <p:grpSpPr>
          <a:xfrm>
            <a:off x="370069" y="1109229"/>
            <a:ext cx="8451364" cy="3492346"/>
            <a:chOff x="370069" y="1109229"/>
            <a:chExt cx="8451364" cy="3492346"/>
          </a:xfrm>
        </p:grpSpPr>
        <p:sp>
          <p:nvSpPr>
            <p:cNvPr id="54" name="Arrow: Down 53">
              <a:extLst>
                <a:ext uri="{FF2B5EF4-FFF2-40B4-BE49-F238E27FC236}">
                  <a16:creationId xmlns:a16="http://schemas.microsoft.com/office/drawing/2014/main" id="{4818649D-088B-272C-F43C-DE41A24C52D5}"/>
                </a:ext>
              </a:extLst>
            </p:cNvPr>
            <p:cNvSpPr/>
            <p:nvPr/>
          </p:nvSpPr>
          <p:spPr>
            <a:xfrm rot="10800000">
              <a:off x="370069" y="1109229"/>
              <a:ext cx="108807" cy="346193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Arrow: Down 54">
              <a:extLst>
                <a:ext uri="{FF2B5EF4-FFF2-40B4-BE49-F238E27FC236}">
                  <a16:creationId xmlns:a16="http://schemas.microsoft.com/office/drawing/2014/main" id="{5C06AD28-0FA6-9CE5-8931-9E53CD2C9E2D}"/>
                </a:ext>
              </a:extLst>
            </p:cNvPr>
            <p:cNvSpPr/>
            <p:nvPr/>
          </p:nvSpPr>
          <p:spPr>
            <a:xfrm rot="16200000">
              <a:off x="4550307" y="330448"/>
              <a:ext cx="119688" cy="842256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6" name="Rectangle: Rounded Corners 55">
            <a:extLst>
              <a:ext uri="{FF2B5EF4-FFF2-40B4-BE49-F238E27FC236}">
                <a16:creationId xmlns:a16="http://schemas.microsoft.com/office/drawing/2014/main" id="{29FB34C5-4E25-5AB6-38A1-3DEB43A11F82}"/>
              </a:ext>
            </a:extLst>
          </p:cNvPr>
          <p:cNvSpPr/>
          <p:nvPr userDrawn="1"/>
        </p:nvSpPr>
        <p:spPr>
          <a:xfrm>
            <a:off x="295325" y="2235865"/>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7" name="Rectangle: Rounded Corners 56">
            <a:extLst>
              <a:ext uri="{FF2B5EF4-FFF2-40B4-BE49-F238E27FC236}">
                <a16:creationId xmlns:a16="http://schemas.microsoft.com/office/drawing/2014/main" id="{326CF867-E9DE-023B-B7DE-8BB87967C3BC}"/>
              </a:ext>
            </a:extLst>
          </p:cNvPr>
          <p:cNvSpPr/>
          <p:nvPr userDrawn="1"/>
        </p:nvSpPr>
        <p:spPr>
          <a:xfrm rot="5400000">
            <a:off x="1571548" y="3587421"/>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8" name="Rectangle: Rounded Corners 57">
            <a:extLst>
              <a:ext uri="{FF2B5EF4-FFF2-40B4-BE49-F238E27FC236}">
                <a16:creationId xmlns:a16="http://schemas.microsoft.com/office/drawing/2014/main" id="{6176DE26-D72F-595C-1EA4-971B8CFFCFD9}"/>
              </a:ext>
            </a:extLst>
          </p:cNvPr>
          <p:cNvSpPr/>
          <p:nvPr userDrawn="1"/>
        </p:nvSpPr>
        <p:spPr>
          <a:xfrm rot="5400000">
            <a:off x="1571548" y="3072046"/>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59" name="Rectangle: Rounded Corners 58">
            <a:extLst>
              <a:ext uri="{FF2B5EF4-FFF2-40B4-BE49-F238E27FC236}">
                <a16:creationId xmlns:a16="http://schemas.microsoft.com/office/drawing/2014/main" id="{75F03238-80F1-78CA-DED7-EF31F54F24FE}"/>
              </a:ext>
            </a:extLst>
          </p:cNvPr>
          <p:cNvSpPr/>
          <p:nvPr userDrawn="1"/>
        </p:nvSpPr>
        <p:spPr>
          <a:xfrm rot="5400000">
            <a:off x="4226567" y="3072047"/>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60" name="Rectangle: Rounded Corners 59">
            <a:extLst>
              <a:ext uri="{FF2B5EF4-FFF2-40B4-BE49-F238E27FC236}">
                <a16:creationId xmlns:a16="http://schemas.microsoft.com/office/drawing/2014/main" id="{07D9449F-75F3-DE98-D3D6-20294EBCA017}"/>
              </a:ext>
            </a:extLst>
          </p:cNvPr>
          <p:cNvSpPr/>
          <p:nvPr userDrawn="1"/>
        </p:nvSpPr>
        <p:spPr>
          <a:xfrm rot="5400000">
            <a:off x="6868358" y="3072048"/>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72" name="Text Placeholder 70">
            <a:extLst>
              <a:ext uri="{FF2B5EF4-FFF2-40B4-BE49-F238E27FC236}">
                <a16:creationId xmlns:a16="http://schemas.microsoft.com/office/drawing/2014/main" id="{E7C24E8B-9E0E-FE06-04B8-B853F4A2A47B}"/>
              </a:ext>
            </a:extLst>
          </p:cNvPr>
          <p:cNvSpPr>
            <a:spLocks noGrp="1"/>
          </p:cNvSpPr>
          <p:nvPr>
            <p:ph type="body" sz="quarter" idx="22" hasCustomPrompt="1"/>
          </p:nvPr>
        </p:nvSpPr>
        <p:spPr>
          <a:xfrm rot="5400000">
            <a:off x="1567483" y="3578015"/>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X Axis Label</a:t>
            </a:r>
          </a:p>
        </p:txBody>
      </p:sp>
      <p:sp>
        <p:nvSpPr>
          <p:cNvPr id="75" name="Text Placeholder 73">
            <a:extLst>
              <a:ext uri="{FF2B5EF4-FFF2-40B4-BE49-F238E27FC236}">
                <a16:creationId xmlns:a16="http://schemas.microsoft.com/office/drawing/2014/main" id="{9B4098BF-D551-FF0A-F7A4-51F362D58E41}"/>
              </a:ext>
            </a:extLst>
          </p:cNvPr>
          <p:cNvSpPr>
            <a:spLocks noGrp="1"/>
          </p:cNvSpPr>
          <p:nvPr>
            <p:ph type="body" sz="quarter" idx="23" hasCustomPrompt="1"/>
          </p:nvPr>
        </p:nvSpPr>
        <p:spPr>
          <a:xfrm>
            <a:off x="800100" y="981477"/>
            <a:ext cx="2470302" cy="286936"/>
          </a:xfrm>
        </p:spPr>
        <p:txBody>
          <a:bodyPr/>
          <a:lstStyle>
            <a:lvl1pPr marL="0" indent="0">
              <a:buNone/>
              <a:defRPr lang="en-US" b="1" dirty="0"/>
            </a:lvl1pPr>
          </a:lstStyle>
          <a:p>
            <a:pPr marL="115888" lvl="0" indent="-115888"/>
            <a:r>
              <a:rPr lang="en-US"/>
              <a:t>Column One</a:t>
            </a:r>
          </a:p>
        </p:txBody>
      </p:sp>
      <p:sp>
        <p:nvSpPr>
          <p:cNvPr id="76" name="Text Placeholder 73">
            <a:extLst>
              <a:ext uri="{FF2B5EF4-FFF2-40B4-BE49-F238E27FC236}">
                <a16:creationId xmlns:a16="http://schemas.microsoft.com/office/drawing/2014/main" id="{781F0916-D705-2D70-25FB-6B5E075B12B2}"/>
              </a:ext>
            </a:extLst>
          </p:cNvPr>
          <p:cNvSpPr>
            <a:spLocks noGrp="1"/>
          </p:cNvSpPr>
          <p:nvPr>
            <p:ph type="body" sz="quarter" idx="24" hasCustomPrompt="1"/>
          </p:nvPr>
        </p:nvSpPr>
        <p:spPr>
          <a:xfrm>
            <a:off x="3437974" y="981477"/>
            <a:ext cx="2470302" cy="286936"/>
          </a:xfrm>
        </p:spPr>
        <p:txBody>
          <a:bodyPr/>
          <a:lstStyle>
            <a:lvl1pPr marL="0" indent="0">
              <a:buNone/>
              <a:defRPr lang="en-US" b="1" dirty="0"/>
            </a:lvl1pPr>
          </a:lstStyle>
          <a:p>
            <a:pPr marL="115888" lvl="0" indent="-115888"/>
            <a:r>
              <a:rPr lang="en-US"/>
              <a:t>Column Two</a:t>
            </a:r>
          </a:p>
        </p:txBody>
      </p:sp>
      <p:sp>
        <p:nvSpPr>
          <p:cNvPr id="77" name="Text Placeholder 73">
            <a:extLst>
              <a:ext uri="{FF2B5EF4-FFF2-40B4-BE49-F238E27FC236}">
                <a16:creationId xmlns:a16="http://schemas.microsoft.com/office/drawing/2014/main" id="{4972F31A-7E33-3FB0-7406-195888C9DD46}"/>
              </a:ext>
            </a:extLst>
          </p:cNvPr>
          <p:cNvSpPr>
            <a:spLocks noGrp="1"/>
          </p:cNvSpPr>
          <p:nvPr>
            <p:ph type="body" sz="quarter" idx="25" hasCustomPrompt="1"/>
          </p:nvPr>
        </p:nvSpPr>
        <p:spPr>
          <a:xfrm>
            <a:off x="6093538" y="981477"/>
            <a:ext cx="2470302" cy="286936"/>
          </a:xfrm>
        </p:spPr>
        <p:txBody>
          <a:bodyPr/>
          <a:lstStyle>
            <a:lvl1pPr marL="0" indent="0">
              <a:buNone/>
              <a:defRPr lang="en-US" b="1" dirty="0"/>
            </a:lvl1pPr>
          </a:lstStyle>
          <a:p>
            <a:pPr marL="115888" lvl="0" indent="-115888"/>
            <a:r>
              <a:rPr lang="en-US"/>
              <a:t>Column Three</a:t>
            </a:r>
          </a:p>
        </p:txBody>
      </p:sp>
      <p:sp>
        <p:nvSpPr>
          <p:cNvPr id="83" name="Text Placeholder 73">
            <a:extLst>
              <a:ext uri="{FF2B5EF4-FFF2-40B4-BE49-F238E27FC236}">
                <a16:creationId xmlns:a16="http://schemas.microsoft.com/office/drawing/2014/main" id="{236C7EF0-7489-3CF6-06F7-2F1A8097C195}"/>
              </a:ext>
            </a:extLst>
          </p:cNvPr>
          <p:cNvSpPr>
            <a:spLocks noGrp="1"/>
          </p:cNvSpPr>
          <p:nvPr>
            <p:ph type="body" sz="quarter" idx="26" hasCustomPrompt="1"/>
          </p:nvPr>
        </p:nvSpPr>
        <p:spPr>
          <a:xfrm>
            <a:off x="801414" y="2686045"/>
            <a:ext cx="2478024" cy="286936"/>
          </a:xfrm>
        </p:spPr>
        <p:txBody>
          <a:bodyPr lIns="91440" rIns="91440"/>
          <a:lstStyle>
            <a:lvl1pPr marL="0" indent="0">
              <a:buNone/>
              <a:defRPr lang="en-US" b="1" dirty="0">
                <a:solidFill>
                  <a:schemeClr val="tx2"/>
                </a:solidFill>
              </a:defRPr>
            </a:lvl1pPr>
          </a:lstStyle>
          <a:p>
            <a:pPr marL="115888" lvl="0" indent="-115888"/>
            <a:r>
              <a:rPr lang="en-US"/>
              <a:t>Column One Heading</a:t>
            </a:r>
          </a:p>
        </p:txBody>
      </p:sp>
      <p:sp>
        <p:nvSpPr>
          <p:cNvPr id="84" name="Text Placeholder 73">
            <a:extLst>
              <a:ext uri="{FF2B5EF4-FFF2-40B4-BE49-F238E27FC236}">
                <a16:creationId xmlns:a16="http://schemas.microsoft.com/office/drawing/2014/main" id="{1036C1E6-5744-0057-FC48-86908EA0A8A3}"/>
              </a:ext>
            </a:extLst>
          </p:cNvPr>
          <p:cNvSpPr>
            <a:spLocks noGrp="1"/>
          </p:cNvSpPr>
          <p:nvPr>
            <p:ph type="body" sz="quarter" idx="27" hasCustomPrompt="1"/>
          </p:nvPr>
        </p:nvSpPr>
        <p:spPr>
          <a:xfrm>
            <a:off x="3437975" y="2124215"/>
            <a:ext cx="2470302" cy="286936"/>
          </a:xfrm>
        </p:spPr>
        <p:txBody>
          <a:bodyPr lIns="91440" rIns="91440"/>
          <a:lstStyle>
            <a:lvl1pPr marL="0" indent="0">
              <a:buNone/>
              <a:defRPr lang="en-US" b="1" dirty="0">
                <a:solidFill>
                  <a:schemeClr val="tx2"/>
                </a:solidFill>
              </a:defRPr>
            </a:lvl1pPr>
          </a:lstStyle>
          <a:p>
            <a:pPr marL="115888" lvl="0" indent="-115888"/>
            <a:r>
              <a:rPr lang="en-US"/>
              <a:t>Column Two Heading</a:t>
            </a:r>
          </a:p>
        </p:txBody>
      </p:sp>
      <p:sp>
        <p:nvSpPr>
          <p:cNvPr id="85" name="Text Placeholder 73">
            <a:extLst>
              <a:ext uri="{FF2B5EF4-FFF2-40B4-BE49-F238E27FC236}">
                <a16:creationId xmlns:a16="http://schemas.microsoft.com/office/drawing/2014/main" id="{CB83021B-7A3F-29FA-9201-1C8CE34B0487}"/>
              </a:ext>
            </a:extLst>
          </p:cNvPr>
          <p:cNvSpPr>
            <a:spLocks noGrp="1"/>
          </p:cNvSpPr>
          <p:nvPr>
            <p:ph type="body" sz="quarter" idx="28" hasCustomPrompt="1"/>
          </p:nvPr>
        </p:nvSpPr>
        <p:spPr>
          <a:xfrm>
            <a:off x="6093537" y="1511253"/>
            <a:ext cx="2481959" cy="286936"/>
          </a:xfrm>
        </p:spPr>
        <p:txBody>
          <a:bodyPr lIns="91440" rIns="91440"/>
          <a:lstStyle>
            <a:lvl1pPr marL="0" indent="0">
              <a:buNone/>
              <a:defRPr lang="en-US" b="1" dirty="0">
                <a:solidFill>
                  <a:schemeClr val="tx2"/>
                </a:solidFill>
              </a:defRPr>
            </a:lvl1pPr>
          </a:lstStyle>
          <a:p>
            <a:pPr marL="115888" lvl="0" indent="-115888"/>
            <a:r>
              <a:rPr lang="en-US"/>
              <a:t>Column Three Heading</a:t>
            </a:r>
          </a:p>
        </p:txBody>
      </p:sp>
      <p:sp>
        <p:nvSpPr>
          <p:cNvPr id="87" name="Text Placeholder 86">
            <a:extLst>
              <a:ext uri="{FF2B5EF4-FFF2-40B4-BE49-F238E27FC236}">
                <a16:creationId xmlns:a16="http://schemas.microsoft.com/office/drawing/2014/main" id="{2373824F-E035-5303-718B-415039B02932}"/>
              </a:ext>
            </a:extLst>
          </p:cNvPr>
          <p:cNvSpPr>
            <a:spLocks noGrp="1"/>
          </p:cNvSpPr>
          <p:nvPr>
            <p:ph type="body" sz="quarter" idx="29"/>
          </p:nvPr>
        </p:nvSpPr>
        <p:spPr>
          <a:xfrm>
            <a:off x="801414" y="2973389"/>
            <a:ext cx="2478024" cy="855432"/>
          </a:xfrm>
        </p:spPr>
        <p:txBody>
          <a:bodyPr lIns="91440" rIns="91440">
            <a:normAutofit/>
          </a:bodyPr>
          <a:lstStyle>
            <a:lvl1pPr>
              <a:defRPr lang="en-US" sz="1200" dirty="0"/>
            </a:lvl1pPr>
          </a:lstStyle>
          <a:p>
            <a:pPr lvl="0"/>
            <a:endParaRPr lang="en-US"/>
          </a:p>
        </p:txBody>
      </p:sp>
      <p:sp>
        <p:nvSpPr>
          <p:cNvPr id="88" name="Text Placeholder 86">
            <a:extLst>
              <a:ext uri="{FF2B5EF4-FFF2-40B4-BE49-F238E27FC236}">
                <a16:creationId xmlns:a16="http://schemas.microsoft.com/office/drawing/2014/main" id="{B85E0603-BBE9-5934-9E13-C02403864EFD}"/>
              </a:ext>
            </a:extLst>
          </p:cNvPr>
          <p:cNvSpPr>
            <a:spLocks noGrp="1"/>
          </p:cNvSpPr>
          <p:nvPr>
            <p:ph type="body" sz="quarter" idx="30"/>
          </p:nvPr>
        </p:nvSpPr>
        <p:spPr>
          <a:xfrm>
            <a:off x="3437975" y="2426717"/>
            <a:ext cx="2470301" cy="1402104"/>
          </a:xfrm>
        </p:spPr>
        <p:txBody>
          <a:bodyPr lIns="91440" rIns="91440">
            <a:normAutofit/>
          </a:bodyPr>
          <a:lstStyle>
            <a:lvl1pPr>
              <a:defRPr lang="en-US" sz="1200" dirty="0"/>
            </a:lvl1pPr>
          </a:lstStyle>
          <a:p>
            <a:pPr lvl="0"/>
            <a:endParaRPr lang="en-US"/>
          </a:p>
        </p:txBody>
      </p:sp>
      <p:sp>
        <p:nvSpPr>
          <p:cNvPr id="89" name="Text Placeholder 86">
            <a:extLst>
              <a:ext uri="{FF2B5EF4-FFF2-40B4-BE49-F238E27FC236}">
                <a16:creationId xmlns:a16="http://schemas.microsoft.com/office/drawing/2014/main" id="{F988EEC0-8CED-7D23-C1E1-8C47241D3D8C}"/>
              </a:ext>
            </a:extLst>
          </p:cNvPr>
          <p:cNvSpPr>
            <a:spLocks noGrp="1"/>
          </p:cNvSpPr>
          <p:nvPr>
            <p:ph type="body" sz="quarter" idx="31"/>
          </p:nvPr>
        </p:nvSpPr>
        <p:spPr>
          <a:xfrm>
            <a:off x="6093538" y="1826765"/>
            <a:ext cx="2481959" cy="2002056"/>
          </a:xfrm>
        </p:spPr>
        <p:txBody>
          <a:bodyPr lIns="91440" rIns="91440">
            <a:normAutofit/>
          </a:bodyPr>
          <a:lstStyle>
            <a:lvl1pPr>
              <a:defRPr lang="en-US" sz="1200" dirty="0"/>
            </a:lvl1pPr>
          </a:lstStyle>
          <a:p>
            <a:pPr lvl="0"/>
            <a:endParaRPr lang="en-US"/>
          </a:p>
        </p:txBody>
      </p:sp>
      <p:sp>
        <p:nvSpPr>
          <p:cNvPr id="90" name="Text Placeholder 73">
            <a:extLst>
              <a:ext uri="{FF2B5EF4-FFF2-40B4-BE49-F238E27FC236}">
                <a16:creationId xmlns:a16="http://schemas.microsoft.com/office/drawing/2014/main" id="{59FB29AA-D5BB-7495-D090-1013C13DDF35}"/>
              </a:ext>
            </a:extLst>
          </p:cNvPr>
          <p:cNvSpPr>
            <a:spLocks noGrp="1"/>
          </p:cNvSpPr>
          <p:nvPr>
            <p:ph type="body" sz="quarter" idx="32" hasCustomPrompt="1"/>
          </p:nvPr>
        </p:nvSpPr>
        <p:spPr>
          <a:xfrm>
            <a:off x="75388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One</a:t>
            </a:r>
          </a:p>
        </p:txBody>
      </p:sp>
      <p:sp>
        <p:nvSpPr>
          <p:cNvPr id="91" name="Text Placeholder 73">
            <a:extLst>
              <a:ext uri="{FF2B5EF4-FFF2-40B4-BE49-F238E27FC236}">
                <a16:creationId xmlns:a16="http://schemas.microsoft.com/office/drawing/2014/main" id="{A47B6DBF-8961-496E-D894-58F18B8BD97A}"/>
              </a:ext>
            </a:extLst>
          </p:cNvPr>
          <p:cNvSpPr>
            <a:spLocks noGrp="1"/>
          </p:cNvSpPr>
          <p:nvPr>
            <p:ph type="body" sz="quarter" idx="33" hasCustomPrompt="1"/>
          </p:nvPr>
        </p:nvSpPr>
        <p:spPr>
          <a:xfrm>
            <a:off x="341180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Two</a:t>
            </a:r>
          </a:p>
        </p:txBody>
      </p:sp>
      <p:sp>
        <p:nvSpPr>
          <p:cNvPr id="92" name="Text Placeholder 73">
            <a:extLst>
              <a:ext uri="{FF2B5EF4-FFF2-40B4-BE49-F238E27FC236}">
                <a16:creationId xmlns:a16="http://schemas.microsoft.com/office/drawing/2014/main" id="{FD75B0A9-3899-FA12-4184-F7A58C8ABFC6}"/>
              </a:ext>
            </a:extLst>
          </p:cNvPr>
          <p:cNvSpPr>
            <a:spLocks noGrp="1"/>
          </p:cNvSpPr>
          <p:nvPr>
            <p:ph type="body" sz="quarter" idx="34" hasCustomPrompt="1"/>
          </p:nvPr>
        </p:nvSpPr>
        <p:spPr>
          <a:xfrm>
            <a:off x="6054295"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Three</a:t>
            </a:r>
          </a:p>
        </p:txBody>
      </p:sp>
      <p:sp>
        <p:nvSpPr>
          <p:cNvPr id="94" name="Text Placeholder 70">
            <a:extLst>
              <a:ext uri="{FF2B5EF4-FFF2-40B4-BE49-F238E27FC236}">
                <a16:creationId xmlns:a16="http://schemas.microsoft.com/office/drawing/2014/main" id="{78ED6A29-C390-F605-884B-64AEE5E86B6C}"/>
              </a:ext>
            </a:extLst>
          </p:cNvPr>
          <p:cNvSpPr>
            <a:spLocks noGrp="1"/>
          </p:cNvSpPr>
          <p:nvPr>
            <p:ph type="body" sz="quarter" idx="35" hasCustomPrompt="1"/>
          </p:nvPr>
        </p:nvSpPr>
        <p:spPr>
          <a:xfrm>
            <a:off x="281325" y="2245433"/>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Y Axis Label</a:t>
            </a:r>
          </a:p>
        </p:txBody>
      </p:sp>
    </p:spTree>
    <p:extLst>
      <p:ext uri="{BB962C8B-B14F-4D97-AF65-F5344CB8AC3E}">
        <p14:creationId xmlns:p14="http://schemas.microsoft.com/office/powerpoint/2010/main" val="23048294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ject Timeline Stage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D3E0A21-55E7-E130-8E0C-7ADA12743BA6}"/>
              </a:ext>
            </a:extLst>
          </p:cNvPr>
          <p:cNvGrpSpPr/>
          <p:nvPr userDrawn="1"/>
        </p:nvGrpSpPr>
        <p:grpSpPr>
          <a:xfrm>
            <a:off x="336853" y="971622"/>
            <a:ext cx="8470293" cy="3375375"/>
            <a:chOff x="314943" y="933522"/>
            <a:chExt cx="8968609" cy="3375375"/>
          </a:xfrm>
        </p:grpSpPr>
        <p:sp>
          <p:nvSpPr>
            <p:cNvPr id="3" name="Rectangle 2">
              <a:extLst>
                <a:ext uri="{FF2B5EF4-FFF2-40B4-BE49-F238E27FC236}">
                  <a16:creationId xmlns:a16="http://schemas.microsoft.com/office/drawing/2014/main" id="{A7E8D4A0-21C5-5B41-17A1-E6A156B3156D}"/>
                </a:ext>
              </a:extLst>
            </p:cNvPr>
            <p:cNvSpPr/>
            <p:nvPr/>
          </p:nvSpPr>
          <p:spPr>
            <a:xfrm>
              <a:off x="314943" y="933522"/>
              <a:ext cx="2986968"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4F7685F4-A5B9-D7A3-F6FB-6B6B10C8CBDF}"/>
                </a:ext>
              </a:extLst>
            </p:cNvPr>
            <p:cNvSpPr/>
            <p:nvPr/>
          </p:nvSpPr>
          <p:spPr>
            <a:xfrm>
              <a:off x="3297755" y="933522"/>
              <a:ext cx="2995577" cy="3375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 name="Rectangle 4">
              <a:extLst>
                <a:ext uri="{FF2B5EF4-FFF2-40B4-BE49-F238E27FC236}">
                  <a16:creationId xmlns:a16="http://schemas.microsoft.com/office/drawing/2014/main" id="{B4DCCD7B-6B02-0E72-055D-53FA4FD4FD3D}"/>
                </a:ext>
              </a:extLst>
            </p:cNvPr>
            <p:cNvSpPr/>
            <p:nvPr/>
          </p:nvSpPr>
          <p:spPr>
            <a:xfrm>
              <a:off x="6293335" y="933522"/>
              <a:ext cx="2990217"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bg1"/>
                </a:solidFill>
              </a:endParaRPr>
            </a:p>
          </p:txBody>
        </p:sp>
      </p:grpSp>
      <p:sp>
        <p:nvSpPr>
          <p:cNvPr id="17" name="TextBox 16">
            <a:extLst>
              <a:ext uri="{FF2B5EF4-FFF2-40B4-BE49-F238E27FC236}">
                <a16:creationId xmlns:a16="http://schemas.microsoft.com/office/drawing/2014/main" id="{F43D414B-D64A-DBF6-C36E-5C9F166C1E2C}"/>
              </a:ext>
            </a:extLst>
          </p:cNvPr>
          <p:cNvSpPr txBox="1"/>
          <p:nvPr/>
        </p:nvSpPr>
        <p:spPr>
          <a:xfrm>
            <a:off x="336853"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4C09153-9B3D-702A-ABC2-E965423547DA}"/>
              </a:ext>
            </a:extLst>
          </p:cNvPr>
          <p:cNvSpPr txBox="1"/>
          <p:nvPr/>
        </p:nvSpPr>
        <p:spPr>
          <a:xfrm>
            <a:off x="3158999" y="4327761"/>
            <a:ext cx="2824073" cy="313288"/>
          </a:xfrm>
          <a:prstGeom prst="rect">
            <a:avLst/>
          </a:prstGeom>
          <a:solidFill>
            <a:schemeClr val="bg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DDFFBDA-FA10-C800-1FC6-1EC212006F67}"/>
              </a:ext>
            </a:extLst>
          </p:cNvPr>
          <p:cNvSpPr txBox="1"/>
          <p:nvPr/>
        </p:nvSpPr>
        <p:spPr>
          <a:xfrm>
            <a:off x="5983071"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24" name="Text Placeholder 20">
            <a:extLst>
              <a:ext uri="{FF2B5EF4-FFF2-40B4-BE49-F238E27FC236}">
                <a16:creationId xmlns:a16="http://schemas.microsoft.com/office/drawing/2014/main" id="{88E6CCD2-8932-44B5-F6CE-E2D2FCE48C41}"/>
              </a:ext>
            </a:extLst>
          </p:cNvPr>
          <p:cNvSpPr>
            <a:spLocks noGrp="1"/>
          </p:cNvSpPr>
          <p:nvPr>
            <p:ph type="body" sz="quarter" idx="21" hasCustomPrompt="1"/>
          </p:nvPr>
        </p:nvSpPr>
        <p:spPr>
          <a:xfrm>
            <a:off x="330200" y="4322763"/>
            <a:ext cx="282100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One</a:t>
            </a:r>
          </a:p>
        </p:txBody>
      </p:sp>
      <p:sp>
        <p:nvSpPr>
          <p:cNvPr id="25" name="Text Placeholder 20">
            <a:extLst>
              <a:ext uri="{FF2B5EF4-FFF2-40B4-BE49-F238E27FC236}">
                <a16:creationId xmlns:a16="http://schemas.microsoft.com/office/drawing/2014/main" id="{555461D2-5A9F-D65D-C653-DFC009310BB4}"/>
              </a:ext>
            </a:extLst>
          </p:cNvPr>
          <p:cNvSpPr>
            <a:spLocks noGrp="1"/>
          </p:cNvSpPr>
          <p:nvPr>
            <p:ph type="body" sz="quarter" idx="22" hasCustomPrompt="1"/>
          </p:nvPr>
        </p:nvSpPr>
        <p:spPr>
          <a:xfrm>
            <a:off x="5981436" y="4322763"/>
            <a:ext cx="2827338"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Three</a:t>
            </a:r>
          </a:p>
        </p:txBody>
      </p:sp>
      <p:sp>
        <p:nvSpPr>
          <p:cNvPr id="26" name="Text Placeholder 20">
            <a:extLst>
              <a:ext uri="{FF2B5EF4-FFF2-40B4-BE49-F238E27FC236}">
                <a16:creationId xmlns:a16="http://schemas.microsoft.com/office/drawing/2014/main" id="{004A7935-6FFB-8665-E61B-44B429C44E7D}"/>
              </a:ext>
            </a:extLst>
          </p:cNvPr>
          <p:cNvSpPr>
            <a:spLocks noGrp="1"/>
          </p:cNvSpPr>
          <p:nvPr>
            <p:ph type="body" sz="quarter" idx="23" hasCustomPrompt="1"/>
          </p:nvPr>
        </p:nvSpPr>
        <p:spPr>
          <a:xfrm>
            <a:off x="3164511" y="4322763"/>
            <a:ext cx="281692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Two</a:t>
            </a:r>
          </a:p>
        </p:txBody>
      </p:sp>
      <p:sp>
        <p:nvSpPr>
          <p:cNvPr id="33" name="Text Placeholder 27">
            <a:extLst>
              <a:ext uri="{FF2B5EF4-FFF2-40B4-BE49-F238E27FC236}">
                <a16:creationId xmlns:a16="http://schemas.microsoft.com/office/drawing/2014/main" id="{AF911981-073F-FA61-EDBE-70742B9F9A33}"/>
              </a:ext>
            </a:extLst>
          </p:cNvPr>
          <p:cNvSpPr>
            <a:spLocks noGrp="1"/>
          </p:cNvSpPr>
          <p:nvPr>
            <p:ph type="body" sz="quarter" idx="24" hasCustomPrompt="1"/>
          </p:nvPr>
        </p:nvSpPr>
        <p:spPr>
          <a:xfrm>
            <a:off x="698603" y="1146175"/>
            <a:ext cx="2401888"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4" name="Text Placeholder 27">
            <a:extLst>
              <a:ext uri="{FF2B5EF4-FFF2-40B4-BE49-F238E27FC236}">
                <a16:creationId xmlns:a16="http://schemas.microsoft.com/office/drawing/2014/main" id="{93A14809-8550-40A4-67AC-6CCE4481AB82}"/>
              </a:ext>
            </a:extLst>
          </p:cNvPr>
          <p:cNvSpPr>
            <a:spLocks noGrp="1"/>
          </p:cNvSpPr>
          <p:nvPr>
            <p:ph type="body" sz="quarter" idx="25" hasCustomPrompt="1"/>
          </p:nvPr>
        </p:nvSpPr>
        <p:spPr>
          <a:xfrm>
            <a:off x="1045863" y="1776878"/>
            <a:ext cx="2054627"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5" name="Text Placeholder 27">
            <a:extLst>
              <a:ext uri="{FF2B5EF4-FFF2-40B4-BE49-F238E27FC236}">
                <a16:creationId xmlns:a16="http://schemas.microsoft.com/office/drawing/2014/main" id="{3D9AB5E4-5375-5112-E1B5-150A3E140789}"/>
              </a:ext>
            </a:extLst>
          </p:cNvPr>
          <p:cNvSpPr>
            <a:spLocks noGrp="1"/>
          </p:cNvSpPr>
          <p:nvPr>
            <p:ph type="body" sz="quarter" idx="26" hasCustomPrompt="1"/>
          </p:nvPr>
        </p:nvSpPr>
        <p:spPr>
          <a:xfrm>
            <a:off x="1376314" y="2435350"/>
            <a:ext cx="1724176"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6" name="Text Placeholder 27">
            <a:extLst>
              <a:ext uri="{FF2B5EF4-FFF2-40B4-BE49-F238E27FC236}">
                <a16:creationId xmlns:a16="http://schemas.microsoft.com/office/drawing/2014/main" id="{ECFE9C93-064B-C0C9-B89D-B239DE29A1F6}"/>
              </a:ext>
            </a:extLst>
          </p:cNvPr>
          <p:cNvSpPr>
            <a:spLocks noGrp="1"/>
          </p:cNvSpPr>
          <p:nvPr>
            <p:ph type="body" sz="quarter" idx="27" hasCustomPrompt="1"/>
          </p:nvPr>
        </p:nvSpPr>
        <p:spPr>
          <a:xfrm>
            <a:off x="1711360" y="3078084"/>
            <a:ext cx="1389130"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7" name="Text Placeholder 27">
            <a:extLst>
              <a:ext uri="{FF2B5EF4-FFF2-40B4-BE49-F238E27FC236}">
                <a16:creationId xmlns:a16="http://schemas.microsoft.com/office/drawing/2014/main" id="{62EF3E97-3C6A-6AD4-E33D-AE75FF1F027D}"/>
              </a:ext>
            </a:extLst>
          </p:cNvPr>
          <p:cNvSpPr>
            <a:spLocks noGrp="1"/>
          </p:cNvSpPr>
          <p:nvPr>
            <p:ph type="body" sz="quarter" idx="28" hasCustomPrompt="1"/>
          </p:nvPr>
        </p:nvSpPr>
        <p:spPr>
          <a:xfrm>
            <a:off x="2053978" y="3708886"/>
            <a:ext cx="1046512"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8" name="Text Placeholder 27">
            <a:extLst>
              <a:ext uri="{FF2B5EF4-FFF2-40B4-BE49-F238E27FC236}">
                <a16:creationId xmlns:a16="http://schemas.microsoft.com/office/drawing/2014/main" id="{EBF443E3-4C5A-D70E-3682-3C7F39BF9250}"/>
              </a:ext>
            </a:extLst>
          </p:cNvPr>
          <p:cNvSpPr>
            <a:spLocks noGrp="1"/>
          </p:cNvSpPr>
          <p:nvPr>
            <p:ph type="body" sz="quarter" idx="29" hasCustomPrompt="1"/>
          </p:nvPr>
        </p:nvSpPr>
        <p:spPr>
          <a:xfrm>
            <a:off x="1261871"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39" name="Text Placeholder 27">
            <a:extLst>
              <a:ext uri="{FF2B5EF4-FFF2-40B4-BE49-F238E27FC236}">
                <a16:creationId xmlns:a16="http://schemas.microsoft.com/office/drawing/2014/main" id="{FEBCD6EF-B1E1-D2AF-5F3C-C6FF5461CDFE}"/>
              </a:ext>
            </a:extLst>
          </p:cNvPr>
          <p:cNvSpPr>
            <a:spLocks noGrp="1"/>
          </p:cNvSpPr>
          <p:nvPr>
            <p:ph type="body" sz="quarter" idx="30" hasCustomPrompt="1"/>
          </p:nvPr>
        </p:nvSpPr>
        <p:spPr>
          <a:xfrm>
            <a:off x="4085944"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40" name="Text Placeholder 27">
            <a:extLst>
              <a:ext uri="{FF2B5EF4-FFF2-40B4-BE49-F238E27FC236}">
                <a16:creationId xmlns:a16="http://schemas.microsoft.com/office/drawing/2014/main" id="{87CEA6F4-721A-0177-D3EC-51677B5C1CBD}"/>
              </a:ext>
            </a:extLst>
          </p:cNvPr>
          <p:cNvSpPr>
            <a:spLocks noGrp="1"/>
          </p:cNvSpPr>
          <p:nvPr>
            <p:ph type="body" sz="quarter" idx="31" hasCustomPrompt="1"/>
          </p:nvPr>
        </p:nvSpPr>
        <p:spPr>
          <a:xfrm>
            <a:off x="6959742"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Tree>
    <p:extLst>
      <p:ext uri="{BB962C8B-B14F-4D97-AF65-F5344CB8AC3E}">
        <p14:creationId xmlns:p14="http://schemas.microsoft.com/office/powerpoint/2010/main" val="79398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Leadership Team">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FDB08D-71A0-4754-A804-BCFB97C57E27}"/>
              </a:ext>
            </a:extLst>
          </p:cNvPr>
          <p:cNvSpPr>
            <a:spLocks noGrp="1"/>
          </p:cNvSpPr>
          <p:nvPr>
            <p:ph type="pic" sz="quarter" idx="23"/>
          </p:nvPr>
        </p:nvSpPr>
        <p:spPr>
          <a:xfrm>
            <a:off x="627477" y="1239267"/>
            <a:ext cx="1298448" cy="1298448"/>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1" name="Picture Placeholder 10">
            <a:extLst>
              <a:ext uri="{FF2B5EF4-FFF2-40B4-BE49-F238E27FC236}">
                <a16:creationId xmlns:a16="http://schemas.microsoft.com/office/drawing/2014/main" id="{432AF534-A722-4444-898A-397383F7D901}"/>
              </a:ext>
            </a:extLst>
          </p:cNvPr>
          <p:cNvSpPr>
            <a:spLocks noGrp="1"/>
          </p:cNvSpPr>
          <p:nvPr>
            <p:ph type="pic" sz="quarter" idx="13"/>
          </p:nvPr>
        </p:nvSpPr>
        <p:spPr>
          <a:xfrm>
            <a:off x="2405360"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2" name="Picture Placeholder 10">
            <a:extLst>
              <a:ext uri="{FF2B5EF4-FFF2-40B4-BE49-F238E27FC236}">
                <a16:creationId xmlns:a16="http://schemas.microsoft.com/office/drawing/2014/main" id="{88543E9A-9E14-4BE1-AFB0-B72472E3BEC9}"/>
              </a:ext>
            </a:extLst>
          </p:cNvPr>
          <p:cNvSpPr>
            <a:spLocks noGrp="1"/>
          </p:cNvSpPr>
          <p:nvPr>
            <p:ph type="pic" sz="quarter" idx="14"/>
          </p:nvPr>
        </p:nvSpPr>
        <p:spPr>
          <a:xfrm>
            <a:off x="7742903"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3" name="Picture Placeholder 10">
            <a:extLst>
              <a:ext uri="{FF2B5EF4-FFF2-40B4-BE49-F238E27FC236}">
                <a16:creationId xmlns:a16="http://schemas.microsoft.com/office/drawing/2014/main" id="{3EAF8B95-D59A-4E4E-B937-B89764CDE9D9}"/>
              </a:ext>
            </a:extLst>
          </p:cNvPr>
          <p:cNvSpPr>
            <a:spLocks noGrp="1"/>
          </p:cNvSpPr>
          <p:nvPr>
            <p:ph type="pic" sz="quarter" idx="15"/>
          </p:nvPr>
        </p:nvSpPr>
        <p:spPr>
          <a:xfrm>
            <a:off x="6408518"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4" name="Picture Placeholder 10">
            <a:extLst>
              <a:ext uri="{FF2B5EF4-FFF2-40B4-BE49-F238E27FC236}">
                <a16:creationId xmlns:a16="http://schemas.microsoft.com/office/drawing/2014/main" id="{916F65D4-8A90-48FA-9E8A-5EE074BA4C95}"/>
              </a:ext>
            </a:extLst>
          </p:cNvPr>
          <p:cNvSpPr>
            <a:spLocks noGrp="1"/>
          </p:cNvSpPr>
          <p:nvPr>
            <p:ph type="pic" sz="quarter" idx="16"/>
          </p:nvPr>
        </p:nvSpPr>
        <p:spPr>
          <a:xfrm>
            <a:off x="5074132"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5" name="Picture Placeholder 10">
            <a:extLst>
              <a:ext uri="{FF2B5EF4-FFF2-40B4-BE49-F238E27FC236}">
                <a16:creationId xmlns:a16="http://schemas.microsoft.com/office/drawing/2014/main" id="{7315A395-7615-4228-9B45-EA32A0E49856}"/>
              </a:ext>
            </a:extLst>
          </p:cNvPr>
          <p:cNvSpPr>
            <a:spLocks noGrp="1"/>
          </p:cNvSpPr>
          <p:nvPr>
            <p:ph type="pic" sz="quarter" idx="17"/>
          </p:nvPr>
        </p:nvSpPr>
        <p:spPr>
          <a:xfrm>
            <a:off x="3739746"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6" name="Picture Placeholder 10">
            <a:extLst>
              <a:ext uri="{FF2B5EF4-FFF2-40B4-BE49-F238E27FC236}">
                <a16:creationId xmlns:a16="http://schemas.microsoft.com/office/drawing/2014/main" id="{C7546677-E76A-4EF0-BF84-702D57B71F43}"/>
              </a:ext>
            </a:extLst>
          </p:cNvPr>
          <p:cNvSpPr>
            <a:spLocks noGrp="1"/>
          </p:cNvSpPr>
          <p:nvPr>
            <p:ph type="pic" sz="quarter" idx="18"/>
          </p:nvPr>
        </p:nvSpPr>
        <p:spPr>
          <a:xfrm>
            <a:off x="2405360"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7" name="Picture Placeholder 10">
            <a:extLst>
              <a:ext uri="{FF2B5EF4-FFF2-40B4-BE49-F238E27FC236}">
                <a16:creationId xmlns:a16="http://schemas.microsoft.com/office/drawing/2014/main" id="{E17EE637-E02F-4948-98EC-DFCBA97E5A66}"/>
              </a:ext>
            </a:extLst>
          </p:cNvPr>
          <p:cNvSpPr>
            <a:spLocks noGrp="1"/>
          </p:cNvSpPr>
          <p:nvPr>
            <p:ph type="pic" sz="quarter" idx="19"/>
          </p:nvPr>
        </p:nvSpPr>
        <p:spPr>
          <a:xfrm>
            <a:off x="7742903"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8" name="Picture Placeholder 10">
            <a:extLst>
              <a:ext uri="{FF2B5EF4-FFF2-40B4-BE49-F238E27FC236}">
                <a16:creationId xmlns:a16="http://schemas.microsoft.com/office/drawing/2014/main" id="{BF598090-B104-48C3-94C6-839146BC2B10}"/>
              </a:ext>
            </a:extLst>
          </p:cNvPr>
          <p:cNvSpPr>
            <a:spLocks noGrp="1"/>
          </p:cNvSpPr>
          <p:nvPr>
            <p:ph type="pic" sz="quarter" idx="20"/>
          </p:nvPr>
        </p:nvSpPr>
        <p:spPr>
          <a:xfrm>
            <a:off x="6408518"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9" name="Picture Placeholder 10">
            <a:extLst>
              <a:ext uri="{FF2B5EF4-FFF2-40B4-BE49-F238E27FC236}">
                <a16:creationId xmlns:a16="http://schemas.microsoft.com/office/drawing/2014/main" id="{EECDE089-5E65-47E9-9BA5-28724CF38F2D}"/>
              </a:ext>
            </a:extLst>
          </p:cNvPr>
          <p:cNvSpPr>
            <a:spLocks noGrp="1"/>
          </p:cNvSpPr>
          <p:nvPr>
            <p:ph type="pic" sz="quarter" idx="21"/>
          </p:nvPr>
        </p:nvSpPr>
        <p:spPr>
          <a:xfrm>
            <a:off x="5074132"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20" name="Picture Placeholder 10">
            <a:extLst>
              <a:ext uri="{FF2B5EF4-FFF2-40B4-BE49-F238E27FC236}">
                <a16:creationId xmlns:a16="http://schemas.microsoft.com/office/drawing/2014/main" id="{B3979F6E-A20A-449F-B94B-734B6FE17449}"/>
              </a:ext>
            </a:extLst>
          </p:cNvPr>
          <p:cNvSpPr>
            <a:spLocks noGrp="1"/>
          </p:cNvSpPr>
          <p:nvPr>
            <p:ph type="pic" sz="quarter" idx="22"/>
          </p:nvPr>
        </p:nvSpPr>
        <p:spPr>
          <a:xfrm>
            <a:off x="3739746"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8" name="Text Placeholder 7">
            <a:extLst>
              <a:ext uri="{FF2B5EF4-FFF2-40B4-BE49-F238E27FC236}">
                <a16:creationId xmlns:a16="http://schemas.microsoft.com/office/drawing/2014/main" id="{626DF7EF-4D6A-4AF6-905E-AD3155DAD217}"/>
              </a:ext>
            </a:extLst>
          </p:cNvPr>
          <p:cNvSpPr>
            <a:spLocks noGrp="1"/>
          </p:cNvSpPr>
          <p:nvPr>
            <p:ph type="body" sz="quarter" idx="24" hasCustomPrompt="1"/>
          </p:nvPr>
        </p:nvSpPr>
        <p:spPr>
          <a:xfrm>
            <a:off x="221711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2" name="Text Placeholder 7">
            <a:extLst>
              <a:ext uri="{FF2B5EF4-FFF2-40B4-BE49-F238E27FC236}">
                <a16:creationId xmlns:a16="http://schemas.microsoft.com/office/drawing/2014/main" id="{8023412D-9449-40FD-A845-6BB48703A967}"/>
              </a:ext>
            </a:extLst>
          </p:cNvPr>
          <p:cNvSpPr>
            <a:spLocks noGrp="1"/>
          </p:cNvSpPr>
          <p:nvPr>
            <p:ph type="body" sz="quarter" idx="25" hasCustomPrompt="1"/>
          </p:nvPr>
        </p:nvSpPr>
        <p:spPr>
          <a:xfrm>
            <a:off x="221711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4" name="Text Placeholder 7">
            <a:extLst>
              <a:ext uri="{FF2B5EF4-FFF2-40B4-BE49-F238E27FC236}">
                <a16:creationId xmlns:a16="http://schemas.microsoft.com/office/drawing/2014/main" id="{22721A4A-0650-4598-AD3F-2680DC44A106}"/>
              </a:ext>
            </a:extLst>
          </p:cNvPr>
          <p:cNvSpPr>
            <a:spLocks noGrp="1"/>
          </p:cNvSpPr>
          <p:nvPr>
            <p:ph type="body" sz="quarter" idx="26" hasCustomPrompt="1"/>
          </p:nvPr>
        </p:nvSpPr>
        <p:spPr>
          <a:xfrm>
            <a:off x="3562470"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5" name="Text Placeholder 7">
            <a:extLst>
              <a:ext uri="{FF2B5EF4-FFF2-40B4-BE49-F238E27FC236}">
                <a16:creationId xmlns:a16="http://schemas.microsoft.com/office/drawing/2014/main" id="{C6E320D9-B5AD-4C23-8696-E9C4DACDF782}"/>
              </a:ext>
            </a:extLst>
          </p:cNvPr>
          <p:cNvSpPr>
            <a:spLocks noGrp="1"/>
          </p:cNvSpPr>
          <p:nvPr>
            <p:ph type="body" sz="quarter" idx="27" hasCustomPrompt="1"/>
          </p:nvPr>
        </p:nvSpPr>
        <p:spPr>
          <a:xfrm>
            <a:off x="3562470"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6" name="Text Placeholder 7">
            <a:extLst>
              <a:ext uri="{FF2B5EF4-FFF2-40B4-BE49-F238E27FC236}">
                <a16:creationId xmlns:a16="http://schemas.microsoft.com/office/drawing/2014/main" id="{F9424838-3298-42A2-A365-A9EACE0CFDAC}"/>
              </a:ext>
            </a:extLst>
          </p:cNvPr>
          <p:cNvSpPr>
            <a:spLocks noGrp="1"/>
          </p:cNvSpPr>
          <p:nvPr>
            <p:ph type="body" sz="quarter" idx="28" hasCustomPrompt="1"/>
          </p:nvPr>
        </p:nvSpPr>
        <p:spPr>
          <a:xfrm>
            <a:off x="489457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7" name="Text Placeholder 7">
            <a:extLst>
              <a:ext uri="{FF2B5EF4-FFF2-40B4-BE49-F238E27FC236}">
                <a16:creationId xmlns:a16="http://schemas.microsoft.com/office/drawing/2014/main" id="{6CF9B65C-638A-4161-A0E7-3206B87F7798}"/>
              </a:ext>
            </a:extLst>
          </p:cNvPr>
          <p:cNvSpPr>
            <a:spLocks noGrp="1"/>
          </p:cNvSpPr>
          <p:nvPr>
            <p:ph type="body" sz="quarter" idx="29" hasCustomPrompt="1"/>
          </p:nvPr>
        </p:nvSpPr>
        <p:spPr>
          <a:xfrm>
            <a:off x="489457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8" name="Text Placeholder 7">
            <a:extLst>
              <a:ext uri="{FF2B5EF4-FFF2-40B4-BE49-F238E27FC236}">
                <a16:creationId xmlns:a16="http://schemas.microsoft.com/office/drawing/2014/main" id="{A19FE09E-9CE2-4CE0-99BF-0285D743157D}"/>
              </a:ext>
            </a:extLst>
          </p:cNvPr>
          <p:cNvSpPr>
            <a:spLocks noGrp="1"/>
          </p:cNvSpPr>
          <p:nvPr>
            <p:ph type="body" sz="quarter" idx="30" hasCustomPrompt="1"/>
          </p:nvPr>
        </p:nvSpPr>
        <p:spPr>
          <a:xfrm>
            <a:off x="6226678"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9" name="Text Placeholder 7">
            <a:extLst>
              <a:ext uri="{FF2B5EF4-FFF2-40B4-BE49-F238E27FC236}">
                <a16:creationId xmlns:a16="http://schemas.microsoft.com/office/drawing/2014/main" id="{9AE8A9BB-248B-4D64-9AD8-0F1BF794D429}"/>
              </a:ext>
            </a:extLst>
          </p:cNvPr>
          <p:cNvSpPr>
            <a:spLocks noGrp="1"/>
          </p:cNvSpPr>
          <p:nvPr>
            <p:ph type="body" sz="quarter" idx="31" hasCustomPrompt="1"/>
          </p:nvPr>
        </p:nvSpPr>
        <p:spPr>
          <a:xfrm>
            <a:off x="6226678"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0" name="Text Placeholder 7">
            <a:extLst>
              <a:ext uri="{FF2B5EF4-FFF2-40B4-BE49-F238E27FC236}">
                <a16:creationId xmlns:a16="http://schemas.microsoft.com/office/drawing/2014/main" id="{83015730-52C5-4E31-8CC0-A0E6958CEF7A}"/>
              </a:ext>
            </a:extLst>
          </p:cNvPr>
          <p:cNvSpPr>
            <a:spLocks noGrp="1"/>
          </p:cNvSpPr>
          <p:nvPr>
            <p:ph type="body" sz="quarter" idx="32" hasCustomPrompt="1"/>
          </p:nvPr>
        </p:nvSpPr>
        <p:spPr>
          <a:xfrm>
            <a:off x="7558782"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1" name="Text Placeholder 7">
            <a:extLst>
              <a:ext uri="{FF2B5EF4-FFF2-40B4-BE49-F238E27FC236}">
                <a16:creationId xmlns:a16="http://schemas.microsoft.com/office/drawing/2014/main" id="{C139CEE2-98F0-49AF-898C-B6028A559726}"/>
              </a:ext>
            </a:extLst>
          </p:cNvPr>
          <p:cNvSpPr>
            <a:spLocks noGrp="1"/>
          </p:cNvSpPr>
          <p:nvPr>
            <p:ph type="body" sz="quarter" idx="33" hasCustomPrompt="1"/>
          </p:nvPr>
        </p:nvSpPr>
        <p:spPr>
          <a:xfrm>
            <a:off x="7558782"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2" name="Text Placeholder 7">
            <a:extLst>
              <a:ext uri="{FF2B5EF4-FFF2-40B4-BE49-F238E27FC236}">
                <a16:creationId xmlns:a16="http://schemas.microsoft.com/office/drawing/2014/main" id="{22311D0C-E9F4-47E6-AAE6-E20E68CE7009}"/>
              </a:ext>
            </a:extLst>
          </p:cNvPr>
          <p:cNvSpPr>
            <a:spLocks noGrp="1"/>
          </p:cNvSpPr>
          <p:nvPr>
            <p:ph type="body" sz="quarter" idx="34" hasCustomPrompt="1"/>
          </p:nvPr>
        </p:nvSpPr>
        <p:spPr>
          <a:xfrm>
            <a:off x="221711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3" name="Text Placeholder 7">
            <a:extLst>
              <a:ext uri="{FF2B5EF4-FFF2-40B4-BE49-F238E27FC236}">
                <a16:creationId xmlns:a16="http://schemas.microsoft.com/office/drawing/2014/main" id="{7F4CC315-AF25-420B-B825-3DB708866C87}"/>
              </a:ext>
            </a:extLst>
          </p:cNvPr>
          <p:cNvSpPr>
            <a:spLocks noGrp="1"/>
          </p:cNvSpPr>
          <p:nvPr>
            <p:ph type="body" sz="quarter" idx="35" hasCustomPrompt="1"/>
          </p:nvPr>
        </p:nvSpPr>
        <p:spPr>
          <a:xfrm>
            <a:off x="221711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4" name="Text Placeholder 7">
            <a:extLst>
              <a:ext uri="{FF2B5EF4-FFF2-40B4-BE49-F238E27FC236}">
                <a16:creationId xmlns:a16="http://schemas.microsoft.com/office/drawing/2014/main" id="{43A26725-49E1-4F32-9FCB-17F6181BC492}"/>
              </a:ext>
            </a:extLst>
          </p:cNvPr>
          <p:cNvSpPr>
            <a:spLocks noGrp="1"/>
          </p:cNvSpPr>
          <p:nvPr>
            <p:ph type="body" sz="quarter" idx="36" hasCustomPrompt="1"/>
          </p:nvPr>
        </p:nvSpPr>
        <p:spPr>
          <a:xfrm>
            <a:off x="3562470"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5" name="Text Placeholder 7">
            <a:extLst>
              <a:ext uri="{FF2B5EF4-FFF2-40B4-BE49-F238E27FC236}">
                <a16:creationId xmlns:a16="http://schemas.microsoft.com/office/drawing/2014/main" id="{7FF2E718-9928-4718-824A-3B64DFF6472F}"/>
              </a:ext>
            </a:extLst>
          </p:cNvPr>
          <p:cNvSpPr>
            <a:spLocks noGrp="1"/>
          </p:cNvSpPr>
          <p:nvPr>
            <p:ph type="body" sz="quarter" idx="37" hasCustomPrompt="1"/>
          </p:nvPr>
        </p:nvSpPr>
        <p:spPr>
          <a:xfrm>
            <a:off x="3562470"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6" name="Text Placeholder 7">
            <a:extLst>
              <a:ext uri="{FF2B5EF4-FFF2-40B4-BE49-F238E27FC236}">
                <a16:creationId xmlns:a16="http://schemas.microsoft.com/office/drawing/2014/main" id="{E46029CC-BD53-485B-842B-9876F40CEA82}"/>
              </a:ext>
            </a:extLst>
          </p:cNvPr>
          <p:cNvSpPr>
            <a:spLocks noGrp="1"/>
          </p:cNvSpPr>
          <p:nvPr>
            <p:ph type="body" sz="quarter" idx="38" hasCustomPrompt="1"/>
          </p:nvPr>
        </p:nvSpPr>
        <p:spPr>
          <a:xfrm>
            <a:off x="489457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7" name="Text Placeholder 7">
            <a:extLst>
              <a:ext uri="{FF2B5EF4-FFF2-40B4-BE49-F238E27FC236}">
                <a16:creationId xmlns:a16="http://schemas.microsoft.com/office/drawing/2014/main" id="{BF0CE470-E9BF-4B22-9FFF-2701574291C1}"/>
              </a:ext>
            </a:extLst>
          </p:cNvPr>
          <p:cNvSpPr>
            <a:spLocks noGrp="1"/>
          </p:cNvSpPr>
          <p:nvPr>
            <p:ph type="body" sz="quarter" idx="39" hasCustomPrompt="1"/>
          </p:nvPr>
        </p:nvSpPr>
        <p:spPr>
          <a:xfrm>
            <a:off x="489457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8" name="Text Placeholder 7">
            <a:extLst>
              <a:ext uri="{FF2B5EF4-FFF2-40B4-BE49-F238E27FC236}">
                <a16:creationId xmlns:a16="http://schemas.microsoft.com/office/drawing/2014/main" id="{CDFB90DE-7C68-44EB-9491-69C4F0A18D0C}"/>
              </a:ext>
            </a:extLst>
          </p:cNvPr>
          <p:cNvSpPr>
            <a:spLocks noGrp="1"/>
          </p:cNvSpPr>
          <p:nvPr>
            <p:ph type="body" sz="quarter" idx="40" hasCustomPrompt="1"/>
          </p:nvPr>
        </p:nvSpPr>
        <p:spPr>
          <a:xfrm>
            <a:off x="6226678"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9" name="Text Placeholder 7">
            <a:extLst>
              <a:ext uri="{FF2B5EF4-FFF2-40B4-BE49-F238E27FC236}">
                <a16:creationId xmlns:a16="http://schemas.microsoft.com/office/drawing/2014/main" id="{EC4DC314-4299-4F89-97CE-333C2161C86D}"/>
              </a:ext>
            </a:extLst>
          </p:cNvPr>
          <p:cNvSpPr>
            <a:spLocks noGrp="1"/>
          </p:cNvSpPr>
          <p:nvPr>
            <p:ph type="body" sz="quarter" idx="41" hasCustomPrompt="1"/>
          </p:nvPr>
        </p:nvSpPr>
        <p:spPr>
          <a:xfrm>
            <a:off x="6226678"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0" name="Text Placeholder 7">
            <a:extLst>
              <a:ext uri="{FF2B5EF4-FFF2-40B4-BE49-F238E27FC236}">
                <a16:creationId xmlns:a16="http://schemas.microsoft.com/office/drawing/2014/main" id="{A33D7EE4-804F-4898-98E8-6402D37BC0E5}"/>
              </a:ext>
            </a:extLst>
          </p:cNvPr>
          <p:cNvSpPr>
            <a:spLocks noGrp="1"/>
          </p:cNvSpPr>
          <p:nvPr>
            <p:ph type="body" sz="quarter" idx="42" hasCustomPrompt="1"/>
          </p:nvPr>
        </p:nvSpPr>
        <p:spPr>
          <a:xfrm>
            <a:off x="7558782"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1" name="Text Placeholder 7">
            <a:extLst>
              <a:ext uri="{FF2B5EF4-FFF2-40B4-BE49-F238E27FC236}">
                <a16:creationId xmlns:a16="http://schemas.microsoft.com/office/drawing/2014/main" id="{3A1D652B-5ECC-4351-9528-3E42C6DD2160}"/>
              </a:ext>
            </a:extLst>
          </p:cNvPr>
          <p:cNvSpPr>
            <a:spLocks noGrp="1"/>
          </p:cNvSpPr>
          <p:nvPr>
            <p:ph type="body" sz="quarter" idx="43" hasCustomPrompt="1"/>
          </p:nvPr>
        </p:nvSpPr>
        <p:spPr>
          <a:xfrm>
            <a:off x="7558782"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2" name="Text Placeholder 7">
            <a:extLst>
              <a:ext uri="{FF2B5EF4-FFF2-40B4-BE49-F238E27FC236}">
                <a16:creationId xmlns:a16="http://schemas.microsoft.com/office/drawing/2014/main" id="{B254D6E3-B3FF-4E3E-893B-8F1375F6971B}"/>
              </a:ext>
            </a:extLst>
          </p:cNvPr>
          <p:cNvSpPr>
            <a:spLocks noGrp="1"/>
          </p:cNvSpPr>
          <p:nvPr>
            <p:ph type="body" sz="quarter" idx="44" hasCustomPrompt="1"/>
          </p:nvPr>
        </p:nvSpPr>
        <p:spPr>
          <a:xfrm>
            <a:off x="627477" y="2580392"/>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3" name="Text Placeholder 7">
            <a:extLst>
              <a:ext uri="{FF2B5EF4-FFF2-40B4-BE49-F238E27FC236}">
                <a16:creationId xmlns:a16="http://schemas.microsoft.com/office/drawing/2014/main" id="{48D7AFBA-E943-41B1-BE5B-80AEBB785635}"/>
              </a:ext>
            </a:extLst>
          </p:cNvPr>
          <p:cNvSpPr>
            <a:spLocks noGrp="1"/>
          </p:cNvSpPr>
          <p:nvPr>
            <p:ph type="body" sz="quarter" idx="45" hasCustomPrompt="1"/>
          </p:nvPr>
        </p:nvSpPr>
        <p:spPr>
          <a:xfrm>
            <a:off x="627477" y="2849775"/>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4" name="Footer Placeholder 4">
            <a:extLst>
              <a:ext uri="{FF2B5EF4-FFF2-40B4-BE49-F238E27FC236}">
                <a16:creationId xmlns:a16="http://schemas.microsoft.com/office/drawing/2014/main" id="{9F795EA0-4FCA-CCB3-CDC7-FC99C5D53962}"/>
              </a:ext>
            </a:extLst>
          </p:cNvPr>
          <p:cNvSpPr>
            <a:spLocks noGrp="1"/>
          </p:cNvSpPr>
          <p:nvPr>
            <p:ph type="ftr" sz="quarter" idx="4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45" name="TextBox 44">
            <a:extLst>
              <a:ext uri="{FF2B5EF4-FFF2-40B4-BE49-F238E27FC236}">
                <a16:creationId xmlns:a16="http://schemas.microsoft.com/office/drawing/2014/main" id="{7E3C6AB7-841E-3AE3-230E-5DC92698EB8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5869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Organization Char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490611B8-D911-480C-B6FA-E7A9FCA4B982}"/>
              </a:ext>
            </a:extLst>
          </p:cNvPr>
          <p:cNvSpPr>
            <a:spLocks noGrp="1"/>
          </p:cNvSpPr>
          <p:nvPr>
            <p:ph type="pic" sz="quarter" idx="14"/>
          </p:nvPr>
        </p:nvSpPr>
        <p:spPr>
          <a:xfrm>
            <a:off x="346075"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5" name="Picture Placeholder 30">
            <a:extLst>
              <a:ext uri="{FF2B5EF4-FFF2-40B4-BE49-F238E27FC236}">
                <a16:creationId xmlns:a16="http://schemas.microsoft.com/office/drawing/2014/main" id="{2BBCE85F-7E6F-43FC-8DAB-A28C6A6C7E45}"/>
              </a:ext>
            </a:extLst>
          </p:cNvPr>
          <p:cNvSpPr>
            <a:spLocks noGrp="1"/>
          </p:cNvSpPr>
          <p:nvPr>
            <p:ph type="pic" sz="quarter" idx="17"/>
          </p:nvPr>
        </p:nvSpPr>
        <p:spPr>
          <a:xfrm>
            <a:off x="346075" y="266356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7" name="Picture Placeholder 30">
            <a:extLst>
              <a:ext uri="{FF2B5EF4-FFF2-40B4-BE49-F238E27FC236}">
                <a16:creationId xmlns:a16="http://schemas.microsoft.com/office/drawing/2014/main" id="{55012F06-6BF1-48D3-8053-055C6AAE17B4}"/>
              </a:ext>
            </a:extLst>
          </p:cNvPr>
          <p:cNvSpPr>
            <a:spLocks noGrp="1"/>
          </p:cNvSpPr>
          <p:nvPr>
            <p:ph type="pic" sz="quarter" idx="20"/>
          </p:nvPr>
        </p:nvSpPr>
        <p:spPr>
          <a:xfrm>
            <a:off x="346075" y="3352998"/>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0" name="Picture Placeholder 30">
            <a:extLst>
              <a:ext uri="{FF2B5EF4-FFF2-40B4-BE49-F238E27FC236}">
                <a16:creationId xmlns:a16="http://schemas.microsoft.com/office/drawing/2014/main" id="{38A92C06-DF6B-4438-BEB5-E549153546F4}"/>
              </a:ext>
            </a:extLst>
          </p:cNvPr>
          <p:cNvSpPr>
            <a:spLocks noGrp="1"/>
          </p:cNvSpPr>
          <p:nvPr>
            <p:ph type="pic" sz="quarter" idx="23"/>
          </p:nvPr>
        </p:nvSpPr>
        <p:spPr>
          <a:xfrm>
            <a:off x="346075"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381296"/>
          </a:xfrm>
        </p:spPr>
        <p:txBody>
          <a:bodyPr>
            <a:noAutofit/>
          </a:bodyPr>
          <a:lstStyle/>
          <a:p>
            <a:r>
              <a:rPr lang="en-US"/>
              <a:t>Headline in Arial Bold 32pt</a:t>
            </a:r>
          </a:p>
        </p:txBody>
      </p:sp>
      <p:sp>
        <p:nvSpPr>
          <p:cNvPr id="29" name="Text Placeholder 27">
            <a:extLst>
              <a:ext uri="{FF2B5EF4-FFF2-40B4-BE49-F238E27FC236}">
                <a16:creationId xmlns:a16="http://schemas.microsoft.com/office/drawing/2014/main" id="{9D372AF8-B3D8-4BE5-90BB-0EAAD123CFBD}"/>
              </a:ext>
            </a:extLst>
          </p:cNvPr>
          <p:cNvSpPr>
            <a:spLocks noGrp="1"/>
          </p:cNvSpPr>
          <p:nvPr>
            <p:ph type="body" sz="quarter" idx="13" hasCustomPrompt="1"/>
          </p:nvPr>
        </p:nvSpPr>
        <p:spPr>
          <a:xfrm>
            <a:off x="346075" y="1619250"/>
            <a:ext cx="1641578" cy="269875"/>
          </a:xfrm>
          <a:solidFill>
            <a:schemeClr val="tx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Category Leads</a:t>
            </a:r>
          </a:p>
        </p:txBody>
      </p:sp>
      <p:sp>
        <p:nvSpPr>
          <p:cNvPr id="33" name="Text Placeholder 32">
            <a:extLst>
              <a:ext uri="{FF2B5EF4-FFF2-40B4-BE49-F238E27FC236}">
                <a16:creationId xmlns:a16="http://schemas.microsoft.com/office/drawing/2014/main" id="{E3188B4D-DCC0-4343-8B97-772AF4595BFA}"/>
              </a:ext>
            </a:extLst>
          </p:cNvPr>
          <p:cNvSpPr>
            <a:spLocks noGrp="1"/>
          </p:cNvSpPr>
          <p:nvPr>
            <p:ph type="body" sz="quarter" idx="15" hasCustomPrompt="1"/>
          </p:nvPr>
        </p:nvSpPr>
        <p:spPr>
          <a:xfrm>
            <a:off x="959044" y="1979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34" name="Text Placeholder 32">
            <a:extLst>
              <a:ext uri="{FF2B5EF4-FFF2-40B4-BE49-F238E27FC236}">
                <a16:creationId xmlns:a16="http://schemas.microsoft.com/office/drawing/2014/main" id="{08B462AC-15D2-4038-947D-FAC28EDA6CB9}"/>
              </a:ext>
            </a:extLst>
          </p:cNvPr>
          <p:cNvSpPr>
            <a:spLocks noGrp="1"/>
          </p:cNvSpPr>
          <p:nvPr>
            <p:ph type="body" sz="quarter" idx="16" hasCustomPrompt="1"/>
          </p:nvPr>
        </p:nvSpPr>
        <p:spPr>
          <a:xfrm>
            <a:off x="959044" y="2277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6" name="Text Placeholder 32">
            <a:extLst>
              <a:ext uri="{FF2B5EF4-FFF2-40B4-BE49-F238E27FC236}">
                <a16:creationId xmlns:a16="http://schemas.microsoft.com/office/drawing/2014/main" id="{E92B1225-893A-4562-81AB-CBB19B1CD847}"/>
              </a:ext>
            </a:extLst>
          </p:cNvPr>
          <p:cNvSpPr>
            <a:spLocks noGrp="1"/>
          </p:cNvSpPr>
          <p:nvPr>
            <p:ph type="body" sz="quarter" idx="19" hasCustomPrompt="1"/>
          </p:nvPr>
        </p:nvSpPr>
        <p:spPr>
          <a:xfrm>
            <a:off x="959044" y="296085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8" name="Text Placeholder 32">
            <a:extLst>
              <a:ext uri="{FF2B5EF4-FFF2-40B4-BE49-F238E27FC236}">
                <a16:creationId xmlns:a16="http://schemas.microsoft.com/office/drawing/2014/main" id="{20B98F20-51E8-4189-8B8F-B323742EE0BE}"/>
              </a:ext>
            </a:extLst>
          </p:cNvPr>
          <p:cNvSpPr>
            <a:spLocks noGrp="1"/>
          </p:cNvSpPr>
          <p:nvPr>
            <p:ph type="body" sz="quarter" idx="21" hasCustomPrompt="1"/>
          </p:nvPr>
        </p:nvSpPr>
        <p:spPr>
          <a:xfrm>
            <a:off x="959044" y="3352600"/>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49" name="Text Placeholder 32">
            <a:extLst>
              <a:ext uri="{FF2B5EF4-FFF2-40B4-BE49-F238E27FC236}">
                <a16:creationId xmlns:a16="http://schemas.microsoft.com/office/drawing/2014/main" id="{F66A703E-DBE6-4863-A6D1-2D739AB08070}"/>
              </a:ext>
            </a:extLst>
          </p:cNvPr>
          <p:cNvSpPr>
            <a:spLocks noGrp="1"/>
          </p:cNvSpPr>
          <p:nvPr>
            <p:ph type="body" sz="quarter" idx="22" hasCustomPrompt="1"/>
          </p:nvPr>
        </p:nvSpPr>
        <p:spPr>
          <a:xfrm>
            <a:off x="959044" y="3650296"/>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1" name="Text Placeholder 32">
            <a:extLst>
              <a:ext uri="{FF2B5EF4-FFF2-40B4-BE49-F238E27FC236}">
                <a16:creationId xmlns:a16="http://schemas.microsoft.com/office/drawing/2014/main" id="{D61623C1-A66B-4DCB-B44A-205C72703CA3}"/>
              </a:ext>
            </a:extLst>
          </p:cNvPr>
          <p:cNvSpPr>
            <a:spLocks noGrp="1"/>
          </p:cNvSpPr>
          <p:nvPr>
            <p:ph type="body" sz="quarter" idx="24" hasCustomPrompt="1"/>
          </p:nvPr>
        </p:nvSpPr>
        <p:spPr>
          <a:xfrm>
            <a:off x="959044" y="4020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52" name="Text Placeholder 32">
            <a:extLst>
              <a:ext uri="{FF2B5EF4-FFF2-40B4-BE49-F238E27FC236}">
                <a16:creationId xmlns:a16="http://schemas.microsoft.com/office/drawing/2014/main" id="{978DAF83-766F-4AD6-AFDE-AB5FFF1861B8}"/>
              </a:ext>
            </a:extLst>
          </p:cNvPr>
          <p:cNvSpPr>
            <a:spLocks noGrp="1"/>
          </p:cNvSpPr>
          <p:nvPr>
            <p:ph type="body" sz="quarter" idx="25" hasCustomPrompt="1"/>
          </p:nvPr>
        </p:nvSpPr>
        <p:spPr>
          <a:xfrm>
            <a:off x="959044" y="4318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3" name="Text Placeholder 32">
            <a:extLst>
              <a:ext uri="{FF2B5EF4-FFF2-40B4-BE49-F238E27FC236}">
                <a16:creationId xmlns:a16="http://schemas.microsoft.com/office/drawing/2014/main" id="{545F9C5A-9AE8-4E0B-8557-8217FE8395E0}"/>
              </a:ext>
            </a:extLst>
          </p:cNvPr>
          <p:cNvSpPr>
            <a:spLocks noGrp="1"/>
          </p:cNvSpPr>
          <p:nvPr>
            <p:ph type="body" sz="quarter" idx="26" hasCustomPrompt="1"/>
          </p:nvPr>
        </p:nvSpPr>
        <p:spPr>
          <a:xfrm>
            <a:off x="959044" y="2658985"/>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0" name="Text Placeholder 27">
            <a:extLst>
              <a:ext uri="{FF2B5EF4-FFF2-40B4-BE49-F238E27FC236}">
                <a16:creationId xmlns:a16="http://schemas.microsoft.com/office/drawing/2014/main" id="{2C1081FB-9392-4B1A-AAE3-E2EC1F345195}"/>
              </a:ext>
            </a:extLst>
          </p:cNvPr>
          <p:cNvSpPr>
            <a:spLocks noGrp="1"/>
          </p:cNvSpPr>
          <p:nvPr>
            <p:ph type="body" sz="quarter" idx="30" hasCustomPrompt="1"/>
          </p:nvPr>
        </p:nvSpPr>
        <p:spPr>
          <a:xfrm>
            <a:off x="2209094"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62" name="Picture Placeholder 30">
            <a:extLst>
              <a:ext uri="{FF2B5EF4-FFF2-40B4-BE49-F238E27FC236}">
                <a16:creationId xmlns:a16="http://schemas.microsoft.com/office/drawing/2014/main" id="{E8D3A958-2873-47D8-ADE5-432AA44BCAFC}"/>
              </a:ext>
            </a:extLst>
          </p:cNvPr>
          <p:cNvSpPr>
            <a:spLocks noGrp="1"/>
          </p:cNvSpPr>
          <p:nvPr>
            <p:ph type="pic" sz="quarter" idx="31"/>
          </p:nvPr>
        </p:nvSpPr>
        <p:spPr>
          <a:xfrm>
            <a:off x="220795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3" name="Text Placeholder 32">
            <a:extLst>
              <a:ext uri="{FF2B5EF4-FFF2-40B4-BE49-F238E27FC236}">
                <a16:creationId xmlns:a16="http://schemas.microsoft.com/office/drawing/2014/main" id="{4A2EBBE9-5E15-48C4-BA09-6C8F9B7BEB91}"/>
              </a:ext>
            </a:extLst>
          </p:cNvPr>
          <p:cNvSpPr>
            <a:spLocks noGrp="1"/>
          </p:cNvSpPr>
          <p:nvPr>
            <p:ph type="body" sz="quarter" idx="32" hasCustomPrompt="1"/>
          </p:nvPr>
        </p:nvSpPr>
        <p:spPr>
          <a:xfrm>
            <a:off x="282097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4" name="Text Placeholder 32">
            <a:extLst>
              <a:ext uri="{FF2B5EF4-FFF2-40B4-BE49-F238E27FC236}">
                <a16:creationId xmlns:a16="http://schemas.microsoft.com/office/drawing/2014/main" id="{BBF7F927-025F-4BAB-8661-876076D5FC7F}"/>
              </a:ext>
            </a:extLst>
          </p:cNvPr>
          <p:cNvSpPr>
            <a:spLocks noGrp="1"/>
          </p:cNvSpPr>
          <p:nvPr>
            <p:ph type="body" sz="quarter" idx="33" hasCustomPrompt="1"/>
          </p:nvPr>
        </p:nvSpPr>
        <p:spPr>
          <a:xfrm>
            <a:off x="282097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5" name="Text Placeholder 32">
            <a:extLst>
              <a:ext uri="{FF2B5EF4-FFF2-40B4-BE49-F238E27FC236}">
                <a16:creationId xmlns:a16="http://schemas.microsoft.com/office/drawing/2014/main" id="{103C6655-32DB-4CEB-A7B1-A04647661399}"/>
              </a:ext>
            </a:extLst>
          </p:cNvPr>
          <p:cNvSpPr>
            <a:spLocks noGrp="1"/>
          </p:cNvSpPr>
          <p:nvPr>
            <p:ph type="body" sz="quarter" idx="34" hasCustomPrompt="1"/>
          </p:nvPr>
        </p:nvSpPr>
        <p:spPr>
          <a:xfrm>
            <a:off x="282097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66" name="Picture Placeholder 30">
            <a:extLst>
              <a:ext uri="{FF2B5EF4-FFF2-40B4-BE49-F238E27FC236}">
                <a16:creationId xmlns:a16="http://schemas.microsoft.com/office/drawing/2014/main" id="{E19DC35D-4362-421A-9FDA-48380CC167CB}"/>
              </a:ext>
            </a:extLst>
          </p:cNvPr>
          <p:cNvSpPr>
            <a:spLocks noGrp="1"/>
          </p:cNvSpPr>
          <p:nvPr>
            <p:ph type="pic" sz="quarter" idx="35"/>
          </p:nvPr>
        </p:nvSpPr>
        <p:spPr>
          <a:xfrm>
            <a:off x="220795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7" name="Text Placeholder 32">
            <a:extLst>
              <a:ext uri="{FF2B5EF4-FFF2-40B4-BE49-F238E27FC236}">
                <a16:creationId xmlns:a16="http://schemas.microsoft.com/office/drawing/2014/main" id="{3C3A8EDB-3104-4FBF-9B9E-6D93AFF9B1BF}"/>
              </a:ext>
            </a:extLst>
          </p:cNvPr>
          <p:cNvSpPr>
            <a:spLocks noGrp="1"/>
          </p:cNvSpPr>
          <p:nvPr>
            <p:ph type="body" sz="quarter" idx="36" hasCustomPrompt="1"/>
          </p:nvPr>
        </p:nvSpPr>
        <p:spPr>
          <a:xfrm>
            <a:off x="282097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8" name="Text Placeholder 32">
            <a:extLst>
              <a:ext uri="{FF2B5EF4-FFF2-40B4-BE49-F238E27FC236}">
                <a16:creationId xmlns:a16="http://schemas.microsoft.com/office/drawing/2014/main" id="{F85AFADF-FBFA-49BF-9BE5-A01D2D738846}"/>
              </a:ext>
            </a:extLst>
          </p:cNvPr>
          <p:cNvSpPr>
            <a:spLocks noGrp="1"/>
          </p:cNvSpPr>
          <p:nvPr>
            <p:ph type="body" sz="quarter" idx="37" hasCustomPrompt="1"/>
          </p:nvPr>
        </p:nvSpPr>
        <p:spPr>
          <a:xfrm>
            <a:off x="282097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9" name="Picture Placeholder 30">
            <a:extLst>
              <a:ext uri="{FF2B5EF4-FFF2-40B4-BE49-F238E27FC236}">
                <a16:creationId xmlns:a16="http://schemas.microsoft.com/office/drawing/2014/main" id="{BE245FBA-AE7D-4688-94D7-B087E6DDD41F}"/>
              </a:ext>
            </a:extLst>
          </p:cNvPr>
          <p:cNvSpPr>
            <a:spLocks noGrp="1"/>
          </p:cNvSpPr>
          <p:nvPr>
            <p:ph type="pic" sz="quarter" idx="38"/>
          </p:nvPr>
        </p:nvSpPr>
        <p:spPr>
          <a:xfrm>
            <a:off x="220795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0" name="Text Placeholder 32">
            <a:extLst>
              <a:ext uri="{FF2B5EF4-FFF2-40B4-BE49-F238E27FC236}">
                <a16:creationId xmlns:a16="http://schemas.microsoft.com/office/drawing/2014/main" id="{66D58AD6-42D6-4A71-AEF7-F9125807767F}"/>
              </a:ext>
            </a:extLst>
          </p:cNvPr>
          <p:cNvSpPr>
            <a:spLocks noGrp="1"/>
          </p:cNvSpPr>
          <p:nvPr>
            <p:ph type="body" sz="quarter" idx="39" hasCustomPrompt="1"/>
          </p:nvPr>
        </p:nvSpPr>
        <p:spPr>
          <a:xfrm>
            <a:off x="282097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1" name="Text Placeholder 32">
            <a:extLst>
              <a:ext uri="{FF2B5EF4-FFF2-40B4-BE49-F238E27FC236}">
                <a16:creationId xmlns:a16="http://schemas.microsoft.com/office/drawing/2014/main" id="{FBA6E2C6-7768-47BD-B1F3-F599AB693457}"/>
              </a:ext>
            </a:extLst>
          </p:cNvPr>
          <p:cNvSpPr>
            <a:spLocks noGrp="1"/>
          </p:cNvSpPr>
          <p:nvPr>
            <p:ph type="body" sz="quarter" idx="40" hasCustomPrompt="1"/>
          </p:nvPr>
        </p:nvSpPr>
        <p:spPr>
          <a:xfrm>
            <a:off x="282097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2" name="Picture Placeholder 30">
            <a:extLst>
              <a:ext uri="{FF2B5EF4-FFF2-40B4-BE49-F238E27FC236}">
                <a16:creationId xmlns:a16="http://schemas.microsoft.com/office/drawing/2014/main" id="{0B689C1D-AA9D-4A85-B428-66D653AC5D00}"/>
              </a:ext>
            </a:extLst>
          </p:cNvPr>
          <p:cNvSpPr>
            <a:spLocks noGrp="1"/>
          </p:cNvSpPr>
          <p:nvPr>
            <p:ph type="pic" sz="quarter" idx="41"/>
          </p:nvPr>
        </p:nvSpPr>
        <p:spPr>
          <a:xfrm>
            <a:off x="3938078"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3" name="Text Placeholder 32">
            <a:extLst>
              <a:ext uri="{FF2B5EF4-FFF2-40B4-BE49-F238E27FC236}">
                <a16:creationId xmlns:a16="http://schemas.microsoft.com/office/drawing/2014/main" id="{77D4E84E-EDD4-4FC3-ABFB-7E2FB7CA4C49}"/>
              </a:ext>
            </a:extLst>
          </p:cNvPr>
          <p:cNvSpPr>
            <a:spLocks noGrp="1"/>
          </p:cNvSpPr>
          <p:nvPr>
            <p:ph type="body" sz="quarter" idx="42" hasCustomPrompt="1"/>
          </p:nvPr>
        </p:nvSpPr>
        <p:spPr>
          <a:xfrm>
            <a:off x="4551103"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4" name="Text Placeholder 32">
            <a:extLst>
              <a:ext uri="{FF2B5EF4-FFF2-40B4-BE49-F238E27FC236}">
                <a16:creationId xmlns:a16="http://schemas.microsoft.com/office/drawing/2014/main" id="{0FFAA7A1-A488-47E1-B58E-D773AA07E8C0}"/>
              </a:ext>
            </a:extLst>
          </p:cNvPr>
          <p:cNvSpPr>
            <a:spLocks noGrp="1"/>
          </p:cNvSpPr>
          <p:nvPr>
            <p:ph type="body" sz="quarter" idx="43" hasCustomPrompt="1"/>
          </p:nvPr>
        </p:nvSpPr>
        <p:spPr>
          <a:xfrm>
            <a:off x="4551103"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5" name="Text Placeholder 32">
            <a:extLst>
              <a:ext uri="{FF2B5EF4-FFF2-40B4-BE49-F238E27FC236}">
                <a16:creationId xmlns:a16="http://schemas.microsoft.com/office/drawing/2014/main" id="{B23E97C3-A158-4B8D-ADF1-2568136D7116}"/>
              </a:ext>
            </a:extLst>
          </p:cNvPr>
          <p:cNvSpPr>
            <a:spLocks noGrp="1"/>
          </p:cNvSpPr>
          <p:nvPr>
            <p:ph type="body" sz="quarter" idx="44" hasCustomPrompt="1"/>
          </p:nvPr>
        </p:nvSpPr>
        <p:spPr>
          <a:xfrm>
            <a:off x="4551103"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16" name="Picture Placeholder 30">
            <a:extLst>
              <a:ext uri="{FF2B5EF4-FFF2-40B4-BE49-F238E27FC236}">
                <a16:creationId xmlns:a16="http://schemas.microsoft.com/office/drawing/2014/main" id="{385BE94A-A007-4B4F-9140-9CC8DF7C7457}"/>
              </a:ext>
            </a:extLst>
          </p:cNvPr>
          <p:cNvSpPr>
            <a:spLocks noGrp="1"/>
          </p:cNvSpPr>
          <p:nvPr>
            <p:ph type="pic" sz="quarter" idx="45"/>
          </p:nvPr>
        </p:nvSpPr>
        <p:spPr>
          <a:xfrm>
            <a:off x="3938078"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7" name="Text Placeholder 32">
            <a:extLst>
              <a:ext uri="{FF2B5EF4-FFF2-40B4-BE49-F238E27FC236}">
                <a16:creationId xmlns:a16="http://schemas.microsoft.com/office/drawing/2014/main" id="{DDC98612-8A37-4553-917D-5556C1E9E76C}"/>
              </a:ext>
            </a:extLst>
          </p:cNvPr>
          <p:cNvSpPr>
            <a:spLocks noGrp="1"/>
          </p:cNvSpPr>
          <p:nvPr>
            <p:ph type="body" sz="quarter" idx="46" hasCustomPrompt="1"/>
          </p:nvPr>
        </p:nvSpPr>
        <p:spPr>
          <a:xfrm>
            <a:off x="4551103"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8" name="Text Placeholder 32">
            <a:extLst>
              <a:ext uri="{FF2B5EF4-FFF2-40B4-BE49-F238E27FC236}">
                <a16:creationId xmlns:a16="http://schemas.microsoft.com/office/drawing/2014/main" id="{9C289723-EDD2-4A9D-89DF-E0C3FB5254B5}"/>
              </a:ext>
            </a:extLst>
          </p:cNvPr>
          <p:cNvSpPr>
            <a:spLocks noGrp="1"/>
          </p:cNvSpPr>
          <p:nvPr>
            <p:ph type="body" sz="quarter" idx="47" hasCustomPrompt="1"/>
          </p:nvPr>
        </p:nvSpPr>
        <p:spPr>
          <a:xfrm>
            <a:off x="4551103"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9" name="Picture Placeholder 30">
            <a:extLst>
              <a:ext uri="{FF2B5EF4-FFF2-40B4-BE49-F238E27FC236}">
                <a16:creationId xmlns:a16="http://schemas.microsoft.com/office/drawing/2014/main" id="{480432AA-F768-41A0-9C7D-DBDFD4F989B0}"/>
              </a:ext>
            </a:extLst>
          </p:cNvPr>
          <p:cNvSpPr>
            <a:spLocks noGrp="1"/>
          </p:cNvSpPr>
          <p:nvPr>
            <p:ph type="pic" sz="quarter" idx="48"/>
          </p:nvPr>
        </p:nvSpPr>
        <p:spPr>
          <a:xfrm>
            <a:off x="3938078"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0" name="Text Placeholder 32">
            <a:extLst>
              <a:ext uri="{FF2B5EF4-FFF2-40B4-BE49-F238E27FC236}">
                <a16:creationId xmlns:a16="http://schemas.microsoft.com/office/drawing/2014/main" id="{A38F8470-1DC4-4FC6-B665-C6452A034046}"/>
              </a:ext>
            </a:extLst>
          </p:cNvPr>
          <p:cNvSpPr>
            <a:spLocks noGrp="1"/>
          </p:cNvSpPr>
          <p:nvPr>
            <p:ph type="body" sz="quarter" idx="49" hasCustomPrompt="1"/>
          </p:nvPr>
        </p:nvSpPr>
        <p:spPr>
          <a:xfrm>
            <a:off x="4551103"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1" name="Text Placeholder 32">
            <a:extLst>
              <a:ext uri="{FF2B5EF4-FFF2-40B4-BE49-F238E27FC236}">
                <a16:creationId xmlns:a16="http://schemas.microsoft.com/office/drawing/2014/main" id="{B58CF20C-FBD1-4294-8818-3E18208982C0}"/>
              </a:ext>
            </a:extLst>
          </p:cNvPr>
          <p:cNvSpPr>
            <a:spLocks noGrp="1"/>
          </p:cNvSpPr>
          <p:nvPr>
            <p:ph type="body" sz="quarter" idx="50" hasCustomPrompt="1"/>
          </p:nvPr>
        </p:nvSpPr>
        <p:spPr>
          <a:xfrm>
            <a:off x="4551103"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2" name="Picture Placeholder 30">
            <a:extLst>
              <a:ext uri="{FF2B5EF4-FFF2-40B4-BE49-F238E27FC236}">
                <a16:creationId xmlns:a16="http://schemas.microsoft.com/office/drawing/2014/main" id="{D0DB50DC-32AE-4A2A-A16B-B6F84628E289}"/>
              </a:ext>
            </a:extLst>
          </p:cNvPr>
          <p:cNvSpPr>
            <a:spLocks noGrp="1"/>
          </p:cNvSpPr>
          <p:nvPr>
            <p:ph type="pic" sz="quarter" idx="51"/>
          </p:nvPr>
        </p:nvSpPr>
        <p:spPr>
          <a:xfrm>
            <a:off x="553247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3" name="Text Placeholder 32">
            <a:extLst>
              <a:ext uri="{FF2B5EF4-FFF2-40B4-BE49-F238E27FC236}">
                <a16:creationId xmlns:a16="http://schemas.microsoft.com/office/drawing/2014/main" id="{73DA4C97-9509-425E-A139-B91367C864C9}"/>
              </a:ext>
            </a:extLst>
          </p:cNvPr>
          <p:cNvSpPr>
            <a:spLocks noGrp="1"/>
          </p:cNvSpPr>
          <p:nvPr>
            <p:ph type="body" sz="quarter" idx="52" hasCustomPrompt="1"/>
          </p:nvPr>
        </p:nvSpPr>
        <p:spPr>
          <a:xfrm>
            <a:off x="614549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4" name="Text Placeholder 32">
            <a:extLst>
              <a:ext uri="{FF2B5EF4-FFF2-40B4-BE49-F238E27FC236}">
                <a16:creationId xmlns:a16="http://schemas.microsoft.com/office/drawing/2014/main" id="{75BA0346-D007-4B6D-A186-EDBBFA2743B9}"/>
              </a:ext>
            </a:extLst>
          </p:cNvPr>
          <p:cNvSpPr>
            <a:spLocks noGrp="1"/>
          </p:cNvSpPr>
          <p:nvPr>
            <p:ph type="body" sz="quarter" idx="53" hasCustomPrompt="1"/>
          </p:nvPr>
        </p:nvSpPr>
        <p:spPr>
          <a:xfrm>
            <a:off x="614549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5" name="Text Placeholder 32">
            <a:extLst>
              <a:ext uri="{FF2B5EF4-FFF2-40B4-BE49-F238E27FC236}">
                <a16:creationId xmlns:a16="http://schemas.microsoft.com/office/drawing/2014/main" id="{436314D9-0C8C-4A77-80F9-B573AB940742}"/>
              </a:ext>
            </a:extLst>
          </p:cNvPr>
          <p:cNvSpPr>
            <a:spLocks noGrp="1"/>
          </p:cNvSpPr>
          <p:nvPr>
            <p:ph type="body" sz="quarter" idx="54" hasCustomPrompt="1"/>
          </p:nvPr>
        </p:nvSpPr>
        <p:spPr>
          <a:xfrm>
            <a:off x="614549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26" name="Picture Placeholder 30">
            <a:extLst>
              <a:ext uri="{FF2B5EF4-FFF2-40B4-BE49-F238E27FC236}">
                <a16:creationId xmlns:a16="http://schemas.microsoft.com/office/drawing/2014/main" id="{830F02E8-D716-476A-B83A-D73DD4F914B7}"/>
              </a:ext>
            </a:extLst>
          </p:cNvPr>
          <p:cNvSpPr>
            <a:spLocks noGrp="1"/>
          </p:cNvSpPr>
          <p:nvPr>
            <p:ph type="pic" sz="quarter" idx="55"/>
          </p:nvPr>
        </p:nvSpPr>
        <p:spPr>
          <a:xfrm>
            <a:off x="553247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7" name="Text Placeholder 32">
            <a:extLst>
              <a:ext uri="{FF2B5EF4-FFF2-40B4-BE49-F238E27FC236}">
                <a16:creationId xmlns:a16="http://schemas.microsoft.com/office/drawing/2014/main" id="{A36F9D07-AB7F-4F30-91C3-6007B228ECE5}"/>
              </a:ext>
            </a:extLst>
          </p:cNvPr>
          <p:cNvSpPr>
            <a:spLocks noGrp="1"/>
          </p:cNvSpPr>
          <p:nvPr>
            <p:ph type="body" sz="quarter" idx="56" hasCustomPrompt="1"/>
          </p:nvPr>
        </p:nvSpPr>
        <p:spPr>
          <a:xfrm>
            <a:off x="614549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8" name="Text Placeholder 32">
            <a:extLst>
              <a:ext uri="{FF2B5EF4-FFF2-40B4-BE49-F238E27FC236}">
                <a16:creationId xmlns:a16="http://schemas.microsoft.com/office/drawing/2014/main" id="{484B16B9-19D8-4B24-B0EC-68CF5348BED5}"/>
              </a:ext>
            </a:extLst>
          </p:cNvPr>
          <p:cNvSpPr>
            <a:spLocks noGrp="1"/>
          </p:cNvSpPr>
          <p:nvPr>
            <p:ph type="body" sz="quarter" idx="57" hasCustomPrompt="1"/>
          </p:nvPr>
        </p:nvSpPr>
        <p:spPr>
          <a:xfrm>
            <a:off x="614549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9" name="Picture Placeholder 30">
            <a:extLst>
              <a:ext uri="{FF2B5EF4-FFF2-40B4-BE49-F238E27FC236}">
                <a16:creationId xmlns:a16="http://schemas.microsoft.com/office/drawing/2014/main" id="{5DDC5F3C-A623-486E-88E2-F13863E0E4C1}"/>
              </a:ext>
            </a:extLst>
          </p:cNvPr>
          <p:cNvSpPr>
            <a:spLocks noGrp="1"/>
          </p:cNvSpPr>
          <p:nvPr>
            <p:ph type="pic" sz="quarter" idx="58"/>
          </p:nvPr>
        </p:nvSpPr>
        <p:spPr>
          <a:xfrm>
            <a:off x="553247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0" name="Text Placeholder 32">
            <a:extLst>
              <a:ext uri="{FF2B5EF4-FFF2-40B4-BE49-F238E27FC236}">
                <a16:creationId xmlns:a16="http://schemas.microsoft.com/office/drawing/2014/main" id="{2E9183C9-0B56-4991-826E-5E84D570720C}"/>
              </a:ext>
            </a:extLst>
          </p:cNvPr>
          <p:cNvSpPr>
            <a:spLocks noGrp="1"/>
          </p:cNvSpPr>
          <p:nvPr>
            <p:ph type="body" sz="quarter" idx="59" hasCustomPrompt="1"/>
          </p:nvPr>
        </p:nvSpPr>
        <p:spPr>
          <a:xfrm>
            <a:off x="614549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1" name="Text Placeholder 32">
            <a:extLst>
              <a:ext uri="{FF2B5EF4-FFF2-40B4-BE49-F238E27FC236}">
                <a16:creationId xmlns:a16="http://schemas.microsoft.com/office/drawing/2014/main" id="{14C9FEB9-38E5-42C9-A4F5-86853BBEFE59}"/>
              </a:ext>
            </a:extLst>
          </p:cNvPr>
          <p:cNvSpPr>
            <a:spLocks noGrp="1"/>
          </p:cNvSpPr>
          <p:nvPr>
            <p:ph type="body" sz="quarter" idx="60" hasCustomPrompt="1"/>
          </p:nvPr>
        </p:nvSpPr>
        <p:spPr>
          <a:xfrm>
            <a:off x="614549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2" name="Picture Placeholder 30">
            <a:extLst>
              <a:ext uri="{FF2B5EF4-FFF2-40B4-BE49-F238E27FC236}">
                <a16:creationId xmlns:a16="http://schemas.microsoft.com/office/drawing/2014/main" id="{2963EEB2-6E8C-4462-9E74-D2F9E35C8021}"/>
              </a:ext>
            </a:extLst>
          </p:cNvPr>
          <p:cNvSpPr>
            <a:spLocks noGrp="1"/>
          </p:cNvSpPr>
          <p:nvPr>
            <p:ph type="pic" sz="quarter" idx="61"/>
          </p:nvPr>
        </p:nvSpPr>
        <p:spPr>
          <a:xfrm>
            <a:off x="7129764"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3" name="Text Placeholder 32">
            <a:extLst>
              <a:ext uri="{FF2B5EF4-FFF2-40B4-BE49-F238E27FC236}">
                <a16:creationId xmlns:a16="http://schemas.microsoft.com/office/drawing/2014/main" id="{54B60AC4-2600-445D-9EC5-5BF8C250858E}"/>
              </a:ext>
            </a:extLst>
          </p:cNvPr>
          <p:cNvSpPr>
            <a:spLocks noGrp="1"/>
          </p:cNvSpPr>
          <p:nvPr>
            <p:ph type="body" sz="quarter" idx="62" hasCustomPrompt="1"/>
          </p:nvPr>
        </p:nvSpPr>
        <p:spPr>
          <a:xfrm>
            <a:off x="7742789"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4" name="Text Placeholder 32">
            <a:extLst>
              <a:ext uri="{FF2B5EF4-FFF2-40B4-BE49-F238E27FC236}">
                <a16:creationId xmlns:a16="http://schemas.microsoft.com/office/drawing/2014/main" id="{021968F0-73B3-4CB9-9ED9-120BDB4D34BD}"/>
              </a:ext>
            </a:extLst>
          </p:cNvPr>
          <p:cNvSpPr>
            <a:spLocks noGrp="1"/>
          </p:cNvSpPr>
          <p:nvPr>
            <p:ph type="body" sz="quarter" idx="63" hasCustomPrompt="1"/>
          </p:nvPr>
        </p:nvSpPr>
        <p:spPr>
          <a:xfrm>
            <a:off x="7742789"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5" name="Text Placeholder 32">
            <a:extLst>
              <a:ext uri="{FF2B5EF4-FFF2-40B4-BE49-F238E27FC236}">
                <a16:creationId xmlns:a16="http://schemas.microsoft.com/office/drawing/2014/main" id="{4515BB98-54B7-436F-AAF3-9A19C52A9F83}"/>
              </a:ext>
            </a:extLst>
          </p:cNvPr>
          <p:cNvSpPr>
            <a:spLocks noGrp="1"/>
          </p:cNvSpPr>
          <p:nvPr>
            <p:ph type="body" sz="quarter" idx="64" hasCustomPrompt="1"/>
          </p:nvPr>
        </p:nvSpPr>
        <p:spPr>
          <a:xfrm>
            <a:off x="7742789"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36" name="Picture Placeholder 30">
            <a:extLst>
              <a:ext uri="{FF2B5EF4-FFF2-40B4-BE49-F238E27FC236}">
                <a16:creationId xmlns:a16="http://schemas.microsoft.com/office/drawing/2014/main" id="{15B46178-8C0B-4266-9DCB-D053CDA2CDA9}"/>
              </a:ext>
            </a:extLst>
          </p:cNvPr>
          <p:cNvSpPr>
            <a:spLocks noGrp="1"/>
          </p:cNvSpPr>
          <p:nvPr>
            <p:ph type="pic" sz="quarter" idx="65"/>
          </p:nvPr>
        </p:nvSpPr>
        <p:spPr>
          <a:xfrm>
            <a:off x="7129764"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7" name="Text Placeholder 32">
            <a:extLst>
              <a:ext uri="{FF2B5EF4-FFF2-40B4-BE49-F238E27FC236}">
                <a16:creationId xmlns:a16="http://schemas.microsoft.com/office/drawing/2014/main" id="{BC49BA81-555B-4937-95DF-A1982B7F32CD}"/>
              </a:ext>
            </a:extLst>
          </p:cNvPr>
          <p:cNvSpPr>
            <a:spLocks noGrp="1"/>
          </p:cNvSpPr>
          <p:nvPr>
            <p:ph type="body" sz="quarter" idx="66" hasCustomPrompt="1"/>
          </p:nvPr>
        </p:nvSpPr>
        <p:spPr>
          <a:xfrm>
            <a:off x="7742789"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8" name="Text Placeholder 32">
            <a:extLst>
              <a:ext uri="{FF2B5EF4-FFF2-40B4-BE49-F238E27FC236}">
                <a16:creationId xmlns:a16="http://schemas.microsoft.com/office/drawing/2014/main" id="{8B797902-1FED-4260-B8A9-C1C20DACE7E7}"/>
              </a:ext>
            </a:extLst>
          </p:cNvPr>
          <p:cNvSpPr>
            <a:spLocks noGrp="1"/>
          </p:cNvSpPr>
          <p:nvPr>
            <p:ph type="body" sz="quarter" idx="67" hasCustomPrompt="1"/>
          </p:nvPr>
        </p:nvSpPr>
        <p:spPr>
          <a:xfrm>
            <a:off x="7742789"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9" name="Picture Placeholder 30">
            <a:extLst>
              <a:ext uri="{FF2B5EF4-FFF2-40B4-BE49-F238E27FC236}">
                <a16:creationId xmlns:a16="http://schemas.microsoft.com/office/drawing/2014/main" id="{FE87DF61-EA50-4506-BDC6-B2E92826C592}"/>
              </a:ext>
            </a:extLst>
          </p:cNvPr>
          <p:cNvSpPr>
            <a:spLocks noGrp="1"/>
          </p:cNvSpPr>
          <p:nvPr>
            <p:ph type="pic" sz="quarter" idx="68"/>
          </p:nvPr>
        </p:nvSpPr>
        <p:spPr>
          <a:xfrm>
            <a:off x="7129764"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40" name="Text Placeholder 32">
            <a:extLst>
              <a:ext uri="{FF2B5EF4-FFF2-40B4-BE49-F238E27FC236}">
                <a16:creationId xmlns:a16="http://schemas.microsoft.com/office/drawing/2014/main" id="{E24DE471-F29B-4FA6-9F11-0D3F00B1DA77}"/>
              </a:ext>
            </a:extLst>
          </p:cNvPr>
          <p:cNvSpPr>
            <a:spLocks noGrp="1"/>
          </p:cNvSpPr>
          <p:nvPr>
            <p:ph type="body" sz="quarter" idx="69" hasCustomPrompt="1"/>
          </p:nvPr>
        </p:nvSpPr>
        <p:spPr>
          <a:xfrm>
            <a:off x="7742789"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41" name="Text Placeholder 32">
            <a:extLst>
              <a:ext uri="{FF2B5EF4-FFF2-40B4-BE49-F238E27FC236}">
                <a16:creationId xmlns:a16="http://schemas.microsoft.com/office/drawing/2014/main" id="{DA4F8209-3548-4F29-8DF2-CBC079C2E027}"/>
              </a:ext>
            </a:extLst>
          </p:cNvPr>
          <p:cNvSpPr>
            <a:spLocks noGrp="1"/>
          </p:cNvSpPr>
          <p:nvPr>
            <p:ph type="body" sz="quarter" idx="70" hasCustomPrompt="1"/>
          </p:nvPr>
        </p:nvSpPr>
        <p:spPr>
          <a:xfrm>
            <a:off x="7742789"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3" name="Picture Placeholder 30">
            <a:extLst>
              <a:ext uri="{FF2B5EF4-FFF2-40B4-BE49-F238E27FC236}">
                <a16:creationId xmlns:a16="http://schemas.microsoft.com/office/drawing/2014/main" id="{BCF0FCF6-6910-4AD7-8EEF-AF4D32B773B0}"/>
              </a:ext>
            </a:extLst>
          </p:cNvPr>
          <p:cNvSpPr>
            <a:spLocks noGrp="1"/>
          </p:cNvSpPr>
          <p:nvPr>
            <p:ph type="pic" sz="quarter" idx="71"/>
          </p:nvPr>
        </p:nvSpPr>
        <p:spPr>
          <a:xfrm>
            <a:off x="346075" y="967827"/>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4" name="Text Placeholder 32">
            <a:extLst>
              <a:ext uri="{FF2B5EF4-FFF2-40B4-BE49-F238E27FC236}">
                <a16:creationId xmlns:a16="http://schemas.microsoft.com/office/drawing/2014/main" id="{5057FABD-5F45-4AB7-A95B-81D3B8BAC0D2}"/>
              </a:ext>
            </a:extLst>
          </p:cNvPr>
          <p:cNvSpPr>
            <a:spLocks noGrp="1"/>
          </p:cNvSpPr>
          <p:nvPr>
            <p:ph type="body" sz="quarter" idx="72" hasCustomPrompt="1"/>
          </p:nvPr>
        </p:nvSpPr>
        <p:spPr>
          <a:xfrm>
            <a:off x="959044" y="967429"/>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5" name="Text Placeholder 32">
            <a:extLst>
              <a:ext uri="{FF2B5EF4-FFF2-40B4-BE49-F238E27FC236}">
                <a16:creationId xmlns:a16="http://schemas.microsoft.com/office/drawing/2014/main" id="{DBDAAE57-1AB7-4D90-9BC4-ACFBFC035E0C}"/>
              </a:ext>
            </a:extLst>
          </p:cNvPr>
          <p:cNvSpPr>
            <a:spLocks noGrp="1"/>
          </p:cNvSpPr>
          <p:nvPr>
            <p:ph type="body" sz="quarter" idx="73" hasCustomPrompt="1"/>
          </p:nvPr>
        </p:nvSpPr>
        <p:spPr>
          <a:xfrm>
            <a:off x="959044" y="1265125"/>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7" name="Text Placeholder 27">
            <a:extLst>
              <a:ext uri="{FF2B5EF4-FFF2-40B4-BE49-F238E27FC236}">
                <a16:creationId xmlns:a16="http://schemas.microsoft.com/office/drawing/2014/main" id="{087B5924-2E7F-45F2-9F85-208FEE2E42D5}"/>
              </a:ext>
            </a:extLst>
          </p:cNvPr>
          <p:cNvSpPr>
            <a:spLocks noGrp="1"/>
          </p:cNvSpPr>
          <p:nvPr>
            <p:ph type="body" sz="quarter" idx="74" hasCustomPrompt="1"/>
          </p:nvPr>
        </p:nvSpPr>
        <p:spPr>
          <a:xfrm>
            <a:off x="3939073"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8" name="Text Placeholder 27">
            <a:extLst>
              <a:ext uri="{FF2B5EF4-FFF2-40B4-BE49-F238E27FC236}">
                <a16:creationId xmlns:a16="http://schemas.microsoft.com/office/drawing/2014/main" id="{3081A8ED-BFD9-4A44-87DF-DD766B77D074}"/>
              </a:ext>
            </a:extLst>
          </p:cNvPr>
          <p:cNvSpPr>
            <a:spLocks noGrp="1"/>
          </p:cNvSpPr>
          <p:nvPr>
            <p:ph type="body" sz="quarter" idx="75" hasCustomPrompt="1"/>
          </p:nvPr>
        </p:nvSpPr>
        <p:spPr>
          <a:xfrm>
            <a:off x="5532470"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9" name="Text Placeholder 27">
            <a:extLst>
              <a:ext uri="{FF2B5EF4-FFF2-40B4-BE49-F238E27FC236}">
                <a16:creationId xmlns:a16="http://schemas.microsoft.com/office/drawing/2014/main" id="{0EB924AA-FD13-4D04-88A8-6CCE38F6AFAB}"/>
              </a:ext>
            </a:extLst>
          </p:cNvPr>
          <p:cNvSpPr>
            <a:spLocks noGrp="1"/>
          </p:cNvSpPr>
          <p:nvPr>
            <p:ph type="body" sz="quarter" idx="76" hasCustomPrompt="1"/>
          </p:nvPr>
        </p:nvSpPr>
        <p:spPr>
          <a:xfrm>
            <a:off x="7130759"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11" name="Footer Placeholder 4">
            <a:extLst>
              <a:ext uri="{FF2B5EF4-FFF2-40B4-BE49-F238E27FC236}">
                <a16:creationId xmlns:a16="http://schemas.microsoft.com/office/drawing/2014/main" id="{9536FE3C-1F25-B3E7-5250-63978E7A9AAC}"/>
              </a:ext>
            </a:extLst>
          </p:cNvPr>
          <p:cNvSpPr>
            <a:spLocks noGrp="1"/>
          </p:cNvSpPr>
          <p:nvPr>
            <p:ph type="ftr" sz="quarter" idx="77"/>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D6537B84-CD23-9C29-9375-A1372B38154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29539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Organization Chart Simple">
    <p:spTree>
      <p:nvGrpSpPr>
        <p:cNvPr id="1" name=""/>
        <p:cNvGrpSpPr/>
        <p:nvPr/>
      </p:nvGrpSpPr>
      <p:grpSpPr>
        <a:xfrm>
          <a:off x="0" y="0"/>
          <a:ext cx="0" cy="0"/>
          <a:chOff x="0" y="0"/>
          <a:chExt cx="0" cy="0"/>
        </a:xfrm>
      </p:grpSpPr>
      <p:sp>
        <p:nvSpPr>
          <p:cNvPr id="91" name="Picture Placeholder 4">
            <a:extLst>
              <a:ext uri="{FF2B5EF4-FFF2-40B4-BE49-F238E27FC236}">
                <a16:creationId xmlns:a16="http://schemas.microsoft.com/office/drawing/2014/main" id="{0B1BB5B3-9D84-4520-AA71-3B63CFD863B9}"/>
              </a:ext>
            </a:extLst>
          </p:cNvPr>
          <p:cNvSpPr>
            <a:spLocks noGrp="1"/>
          </p:cNvSpPr>
          <p:nvPr>
            <p:ph type="pic" sz="quarter" idx="41" hasCustomPrompt="1"/>
          </p:nvPr>
        </p:nvSpPr>
        <p:spPr>
          <a:xfrm>
            <a:off x="3820076" y="2505013"/>
            <a:ext cx="438912" cy="438912"/>
          </a:xfrm>
          <a:prstGeom prst="ellipse">
            <a:avLst/>
          </a:prstGeom>
        </p:spPr>
        <p:txBody>
          <a:bodyPr/>
          <a:lstStyle>
            <a:lvl1pPr marL="0" indent="0">
              <a:buNone/>
              <a:defRPr sz="700"/>
            </a:lvl1pPr>
          </a:lstStyle>
          <a:p>
            <a:r>
              <a:rPr lang="en-US"/>
              <a:t>Picture</a:t>
            </a:r>
          </a:p>
        </p:txBody>
      </p:sp>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551761"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551761"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4" name="Picture Placeholder 4">
            <a:extLst>
              <a:ext uri="{FF2B5EF4-FFF2-40B4-BE49-F238E27FC236}">
                <a16:creationId xmlns:a16="http://schemas.microsoft.com/office/drawing/2014/main" id="{DF4A4E2E-F952-456D-95AD-889DF6FD891E}"/>
              </a:ext>
            </a:extLst>
          </p:cNvPr>
          <p:cNvSpPr>
            <a:spLocks noGrp="1"/>
          </p:cNvSpPr>
          <p:nvPr>
            <p:ph type="pic" sz="quarter" idx="44" hasCustomPrompt="1"/>
          </p:nvPr>
        </p:nvSpPr>
        <p:spPr>
          <a:xfrm>
            <a:off x="4993131" y="2505013"/>
            <a:ext cx="438912" cy="438912"/>
          </a:xfrm>
          <a:prstGeom prst="ellipse">
            <a:avLst/>
          </a:prstGeom>
        </p:spPr>
        <p:txBody>
          <a:bodyPr/>
          <a:lstStyle>
            <a:lvl1pPr marL="0" indent="0">
              <a:buNone/>
              <a:defRPr sz="700"/>
            </a:lvl1pPr>
          </a:lstStyle>
          <a:p>
            <a:r>
              <a:rPr lang="en-US"/>
              <a:t>Picture</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724816"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724816"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7" name="Picture Placeholder 4">
            <a:extLst>
              <a:ext uri="{FF2B5EF4-FFF2-40B4-BE49-F238E27FC236}">
                <a16:creationId xmlns:a16="http://schemas.microsoft.com/office/drawing/2014/main" id="{CA434929-4264-48FC-9085-CEF77DC7B6AB}"/>
              </a:ext>
            </a:extLst>
          </p:cNvPr>
          <p:cNvSpPr>
            <a:spLocks noGrp="1"/>
          </p:cNvSpPr>
          <p:nvPr>
            <p:ph type="pic" sz="quarter" idx="47" hasCustomPrompt="1"/>
          </p:nvPr>
        </p:nvSpPr>
        <p:spPr>
          <a:xfrm>
            <a:off x="6656097" y="2505013"/>
            <a:ext cx="438912" cy="438912"/>
          </a:xfrm>
          <a:prstGeom prst="ellipse">
            <a:avLst/>
          </a:prstGeom>
        </p:spPr>
        <p:txBody>
          <a:bodyPr/>
          <a:lstStyle>
            <a:lvl1pPr marL="0" indent="0">
              <a:buNone/>
              <a:defRPr sz="700"/>
            </a:lvl1pPr>
          </a:lstStyle>
          <a:p>
            <a:r>
              <a:rPr lang="en-US"/>
              <a:t>Picture</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387782"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387782"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0" name="Picture Placeholder 4">
            <a:extLst>
              <a:ext uri="{FF2B5EF4-FFF2-40B4-BE49-F238E27FC236}">
                <a16:creationId xmlns:a16="http://schemas.microsoft.com/office/drawing/2014/main" id="{5420123A-E6B2-4DCD-9C88-2A020866FC98}"/>
              </a:ext>
            </a:extLst>
          </p:cNvPr>
          <p:cNvSpPr>
            <a:spLocks noGrp="1"/>
          </p:cNvSpPr>
          <p:nvPr>
            <p:ph type="pic" sz="quarter" idx="50" hasCustomPrompt="1"/>
          </p:nvPr>
        </p:nvSpPr>
        <p:spPr>
          <a:xfrm>
            <a:off x="7829152" y="2505013"/>
            <a:ext cx="438912" cy="438912"/>
          </a:xfrm>
          <a:prstGeom prst="ellipse">
            <a:avLst/>
          </a:prstGeom>
        </p:spPr>
        <p:txBody>
          <a:bodyPr/>
          <a:lstStyle>
            <a:lvl1pPr marL="0" indent="0">
              <a:buNone/>
              <a:defRPr sz="700"/>
            </a:lvl1pPr>
          </a:lstStyle>
          <a:p>
            <a:r>
              <a:rPr lang="en-US"/>
              <a:t>Picture</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560837"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560837"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5" name="Picture Placeholder 4">
            <a:extLst>
              <a:ext uri="{FF2B5EF4-FFF2-40B4-BE49-F238E27FC236}">
                <a16:creationId xmlns:a16="http://schemas.microsoft.com/office/drawing/2014/main" id="{25181835-E3BE-4826-AACF-39FF5DDBD9C5}"/>
              </a:ext>
            </a:extLst>
          </p:cNvPr>
          <p:cNvSpPr>
            <a:spLocks noGrp="1"/>
          </p:cNvSpPr>
          <p:nvPr userDrawn="1">
            <p:ph type="pic" sz="quarter" idx="26" hasCustomPrompt="1"/>
          </p:nvPr>
        </p:nvSpPr>
        <p:spPr>
          <a:xfrm>
            <a:off x="5815089" y="337920"/>
            <a:ext cx="438912" cy="438912"/>
          </a:xfrm>
          <a:prstGeom prst="ellipse">
            <a:avLst/>
          </a:prstGeom>
        </p:spPr>
        <p:txBody>
          <a:bodyPr/>
          <a:lstStyle>
            <a:lvl1pPr marL="0" indent="0">
              <a:buNone/>
              <a:defRPr sz="700"/>
            </a:lvl1pPr>
          </a:lstStyle>
          <a:p>
            <a:r>
              <a:rPr lang="en-US"/>
              <a:t>Picture</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853712"/>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988971"/>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37" name="Text Placeholder 7">
            <a:extLst>
              <a:ext uri="{FF2B5EF4-FFF2-40B4-BE49-F238E27FC236}">
                <a16:creationId xmlns:a16="http://schemas.microsoft.com/office/drawing/2014/main" id="{3B30871C-4482-4F3C-8C60-F403440856F2}"/>
              </a:ext>
            </a:extLst>
          </p:cNvPr>
          <p:cNvSpPr>
            <a:spLocks noGrp="1"/>
          </p:cNvSpPr>
          <p:nvPr>
            <p:ph type="body" sz="quarter" idx="53" hasCustomPrompt="1"/>
          </p:nvPr>
        </p:nvSpPr>
        <p:spPr>
          <a:xfrm>
            <a:off x="345896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38" name="Text Placeholder 7">
            <a:extLst>
              <a:ext uri="{FF2B5EF4-FFF2-40B4-BE49-F238E27FC236}">
                <a16:creationId xmlns:a16="http://schemas.microsoft.com/office/drawing/2014/main" id="{2A77DCA8-1DD9-4EA4-AFC5-0A0A49689A13}"/>
              </a:ext>
            </a:extLst>
          </p:cNvPr>
          <p:cNvSpPr>
            <a:spLocks noGrp="1"/>
          </p:cNvSpPr>
          <p:nvPr>
            <p:ph type="body" sz="quarter" idx="54" hasCustomPrompt="1"/>
          </p:nvPr>
        </p:nvSpPr>
        <p:spPr>
          <a:xfrm>
            <a:off x="345896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9" name="Text Placeholder 7">
            <a:extLst>
              <a:ext uri="{FF2B5EF4-FFF2-40B4-BE49-F238E27FC236}">
                <a16:creationId xmlns:a16="http://schemas.microsoft.com/office/drawing/2014/main" id="{A3D9D20A-C462-421C-8F4A-DD18F9B7D740}"/>
              </a:ext>
            </a:extLst>
          </p:cNvPr>
          <p:cNvSpPr>
            <a:spLocks noGrp="1"/>
          </p:cNvSpPr>
          <p:nvPr>
            <p:ph type="body" sz="quarter" idx="55" hasCustomPrompt="1"/>
          </p:nvPr>
        </p:nvSpPr>
        <p:spPr>
          <a:xfrm>
            <a:off x="345896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0" name="Text Placeholder 7">
            <a:extLst>
              <a:ext uri="{FF2B5EF4-FFF2-40B4-BE49-F238E27FC236}">
                <a16:creationId xmlns:a16="http://schemas.microsoft.com/office/drawing/2014/main" id="{B493C2F9-5601-4C04-8592-0FADABC21DA1}"/>
              </a:ext>
            </a:extLst>
          </p:cNvPr>
          <p:cNvSpPr>
            <a:spLocks noGrp="1"/>
          </p:cNvSpPr>
          <p:nvPr>
            <p:ph type="body" sz="quarter" idx="56" hasCustomPrompt="1"/>
          </p:nvPr>
        </p:nvSpPr>
        <p:spPr>
          <a:xfrm>
            <a:off x="345896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1" name="Text Placeholder 7">
            <a:extLst>
              <a:ext uri="{FF2B5EF4-FFF2-40B4-BE49-F238E27FC236}">
                <a16:creationId xmlns:a16="http://schemas.microsoft.com/office/drawing/2014/main" id="{C240463A-4D52-4230-BA5E-67FAC513309D}"/>
              </a:ext>
            </a:extLst>
          </p:cNvPr>
          <p:cNvSpPr>
            <a:spLocks noGrp="1"/>
          </p:cNvSpPr>
          <p:nvPr>
            <p:ph type="body" sz="quarter" idx="57" hasCustomPrompt="1"/>
          </p:nvPr>
        </p:nvSpPr>
        <p:spPr>
          <a:xfrm>
            <a:off x="4711504"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2" name="Text Placeholder 7">
            <a:extLst>
              <a:ext uri="{FF2B5EF4-FFF2-40B4-BE49-F238E27FC236}">
                <a16:creationId xmlns:a16="http://schemas.microsoft.com/office/drawing/2014/main" id="{5C51713E-8AC5-413B-BBB6-310F2F411513}"/>
              </a:ext>
            </a:extLst>
          </p:cNvPr>
          <p:cNvSpPr>
            <a:spLocks noGrp="1"/>
          </p:cNvSpPr>
          <p:nvPr>
            <p:ph type="body" sz="quarter" idx="58" hasCustomPrompt="1"/>
          </p:nvPr>
        </p:nvSpPr>
        <p:spPr>
          <a:xfrm>
            <a:off x="4711504"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3" name="Text Placeholder 7">
            <a:extLst>
              <a:ext uri="{FF2B5EF4-FFF2-40B4-BE49-F238E27FC236}">
                <a16:creationId xmlns:a16="http://schemas.microsoft.com/office/drawing/2014/main" id="{8D1290D2-5EC1-4F8D-82A4-F059C67E57BF}"/>
              </a:ext>
            </a:extLst>
          </p:cNvPr>
          <p:cNvSpPr>
            <a:spLocks noGrp="1"/>
          </p:cNvSpPr>
          <p:nvPr>
            <p:ph type="body" sz="quarter" idx="59" hasCustomPrompt="1"/>
          </p:nvPr>
        </p:nvSpPr>
        <p:spPr>
          <a:xfrm>
            <a:off x="4711504"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4" name="Text Placeholder 7">
            <a:extLst>
              <a:ext uri="{FF2B5EF4-FFF2-40B4-BE49-F238E27FC236}">
                <a16:creationId xmlns:a16="http://schemas.microsoft.com/office/drawing/2014/main" id="{A584509E-92C5-484A-A279-70380E33CC3B}"/>
              </a:ext>
            </a:extLst>
          </p:cNvPr>
          <p:cNvSpPr>
            <a:spLocks noGrp="1"/>
          </p:cNvSpPr>
          <p:nvPr>
            <p:ph type="body" sz="quarter" idx="60" hasCustomPrompt="1"/>
          </p:nvPr>
        </p:nvSpPr>
        <p:spPr>
          <a:xfrm>
            <a:off x="4711504"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5" name="Text Placeholder 7">
            <a:extLst>
              <a:ext uri="{FF2B5EF4-FFF2-40B4-BE49-F238E27FC236}">
                <a16:creationId xmlns:a16="http://schemas.microsoft.com/office/drawing/2014/main" id="{2614ED1F-24AE-4209-A2DD-AD1C18ABD383}"/>
              </a:ext>
            </a:extLst>
          </p:cNvPr>
          <p:cNvSpPr>
            <a:spLocks noGrp="1"/>
          </p:cNvSpPr>
          <p:nvPr>
            <p:ph type="body" sz="quarter" idx="61" hasCustomPrompt="1"/>
          </p:nvPr>
        </p:nvSpPr>
        <p:spPr>
          <a:xfrm>
            <a:off x="6298990"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6" name="Text Placeholder 7">
            <a:extLst>
              <a:ext uri="{FF2B5EF4-FFF2-40B4-BE49-F238E27FC236}">
                <a16:creationId xmlns:a16="http://schemas.microsoft.com/office/drawing/2014/main" id="{6B3BD44A-F7E1-4D0D-862C-80F305A9BCFE}"/>
              </a:ext>
            </a:extLst>
          </p:cNvPr>
          <p:cNvSpPr>
            <a:spLocks noGrp="1"/>
          </p:cNvSpPr>
          <p:nvPr>
            <p:ph type="body" sz="quarter" idx="62" hasCustomPrompt="1"/>
          </p:nvPr>
        </p:nvSpPr>
        <p:spPr>
          <a:xfrm>
            <a:off x="6298990"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7" name="Text Placeholder 7">
            <a:extLst>
              <a:ext uri="{FF2B5EF4-FFF2-40B4-BE49-F238E27FC236}">
                <a16:creationId xmlns:a16="http://schemas.microsoft.com/office/drawing/2014/main" id="{F6960B40-7B85-4B1E-881B-D4E59CAC2BBD}"/>
              </a:ext>
            </a:extLst>
          </p:cNvPr>
          <p:cNvSpPr>
            <a:spLocks noGrp="1"/>
          </p:cNvSpPr>
          <p:nvPr>
            <p:ph type="body" sz="quarter" idx="63" hasCustomPrompt="1"/>
          </p:nvPr>
        </p:nvSpPr>
        <p:spPr>
          <a:xfrm>
            <a:off x="6298990"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8" name="Text Placeholder 7">
            <a:extLst>
              <a:ext uri="{FF2B5EF4-FFF2-40B4-BE49-F238E27FC236}">
                <a16:creationId xmlns:a16="http://schemas.microsoft.com/office/drawing/2014/main" id="{C850C456-47F2-4F75-8B66-F192B697F2B6}"/>
              </a:ext>
            </a:extLst>
          </p:cNvPr>
          <p:cNvSpPr>
            <a:spLocks noGrp="1"/>
          </p:cNvSpPr>
          <p:nvPr>
            <p:ph type="body" sz="quarter" idx="64" hasCustomPrompt="1"/>
          </p:nvPr>
        </p:nvSpPr>
        <p:spPr>
          <a:xfrm>
            <a:off x="6298990"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9" name="Text Placeholder 7">
            <a:extLst>
              <a:ext uri="{FF2B5EF4-FFF2-40B4-BE49-F238E27FC236}">
                <a16:creationId xmlns:a16="http://schemas.microsoft.com/office/drawing/2014/main" id="{F6287BBA-9ACD-448E-995A-83CBC01F605E}"/>
              </a:ext>
            </a:extLst>
          </p:cNvPr>
          <p:cNvSpPr>
            <a:spLocks noGrp="1"/>
          </p:cNvSpPr>
          <p:nvPr>
            <p:ph type="body" sz="quarter" idx="65" hasCustomPrompt="1"/>
          </p:nvPr>
        </p:nvSpPr>
        <p:spPr>
          <a:xfrm>
            <a:off x="756083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0" name="Text Placeholder 7">
            <a:extLst>
              <a:ext uri="{FF2B5EF4-FFF2-40B4-BE49-F238E27FC236}">
                <a16:creationId xmlns:a16="http://schemas.microsoft.com/office/drawing/2014/main" id="{B165E905-5E75-4DE6-93FB-F6AC03E50B9A}"/>
              </a:ext>
            </a:extLst>
          </p:cNvPr>
          <p:cNvSpPr>
            <a:spLocks noGrp="1"/>
          </p:cNvSpPr>
          <p:nvPr>
            <p:ph type="body" sz="quarter" idx="66" hasCustomPrompt="1"/>
          </p:nvPr>
        </p:nvSpPr>
        <p:spPr>
          <a:xfrm>
            <a:off x="756083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51" name="Text Placeholder 7">
            <a:extLst>
              <a:ext uri="{FF2B5EF4-FFF2-40B4-BE49-F238E27FC236}">
                <a16:creationId xmlns:a16="http://schemas.microsoft.com/office/drawing/2014/main" id="{E5DA746E-DCD1-4F82-9787-53BCE18F0A79}"/>
              </a:ext>
            </a:extLst>
          </p:cNvPr>
          <p:cNvSpPr>
            <a:spLocks noGrp="1"/>
          </p:cNvSpPr>
          <p:nvPr>
            <p:ph type="body" sz="quarter" idx="67" hasCustomPrompt="1"/>
          </p:nvPr>
        </p:nvSpPr>
        <p:spPr>
          <a:xfrm>
            <a:off x="756083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2" name="Text Placeholder 7">
            <a:extLst>
              <a:ext uri="{FF2B5EF4-FFF2-40B4-BE49-F238E27FC236}">
                <a16:creationId xmlns:a16="http://schemas.microsoft.com/office/drawing/2014/main" id="{04AD07B9-460C-4032-92BA-7C17A91CCD00}"/>
              </a:ext>
            </a:extLst>
          </p:cNvPr>
          <p:cNvSpPr>
            <a:spLocks noGrp="1"/>
          </p:cNvSpPr>
          <p:nvPr>
            <p:ph type="body" sz="quarter" idx="68" hasCustomPrompt="1"/>
          </p:nvPr>
        </p:nvSpPr>
        <p:spPr>
          <a:xfrm>
            <a:off x="756083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0" name="Picture Placeholder 4">
            <a:extLst>
              <a:ext uri="{FF2B5EF4-FFF2-40B4-BE49-F238E27FC236}">
                <a16:creationId xmlns:a16="http://schemas.microsoft.com/office/drawing/2014/main" id="{57FEB0C7-FB79-4DFE-A6B5-8A36A05DF1FA}"/>
              </a:ext>
            </a:extLst>
          </p:cNvPr>
          <p:cNvSpPr>
            <a:spLocks noGrp="1"/>
          </p:cNvSpPr>
          <p:nvPr>
            <p:ph type="pic" sz="quarter" idx="69" hasCustomPrompt="1"/>
          </p:nvPr>
        </p:nvSpPr>
        <p:spPr>
          <a:xfrm>
            <a:off x="3820076" y="1409132"/>
            <a:ext cx="438912" cy="438912"/>
          </a:xfrm>
          <a:prstGeom prst="ellipse">
            <a:avLst/>
          </a:prstGeom>
        </p:spPr>
        <p:txBody>
          <a:bodyPr/>
          <a:lstStyle>
            <a:lvl1pPr marL="0" indent="0">
              <a:buNone/>
              <a:defRPr sz="700"/>
            </a:lvl1pPr>
          </a:lstStyle>
          <a:p>
            <a:r>
              <a:rPr lang="en-US"/>
              <a:t>Picture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551761"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551761"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3" name="Picture Placeholder 4">
            <a:extLst>
              <a:ext uri="{FF2B5EF4-FFF2-40B4-BE49-F238E27FC236}">
                <a16:creationId xmlns:a16="http://schemas.microsoft.com/office/drawing/2014/main" id="{6D63E47D-4C3B-4843-9939-760CD31DAC31}"/>
              </a:ext>
            </a:extLst>
          </p:cNvPr>
          <p:cNvSpPr>
            <a:spLocks noGrp="1"/>
          </p:cNvSpPr>
          <p:nvPr>
            <p:ph type="pic" sz="quarter" idx="72" hasCustomPrompt="1"/>
          </p:nvPr>
        </p:nvSpPr>
        <p:spPr>
          <a:xfrm>
            <a:off x="4993131" y="1409132"/>
            <a:ext cx="438912" cy="438912"/>
          </a:xfrm>
          <a:prstGeom prst="ellipse">
            <a:avLst/>
          </a:prstGeom>
        </p:spPr>
        <p:txBody>
          <a:bodyPr/>
          <a:lstStyle>
            <a:lvl1pPr marL="0" indent="0">
              <a:buNone/>
              <a:defRPr sz="700"/>
            </a:lvl1pPr>
          </a:lstStyle>
          <a:p>
            <a:r>
              <a:rPr lang="en-US"/>
              <a:t>Picture</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724816"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724816"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2" name="Picture Placeholder 4">
            <a:extLst>
              <a:ext uri="{FF2B5EF4-FFF2-40B4-BE49-F238E27FC236}">
                <a16:creationId xmlns:a16="http://schemas.microsoft.com/office/drawing/2014/main" id="{FD81649F-D1EC-4479-8784-083A19569F3A}"/>
              </a:ext>
            </a:extLst>
          </p:cNvPr>
          <p:cNvSpPr>
            <a:spLocks noGrp="1"/>
          </p:cNvSpPr>
          <p:nvPr>
            <p:ph type="pic" sz="quarter" idx="75" hasCustomPrompt="1"/>
          </p:nvPr>
        </p:nvSpPr>
        <p:spPr>
          <a:xfrm>
            <a:off x="6656097" y="1405218"/>
            <a:ext cx="438912" cy="438912"/>
          </a:xfrm>
          <a:prstGeom prst="ellipse">
            <a:avLst/>
          </a:prstGeom>
        </p:spPr>
        <p:txBody>
          <a:bodyPr/>
          <a:lstStyle>
            <a:lvl1pPr marL="0" indent="0">
              <a:buNone/>
              <a:defRPr sz="700"/>
            </a:lvl1pPr>
          </a:lstStyle>
          <a:p>
            <a:r>
              <a:rPr lang="en-US"/>
              <a:t>Picture</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387782"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387782"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5" name="Picture Placeholder 4">
            <a:extLst>
              <a:ext uri="{FF2B5EF4-FFF2-40B4-BE49-F238E27FC236}">
                <a16:creationId xmlns:a16="http://schemas.microsoft.com/office/drawing/2014/main" id="{A97A61C4-A6E4-4920-8F01-CF6126E698EA}"/>
              </a:ext>
            </a:extLst>
          </p:cNvPr>
          <p:cNvSpPr>
            <a:spLocks noGrp="1"/>
          </p:cNvSpPr>
          <p:nvPr>
            <p:ph type="pic" sz="quarter" idx="78" hasCustomPrompt="1"/>
          </p:nvPr>
        </p:nvSpPr>
        <p:spPr>
          <a:xfrm>
            <a:off x="7829152" y="1405218"/>
            <a:ext cx="438912" cy="438912"/>
          </a:xfrm>
          <a:prstGeom prst="ellipse">
            <a:avLst/>
          </a:prstGeom>
        </p:spPr>
        <p:txBody>
          <a:bodyPr/>
          <a:lstStyle>
            <a:lvl1pPr marL="0" indent="0">
              <a:buNone/>
              <a:defRPr sz="700"/>
            </a:lvl1pPr>
          </a:lstStyle>
          <a:p>
            <a:r>
              <a:rPr lang="en-US"/>
              <a:t>Picture</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560837"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560837"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 name="Footer Placeholder 4">
            <a:extLst>
              <a:ext uri="{FF2B5EF4-FFF2-40B4-BE49-F238E27FC236}">
                <a16:creationId xmlns:a16="http://schemas.microsoft.com/office/drawing/2014/main" id="{5A79B9B6-F71E-C68F-30D7-854707AFDFA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D533D1D-BD91-2E82-5AD3-7C1419F3FDB6}"/>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9241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rganization Chart Text Only">
    <p:spTree>
      <p:nvGrpSpPr>
        <p:cNvPr id="1" name=""/>
        <p:cNvGrpSpPr/>
        <p:nvPr/>
      </p:nvGrpSpPr>
      <p:grpSpPr>
        <a:xfrm>
          <a:off x="0" y="0"/>
          <a:ext cx="0" cy="0"/>
          <a:chOff x="0" y="0"/>
          <a:chExt cx="0" cy="0"/>
        </a:xfrm>
      </p:grpSpPr>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274839"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274839"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417545"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417545"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69358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69358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83160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83160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445961"/>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581220"/>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274839"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274839"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417545"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417545"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69358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69358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83160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83160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9" name="Text Placeholder 7">
            <a:extLst>
              <a:ext uri="{FF2B5EF4-FFF2-40B4-BE49-F238E27FC236}">
                <a16:creationId xmlns:a16="http://schemas.microsoft.com/office/drawing/2014/main" id="{5EEE6FCA-1001-5955-CE93-5B6249F64706}"/>
              </a:ext>
            </a:extLst>
          </p:cNvPr>
          <p:cNvSpPr>
            <a:spLocks noGrp="1"/>
          </p:cNvSpPr>
          <p:nvPr>
            <p:ph type="body" sz="quarter" idx="81" hasCustomPrompt="1"/>
          </p:nvPr>
        </p:nvSpPr>
        <p:spPr>
          <a:xfrm>
            <a:off x="3277071" y="2403376"/>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0" name="Text Placeholder 7">
            <a:extLst>
              <a:ext uri="{FF2B5EF4-FFF2-40B4-BE49-F238E27FC236}">
                <a16:creationId xmlns:a16="http://schemas.microsoft.com/office/drawing/2014/main" id="{53EAF680-9388-DE63-B2AB-CA4FBF282E37}"/>
              </a:ext>
            </a:extLst>
          </p:cNvPr>
          <p:cNvSpPr>
            <a:spLocks noGrp="1"/>
          </p:cNvSpPr>
          <p:nvPr>
            <p:ph type="body" sz="quarter" idx="82" hasCustomPrompt="1"/>
          </p:nvPr>
        </p:nvSpPr>
        <p:spPr>
          <a:xfrm>
            <a:off x="3277071" y="2665039"/>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1" name="Text Placeholder 7">
            <a:extLst>
              <a:ext uri="{FF2B5EF4-FFF2-40B4-BE49-F238E27FC236}">
                <a16:creationId xmlns:a16="http://schemas.microsoft.com/office/drawing/2014/main" id="{0AEF5E07-1742-F8FA-5148-6F0FA5390235}"/>
              </a:ext>
            </a:extLst>
          </p:cNvPr>
          <p:cNvSpPr>
            <a:spLocks noGrp="1"/>
          </p:cNvSpPr>
          <p:nvPr>
            <p:ph type="body" sz="quarter" idx="83" hasCustomPrompt="1"/>
          </p:nvPr>
        </p:nvSpPr>
        <p:spPr>
          <a:xfrm>
            <a:off x="44194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2" name="Text Placeholder 7">
            <a:extLst>
              <a:ext uri="{FF2B5EF4-FFF2-40B4-BE49-F238E27FC236}">
                <a16:creationId xmlns:a16="http://schemas.microsoft.com/office/drawing/2014/main" id="{11E1F785-63EE-9691-7029-C2C09CB3695A}"/>
              </a:ext>
            </a:extLst>
          </p:cNvPr>
          <p:cNvSpPr>
            <a:spLocks noGrp="1"/>
          </p:cNvSpPr>
          <p:nvPr>
            <p:ph type="body" sz="quarter" idx="84" hasCustomPrompt="1"/>
          </p:nvPr>
        </p:nvSpPr>
        <p:spPr>
          <a:xfrm>
            <a:off x="44194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3" name="Text Placeholder 7">
            <a:extLst>
              <a:ext uri="{FF2B5EF4-FFF2-40B4-BE49-F238E27FC236}">
                <a16:creationId xmlns:a16="http://schemas.microsoft.com/office/drawing/2014/main" id="{D2DE2490-2DDA-A889-0EDC-5B30113DDB6B}"/>
              </a:ext>
            </a:extLst>
          </p:cNvPr>
          <p:cNvSpPr>
            <a:spLocks noGrp="1"/>
          </p:cNvSpPr>
          <p:nvPr>
            <p:ph type="body" sz="quarter" idx="85" hasCustomPrompt="1"/>
          </p:nvPr>
        </p:nvSpPr>
        <p:spPr>
          <a:xfrm>
            <a:off x="5573208"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4" name="Text Placeholder 7">
            <a:extLst>
              <a:ext uri="{FF2B5EF4-FFF2-40B4-BE49-F238E27FC236}">
                <a16:creationId xmlns:a16="http://schemas.microsoft.com/office/drawing/2014/main" id="{15A8A082-6A13-54E9-1783-41501F56A6CD}"/>
              </a:ext>
            </a:extLst>
          </p:cNvPr>
          <p:cNvSpPr>
            <a:spLocks noGrp="1"/>
          </p:cNvSpPr>
          <p:nvPr>
            <p:ph type="body" sz="quarter" idx="86" hasCustomPrompt="1"/>
          </p:nvPr>
        </p:nvSpPr>
        <p:spPr>
          <a:xfrm>
            <a:off x="5573208"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5" name="Text Placeholder 7">
            <a:extLst>
              <a:ext uri="{FF2B5EF4-FFF2-40B4-BE49-F238E27FC236}">
                <a16:creationId xmlns:a16="http://schemas.microsoft.com/office/drawing/2014/main" id="{D94D1D29-C3F2-C180-FD98-2635FBCA31FA}"/>
              </a:ext>
            </a:extLst>
          </p:cNvPr>
          <p:cNvSpPr>
            <a:spLocks noGrp="1"/>
          </p:cNvSpPr>
          <p:nvPr>
            <p:ph type="body" sz="quarter" idx="87" hasCustomPrompt="1"/>
          </p:nvPr>
        </p:nvSpPr>
        <p:spPr>
          <a:xfrm>
            <a:off x="66935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6" name="Text Placeholder 7">
            <a:extLst>
              <a:ext uri="{FF2B5EF4-FFF2-40B4-BE49-F238E27FC236}">
                <a16:creationId xmlns:a16="http://schemas.microsoft.com/office/drawing/2014/main" id="{08DB36E1-FAD6-4912-F482-387A93D333BF}"/>
              </a:ext>
            </a:extLst>
          </p:cNvPr>
          <p:cNvSpPr>
            <a:spLocks noGrp="1"/>
          </p:cNvSpPr>
          <p:nvPr>
            <p:ph type="body" sz="quarter" idx="88" hasCustomPrompt="1"/>
          </p:nvPr>
        </p:nvSpPr>
        <p:spPr>
          <a:xfrm>
            <a:off x="66935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7" name="Text Placeholder 7">
            <a:extLst>
              <a:ext uri="{FF2B5EF4-FFF2-40B4-BE49-F238E27FC236}">
                <a16:creationId xmlns:a16="http://schemas.microsoft.com/office/drawing/2014/main" id="{FCF66BC6-2C21-A608-8010-C7BAB5320034}"/>
              </a:ext>
            </a:extLst>
          </p:cNvPr>
          <p:cNvSpPr>
            <a:spLocks noGrp="1"/>
          </p:cNvSpPr>
          <p:nvPr>
            <p:ph type="body" sz="quarter" idx="89" hasCustomPrompt="1"/>
          </p:nvPr>
        </p:nvSpPr>
        <p:spPr>
          <a:xfrm>
            <a:off x="783160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8" name="Text Placeholder 7">
            <a:extLst>
              <a:ext uri="{FF2B5EF4-FFF2-40B4-BE49-F238E27FC236}">
                <a16:creationId xmlns:a16="http://schemas.microsoft.com/office/drawing/2014/main" id="{7106289F-6BB5-AA62-8640-4E0DAD15575F}"/>
              </a:ext>
            </a:extLst>
          </p:cNvPr>
          <p:cNvSpPr>
            <a:spLocks noGrp="1"/>
          </p:cNvSpPr>
          <p:nvPr>
            <p:ph type="body" sz="quarter" idx="90" hasCustomPrompt="1"/>
          </p:nvPr>
        </p:nvSpPr>
        <p:spPr>
          <a:xfrm>
            <a:off x="783160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4" name="Text Placeholder 7">
            <a:extLst>
              <a:ext uri="{FF2B5EF4-FFF2-40B4-BE49-F238E27FC236}">
                <a16:creationId xmlns:a16="http://schemas.microsoft.com/office/drawing/2014/main" id="{E832AAF9-288F-D4F5-92AD-3C78C1EC8F1B}"/>
              </a:ext>
            </a:extLst>
          </p:cNvPr>
          <p:cNvSpPr>
            <a:spLocks noGrp="1"/>
          </p:cNvSpPr>
          <p:nvPr>
            <p:ph type="body" sz="quarter" idx="91" hasCustomPrompt="1"/>
          </p:nvPr>
        </p:nvSpPr>
        <p:spPr>
          <a:xfrm>
            <a:off x="3277071" y="29900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5" name="Text Placeholder 7">
            <a:extLst>
              <a:ext uri="{FF2B5EF4-FFF2-40B4-BE49-F238E27FC236}">
                <a16:creationId xmlns:a16="http://schemas.microsoft.com/office/drawing/2014/main" id="{B8B21B46-EB2D-3509-85C7-D55DEE148AB8}"/>
              </a:ext>
            </a:extLst>
          </p:cNvPr>
          <p:cNvSpPr>
            <a:spLocks noGrp="1"/>
          </p:cNvSpPr>
          <p:nvPr>
            <p:ph type="body" sz="quarter" idx="92" hasCustomPrompt="1"/>
          </p:nvPr>
        </p:nvSpPr>
        <p:spPr>
          <a:xfrm>
            <a:off x="3277071" y="32517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6" name="Text Placeholder 7">
            <a:extLst>
              <a:ext uri="{FF2B5EF4-FFF2-40B4-BE49-F238E27FC236}">
                <a16:creationId xmlns:a16="http://schemas.microsoft.com/office/drawing/2014/main" id="{D9661C5A-2D60-B0A0-1E91-3F77F2C28CAE}"/>
              </a:ext>
            </a:extLst>
          </p:cNvPr>
          <p:cNvSpPr>
            <a:spLocks noGrp="1"/>
          </p:cNvSpPr>
          <p:nvPr>
            <p:ph type="body" sz="quarter" idx="93" hasCustomPrompt="1"/>
          </p:nvPr>
        </p:nvSpPr>
        <p:spPr>
          <a:xfrm>
            <a:off x="44194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7" name="Text Placeholder 7">
            <a:extLst>
              <a:ext uri="{FF2B5EF4-FFF2-40B4-BE49-F238E27FC236}">
                <a16:creationId xmlns:a16="http://schemas.microsoft.com/office/drawing/2014/main" id="{E482AA06-4E50-9716-7372-96A39D756EC8}"/>
              </a:ext>
            </a:extLst>
          </p:cNvPr>
          <p:cNvSpPr>
            <a:spLocks noGrp="1"/>
          </p:cNvSpPr>
          <p:nvPr>
            <p:ph type="body" sz="quarter" idx="94" hasCustomPrompt="1"/>
          </p:nvPr>
        </p:nvSpPr>
        <p:spPr>
          <a:xfrm>
            <a:off x="44194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8" name="Text Placeholder 7">
            <a:extLst>
              <a:ext uri="{FF2B5EF4-FFF2-40B4-BE49-F238E27FC236}">
                <a16:creationId xmlns:a16="http://schemas.microsoft.com/office/drawing/2014/main" id="{C13681BB-F044-5DAC-8E5E-1B697851D1F8}"/>
              </a:ext>
            </a:extLst>
          </p:cNvPr>
          <p:cNvSpPr>
            <a:spLocks noGrp="1"/>
          </p:cNvSpPr>
          <p:nvPr>
            <p:ph type="body" sz="quarter" idx="95" hasCustomPrompt="1"/>
          </p:nvPr>
        </p:nvSpPr>
        <p:spPr>
          <a:xfrm>
            <a:off x="5573208"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9" name="Text Placeholder 7">
            <a:extLst>
              <a:ext uri="{FF2B5EF4-FFF2-40B4-BE49-F238E27FC236}">
                <a16:creationId xmlns:a16="http://schemas.microsoft.com/office/drawing/2014/main" id="{15C2F156-7C97-A690-6AF0-656213A93822}"/>
              </a:ext>
            </a:extLst>
          </p:cNvPr>
          <p:cNvSpPr>
            <a:spLocks noGrp="1"/>
          </p:cNvSpPr>
          <p:nvPr>
            <p:ph type="body" sz="quarter" idx="96" hasCustomPrompt="1"/>
          </p:nvPr>
        </p:nvSpPr>
        <p:spPr>
          <a:xfrm>
            <a:off x="5573208"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0" name="Text Placeholder 7">
            <a:extLst>
              <a:ext uri="{FF2B5EF4-FFF2-40B4-BE49-F238E27FC236}">
                <a16:creationId xmlns:a16="http://schemas.microsoft.com/office/drawing/2014/main" id="{E00E0597-2E87-9486-D926-870845670EDA}"/>
              </a:ext>
            </a:extLst>
          </p:cNvPr>
          <p:cNvSpPr>
            <a:spLocks noGrp="1"/>
          </p:cNvSpPr>
          <p:nvPr>
            <p:ph type="body" sz="quarter" idx="97" hasCustomPrompt="1"/>
          </p:nvPr>
        </p:nvSpPr>
        <p:spPr>
          <a:xfrm>
            <a:off x="66935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1" name="Text Placeholder 7">
            <a:extLst>
              <a:ext uri="{FF2B5EF4-FFF2-40B4-BE49-F238E27FC236}">
                <a16:creationId xmlns:a16="http://schemas.microsoft.com/office/drawing/2014/main" id="{BD8EFEDC-3CD7-00A1-872E-4C10C2E934DD}"/>
              </a:ext>
            </a:extLst>
          </p:cNvPr>
          <p:cNvSpPr>
            <a:spLocks noGrp="1"/>
          </p:cNvSpPr>
          <p:nvPr>
            <p:ph type="body" sz="quarter" idx="98" hasCustomPrompt="1"/>
          </p:nvPr>
        </p:nvSpPr>
        <p:spPr>
          <a:xfrm>
            <a:off x="66935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2" name="Text Placeholder 7">
            <a:extLst>
              <a:ext uri="{FF2B5EF4-FFF2-40B4-BE49-F238E27FC236}">
                <a16:creationId xmlns:a16="http://schemas.microsoft.com/office/drawing/2014/main" id="{C0FD3EC1-B8F9-64B3-F080-7F688B5081E8}"/>
              </a:ext>
            </a:extLst>
          </p:cNvPr>
          <p:cNvSpPr>
            <a:spLocks noGrp="1"/>
          </p:cNvSpPr>
          <p:nvPr>
            <p:ph type="body" sz="quarter" idx="99" hasCustomPrompt="1"/>
          </p:nvPr>
        </p:nvSpPr>
        <p:spPr>
          <a:xfrm>
            <a:off x="783160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3" name="Text Placeholder 7">
            <a:extLst>
              <a:ext uri="{FF2B5EF4-FFF2-40B4-BE49-F238E27FC236}">
                <a16:creationId xmlns:a16="http://schemas.microsoft.com/office/drawing/2014/main" id="{63B8DA1A-91FA-3EAE-3A9C-AF315977A0CD}"/>
              </a:ext>
            </a:extLst>
          </p:cNvPr>
          <p:cNvSpPr>
            <a:spLocks noGrp="1"/>
          </p:cNvSpPr>
          <p:nvPr>
            <p:ph type="body" sz="quarter" idx="100" hasCustomPrompt="1"/>
          </p:nvPr>
        </p:nvSpPr>
        <p:spPr>
          <a:xfrm>
            <a:off x="783160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4" name="Text Placeholder 7">
            <a:extLst>
              <a:ext uri="{FF2B5EF4-FFF2-40B4-BE49-F238E27FC236}">
                <a16:creationId xmlns:a16="http://schemas.microsoft.com/office/drawing/2014/main" id="{B7606C20-0277-FEB1-ED71-A21C722B7F75}"/>
              </a:ext>
            </a:extLst>
          </p:cNvPr>
          <p:cNvSpPr>
            <a:spLocks noGrp="1"/>
          </p:cNvSpPr>
          <p:nvPr>
            <p:ph type="body" sz="quarter" idx="101" hasCustomPrompt="1"/>
          </p:nvPr>
        </p:nvSpPr>
        <p:spPr>
          <a:xfrm>
            <a:off x="3277071" y="35808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5" name="Text Placeholder 7">
            <a:extLst>
              <a:ext uri="{FF2B5EF4-FFF2-40B4-BE49-F238E27FC236}">
                <a16:creationId xmlns:a16="http://schemas.microsoft.com/office/drawing/2014/main" id="{045B2D4D-283D-5974-B36E-4F0C130D92C1}"/>
              </a:ext>
            </a:extLst>
          </p:cNvPr>
          <p:cNvSpPr>
            <a:spLocks noGrp="1"/>
          </p:cNvSpPr>
          <p:nvPr>
            <p:ph type="body" sz="quarter" idx="102" hasCustomPrompt="1"/>
          </p:nvPr>
        </p:nvSpPr>
        <p:spPr>
          <a:xfrm>
            <a:off x="3277071" y="38425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6" name="Text Placeholder 7">
            <a:extLst>
              <a:ext uri="{FF2B5EF4-FFF2-40B4-BE49-F238E27FC236}">
                <a16:creationId xmlns:a16="http://schemas.microsoft.com/office/drawing/2014/main" id="{4B542BD2-F4ED-A8B6-A8F9-45623B1C06B4}"/>
              </a:ext>
            </a:extLst>
          </p:cNvPr>
          <p:cNvSpPr>
            <a:spLocks noGrp="1"/>
          </p:cNvSpPr>
          <p:nvPr>
            <p:ph type="body" sz="quarter" idx="103" hasCustomPrompt="1"/>
          </p:nvPr>
        </p:nvSpPr>
        <p:spPr>
          <a:xfrm>
            <a:off x="44194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7" name="Text Placeholder 7">
            <a:extLst>
              <a:ext uri="{FF2B5EF4-FFF2-40B4-BE49-F238E27FC236}">
                <a16:creationId xmlns:a16="http://schemas.microsoft.com/office/drawing/2014/main" id="{4679D356-9959-2A32-C4EB-EDE07834ED16}"/>
              </a:ext>
            </a:extLst>
          </p:cNvPr>
          <p:cNvSpPr>
            <a:spLocks noGrp="1"/>
          </p:cNvSpPr>
          <p:nvPr>
            <p:ph type="body" sz="quarter" idx="104" hasCustomPrompt="1"/>
          </p:nvPr>
        </p:nvSpPr>
        <p:spPr>
          <a:xfrm>
            <a:off x="44194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8" name="Text Placeholder 7">
            <a:extLst>
              <a:ext uri="{FF2B5EF4-FFF2-40B4-BE49-F238E27FC236}">
                <a16:creationId xmlns:a16="http://schemas.microsoft.com/office/drawing/2014/main" id="{699FFE1E-20D5-E89C-1DEF-4820A1288A79}"/>
              </a:ext>
            </a:extLst>
          </p:cNvPr>
          <p:cNvSpPr>
            <a:spLocks noGrp="1"/>
          </p:cNvSpPr>
          <p:nvPr>
            <p:ph type="body" sz="quarter" idx="105" hasCustomPrompt="1"/>
          </p:nvPr>
        </p:nvSpPr>
        <p:spPr>
          <a:xfrm>
            <a:off x="5573208"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9" name="Text Placeholder 7">
            <a:extLst>
              <a:ext uri="{FF2B5EF4-FFF2-40B4-BE49-F238E27FC236}">
                <a16:creationId xmlns:a16="http://schemas.microsoft.com/office/drawing/2014/main" id="{86233A43-B3C4-EDBF-17A4-6B230C894086}"/>
              </a:ext>
            </a:extLst>
          </p:cNvPr>
          <p:cNvSpPr>
            <a:spLocks noGrp="1"/>
          </p:cNvSpPr>
          <p:nvPr>
            <p:ph type="body" sz="quarter" idx="106" hasCustomPrompt="1"/>
          </p:nvPr>
        </p:nvSpPr>
        <p:spPr>
          <a:xfrm>
            <a:off x="5573208"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0" name="Text Placeholder 7">
            <a:extLst>
              <a:ext uri="{FF2B5EF4-FFF2-40B4-BE49-F238E27FC236}">
                <a16:creationId xmlns:a16="http://schemas.microsoft.com/office/drawing/2014/main" id="{B1215258-A68A-812E-8629-7DE16F058D9C}"/>
              </a:ext>
            </a:extLst>
          </p:cNvPr>
          <p:cNvSpPr>
            <a:spLocks noGrp="1"/>
          </p:cNvSpPr>
          <p:nvPr>
            <p:ph type="body" sz="quarter" idx="107" hasCustomPrompt="1"/>
          </p:nvPr>
        </p:nvSpPr>
        <p:spPr>
          <a:xfrm>
            <a:off x="66935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1" name="Text Placeholder 7">
            <a:extLst>
              <a:ext uri="{FF2B5EF4-FFF2-40B4-BE49-F238E27FC236}">
                <a16:creationId xmlns:a16="http://schemas.microsoft.com/office/drawing/2014/main" id="{5BC332F4-D648-CD3C-E430-88556971E762}"/>
              </a:ext>
            </a:extLst>
          </p:cNvPr>
          <p:cNvSpPr>
            <a:spLocks noGrp="1"/>
          </p:cNvSpPr>
          <p:nvPr>
            <p:ph type="body" sz="quarter" idx="108" hasCustomPrompt="1"/>
          </p:nvPr>
        </p:nvSpPr>
        <p:spPr>
          <a:xfrm>
            <a:off x="66935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2" name="Text Placeholder 7">
            <a:extLst>
              <a:ext uri="{FF2B5EF4-FFF2-40B4-BE49-F238E27FC236}">
                <a16:creationId xmlns:a16="http://schemas.microsoft.com/office/drawing/2014/main" id="{57CA967F-A6D6-4A07-CDE6-D641ADF77608}"/>
              </a:ext>
            </a:extLst>
          </p:cNvPr>
          <p:cNvSpPr>
            <a:spLocks noGrp="1"/>
          </p:cNvSpPr>
          <p:nvPr>
            <p:ph type="body" sz="quarter" idx="109" hasCustomPrompt="1"/>
          </p:nvPr>
        </p:nvSpPr>
        <p:spPr>
          <a:xfrm>
            <a:off x="783160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3" name="Text Placeholder 7">
            <a:extLst>
              <a:ext uri="{FF2B5EF4-FFF2-40B4-BE49-F238E27FC236}">
                <a16:creationId xmlns:a16="http://schemas.microsoft.com/office/drawing/2014/main" id="{B83A430D-EF93-B7EC-9063-41131792FD6A}"/>
              </a:ext>
            </a:extLst>
          </p:cNvPr>
          <p:cNvSpPr>
            <a:spLocks noGrp="1"/>
          </p:cNvSpPr>
          <p:nvPr>
            <p:ph type="body" sz="quarter" idx="110" hasCustomPrompt="1"/>
          </p:nvPr>
        </p:nvSpPr>
        <p:spPr>
          <a:xfrm>
            <a:off x="783160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4" name="Text Placeholder 7">
            <a:extLst>
              <a:ext uri="{FF2B5EF4-FFF2-40B4-BE49-F238E27FC236}">
                <a16:creationId xmlns:a16="http://schemas.microsoft.com/office/drawing/2014/main" id="{5128454D-DAA0-5B47-A163-9FB6F21E6CBB}"/>
              </a:ext>
            </a:extLst>
          </p:cNvPr>
          <p:cNvSpPr>
            <a:spLocks noGrp="1"/>
          </p:cNvSpPr>
          <p:nvPr>
            <p:ph type="body" sz="quarter" idx="111" hasCustomPrompt="1"/>
          </p:nvPr>
        </p:nvSpPr>
        <p:spPr>
          <a:xfrm>
            <a:off x="3277071" y="4166189"/>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5" name="Text Placeholder 7">
            <a:extLst>
              <a:ext uri="{FF2B5EF4-FFF2-40B4-BE49-F238E27FC236}">
                <a16:creationId xmlns:a16="http://schemas.microsoft.com/office/drawing/2014/main" id="{5FFCF9A1-632C-010B-D84C-16E7B24E4F89}"/>
              </a:ext>
            </a:extLst>
          </p:cNvPr>
          <p:cNvSpPr>
            <a:spLocks noGrp="1"/>
          </p:cNvSpPr>
          <p:nvPr>
            <p:ph type="body" sz="quarter" idx="112" hasCustomPrompt="1"/>
          </p:nvPr>
        </p:nvSpPr>
        <p:spPr>
          <a:xfrm>
            <a:off x="3277071" y="442785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6" name="Text Placeholder 7">
            <a:extLst>
              <a:ext uri="{FF2B5EF4-FFF2-40B4-BE49-F238E27FC236}">
                <a16:creationId xmlns:a16="http://schemas.microsoft.com/office/drawing/2014/main" id="{DF9C0301-50F7-384E-FA5D-FC297CD1283C}"/>
              </a:ext>
            </a:extLst>
          </p:cNvPr>
          <p:cNvSpPr>
            <a:spLocks noGrp="1"/>
          </p:cNvSpPr>
          <p:nvPr>
            <p:ph type="body" sz="quarter" idx="113" hasCustomPrompt="1"/>
          </p:nvPr>
        </p:nvSpPr>
        <p:spPr>
          <a:xfrm>
            <a:off x="44194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7" name="Text Placeholder 7">
            <a:extLst>
              <a:ext uri="{FF2B5EF4-FFF2-40B4-BE49-F238E27FC236}">
                <a16:creationId xmlns:a16="http://schemas.microsoft.com/office/drawing/2014/main" id="{6F7358AF-04C3-FA64-155C-213A37CC07AA}"/>
              </a:ext>
            </a:extLst>
          </p:cNvPr>
          <p:cNvSpPr>
            <a:spLocks noGrp="1"/>
          </p:cNvSpPr>
          <p:nvPr>
            <p:ph type="body" sz="quarter" idx="114" hasCustomPrompt="1"/>
          </p:nvPr>
        </p:nvSpPr>
        <p:spPr>
          <a:xfrm>
            <a:off x="44194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8" name="Text Placeholder 7">
            <a:extLst>
              <a:ext uri="{FF2B5EF4-FFF2-40B4-BE49-F238E27FC236}">
                <a16:creationId xmlns:a16="http://schemas.microsoft.com/office/drawing/2014/main" id="{7165FD4A-D5CA-74E5-9168-BD28295FA9E5}"/>
              </a:ext>
            </a:extLst>
          </p:cNvPr>
          <p:cNvSpPr>
            <a:spLocks noGrp="1"/>
          </p:cNvSpPr>
          <p:nvPr>
            <p:ph type="body" sz="quarter" idx="115" hasCustomPrompt="1"/>
          </p:nvPr>
        </p:nvSpPr>
        <p:spPr>
          <a:xfrm>
            <a:off x="5573208"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9" name="Text Placeholder 7">
            <a:extLst>
              <a:ext uri="{FF2B5EF4-FFF2-40B4-BE49-F238E27FC236}">
                <a16:creationId xmlns:a16="http://schemas.microsoft.com/office/drawing/2014/main" id="{2D706AC6-4F2E-A516-0174-9ED1DB7758F3}"/>
              </a:ext>
            </a:extLst>
          </p:cNvPr>
          <p:cNvSpPr>
            <a:spLocks noGrp="1"/>
          </p:cNvSpPr>
          <p:nvPr>
            <p:ph type="body" sz="quarter" idx="116" hasCustomPrompt="1"/>
          </p:nvPr>
        </p:nvSpPr>
        <p:spPr>
          <a:xfrm>
            <a:off x="5573208"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0" name="Text Placeholder 7">
            <a:extLst>
              <a:ext uri="{FF2B5EF4-FFF2-40B4-BE49-F238E27FC236}">
                <a16:creationId xmlns:a16="http://schemas.microsoft.com/office/drawing/2014/main" id="{B1610E46-AB9E-4959-A9E4-80563403FBF9}"/>
              </a:ext>
            </a:extLst>
          </p:cNvPr>
          <p:cNvSpPr>
            <a:spLocks noGrp="1"/>
          </p:cNvSpPr>
          <p:nvPr>
            <p:ph type="body" sz="quarter" idx="117" hasCustomPrompt="1"/>
          </p:nvPr>
        </p:nvSpPr>
        <p:spPr>
          <a:xfrm>
            <a:off x="66935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1" name="Text Placeholder 7">
            <a:extLst>
              <a:ext uri="{FF2B5EF4-FFF2-40B4-BE49-F238E27FC236}">
                <a16:creationId xmlns:a16="http://schemas.microsoft.com/office/drawing/2014/main" id="{27C19C11-5831-FC87-741C-EE222EFB9BDF}"/>
              </a:ext>
            </a:extLst>
          </p:cNvPr>
          <p:cNvSpPr>
            <a:spLocks noGrp="1"/>
          </p:cNvSpPr>
          <p:nvPr>
            <p:ph type="body" sz="quarter" idx="118" hasCustomPrompt="1"/>
          </p:nvPr>
        </p:nvSpPr>
        <p:spPr>
          <a:xfrm>
            <a:off x="66935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2" name="Text Placeholder 7">
            <a:extLst>
              <a:ext uri="{FF2B5EF4-FFF2-40B4-BE49-F238E27FC236}">
                <a16:creationId xmlns:a16="http://schemas.microsoft.com/office/drawing/2014/main" id="{69FEB364-9E25-7CD9-91B7-468792F14152}"/>
              </a:ext>
            </a:extLst>
          </p:cNvPr>
          <p:cNvSpPr>
            <a:spLocks noGrp="1"/>
          </p:cNvSpPr>
          <p:nvPr>
            <p:ph type="body" sz="quarter" idx="119" hasCustomPrompt="1"/>
          </p:nvPr>
        </p:nvSpPr>
        <p:spPr>
          <a:xfrm>
            <a:off x="783160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3" name="Text Placeholder 7">
            <a:extLst>
              <a:ext uri="{FF2B5EF4-FFF2-40B4-BE49-F238E27FC236}">
                <a16:creationId xmlns:a16="http://schemas.microsoft.com/office/drawing/2014/main" id="{154C76D3-F39D-8EF8-B631-E4A4EAE96957}"/>
              </a:ext>
            </a:extLst>
          </p:cNvPr>
          <p:cNvSpPr>
            <a:spLocks noGrp="1"/>
          </p:cNvSpPr>
          <p:nvPr>
            <p:ph type="body" sz="quarter" idx="120" hasCustomPrompt="1"/>
          </p:nvPr>
        </p:nvSpPr>
        <p:spPr>
          <a:xfrm>
            <a:off x="783160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8" name="Footer Placeholder 4">
            <a:extLst>
              <a:ext uri="{FF2B5EF4-FFF2-40B4-BE49-F238E27FC236}">
                <a16:creationId xmlns:a16="http://schemas.microsoft.com/office/drawing/2014/main" id="{83069FBD-CAA2-7367-66D4-4FA1DF92AEE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E09FA3D-15F5-97BD-0A4C-AA7B108B86A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8434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estimonial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grpSp>
        <p:nvGrpSpPr>
          <p:cNvPr id="15" name="Group 14">
            <a:extLst>
              <a:ext uri="{FF2B5EF4-FFF2-40B4-BE49-F238E27FC236}">
                <a16:creationId xmlns:a16="http://schemas.microsoft.com/office/drawing/2014/main" id="{591FA0F6-4CDA-4D1D-8178-2B775DCAA3B7}"/>
              </a:ext>
            </a:extLst>
          </p:cNvPr>
          <p:cNvGrpSpPr/>
          <p:nvPr userDrawn="1"/>
        </p:nvGrpSpPr>
        <p:grpSpPr>
          <a:xfrm>
            <a:off x="348744" y="1708032"/>
            <a:ext cx="4163308" cy="1176323"/>
            <a:chOff x="348744" y="1543050"/>
            <a:chExt cx="4247639" cy="1200150"/>
          </a:xfrm>
          <a:solidFill>
            <a:schemeClr val="tx2">
              <a:lumMod val="20000"/>
              <a:lumOff val="80000"/>
            </a:schemeClr>
          </a:solidFill>
        </p:grpSpPr>
        <p:sp>
          <p:nvSpPr>
            <p:cNvPr id="4" name="Rectangle: Rounded Corners 3">
              <a:extLst>
                <a:ext uri="{FF2B5EF4-FFF2-40B4-BE49-F238E27FC236}">
                  <a16:creationId xmlns:a16="http://schemas.microsoft.com/office/drawing/2014/main" id="{245FF1E6-3832-4788-A1DD-093F28ED495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 name="Isosceles Triangle 13">
              <a:extLst>
                <a:ext uri="{FF2B5EF4-FFF2-40B4-BE49-F238E27FC236}">
                  <a16:creationId xmlns:a16="http://schemas.microsoft.com/office/drawing/2014/main" id="{EDC09948-6FB3-4E52-9837-AB3195C701A9}"/>
                </a:ext>
              </a:extLst>
            </p:cNvPr>
            <p:cNvSpPr/>
            <p:nvPr userDrawn="1"/>
          </p:nvSpPr>
          <p:spPr>
            <a:xfrm rot="7200000">
              <a:off x="4267199" y="2174063"/>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6" name="Group 15">
            <a:extLst>
              <a:ext uri="{FF2B5EF4-FFF2-40B4-BE49-F238E27FC236}">
                <a16:creationId xmlns:a16="http://schemas.microsoft.com/office/drawing/2014/main" id="{E9424B66-BD89-4661-BD1B-6BA7E9AE43DF}"/>
              </a:ext>
            </a:extLst>
          </p:cNvPr>
          <p:cNvGrpSpPr/>
          <p:nvPr userDrawn="1"/>
        </p:nvGrpSpPr>
        <p:grpSpPr>
          <a:xfrm>
            <a:off x="348744" y="3033801"/>
            <a:ext cx="4163309" cy="1176323"/>
            <a:chOff x="348744" y="1543050"/>
            <a:chExt cx="4247640" cy="1200150"/>
          </a:xfrm>
          <a:solidFill>
            <a:schemeClr val="tx2"/>
          </a:solidFill>
        </p:grpSpPr>
        <p:sp>
          <p:nvSpPr>
            <p:cNvPr id="17" name="Rectangle: Rounded Corners 16">
              <a:extLst>
                <a:ext uri="{FF2B5EF4-FFF2-40B4-BE49-F238E27FC236}">
                  <a16:creationId xmlns:a16="http://schemas.microsoft.com/office/drawing/2014/main" id="{57B854D9-2566-4DC3-B30F-22A6770A4EF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Isosceles Triangle 17">
              <a:extLst>
                <a:ext uri="{FF2B5EF4-FFF2-40B4-BE49-F238E27FC236}">
                  <a16:creationId xmlns:a16="http://schemas.microsoft.com/office/drawing/2014/main" id="{D4AE8606-81DE-4A58-B6F6-62562C52CC41}"/>
                </a:ext>
              </a:extLst>
            </p:cNvPr>
            <p:cNvSpPr/>
            <p:nvPr userDrawn="1"/>
          </p:nvSpPr>
          <p:spPr>
            <a:xfrm rot="7200000">
              <a:off x="4267200" y="1834529"/>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9" name="Group 18">
            <a:extLst>
              <a:ext uri="{FF2B5EF4-FFF2-40B4-BE49-F238E27FC236}">
                <a16:creationId xmlns:a16="http://schemas.microsoft.com/office/drawing/2014/main" id="{CFFB0BC0-EA4F-436C-B013-894BCE6B3E0B}"/>
              </a:ext>
            </a:extLst>
          </p:cNvPr>
          <p:cNvGrpSpPr/>
          <p:nvPr userDrawn="1"/>
        </p:nvGrpSpPr>
        <p:grpSpPr>
          <a:xfrm flipH="1">
            <a:off x="4631946" y="1708032"/>
            <a:ext cx="4163310" cy="1176323"/>
            <a:chOff x="348744" y="1543050"/>
            <a:chExt cx="4247641" cy="1200150"/>
          </a:xfrm>
          <a:solidFill>
            <a:schemeClr val="tx2"/>
          </a:solidFill>
        </p:grpSpPr>
        <p:sp>
          <p:nvSpPr>
            <p:cNvPr id="20" name="Rectangle: Rounded Corners 19">
              <a:extLst>
                <a:ext uri="{FF2B5EF4-FFF2-40B4-BE49-F238E27FC236}">
                  <a16:creationId xmlns:a16="http://schemas.microsoft.com/office/drawing/2014/main" id="{3EB9D0FD-EE51-4C60-BD97-18184CF969EA}"/>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1" name="Isosceles Triangle 20">
              <a:extLst>
                <a:ext uri="{FF2B5EF4-FFF2-40B4-BE49-F238E27FC236}">
                  <a16:creationId xmlns:a16="http://schemas.microsoft.com/office/drawing/2014/main" id="{A837FA95-F735-498B-894D-68D2E85C0879}"/>
                </a:ext>
              </a:extLst>
            </p:cNvPr>
            <p:cNvSpPr/>
            <p:nvPr userDrawn="1"/>
          </p:nvSpPr>
          <p:spPr>
            <a:xfrm rot="7200000">
              <a:off x="4267201" y="1758770"/>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22" name="Group 21">
            <a:extLst>
              <a:ext uri="{FF2B5EF4-FFF2-40B4-BE49-F238E27FC236}">
                <a16:creationId xmlns:a16="http://schemas.microsoft.com/office/drawing/2014/main" id="{861EFF00-0CAB-4241-BC0A-03C5ACA050BF}"/>
              </a:ext>
            </a:extLst>
          </p:cNvPr>
          <p:cNvGrpSpPr/>
          <p:nvPr userDrawn="1"/>
        </p:nvGrpSpPr>
        <p:grpSpPr>
          <a:xfrm flipH="1">
            <a:off x="4631946" y="3033801"/>
            <a:ext cx="4163310" cy="1176323"/>
            <a:chOff x="348744" y="1543050"/>
            <a:chExt cx="4247641" cy="1200150"/>
          </a:xfrm>
          <a:solidFill>
            <a:schemeClr val="tx2">
              <a:lumMod val="20000"/>
              <a:lumOff val="80000"/>
            </a:schemeClr>
          </a:solidFill>
        </p:grpSpPr>
        <p:sp>
          <p:nvSpPr>
            <p:cNvPr id="23" name="Rectangle: Rounded Corners 22">
              <a:extLst>
                <a:ext uri="{FF2B5EF4-FFF2-40B4-BE49-F238E27FC236}">
                  <a16:creationId xmlns:a16="http://schemas.microsoft.com/office/drawing/2014/main" id="{27E62CB8-AC62-4546-8044-13809FAFC577}"/>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4" name="Isosceles Triangle 23">
              <a:extLst>
                <a:ext uri="{FF2B5EF4-FFF2-40B4-BE49-F238E27FC236}">
                  <a16:creationId xmlns:a16="http://schemas.microsoft.com/office/drawing/2014/main" id="{C5B56DD9-F6AE-4630-9BC3-9516B18E2DD6}"/>
                </a:ext>
              </a:extLst>
            </p:cNvPr>
            <p:cNvSpPr/>
            <p:nvPr userDrawn="1"/>
          </p:nvSpPr>
          <p:spPr>
            <a:xfrm rot="7200000">
              <a:off x="4267201" y="2329195"/>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
        <p:nvSpPr>
          <p:cNvPr id="27" name="Text Placeholder 26">
            <a:extLst>
              <a:ext uri="{FF2B5EF4-FFF2-40B4-BE49-F238E27FC236}">
                <a16:creationId xmlns:a16="http://schemas.microsoft.com/office/drawing/2014/main" id="{928E539C-A1C6-4F77-8347-EE6258F97233}"/>
              </a:ext>
            </a:extLst>
          </p:cNvPr>
          <p:cNvSpPr>
            <a:spLocks noGrp="1"/>
          </p:cNvSpPr>
          <p:nvPr>
            <p:ph type="body" sz="quarter" idx="36" hasCustomPrompt="1"/>
          </p:nvPr>
        </p:nvSpPr>
        <p:spPr>
          <a:xfrm>
            <a:off x="530225" y="1844675"/>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28" name="Text Placeholder 26">
            <a:extLst>
              <a:ext uri="{FF2B5EF4-FFF2-40B4-BE49-F238E27FC236}">
                <a16:creationId xmlns:a16="http://schemas.microsoft.com/office/drawing/2014/main" id="{D7D46A0A-805F-4D01-8F0C-B7EAB9AB5FCD}"/>
              </a:ext>
            </a:extLst>
          </p:cNvPr>
          <p:cNvSpPr>
            <a:spLocks noGrp="1"/>
          </p:cNvSpPr>
          <p:nvPr>
            <p:ph type="body" sz="quarter" idx="37" hasCustomPrompt="1"/>
          </p:nvPr>
        </p:nvSpPr>
        <p:spPr>
          <a:xfrm>
            <a:off x="1157852" y="2532588"/>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29" name="Text Placeholder 26">
            <a:extLst>
              <a:ext uri="{FF2B5EF4-FFF2-40B4-BE49-F238E27FC236}">
                <a16:creationId xmlns:a16="http://schemas.microsoft.com/office/drawing/2014/main" id="{24D7FADD-9252-4975-A5D9-1161FDBE3E1E}"/>
              </a:ext>
            </a:extLst>
          </p:cNvPr>
          <p:cNvSpPr>
            <a:spLocks noGrp="1"/>
          </p:cNvSpPr>
          <p:nvPr>
            <p:ph type="body" sz="quarter" idx="38" hasCustomPrompt="1"/>
          </p:nvPr>
        </p:nvSpPr>
        <p:spPr>
          <a:xfrm>
            <a:off x="530225" y="3157354"/>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0" name="Text Placeholder 26">
            <a:extLst>
              <a:ext uri="{FF2B5EF4-FFF2-40B4-BE49-F238E27FC236}">
                <a16:creationId xmlns:a16="http://schemas.microsoft.com/office/drawing/2014/main" id="{CDA2FFA9-3E5A-4D30-87EF-05A201BC9ACC}"/>
              </a:ext>
            </a:extLst>
          </p:cNvPr>
          <p:cNvSpPr>
            <a:spLocks noGrp="1"/>
          </p:cNvSpPr>
          <p:nvPr>
            <p:ph type="body" sz="quarter" idx="39" hasCustomPrompt="1"/>
          </p:nvPr>
        </p:nvSpPr>
        <p:spPr>
          <a:xfrm>
            <a:off x="1157852" y="3845267"/>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1" name="Text Placeholder 26">
            <a:extLst>
              <a:ext uri="{FF2B5EF4-FFF2-40B4-BE49-F238E27FC236}">
                <a16:creationId xmlns:a16="http://schemas.microsoft.com/office/drawing/2014/main" id="{4A19197F-E75E-4044-A501-855C610E5D96}"/>
              </a:ext>
            </a:extLst>
          </p:cNvPr>
          <p:cNvSpPr>
            <a:spLocks noGrp="1"/>
          </p:cNvSpPr>
          <p:nvPr>
            <p:ph type="body" sz="quarter" idx="40" hasCustomPrompt="1"/>
          </p:nvPr>
        </p:nvSpPr>
        <p:spPr>
          <a:xfrm>
            <a:off x="4997450" y="1844675"/>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2" name="Text Placeholder 26">
            <a:extLst>
              <a:ext uri="{FF2B5EF4-FFF2-40B4-BE49-F238E27FC236}">
                <a16:creationId xmlns:a16="http://schemas.microsoft.com/office/drawing/2014/main" id="{267252CD-B507-40B4-9C8E-0FC6A330FA2D}"/>
              </a:ext>
            </a:extLst>
          </p:cNvPr>
          <p:cNvSpPr>
            <a:spLocks noGrp="1"/>
          </p:cNvSpPr>
          <p:nvPr>
            <p:ph type="body" sz="quarter" idx="41" hasCustomPrompt="1"/>
          </p:nvPr>
        </p:nvSpPr>
        <p:spPr>
          <a:xfrm>
            <a:off x="5625077" y="2532588"/>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3" name="Text Placeholder 26">
            <a:extLst>
              <a:ext uri="{FF2B5EF4-FFF2-40B4-BE49-F238E27FC236}">
                <a16:creationId xmlns:a16="http://schemas.microsoft.com/office/drawing/2014/main" id="{BD85129F-C0BD-4C8C-80D0-6B8BAF838548}"/>
              </a:ext>
            </a:extLst>
          </p:cNvPr>
          <p:cNvSpPr>
            <a:spLocks noGrp="1"/>
          </p:cNvSpPr>
          <p:nvPr>
            <p:ph type="body" sz="quarter" idx="42" hasCustomPrompt="1"/>
          </p:nvPr>
        </p:nvSpPr>
        <p:spPr>
          <a:xfrm>
            <a:off x="4997450" y="3157354"/>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4" name="Text Placeholder 26">
            <a:extLst>
              <a:ext uri="{FF2B5EF4-FFF2-40B4-BE49-F238E27FC236}">
                <a16:creationId xmlns:a16="http://schemas.microsoft.com/office/drawing/2014/main" id="{02DC0236-D63B-4E48-98C6-5987A77221B7}"/>
              </a:ext>
            </a:extLst>
          </p:cNvPr>
          <p:cNvSpPr>
            <a:spLocks noGrp="1"/>
          </p:cNvSpPr>
          <p:nvPr>
            <p:ph type="body" sz="quarter" idx="43" hasCustomPrompt="1"/>
          </p:nvPr>
        </p:nvSpPr>
        <p:spPr>
          <a:xfrm>
            <a:off x="5625077" y="3845267"/>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13" name="Footer Placeholder 4">
            <a:extLst>
              <a:ext uri="{FF2B5EF4-FFF2-40B4-BE49-F238E27FC236}">
                <a16:creationId xmlns:a16="http://schemas.microsoft.com/office/drawing/2014/main" id="{645C9136-2A79-3FBA-0586-325536134E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5" name="TextBox 24">
            <a:extLst>
              <a:ext uri="{FF2B5EF4-FFF2-40B4-BE49-F238E27FC236}">
                <a16:creationId xmlns:a16="http://schemas.microsoft.com/office/drawing/2014/main" id="{BDF2DB11-2DA3-77CF-53E0-A99B2F4546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99425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2ED192-C907-5546-913B-57D1A6D6FD3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82354" y="2009772"/>
            <a:ext cx="2979290" cy="1123956"/>
          </a:xfrm>
          <a:prstGeom prst="rect">
            <a:avLst/>
          </a:prstGeom>
        </p:spPr>
      </p:pic>
      <p:sp>
        <p:nvSpPr>
          <p:cNvPr id="3" name="Rectangle 2">
            <a:extLst>
              <a:ext uri="{FF2B5EF4-FFF2-40B4-BE49-F238E27FC236}">
                <a16:creationId xmlns:a16="http://schemas.microsoft.com/office/drawing/2014/main" id="{F85F26AE-D9FD-254F-8329-E73BA5827BCE}"/>
              </a:ext>
            </a:extLst>
          </p:cNvPr>
          <p:cNvSpPr/>
          <p:nvPr userDrawn="1"/>
        </p:nvSpPr>
        <p:spPr>
          <a:xfrm>
            <a:off x="338695" y="4670474"/>
            <a:ext cx="505367" cy="351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60699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ection Break - Numbered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6" name="Slide Number Placeholder 5">
            <a:extLst>
              <a:ext uri="{FF2B5EF4-FFF2-40B4-BE49-F238E27FC236}">
                <a16:creationId xmlns:a16="http://schemas.microsoft.com/office/drawing/2014/main" id="{567618EB-564E-DA48-A41F-722838A7793E}"/>
              </a:ext>
            </a:extLst>
          </p:cNvPr>
          <p:cNvSpPr>
            <a:spLocks noGrp="1"/>
          </p:cNvSpPr>
          <p:nvPr>
            <p:ph type="sldNum" sz="quarter" idx="17"/>
          </p:nvPr>
        </p:nvSpPr>
        <p:spPr/>
        <p:txBody>
          <a:bodyPr/>
          <a:lstStyle>
            <a:lvl1pPr>
              <a:defRPr>
                <a:solidFill>
                  <a:schemeClr val="bg1"/>
                </a:solidFill>
              </a:defRPr>
            </a:lvl1pPr>
          </a:lstStyle>
          <a:p>
            <a:fld id="{7C42C27E-A055-1E4A-AC8F-7399EDF815E4}" type="slidenum">
              <a:rPr lang="en-US" smtClean="0"/>
              <a:pPr/>
              <a:t>‹Nº›</a:t>
            </a:fld>
            <a:endParaRPr lang="en-US"/>
          </a:p>
        </p:txBody>
      </p:sp>
      <p:sp>
        <p:nvSpPr>
          <p:cNvPr id="12" name="Title 3">
            <a:extLst>
              <a:ext uri="{FF2B5EF4-FFF2-40B4-BE49-F238E27FC236}">
                <a16:creationId xmlns:a16="http://schemas.microsoft.com/office/drawing/2014/main" id="{4B9AE7A7-9126-144F-9AB2-38E2CCDBCC4D}"/>
              </a:ext>
            </a:extLst>
          </p:cNvPr>
          <p:cNvSpPr>
            <a:spLocks noGrp="1"/>
          </p:cNvSpPr>
          <p:nvPr>
            <p:ph type="title" hasCustomPrompt="1"/>
          </p:nvPr>
        </p:nvSpPr>
        <p:spPr>
          <a:xfrm>
            <a:off x="336855" y="1084000"/>
            <a:ext cx="4235146" cy="1249680"/>
          </a:xfrm>
        </p:spPr>
        <p:txBody>
          <a:bodyPr/>
          <a:lstStyle>
            <a:lvl1pPr>
              <a:defRPr sz="4800" spc="-100" baseline="0">
                <a:solidFill>
                  <a:schemeClr val="bg1"/>
                </a:solidFill>
              </a:defRPr>
            </a:lvl1pPr>
          </a:lstStyle>
          <a:p>
            <a:r>
              <a:rPr lang="en-US"/>
              <a:t>Section title in Arial Bold 48pt</a:t>
            </a:r>
          </a:p>
        </p:txBody>
      </p:sp>
      <p:sp>
        <p:nvSpPr>
          <p:cNvPr id="13" name="Text Placeholder 8">
            <a:extLst>
              <a:ext uri="{FF2B5EF4-FFF2-40B4-BE49-F238E27FC236}">
                <a16:creationId xmlns:a16="http://schemas.microsoft.com/office/drawing/2014/main" id="{02E362FD-5AEF-CB48-ABC2-064F1F3C44E2}"/>
              </a:ext>
            </a:extLst>
          </p:cNvPr>
          <p:cNvSpPr>
            <a:spLocks noGrp="1"/>
          </p:cNvSpPr>
          <p:nvPr>
            <p:ph type="body" sz="quarter" idx="14" hasCustomPrompt="1"/>
          </p:nvPr>
        </p:nvSpPr>
        <p:spPr>
          <a:xfrm>
            <a:off x="336854" y="271202"/>
            <a:ext cx="1061753" cy="812798"/>
          </a:xfrm>
        </p:spPr>
        <p:txBody>
          <a:bodyPr anchor="t" anchorCtr="0">
            <a:noAutofit/>
          </a:bodyPr>
          <a:lstStyle>
            <a:lvl1pPr marL="0" indent="0">
              <a:buNone/>
              <a:defRPr sz="4800" b="1">
                <a:solidFill>
                  <a:schemeClr val="bg1"/>
                </a:solidFill>
                <a:latin typeface="+mj-lt"/>
              </a:defRPr>
            </a:lvl1pPr>
          </a:lstStyle>
          <a:p>
            <a:pPr lvl="0"/>
            <a:r>
              <a:rPr lang="en-US"/>
              <a:t>XX.</a:t>
            </a:r>
          </a:p>
        </p:txBody>
      </p:sp>
      <p:sp>
        <p:nvSpPr>
          <p:cNvPr id="14" name="Text Placeholder 8">
            <a:extLst>
              <a:ext uri="{FF2B5EF4-FFF2-40B4-BE49-F238E27FC236}">
                <a16:creationId xmlns:a16="http://schemas.microsoft.com/office/drawing/2014/main" id="{B2D7647F-DB9A-AF42-9F70-B4737D98274E}"/>
              </a:ext>
            </a:extLst>
          </p:cNvPr>
          <p:cNvSpPr>
            <a:spLocks noGrp="1"/>
          </p:cNvSpPr>
          <p:nvPr>
            <p:ph type="body" sz="quarter" idx="15" hasCustomPrompt="1"/>
          </p:nvPr>
        </p:nvSpPr>
        <p:spPr>
          <a:xfrm>
            <a:off x="336855" y="247573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8" name="Group 7">
            <a:extLst>
              <a:ext uri="{FF2B5EF4-FFF2-40B4-BE49-F238E27FC236}">
                <a16:creationId xmlns:a16="http://schemas.microsoft.com/office/drawing/2014/main" id="{E158405D-C4A0-43C3-9BDE-0A3D27DCB1EA}"/>
              </a:ext>
            </a:extLst>
          </p:cNvPr>
          <p:cNvGrpSpPr/>
          <p:nvPr userDrawn="1"/>
        </p:nvGrpSpPr>
        <p:grpSpPr>
          <a:xfrm>
            <a:off x="348744" y="-235890"/>
            <a:ext cx="8458402" cy="96630"/>
            <a:chOff x="348744" y="-257175"/>
            <a:chExt cx="6235603" cy="227531"/>
          </a:xfrm>
          <a:solidFill>
            <a:schemeClr val="bg2">
              <a:lumMod val="40000"/>
              <a:lumOff val="60000"/>
            </a:schemeClr>
          </a:solidFill>
        </p:grpSpPr>
        <p:sp>
          <p:nvSpPr>
            <p:cNvPr id="10" name="Rectangle 9">
              <a:extLst>
                <a:ext uri="{FF2B5EF4-FFF2-40B4-BE49-F238E27FC236}">
                  <a16:creationId xmlns:a16="http://schemas.microsoft.com/office/drawing/2014/main" id="{7E4DD782-B8B6-400F-AE52-4259D06BC168}"/>
                </a:ext>
              </a:extLst>
            </p:cNvPr>
            <p:cNvSpPr/>
            <p:nvPr/>
          </p:nvSpPr>
          <p:spPr>
            <a:xfrm>
              <a:off x="348744"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1" name="Rectangle 10">
              <a:extLst>
                <a:ext uri="{FF2B5EF4-FFF2-40B4-BE49-F238E27FC236}">
                  <a16:creationId xmlns:a16="http://schemas.microsoft.com/office/drawing/2014/main" id="{11D23205-8B62-49CE-AF7D-2903DADB0561}"/>
                </a:ext>
              </a:extLst>
            </p:cNvPr>
            <p:cNvSpPr/>
            <p:nvPr/>
          </p:nvSpPr>
          <p:spPr>
            <a:xfrm>
              <a:off x="140356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5" name="Rectangle 14">
              <a:extLst>
                <a:ext uri="{FF2B5EF4-FFF2-40B4-BE49-F238E27FC236}">
                  <a16:creationId xmlns:a16="http://schemas.microsoft.com/office/drawing/2014/main" id="{FB570848-EB8D-4253-BD20-793EC08F0CBF}"/>
                </a:ext>
              </a:extLst>
            </p:cNvPr>
            <p:cNvSpPr/>
            <p:nvPr/>
          </p:nvSpPr>
          <p:spPr>
            <a:xfrm>
              <a:off x="2458390"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6" name="Rectangle 15">
              <a:extLst>
                <a:ext uri="{FF2B5EF4-FFF2-40B4-BE49-F238E27FC236}">
                  <a16:creationId xmlns:a16="http://schemas.microsoft.com/office/drawing/2014/main" id="{4E598F46-1812-4CB1-80E9-B5E76A50D15C}"/>
                </a:ext>
              </a:extLst>
            </p:cNvPr>
            <p:cNvSpPr/>
            <p:nvPr/>
          </p:nvSpPr>
          <p:spPr>
            <a:xfrm>
              <a:off x="3513213"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7" name="Rectangle 16">
              <a:extLst>
                <a:ext uri="{FF2B5EF4-FFF2-40B4-BE49-F238E27FC236}">
                  <a16:creationId xmlns:a16="http://schemas.microsoft.com/office/drawing/2014/main" id="{BC35BB53-A6B8-4AA3-8FFC-5EA86B47108B}"/>
                </a:ext>
              </a:extLst>
            </p:cNvPr>
            <p:cNvSpPr/>
            <p:nvPr/>
          </p:nvSpPr>
          <p:spPr>
            <a:xfrm>
              <a:off x="4568036"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Rectangle 17">
              <a:extLst>
                <a:ext uri="{FF2B5EF4-FFF2-40B4-BE49-F238E27FC236}">
                  <a16:creationId xmlns:a16="http://schemas.microsoft.com/office/drawing/2014/main" id="{0BC45D9F-6B8B-45D7-81D4-9839776F75C0}"/>
                </a:ext>
              </a:extLst>
            </p:cNvPr>
            <p:cNvSpPr/>
            <p:nvPr/>
          </p:nvSpPr>
          <p:spPr>
            <a:xfrm>
              <a:off x="562285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Tree>
    <p:extLst>
      <p:ext uri="{BB962C8B-B14F-4D97-AF65-F5344CB8AC3E}">
        <p14:creationId xmlns:p14="http://schemas.microsoft.com/office/powerpoint/2010/main" val="296670906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576EE-E1E1-A149-A89D-895A9F7A2505}"/>
              </a:ext>
            </a:extLst>
          </p:cNvPr>
          <p:cNvSpPr>
            <a:spLocks noGrp="1"/>
          </p:cNvSpPr>
          <p:nvPr>
            <p:ph type="title"/>
          </p:nvPr>
        </p:nvSpPr>
        <p:spPr>
          <a:xfrm>
            <a:off x="336854" y="445961"/>
            <a:ext cx="8479228" cy="591444"/>
          </a:xfrm>
          <a:prstGeom prst="rect">
            <a:avLst/>
          </a:prstGeom>
        </p:spPr>
        <p:txBody>
          <a:bodyPr vert="horz" lIns="0" tIns="0" rIns="0" bIns="0" rtlCol="0" anchor="t" anchorCtr="0">
            <a:noAutofit/>
          </a:bodyPr>
          <a:lstStyle/>
          <a:p>
            <a:r>
              <a:rPr lang="en-US"/>
              <a:t>Headline in Arial 32pt</a:t>
            </a:r>
          </a:p>
        </p:txBody>
      </p:sp>
      <p:sp>
        <p:nvSpPr>
          <p:cNvPr id="3" name="Text Placeholder 2">
            <a:extLst>
              <a:ext uri="{FF2B5EF4-FFF2-40B4-BE49-F238E27FC236}">
                <a16:creationId xmlns:a16="http://schemas.microsoft.com/office/drawing/2014/main" id="{ED00A704-6E34-8546-AF8E-A05DA2C9E877}"/>
              </a:ext>
            </a:extLst>
          </p:cNvPr>
          <p:cNvSpPr>
            <a:spLocks noGrp="1"/>
          </p:cNvSpPr>
          <p:nvPr>
            <p:ph type="body" idx="1"/>
          </p:nvPr>
        </p:nvSpPr>
        <p:spPr>
          <a:xfrm>
            <a:off x="336853" y="1402827"/>
            <a:ext cx="8479228" cy="3009900"/>
          </a:xfrm>
          <a:prstGeom prst="rect">
            <a:avLst/>
          </a:prstGeom>
        </p:spPr>
        <p:txBody>
          <a:bodyPr vert="horz" lIns="18288"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0841231-D487-EE4C-950F-E9DCF862D484}"/>
              </a:ext>
            </a:extLst>
          </p:cNvPr>
          <p:cNvSpPr>
            <a:spLocks noGrp="1"/>
          </p:cNvSpPr>
          <p:nvPr>
            <p:ph type="ftr" sz="quarter" idx="3"/>
          </p:nvPr>
        </p:nvSpPr>
        <p:spPr>
          <a:xfrm>
            <a:off x="573216" y="4839652"/>
            <a:ext cx="2468429" cy="123111"/>
          </a:xfrm>
          <a:prstGeom prst="rect">
            <a:avLst/>
          </a:prstGeom>
        </p:spPr>
        <p:txBody>
          <a:bodyPr vert="horz" lIns="0" tIns="45720" rIns="0" bIns="45720" rtlCol="0" anchor="ctr">
            <a:noAutofit/>
          </a:bodyPr>
          <a:lstStyle>
            <a:lvl1pPr algn="l">
              <a:defRPr sz="800">
                <a:solidFill>
                  <a:schemeClr val="tx1">
                    <a:tint val="75000"/>
                  </a:schemeClr>
                </a:solidFill>
              </a:defRPr>
            </a:lvl1pPr>
          </a:lstStyle>
          <a:p>
            <a:r>
              <a:rPr lang="en-US"/>
              <a:t>Presentation Name or Footer Copy</a:t>
            </a:r>
          </a:p>
        </p:txBody>
      </p:sp>
      <p:grpSp>
        <p:nvGrpSpPr>
          <p:cNvPr id="6" name="Group 5">
            <a:extLst>
              <a:ext uri="{FF2B5EF4-FFF2-40B4-BE49-F238E27FC236}">
                <a16:creationId xmlns:a16="http://schemas.microsoft.com/office/drawing/2014/main" id="{35D89684-FA84-A54D-81D7-CDE249043352}"/>
              </a:ext>
            </a:extLst>
          </p:cNvPr>
          <p:cNvGrpSpPr/>
          <p:nvPr userDrawn="1"/>
        </p:nvGrpSpPr>
        <p:grpSpPr>
          <a:xfrm>
            <a:off x="2" y="-412162"/>
            <a:ext cx="9171213" cy="215893"/>
            <a:chOff x="2" y="194089"/>
            <a:chExt cx="9171213" cy="215893"/>
          </a:xfrm>
        </p:grpSpPr>
        <p:sp>
          <p:nvSpPr>
            <p:cNvPr id="29" name="Text Placeholder 10">
              <a:extLst>
                <a:ext uri="{FF2B5EF4-FFF2-40B4-BE49-F238E27FC236}">
                  <a16:creationId xmlns:a16="http://schemas.microsoft.com/office/drawing/2014/main" id="{BB9D232C-26E9-6E49-ADD6-390FE2EA6D25}"/>
                </a:ext>
              </a:extLst>
            </p:cNvPr>
            <p:cNvSpPr txBox="1">
              <a:spLocks/>
            </p:cNvSpPr>
            <p:nvPr userDrawn="1"/>
          </p:nvSpPr>
          <p:spPr>
            <a:xfrm flipV="1">
              <a:off x="8820729" y="248067"/>
              <a:ext cx="350486"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sp>
          <p:nvSpPr>
            <p:cNvPr id="15" name="Text Placeholder 10">
              <a:extLst>
                <a:ext uri="{FF2B5EF4-FFF2-40B4-BE49-F238E27FC236}">
                  <a16:creationId xmlns:a16="http://schemas.microsoft.com/office/drawing/2014/main" id="{E41C8900-B160-DD4D-B382-C3FD99240882}"/>
                </a:ext>
              </a:extLst>
            </p:cNvPr>
            <p:cNvSpPr txBox="1">
              <a:spLocks/>
            </p:cNvSpPr>
            <p:nvPr/>
          </p:nvSpPr>
          <p:spPr>
            <a:xfrm flipV="1">
              <a:off x="338200" y="248065"/>
              <a:ext cx="8479229" cy="107935"/>
            </a:xfrm>
            <a:prstGeom prst="rect">
              <a:avLst/>
            </a:prstGeom>
            <a:solidFill>
              <a:schemeClr val="bg2">
                <a:lumMod val="40000"/>
                <a:lumOff val="60000"/>
                <a:alpha val="60000"/>
              </a:schemeClr>
            </a:solidFill>
          </p:spPr>
          <p:txBody>
            <a:bodyPr wrap="none" lIns="0" tIns="0" rIns="0" bIns="0" anchor="ctr">
              <a:noAutofit/>
            </a:bodyPr>
            <a:lstStyle>
              <a:defPPr>
                <a:defRPr lang="en-US"/>
              </a:defPPr>
              <a:lvl1pPr indent="0" algn="ctr" defTabSz="914377">
                <a:lnSpc>
                  <a:spcPct val="90000"/>
                </a:lnSpc>
                <a:spcBef>
                  <a:spcPts val="2400"/>
                </a:spcBef>
                <a:buFont typeface="Arial" panose="020B0604020202020204" pitchFamily="34" charset="0"/>
                <a:buNone/>
                <a:defRPr sz="600" b="1" spc="0" baseline="0">
                  <a:solidFill>
                    <a:schemeClr val="accent3"/>
                  </a:solidFill>
                  <a:latin typeface="Helvetica Now for IB Micro Bold" panose="020B0504030202020204" pitchFamily="34" charset="77"/>
                </a:defRPr>
              </a:lvl1pPr>
              <a:lvl2pPr marL="0" indent="0" defTabSz="914377">
                <a:lnSpc>
                  <a:spcPct val="90000"/>
                </a:lnSpc>
                <a:spcBef>
                  <a:spcPts val="1600"/>
                </a:spcBef>
                <a:spcAft>
                  <a:spcPts val="800"/>
                </a:spcAft>
                <a:buFont typeface="Arial" panose="020B0604020202020204" pitchFamily="34" charset="0"/>
                <a:buNone/>
                <a:defRPr sz="1000" spc="0" baseline="0">
                  <a:latin typeface="Helvetica Now for IB Display" panose="020B0504030202020204" pitchFamily="34" charset="0"/>
                </a:defRPr>
              </a:lvl2pPr>
              <a:lvl3pPr marL="0" indent="0" defTabSz="914377">
                <a:lnSpc>
                  <a:spcPct val="90000"/>
                </a:lnSpc>
                <a:spcBef>
                  <a:spcPts val="1600"/>
                </a:spcBef>
                <a:buFont typeface="Arial" panose="020B0604020202020204" pitchFamily="34" charset="0"/>
                <a:buNone/>
                <a:defRPr sz="1000" b="1" cap="all" spc="0" baseline="0">
                  <a:solidFill>
                    <a:schemeClr val="tx2"/>
                  </a:solidFill>
                  <a:latin typeface="Helvetica Now for IB Micro Bold" panose="020B0504030202020204" pitchFamily="34" charset="0"/>
                </a:defRPr>
              </a:lvl3pPr>
              <a:lvl4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4pPr>
              <a:lvl5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endParaRPr lang="en-US" b="1" i="0">
                <a:latin typeface="Arial" panose="020B0604020202020204" pitchFamily="34" charset="0"/>
              </a:endParaRPr>
            </a:p>
          </p:txBody>
        </p:sp>
        <p:sp>
          <p:nvSpPr>
            <p:cNvPr id="16" name="Text Placeholder 10">
              <a:extLst>
                <a:ext uri="{FF2B5EF4-FFF2-40B4-BE49-F238E27FC236}">
                  <a16:creationId xmlns:a16="http://schemas.microsoft.com/office/drawing/2014/main" id="{0B245863-4E0B-1845-B865-6793A26D101A}"/>
                </a:ext>
              </a:extLst>
            </p:cNvPr>
            <p:cNvSpPr txBox="1">
              <a:spLocks/>
            </p:cNvSpPr>
            <p:nvPr userDrawn="1"/>
          </p:nvSpPr>
          <p:spPr>
            <a:xfrm flipV="1">
              <a:off x="2" y="248065"/>
              <a:ext cx="338694"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cxnSp>
          <p:nvCxnSpPr>
            <p:cNvPr id="28" name="Straight Connector 27">
              <a:extLst>
                <a:ext uri="{FF2B5EF4-FFF2-40B4-BE49-F238E27FC236}">
                  <a16:creationId xmlns:a16="http://schemas.microsoft.com/office/drawing/2014/main" id="{9261D5C8-8CCB-5341-B5FE-6102639BE8F2}"/>
                </a:ext>
              </a:extLst>
            </p:cNvPr>
            <p:cNvCxnSpPr>
              <a:cxnSpLocks/>
            </p:cNvCxnSpPr>
            <p:nvPr userDrawn="1"/>
          </p:nvCxnSpPr>
          <p:spPr>
            <a:xfrm flipV="1">
              <a:off x="8820233"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556939-1FE2-F546-B5B3-01B749456074}"/>
                </a:ext>
              </a:extLst>
            </p:cNvPr>
            <p:cNvCxnSpPr>
              <a:cxnSpLocks/>
            </p:cNvCxnSpPr>
            <p:nvPr userDrawn="1"/>
          </p:nvCxnSpPr>
          <p:spPr>
            <a:xfrm flipV="1">
              <a:off x="3037540"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58F464-F09F-384F-BEFD-D27F30BB0084}"/>
                </a:ext>
              </a:extLst>
            </p:cNvPr>
            <p:cNvCxnSpPr>
              <a:cxnSpLocks/>
            </p:cNvCxnSpPr>
            <p:nvPr userDrawn="1"/>
          </p:nvCxnSpPr>
          <p:spPr>
            <a:xfrm flipV="1">
              <a:off x="6093561"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F03A5D-AC40-3443-9B33-88AB45D92373}"/>
                </a:ext>
              </a:extLst>
            </p:cNvPr>
            <p:cNvCxnSpPr>
              <a:cxnSpLocks/>
            </p:cNvCxnSpPr>
            <p:nvPr userDrawn="1"/>
          </p:nvCxnSpPr>
          <p:spPr>
            <a:xfrm flipV="1">
              <a:off x="182212"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7A2BFC2-6B30-284A-BCAB-BE2357283861}"/>
                </a:ext>
              </a:extLst>
            </p:cNvPr>
            <p:cNvCxnSpPr>
              <a:cxnSpLocks/>
            </p:cNvCxnSpPr>
            <p:nvPr userDrawn="1"/>
          </p:nvCxnSpPr>
          <p:spPr>
            <a:xfrm flipV="1">
              <a:off x="336853" y="194089"/>
              <a:ext cx="0" cy="215893"/>
            </a:xfrm>
            <a:prstGeom prst="line">
              <a:avLst/>
            </a:prstGeom>
            <a:ln w="12700" cap="flat">
              <a:solidFill>
                <a:schemeClr val="accent2">
                  <a:lumMod val="50000"/>
                  <a:lumOff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CF8B45CB-166E-8945-84C0-388647F3F97B}"/>
              </a:ext>
            </a:extLst>
          </p:cNvPr>
          <p:cNvGrpSpPr/>
          <p:nvPr userDrawn="1"/>
        </p:nvGrpSpPr>
        <p:grpSpPr>
          <a:xfrm>
            <a:off x="-381610" y="239850"/>
            <a:ext cx="256479" cy="4538299"/>
            <a:chOff x="-763200" y="239850"/>
            <a:chExt cx="360000" cy="4538299"/>
          </a:xfrm>
        </p:grpSpPr>
        <p:cxnSp>
          <p:nvCxnSpPr>
            <p:cNvPr id="39" name="Straight Connector 38">
              <a:extLst>
                <a:ext uri="{FF2B5EF4-FFF2-40B4-BE49-F238E27FC236}">
                  <a16:creationId xmlns:a16="http://schemas.microsoft.com/office/drawing/2014/main" id="{FFE5489C-8E3A-6343-89FD-0ACB1E1A5A4C}"/>
                </a:ext>
              </a:extLst>
            </p:cNvPr>
            <p:cNvCxnSpPr>
              <a:cxnSpLocks/>
            </p:cNvCxnSpPr>
            <p:nvPr/>
          </p:nvCxnSpPr>
          <p:spPr>
            <a:xfrm>
              <a:off x="-763200" y="442993"/>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27A8A3-8324-0946-AD3B-D094867EBA20}"/>
                </a:ext>
              </a:extLst>
            </p:cNvPr>
            <p:cNvCxnSpPr>
              <a:cxnSpLocks/>
            </p:cNvCxnSpPr>
            <p:nvPr userDrawn="1"/>
          </p:nvCxnSpPr>
          <p:spPr>
            <a:xfrm>
              <a:off x="-763200" y="962325"/>
              <a:ext cx="360000" cy="0"/>
            </a:xfrm>
            <a:prstGeom prst="line">
              <a:avLst/>
            </a:prstGeom>
            <a:ln w="12700" cap="flat">
              <a:solidFill>
                <a:schemeClr val="tx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F98CA01-43A1-4541-A68C-5242AFF8F1C4}"/>
                </a:ext>
              </a:extLst>
            </p:cNvPr>
            <p:cNvCxnSpPr>
              <a:cxnSpLocks/>
            </p:cNvCxnSpPr>
            <p:nvPr userDrawn="1"/>
          </p:nvCxnSpPr>
          <p:spPr>
            <a:xfrm>
              <a:off x="-763200" y="4778149"/>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D5C9F0-37CC-F441-8755-22DA61A98AF6}"/>
                </a:ext>
              </a:extLst>
            </p:cNvPr>
            <p:cNvCxnSpPr>
              <a:cxnSpLocks/>
            </p:cNvCxnSpPr>
            <p:nvPr userDrawn="1"/>
          </p:nvCxnSpPr>
          <p:spPr>
            <a:xfrm>
              <a:off x="-763200" y="239850"/>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7" name="Slide Number Placeholder 5">
            <a:extLst>
              <a:ext uri="{FF2B5EF4-FFF2-40B4-BE49-F238E27FC236}">
                <a16:creationId xmlns:a16="http://schemas.microsoft.com/office/drawing/2014/main" id="{0F1FC515-AD99-A8E8-7ECC-D98D2250E36A}"/>
              </a:ext>
            </a:extLst>
          </p:cNvPr>
          <p:cNvSpPr>
            <a:spLocks noGrp="1"/>
          </p:cNvSpPr>
          <p:nvPr>
            <p:ph type="sldNum" sz="quarter" idx="4"/>
          </p:nvPr>
        </p:nvSpPr>
        <p:spPr>
          <a:xfrm>
            <a:off x="348744" y="4844415"/>
            <a:ext cx="228600" cy="123111"/>
          </a:xfrm>
          <a:prstGeom prst="rect">
            <a:avLst/>
          </a:prstGeom>
        </p:spPr>
        <p:txBody>
          <a:bodyPr lIns="0" tIns="0" rIns="0" bIns="0" anchor="ctr" anchorCtr="0">
            <a:noAutofit/>
          </a:bodyPr>
          <a:lstStyle>
            <a:lvl1pPr algn="l">
              <a:defRPr sz="900" b="1" i="0">
                <a:solidFill>
                  <a:schemeClr val="tx2"/>
                </a:solidFill>
                <a:latin typeface="Arial" panose="020B0604020202020204" pitchFamily="34" charset="0"/>
                <a:cs typeface="Arial" panose="020B0604020202020204" pitchFamily="34" charset="0"/>
              </a:defRPr>
            </a:lvl1pPr>
          </a:lstStyle>
          <a:p>
            <a:fld id="{20A31C1A-45A8-416D-9FA8-F2195AEE34B7}" type="slidenum">
              <a:rPr lang="en-US" smtClean="0"/>
              <a:pPr/>
              <a:t>‹Nº›</a:t>
            </a:fld>
            <a:endParaRPr lang="en-US"/>
          </a:p>
        </p:txBody>
      </p:sp>
    </p:spTree>
    <p:extLst>
      <p:ext uri="{BB962C8B-B14F-4D97-AF65-F5344CB8AC3E}">
        <p14:creationId xmlns:p14="http://schemas.microsoft.com/office/powerpoint/2010/main" val="3546770547"/>
      </p:ext>
    </p:extLst>
  </p:cSld>
  <p:clrMap bg1="lt1" tx1="dk1" bg2="lt2" tx2="dk2" accent1="accent1" accent2="accent2" accent3="accent3" accent4="accent4" accent5="accent5" accent6="accent6" hlink="hlink" folHlink="folHlink"/>
  <p:sldLayoutIdLst>
    <p:sldLayoutId id="2147483727" r:id="rId1"/>
    <p:sldLayoutId id="2147483839" r:id="rId2"/>
    <p:sldLayoutId id="2147483805" r:id="rId3"/>
    <p:sldLayoutId id="2147483726" r:id="rId4"/>
    <p:sldLayoutId id="2147483806" r:id="rId5"/>
    <p:sldLayoutId id="2147483738" r:id="rId6"/>
    <p:sldLayoutId id="2147483739" r:id="rId7"/>
    <p:sldLayoutId id="2147483798" r:id="rId8"/>
    <p:sldLayoutId id="2147483755" r:id="rId9"/>
    <p:sldLayoutId id="2147483807" r:id="rId10"/>
    <p:sldLayoutId id="2147483810" r:id="rId11"/>
    <p:sldLayoutId id="2147483809" r:id="rId12"/>
    <p:sldLayoutId id="2147483754" r:id="rId13"/>
    <p:sldLayoutId id="2147483744" r:id="rId14"/>
    <p:sldLayoutId id="2147483745" r:id="rId15"/>
    <p:sldLayoutId id="2147483753" r:id="rId16"/>
    <p:sldLayoutId id="2147483811" r:id="rId17"/>
    <p:sldLayoutId id="2147483813" r:id="rId18"/>
    <p:sldLayoutId id="2147483812" r:id="rId19"/>
    <p:sldLayoutId id="2147483737" r:id="rId20"/>
    <p:sldLayoutId id="2147483740" r:id="rId21"/>
    <p:sldLayoutId id="2147483741" r:id="rId22"/>
    <p:sldLayoutId id="2147483803" r:id="rId23"/>
    <p:sldLayoutId id="2147483804" r:id="rId24"/>
    <p:sldLayoutId id="2147483749" r:id="rId25"/>
    <p:sldLayoutId id="2147483750" r:id="rId26"/>
    <p:sldLayoutId id="2147483751" r:id="rId27"/>
    <p:sldLayoutId id="2147483752" r:id="rId28"/>
    <p:sldLayoutId id="2147483783" r:id="rId29"/>
    <p:sldLayoutId id="2147483719" r:id="rId30"/>
    <p:sldLayoutId id="2147483733" r:id="rId31"/>
    <p:sldLayoutId id="2147483802" r:id="rId32"/>
    <p:sldLayoutId id="2147483730" r:id="rId33"/>
    <p:sldLayoutId id="2147483780" r:id="rId34"/>
    <p:sldLayoutId id="2147483779" r:id="rId35"/>
    <p:sldLayoutId id="2147483778" r:id="rId36"/>
    <p:sldLayoutId id="2147483777" r:id="rId37"/>
    <p:sldLayoutId id="2147483761" r:id="rId38"/>
    <p:sldLayoutId id="2147483766" r:id="rId39"/>
    <p:sldLayoutId id="2147483781" r:id="rId40"/>
    <p:sldLayoutId id="2147483767" r:id="rId41"/>
    <p:sldLayoutId id="2147483760" r:id="rId42"/>
    <p:sldLayoutId id="2147483782" r:id="rId43"/>
    <p:sldLayoutId id="2147483769" r:id="rId44"/>
    <p:sldLayoutId id="2147483747" r:id="rId45"/>
    <p:sldLayoutId id="2147483735" r:id="rId46"/>
    <p:sldLayoutId id="2147483764" r:id="rId47"/>
    <p:sldLayoutId id="2147483799" r:id="rId48"/>
    <p:sldLayoutId id="2147483765" r:id="rId49"/>
    <p:sldLayoutId id="2147483790" r:id="rId50"/>
    <p:sldLayoutId id="2147483791" r:id="rId51"/>
    <p:sldLayoutId id="2147483816" r:id="rId52"/>
    <p:sldLayoutId id="2147483817" r:id="rId53"/>
    <p:sldLayoutId id="2147483792" r:id="rId54"/>
    <p:sldLayoutId id="2147483771" r:id="rId55"/>
    <p:sldLayoutId id="2147483797" r:id="rId56"/>
    <p:sldLayoutId id="2147483775" r:id="rId57"/>
    <p:sldLayoutId id="2147483772" r:id="rId58"/>
    <p:sldLayoutId id="2147483774" r:id="rId59"/>
    <p:sldLayoutId id="2147483784" r:id="rId60"/>
    <p:sldLayoutId id="2147483785" r:id="rId61"/>
    <p:sldLayoutId id="2147483814" r:id="rId62"/>
    <p:sldLayoutId id="2147483786" r:id="rId63"/>
    <p:sldLayoutId id="2147483815" r:id="rId64"/>
    <p:sldLayoutId id="2147483787" r:id="rId65"/>
    <p:sldLayoutId id="2147483836" r:id="rId66"/>
    <p:sldLayoutId id="2147483837" r:id="rId67"/>
    <p:sldLayoutId id="2147483838" r:id="rId68"/>
    <p:sldLayoutId id="2147483789" r:id="rId69"/>
    <p:sldLayoutId id="2147483788" r:id="rId70"/>
    <p:sldLayoutId id="2147483834" r:id="rId71"/>
    <p:sldLayoutId id="2147483833" r:id="rId72"/>
    <p:sldLayoutId id="2147483832" r:id="rId73"/>
    <p:sldLayoutId id="2147483835" r:id="rId74"/>
    <p:sldLayoutId id="2147483793" r:id="rId75"/>
    <p:sldLayoutId id="2147483794" r:id="rId76"/>
    <p:sldLayoutId id="2147483795" r:id="rId77"/>
    <p:sldLayoutId id="2147483831" r:id="rId78"/>
    <p:sldLayoutId id="2147483796" r:id="rId79"/>
    <p:sldLayoutId id="2147483703" r:id="rId80"/>
    <p:sldLayoutId id="2147483840" r:id="rId81"/>
  </p:sldLayoutIdLst>
  <p:hf hdr="0" dt="0"/>
  <p:txStyles>
    <p:title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p:titleStyle>
    <p:body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34" userDrawn="1">
          <p15:clr>
            <a:srgbClr val="F26B43"/>
          </p15:clr>
        </p15:guide>
        <p15:guide id="4" pos="5526" userDrawn="1">
          <p15:clr>
            <a:srgbClr val="F26B43"/>
          </p15:clr>
        </p15:guide>
        <p15:guide id="5" orient="horz" pos="2940" userDrawn="1">
          <p15:clr>
            <a:srgbClr val="F26B43"/>
          </p15:clr>
        </p15:guide>
        <p15:guide id="6" orient="horz" pos="300" userDrawn="1">
          <p15:clr>
            <a:srgbClr val="F26B43"/>
          </p15:clr>
        </p15:guide>
        <p15:guide id="7" orient="horz" pos="1044" userDrawn="1">
          <p15:clr>
            <a:srgbClr val="F26B43"/>
          </p15:clr>
        </p15:guide>
        <p15:guide id="9" pos="1548" userDrawn="1">
          <p15:clr>
            <a:srgbClr val="F26B43"/>
          </p15:clr>
        </p15:guide>
        <p15:guide id="10" pos="4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jpe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hyperlink" Target="https://brandcentral.zoetis.com/bms/" TargetMode="External"/><Relationship Id="rId2" Type="http://schemas.openxmlformats.org/officeDocument/2006/relationships/hyperlink" Target="https://brandcentral.zoetis.com/bms/damui/?category=3869&amp;panel=info" TargetMode="Externa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hyperlink" Target="https://brandcentral.zoetis.com/bms" TargetMode="External"/><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3" Type="http://schemas.openxmlformats.org/officeDocument/2006/relationships/hyperlink" Target="https://brandcentral.zoetis.com/bms" TargetMode="External"/><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29.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9.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slides/_rels/slide2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48.png"/><Relationship Id="rId1" Type="http://schemas.openxmlformats.org/officeDocument/2006/relationships/slideLayout" Target="../slideLayouts/slideLayout29.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2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image" Target="../media/image52.png"/><Relationship Id="rId1" Type="http://schemas.openxmlformats.org/officeDocument/2006/relationships/slideLayout" Target="../slideLayouts/slideLayout23.xml"/><Relationship Id="rId6" Type="http://schemas.openxmlformats.org/officeDocument/2006/relationships/image" Target="../media/image56.png"/><Relationship Id="rId11" Type="http://schemas.openxmlformats.org/officeDocument/2006/relationships/image" Target="../media/image61.svg"/><Relationship Id="rId5" Type="http://schemas.openxmlformats.org/officeDocument/2006/relationships/image" Target="../media/image55.sv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svg"/></Relationships>
</file>

<file path=ppt/slides/_rels/slide2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image" Target="../media/image52.png"/><Relationship Id="rId1" Type="http://schemas.openxmlformats.org/officeDocument/2006/relationships/slideLayout" Target="../slideLayouts/slideLayout24.xml"/><Relationship Id="rId6" Type="http://schemas.openxmlformats.org/officeDocument/2006/relationships/image" Target="../media/image56.png"/><Relationship Id="rId11" Type="http://schemas.openxmlformats.org/officeDocument/2006/relationships/image" Target="../media/image63.svg"/><Relationship Id="rId5" Type="http://schemas.openxmlformats.org/officeDocument/2006/relationships/image" Target="../media/image55.svg"/><Relationship Id="rId10" Type="http://schemas.openxmlformats.org/officeDocument/2006/relationships/image" Target="../media/image62.png"/><Relationship Id="rId4" Type="http://schemas.openxmlformats.org/officeDocument/2006/relationships/image" Target="../media/image54.png"/><Relationship Id="rId9" Type="http://schemas.openxmlformats.org/officeDocument/2006/relationships/image" Target="../media/image59.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5.jpe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7.jpeg"/><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8.jpe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42.xml"/><Relationship Id="rId4" Type="http://schemas.openxmlformats.org/officeDocument/2006/relationships/image" Target="../media/image71.jpeg"/></Relationships>
</file>

<file path=ppt/slides/_rels/slide46.xml.rels><?xml version="1.0" encoding="UTF-8" standalone="yes"?>
<Relationships xmlns="http://schemas.openxmlformats.org/package/2006/relationships"><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png"/><Relationship Id="rId1" Type="http://schemas.openxmlformats.org/officeDocument/2006/relationships/slideLayout" Target="../slideLayouts/slideLayout43.xml"/><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image" Target="../media/image78.png"/><Relationship Id="rId1" Type="http://schemas.openxmlformats.org/officeDocument/2006/relationships/slideLayout" Target="../slideLayouts/slideLayout48.xml"/><Relationship Id="rId6" Type="http://schemas.openxmlformats.org/officeDocument/2006/relationships/image" Target="../media/image82.png"/><Relationship Id="rId5" Type="http://schemas.openxmlformats.org/officeDocument/2006/relationships/image" Target="../media/image81.svg"/><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svg"/><Relationship Id="rId7" Type="http://schemas.openxmlformats.org/officeDocument/2006/relationships/image" Target="../media/image89.svg"/><Relationship Id="rId2" Type="http://schemas.openxmlformats.org/officeDocument/2006/relationships/image" Target="../media/image84.png"/><Relationship Id="rId1" Type="http://schemas.openxmlformats.org/officeDocument/2006/relationships/slideLayout" Target="../slideLayouts/slideLayout30.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png"/><Relationship Id="rId9" Type="http://schemas.openxmlformats.org/officeDocument/2006/relationships/image" Target="../media/image91.svg"/></Relationships>
</file>

<file path=ppt/slides/_rels/slide51.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2.jpeg"/><Relationship Id="rId7" Type="http://schemas.openxmlformats.org/officeDocument/2006/relationships/image" Target="../media/image95.png"/><Relationship Id="rId12" Type="http://schemas.openxmlformats.org/officeDocument/2006/relationships/image" Target="../media/image100.svg"/><Relationship Id="rId2" Type="http://schemas.openxmlformats.org/officeDocument/2006/relationships/notesSlide" Target="../notesSlides/notesSlide15.xml"/><Relationship Id="rId1" Type="http://schemas.openxmlformats.org/officeDocument/2006/relationships/slideLayout" Target="../slideLayouts/slideLayout33.xml"/><Relationship Id="rId6" Type="http://schemas.openxmlformats.org/officeDocument/2006/relationships/image" Target="../media/image94.svg"/><Relationship Id="rId11" Type="http://schemas.openxmlformats.org/officeDocument/2006/relationships/image" Target="../media/image99.png"/><Relationship Id="rId5" Type="http://schemas.openxmlformats.org/officeDocument/2006/relationships/image" Target="../media/image93.png"/><Relationship Id="rId10" Type="http://schemas.openxmlformats.org/officeDocument/2006/relationships/image" Target="../media/image98.svg"/><Relationship Id="rId4" Type="http://schemas.openxmlformats.org/officeDocument/2006/relationships/image" Target="../media/image1.emf"/><Relationship Id="rId9" Type="http://schemas.openxmlformats.org/officeDocument/2006/relationships/image" Target="../media/image9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52.xml"/></Relationships>
</file>

<file path=ppt/slides/_rels/slide6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53.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54.xml"/></Relationships>
</file>

<file path=ppt/slides/_rels/slide6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5.xml"/></Relationships>
</file>

<file path=ppt/slides/_rels/slide6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58.xml"/></Relationships>
</file>

<file path=ppt/slides/_rels/slide6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6.xml"/></Relationships>
</file>

<file path=ppt/slides/_rels/slide6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7.xml"/><Relationship Id="rId4" Type="http://schemas.openxmlformats.org/officeDocument/2006/relationships/image" Target="../media/image1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31.xml"/><Relationship Id="rId4" Type="http://schemas.openxmlformats.org/officeDocument/2006/relationships/image" Target="../media/image115.sv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6.jpeg"/><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1.emf"/></Relationships>
</file>

<file path=ppt/slides/_rels/slide84.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7.xml"/><Relationship Id="rId1" Type="http://schemas.openxmlformats.org/officeDocument/2006/relationships/slideLayout" Target="../slideLayouts/slideLayout42.xml"/><Relationship Id="rId5" Type="http://schemas.openxmlformats.org/officeDocument/2006/relationships/image" Target="../media/image121.jpeg"/><Relationship Id="rId4" Type="http://schemas.openxmlformats.org/officeDocument/2006/relationships/image" Target="../media/image120.jpeg"/></Relationships>
</file>

<file path=ppt/slides/_rels/slide86.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8.xml"/><Relationship Id="rId1" Type="http://schemas.openxmlformats.org/officeDocument/2006/relationships/slideLayout" Target="../slideLayouts/slideLayout33.xml"/><Relationship Id="rId4" Type="http://schemas.openxmlformats.org/officeDocument/2006/relationships/image" Target="../media/image1.emf"/></Relationships>
</file>

<file path=ppt/slides/_rels/slide8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3.jpeg"/><Relationship Id="rId1" Type="http://schemas.openxmlformats.org/officeDocument/2006/relationships/slideLayout" Target="../slideLayouts/slideLayout3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4.jpeg"/><Relationship Id="rId1" Type="http://schemas.openxmlformats.org/officeDocument/2006/relationships/slideLayout" Target="../slideLayouts/slideLayout40.xml"/></Relationships>
</file>

<file path=ppt/slides/_rels/slide9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emf"/><Relationship Id="rId7" Type="http://schemas.openxmlformats.org/officeDocument/2006/relationships/image" Target="../media/image129.svg"/><Relationship Id="rId2" Type="http://schemas.openxmlformats.org/officeDocument/2006/relationships/image" Target="../media/image125.jpeg"/><Relationship Id="rId1" Type="http://schemas.openxmlformats.org/officeDocument/2006/relationships/slideLayout" Target="../slideLayouts/slideLayout40.xml"/><Relationship Id="rId6" Type="http://schemas.openxmlformats.org/officeDocument/2006/relationships/image" Target="../media/image128.png"/><Relationship Id="rId5" Type="http://schemas.openxmlformats.org/officeDocument/2006/relationships/image" Target="../media/image127.svg"/><Relationship Id="rId4" Type="http://schemas.openxmlformats.org/officeDocument/2006/relationships/image" Target="../media/image126.png"/><Relationship Id="rId9" Type="http://schemas.openxmlformats.org/officeDocument/2006/relationships/image" Target="../media/image131.svg"/></Relationships>
</file>

<file path=ppt/slides/_rels/slide9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0.xml"/></Relationships>
</file>

<file path=ppt/slides/_rels/slide9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30.xml"/><Relationship Id="rId5" Type="http://schemas.openxmlformats.org/officeDocument/2006/relationships/chart" Target="../charts/chart5.xml"/><Relationship Id="rId4" Type="http://schemas.openxmlformats.org/officeDocument/2006/relationships/chart" Target="../charts/chart4.xml"/></Relationships>
</file>

<file path=ppt/slides/_rels/slide9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0.xml"/></Relationships>
</file>

<file path=ppt/slides/_rels/slide9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30.xml"/></Relationships>
</file>

<file path=ppt/slides/_rels/slide9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30.xml"/><Relationship Id="rId5" Type="http://schemas.openxmlformats.org/officeDocument/2006/relationships/chart" Target="../charts/chart11.xml"/><Relationship Id="rId4" Type="http://schemas.openxmlformats.org/officeDocument/2006/relationships/chart" Target="../charts/chart10.xml"/></Relationships>
</file>

<file path=ppt/slides/_rels/slide9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30.xml"/></Relationships>
</file>

<file path=ppt/slides/_rels/slide9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30.xml"/></Relationships>
</file>

<file path=ppt/slides/_rels/slide10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30.xml"/><Relationship Id="rId4" Type="http://schemas.openxmlformats.org/officeDocument/2006/relationships/chart" Target="../charts/chart17.xml"/></Relationships>
</file>

<file path=ppt/slides/_rels/slide101.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30.xml"/></Relationships>
</file>

<file path=ppt/slides/_rels/slide102.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0.xml"/><Relationship Id="rId4" Type="http://schemas.openxmlformats.org/officeDocument/2006/relationships/chart" Target="../charts/chart21.xml"/></Relationships>
</file>

<file path=ppt/slides/_rels/slide103.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30.xml"/><Relationship Id="rId4" Type="http://schemas.openxmlformats.org/officeDocument/2006/relationships/chart" Target="../charts/chart24.xml"/></Relationships>
</file>

<file path=ppt/slides/_rels/slide104.xml.rels><?xml version="1.0" encoding="UTF-8" standalone="yes"?>
<Relationships xmlns="http://schemas.openxmlformats.org/package/2006/relationships"><Relationship Id="rId26" Type="http://schemas.openxmlformats.org/officeDocument/2006/relationships/image" Target="../media/image154.png"/><Relationship Id="rId21" Type="http://schemas.openxmlformats.org/officeDocument/2006/relationships/image" Target="../media/image149.svg"/><Relationship Id="rId42" Type="http://schemas.openxmlformats.org/officeDocument/2006/relationships/image" Target="../media/image168.png"/><Relationship Id="rId47" Type="http://schemas.openxmlformats.org/officeDocument/2006/relationships/image" Target="../media/image171.svg"/><Relationship Id="rId63" Type="http://schemas.openxmlformats.org/officeDocument/2006/relationships/image" Target="../media/image187.svg"/><Relationship Id="rId68" Type="http://schemas.openxmlformats.org/officeDocument/2006/relationships/image" Target="../media/image192.png"/><Relationship Id="rId7" Type="http://schemas.openxmlformats.org/officeDocument/2006/relationships/image" Target="../media/image137.svg"/><Relationship Id="rId71" Type="http://schemas.openxmlformats.org/officeDocument/2006/relationships/image" Target="../media/image195.svg"/><Relationship Id="rId2" Type="http://schemas.openxmlformats.org/officeDocument/2006/relationships/image" Target="../media/image132.png"/><Relationship Id="rId16" Type="http://schemas.openxmlformats.org/officeDocument/2006/relationships/image" Target="../media/image144.png"/><Relationship Id="rId29" Type="http://schemas.openxmlformats.org/officeDocument/2006/relationships/image" Target="../media/image157.svg"/><Relationship Id="rId11" Type="http://schemas.openxmlformats.org/officeDocument/2006/relationships/image" Target="../media/image139.svg"/><Relationship Id="rId24" Type="http://schemas.openxmlformats.org/officeDocument/2006/relationships/image" Target="../media/image152.png"/><Relationship Id="rId32" Type="http://schemas.openxmlformats.org/officeDocument/2006/relationships/image" Target="../media/image160.png"/><Relationship Id="rId37" Type="http://schemas.openxmlformats.org/officeDocument/2006/relationships/image" Target="../media/image165.svg"/><Relationship Id="rId40" Type="http://schemas.openxmlformats.org/officeDocument/2006/relationships/image" Target="../media/image25.png"/><Relationship Id="rId45" Type="http://schemas.openxmlformats.org/officeDocument/2006/relationships/image" Target="../media/image30.svg"/><Relationship Id="rId53" Type="http://schemas.openxmlformats.org/officeDocument/2006/relationships/image" Target="../media/image177.svg"/><Relationship Id="rId58" Type="http://schemas.openxmlformats.org/officeDocument/2006/relationships/image" Target="../media/image182.png"/><Relationship Id="rId66" Type="http://schemas.openxmlformats.org/officeDocument/2006/relationships/image" Target="../media/image190.png"/><Relationship Id="rId5" Type="http://schemas.openxmlformats.org/officeDocument/2006/relationships/image" Target="../media/image135.svg"/><Relationship Id="rId61" Type="http://schemas.openxmlformats.org/officeDocument/2006/relationships/image" Target="../media/image185.svg"/><Relationship Id="rId19" Type="http://schemas.openxmlformats.org/officeDocument/2006/relationships/image" Target="../media/image147.svg"/><Relationship Id="rId14" Type="http://schemas.openxmlformats.org/officeDocument/2006/relationships/image" Target="../media/image142.png"/><Relationship Id="rId22" Type="http://schemas.openxmlformats.org/officeDocument/2006/relationships/image" Target="../media/image150.png"/><Relationship Id="rId27" Type="http://schemas.openxmlformats.org/officeDocument/2006/relationships/image" Target="../media/image155.svg"/><Relationship Id="rId30" Type="http://schemas.openxmlformats.org/officeDocument/2006/relationships/image" Target="../media/image158.png"/><Relationship Id="rId35" Type="http://schemas.openxmlformats.org/officeDocument/2006/relationships/image" Target="../media/image163.svg"/><Relationship Id="rId43" Type="http://schemas.openxmlformats.org/officeDocument/2006/relationships/image" Target="../media/image169.svg"/><Relationship Id="rId48" Type="http://schemas.openxmlformats.org/officeDocument/2006/relationships/image" Target="../media/image172.png"/><Relationship Id="rId56" Type="http://schemas.openxmlformats.org/officeDocument/2006/relationships/image" Target="../media/image180.png"/><Relationship Id="rId64" Type="http://schemas.openxmlformats.org/officeDocument/2006/relationships/image" Target="../media/image188.png"/><Relationship Id="rId69" Type="http://schemas.openxmlformats.org/officeDocument/2006/relationships/image" Target="../media/image193.svg"/><Relationship Id="rId8" Type="http://schemas.openxmlformats.org/officeDocument/2006/relationships/image" Target="../media/image27.png"/><Relationship Id="rId51" Type="http://schemas.openxmlformats.org/officeDocument/2006/relationships/image" Target="../media/image175.svg"/><Relationship Id="rId3" Type="http://schemas.openxmlformats.org/officeDocument/2006/relationships/image" Target="../media/image133.svg"/><Relationship Id="rId12" Type="http://schemas.openxmlformats.org/officeDocument/2006/relationships/image" Target="../media/image140.png"/><Relationship Id="rId17" Type="http://schemas.openxmlformats.org/officeDocument/2006/relationships/image" Target="../media/image145.svg"/><Relationship Id="rId25" Type="http://schemas.openxmlformats.org/officeDocument/2006/relationships/image" Target="../media/image153.svg"/><Relationship Id="rId33" Type="http://schemas.openxmlformats.org/officeDocument/2006/relationships/image" Target="../media/image161.svg"/><Relationship Id="rId38" Type="http://schemas.openxmlformats.org/officeDocument/2006/relationships/image" Target="../media/image166.png"/><Relationship Id="rId46" Type="http://schemas.openxmlformats.org/officeDocument/2006/relationships/image" Target="../media/image170.png"/><Relationship Id="rId59" Type="http://schemas.openxmlformats.org/officeDocument/2006/relationships/image" Target="../media/image183.svg"/><Relationship Id="rId67" Type="http://schemas.openxmlformats.org/officeDocument/2006/relationships/image" Target="../media/image191.svg"/><Relationship Id="rId20" Type="http://schemas.openxmlformats.org/officeDocument/2006/relationships/image" Target="../media/image148.png"/><Relationship Id="rId41" Type="http://schemas.openxmlformats.org/officeDocument/2006/relationships/image" Target="../media/image26.svg"/><Relationship Id="rId54" Type="http://schemas.openxmlformats.org/officeDocument/2006/relationships/image" Target="../media/image178.png"/><Relationship Id="rId62" Type="http://schemas.openxmlformats.org/officeDocument/2006/relationships/image" Target="../media/image186.png"/><Relationship Id="rId70" Type="http://schemas.openxmlformats.org/officeDocument/2006/relationships/image" Target="../media/image194.png"/><Relationship Id="rId1" Type="http://schemas.openxmlformats.org/officeDocument/2006/relationships/slideLayout" Target="../slideLayouts/slideLayout37.xml"/><Relationship Id="rId6" Type="http://schemas.openxmlformats.org/officeDocument/2006/relationships/image" Target="../media/image136.png"/><Relationship Id="rId15" Type="http://schemas.openxmlformats.org/officeDocument/2006/relationships/image" Target="../media/image143.svg"/><Relationship Id="rId23" Type="http://schemas.openxmlformats.org/officeDocument/2006/relationships/image" Target="../media/image151.svg"/><Relationship Id="rId28" Type="http://schemas.openxmlformats.org/officeDocument/2006/relationships/image" Target="../media/image156.png"/><Relationship Id="rId36" Type="http://schemas.openxmlformats.org/officeDocument/2006/relationships/image" Target="../media/image164.png"/><Relationship Id="rId49" Type="http://schemas.openxmlformats.org/officeDocument/2006/relationships/image" Target="../media/image173.svg"/><Relationship Id="rId57" Type="http://schemas.openxmlformats.org/officeDocument/2006/relationships/image" Target="../media/image181.svg"/><Relationship Id="rId10" Type="http://schemas.openxmlformats.org/officeDocument/2006/relationships/image" Target="../media/image138.png"/><Relationship Id="rId31" Type="http://schemas.openxmlformats.org/officeDocument/2006/relationships/image" Target="../media/image159.svg"/><Relationship Id="rId44" Type="http://schemas.openxmlformats.org/officeDocument/2006/relationships/image" Target="../media/image29.png"/><Relationship Id="rId52" Type="http://schemas.openxmlformats.org/officeDocument/2006/relationships/image" Target="../media/image176.png"/><Relationship Id="rId60" Type="http://schemas.openxmlformats.org/officeDocument/2006/relationships/image" Target="../media/image184.png"/><Relationship Id="rId65" Type="http://schemas.openxmlformats.org/officeDocument/2006/relationships/image" Target="../media/image189.svg"/><Relationship Id="rId4" Type="http://schemas.openxmlformats.org/officeDocument/2006/relationships/image" Target="../media/image134.png"/><Relationship Id="rId9" Type="http://schemas.openxmlformats.org/officeDocument/2006/relationships/image" Target="../media/image28.svg"/><Relationship Id="rId13" Type="http://schemas.openxmlformats.org/officeDocument/2006/relationships/image" Target="../media/image141.svg"/><Relationship Id="rId18" Type="http://schemas.openxmlformats.org/officeDocument/2006/relationships/image" Target="../media/image146.png"/><Relationship Id="rId39" Type="http://schemas.openxmlformats.org/officeDocument/2006/relationships/image" Target="../media/image167.svg"/><Relationship Id="rId34" Type="http://schemas.openxmlformats.org/officeDocument/2006/relationships/image" Target="../media/image162.png"/><Relationship Id="rId50" Type="http://schemas.openxmlformats.org/officeDocument/2006/relationships/image" Target="../media/image174.png"/><Relationship Id="rId55" Type="http://schemas.openxmlformats.org/officeDocument/2006/relationships/image" Target="../media/image179.svg"/></Relationships>
</file>

<file path=ppt/slides/_rels/slide105.xml.rels><?xml version="1.0" encoding="UTF-8" standalone="yes"?>
<Relationships xmlns="http://schemas.openxmlformats.org/package/2006/relationships"><Relationship Id="rId26" Type="http://schemas.openxmlformats.org/officeDocument/2006/relationships/image" Target="../media/image220.png"/><Relationship Id="rId21" Type="http://schemas.openxmlformats.org/officeDocument/2006/relationships/image" Target="../media/image215.svg"/><Relationship Id="rId42" Type="http://schemas.openxmlformats.org/officeDocument/2006/relationships/image" Target="../media/image236.png"/><Relationship Id="rId47" Type="http://schemas.openxmlformats.org/officeDocument/2006/relationships/image" Target="../media/image241.svg"/><Relationship Id="rId63" Type="http://schemas.openxmlformats.org/officeDocument/2006/relationships/image" Target="../media/image257.svg"/><Relationship Id="rId68" Type="http://schemas.openxmlformats.org/officeDocument/2006/relationships/image" Target="../media/image262.png"/><Relationship Id="rId7" Type="http://schemas.openxmlformats.org/officeDocument/2006/relationships/image" Target="../media/image201.svg"/><Relationship Id="rId71" Type="http://schemas.openxmlformats.org/officeDocument/2006/relationships/image" Target="../media/image265.svg"/><Relationship Id="rId2" Type="http://schemas.openxmlformats.org/officeDocument/2006/relationships/image" Target="../media/image196.png"/><Relationship Id="rId16" Type="http://schemas.openxmlformats.org/officeDocument/2006/relationships/image" Target="../media/image210.png"/><Relationship Id="rId29" Type="http://schemas.openxmlformats.org/officeDocument/2006/relationships/image" Target="../media/image223.svg"/><Relationship Id="rId11" Type="http://schemas.openxmlformats.org/officeDocument/2006/relationships/image" Target="../media/image205.svg"/><Relationship Id="rId24" Type="http://schemas.openxmlformats.org/officeDocument/2006/relationships/image" Target="../media/image218.png"/><Relationship Id="rId32" Type="http://schemas.openxmlformats.org/officeDocument/2006/relationships/image" Target="../media/image226.png"/><Relationship Id="rId37" Type="http://schemas.openxmlformats.org/officeDocument/2006/relationships/image" Target="../media/image231.svg"/><Relationship Id="rId40" Type="http://schemas.openxmlformats.org/officeDocument/2006/relationships/image" Target="../media/image234.png"/><Relationship Id="rId45" Type="http://schemas.openxmlformats.org/officeDocument/2006/relationships/image" Target="../media/image239.svg"/><Relationship Id="rId53" Type="http://schemas.openxmlformats.org/officeDocument/2006/relationships/image" Target="../media/image247.svg"/><Relationship Id="rId58" Type="http://schemas.openxmlformats.org/officeDocument/2006/relationships/image" Target="../media/image252.png"/><Relationship Id="rId66" Type="http://schemas.openxmlformats.org/officeDocument/2006/relationships/image" Target="../media/image260.png"/><Relationship Id="rId5" Type="http://schemas.openxmlformats.org/officeDocument/2006/relationships/image" Target="../media/image199.svg"/><Relationship Id="rId61" Type="http://schemas.openxmlformats.org/officeDocument/2006/relationships/image" Target="../media/image255.svg"/><Relationship Id="rId19" Type="http://schemas.openxmlformats.org/officeDocument/2006/relationships/image" Target="../media/image213.svg"/><Relationship Id="rId14" Type="http://schemas.openxmlformats.org/officeDocument/2006/relationships/image" Target="../media/image208.png"/><Relationship Id="rId22" Type="http://schemas.openxmlformats.org/officeDocument/2006/relationships/image" Target="../media/image216.png"/><Relationship Id="rId27" Type="http://schemas.openxmlformats.org/officeDocument/2006/relationships/image" Target="../media/image221.svg"/><Relationship Id="rId30" Type="http://schemas.openxmlformats.org/officeDocument/2006/relationships/image" Target="../media/image224.png"/><Relationship Id="rId35" Type="http://schemas.openxmlformats.org/officeDocument/2006/relationships/image" Target="../media/image229.svg"/><Relationship Id="rId43" Type="http://schemas.openxmlformats.org/officeDocument/2006/relationships/image" Target="../media/image237.svg"/><Relationship Id="rId48" Type="http://schemas.openxmlformats.org/officeDocument/2006/relationships/image" Target="../media/image242.png"/><Relationship Id="rId56" Type="http://schemas.openxmlformats.org/officeDocument/2006/relationships/image" Target="../media/image250.png"/><Relationship Id="rId64" Type="http://schemas.openxmlformats.org/officeDocument/2006/relationships/image" Target="../media/image258.png"/><Relationship Id="rId69" Type="http://schemas.openxmlformats.org/officeDocument/2006/relationships/image" Target="../media/image263.svg"/><Relationship Id="rId8" Type="http://schemas.openxmlformats.org/officeDocument/2006/relationships/image" Target="../media/image202.png"/><Relationship Id="rId51" Type="http://schemas.openxmlformats.org/officeDocument/2006/relationships/image" Target="../media/image245.svg"/><Relationship Id="rId3" Type="http://schemas.openxmlformats.org/officeDocument/2006/relationships/image" Target="../media/image197.svg"/><Relationship Id="rId12" Type="http://schemas.openxmlformats.org/officeDocument/2006/relationships/image" Target="../media/image206.png"/><Relationship Id="rId17" Type="http://schemas.openxmlformats.org/officeDocument/2006/relationships/image" Target="../media/image211.svg"/><Relationship Id="rId25" Type="http://schemas.openxmlformats.org/officeDocument/2006/relationships/image" Target="../media/image219.svg"/><Relationship Id="rId33" Type="http://schemas.openxmlformats.org/officeDocument/2006/relationships/image" Target="../media/image227.svg"/><Relationship Id="rId38" Type="http://schemas.openxmlformats.org/officeDocument/2006/relationships/image" Target="../media/image232.png"/><Relationship Id="rId46" Type="http://schemas.openxmlformats.org/officeDocument/2006/relationships/image" Target="../media/image240.png"/><Relationship Id="rId59" Type="http://schemas.openxmlformats.org/officeDocument/2006/relationships/image" Target="../media/image253.svg"/><Relationship Id="rId67" Type="http://schemas.openxmlformats.org/officeDocument/2006/relationships/image" Target="../media/image261.svg"/><Relationship Id="rId20" Type="http://schemas.openxmlformats.org/officeDocument/2006/relationships/image" Target="../media/image214.png"/><Relationship Id="rId41" Type="http://schemas.openxmlformats.org/officeDocument/2006/relationships/image" Target="../media/image235.svg"/><Relationship Id="rId54" Type="http://schemas.openxmlformats.org/officeDocument/2006/relationships/image" Target="../media/image248.png"/><Relationship Id="rId62" Type="http://schemas.openxmlformats.org/officeDocument/2006/relationships/image" Target="../media/image256.png"/><Relationship Id="rId70" Type="http://schemas.openxmlformats.org/officeDocument/2006/relationships/image" Target="../media/image264.png"/><Relationship Id="rId1" Type="http://schemas.openxmlformats.org/officeDocument/2006/relationships/slideLayout" Target="../slideLayouts/slideLayout37.xml"/><Relationship Id="rId6" Type="http://schemas.openxmlformats.org/officeDocument/2006/relationships/image" Target="../media/image200.png"/><Relationship Id="rId15" Type="http://schemas.openxmlformats.org/officeDocument/2006/relationships/image" Target="../media/image209.svg"/><Relationship Id="rId23" Type="http://schemas.openxmlformats.org/officeDocument/2006/relationships/image" Target="../media/image217.svg"/><Relationship Id="rId28" Type="http://schemas.openxmlformats.org/officeDocument/2006/relationships/image" Target="../media/image222.png"/><Relationship Id="rId36" Type="http://schemas.openxmlformats.org/officeDocument/2006/relationships/image" Target="../media/image230.png"/><Relationship Id="rId49" Type="http://schemas.openxmlformats.org/officeDocument/2006/relationships/image" Target="../media/image243.svg"/><Relationship Id="rId57" Type="http://schemas.openxmlformats.org/officeDocument/2006/relationships/image" Target="../media/image251.svg"/><Relationship Id="rId10" Type="http://schemas.openxmlformats.org/officeDocument/2006/relationships/image" Target="../media/image204.png"/><Relationship Id="rId31" Type="http://schemas.openxmlformats.org/officeDocument/2006/relationships/image" Target="../media/image225.svg"/><Relationship Id="rId44" Type="http://schemas.openxmlformats.org/officeDocument/2006/relationships/image" Target="../media/image238.png"/><Relationship Id="rId52" Type="http://schemas.openxmlformats.org/officeDocument/2006/relationships/image" Target="../media/image246.png"/><Relationship Id="rId60" Type="http://schemas.openxmlformats.org/officeDocument/2006/relationships/image" Target="../media/image254.png"/><Relationship Id="rId65" Type="http://schemas.openxmlformats.org/officeDocument/2006/relationships/image" Target="../media/image259.svg"/><Relationship Id="rId4" Type="http://schemas.openxmlformats.org/officeDocument/2006/relationships/image" Target="../media/image198.png"/><Relationship Id="rId9" Type="http://schemas.openxmlformats.org/officeDocument/2006/relationships/image" Target="../media/image203.svg"/><Relationship Id="rId13" Type="http://schemas.openxmlformats.org/officeDocument/2006/relationships/image" Target="../media/image207.svg"/><Relationship Id="rId18" Type="http://schemas.openxmlformats.org/officeDocument/2006/relationships/image" Target="../media/image212.png"/><Relationship Id="rId39" Type="http://schemas.openxmlformats.org/officeDocument/2006/relationships/image" Target="../media/image233.svg"/><Relationship Id="rId34" Type="http://schemas.openxmlformats.org/officeDocument/2006/relationships/image" Target="../media/image228.png"/><Relationship Id="rId50" Type="http://schemas.openxmlformats.org/officeDocument/2006/relationships/image" Target="../media/image244.png"/><Relationship Id="rId55" Type="http://schemas.openxmlformats.org/officeDocument/2006/relationships/image" Target="../media/image249.svg"/></Relationships>
</file>

<file path=ppt/slides/_rels/slide106.xml.rels><?xml version="1.0" encoding="UTF-8" standalone="yes"?>
<Relationships xmlns="http://schemas.openxmlformats.org/package/2006/relationships"><Relationship Id="rId26" Type="http://schemas.openxmlformats.org/officeDocument/2006/relationships/image" Target="../media/image290.png"/><Relationship Id="rId21" Type="http://schemas.openxmlformats.org/officeDocument/2006/relationships/image" Target="../media/image285.svg"/><Relationship Id="rId42" Type="http://schemas.openxmlformats.org/officeDocument/2006/relationships/image" Target="../media/image306.png"/><Relationship Id="rId47" Type="http://schemas.openxmlformats.org/officeDocument/2006/relationships/image" Target="../media/image311.svg"/><Relationship Id="rId63" Type="http://schemas.openxmlformats.org/officeDocument/2006/relationships/image" Target="../media/image327.svg"/><Relationship Id="rId68" Type="http://schemas.openxmlformats.org/officeDocument/2006/relationships/image" Target="../media/image332.png"/><Relationship Id="rId7" Type="http://schemas.openxmlformats.org/officeDocument/2006/relationships/image" Target="../media/image271.svg"/><Relationship Id="rId71" Type="http://schemas.openxmlformats.org/officeDocument/2006/relationships/image" Target="../media/image335.svg"/><Relationship Id="rId2" Type="http://schemas.openxmlformats.org/officeDocument/2006/relationships/image" Target="../media/image266.png"/><Relationship Id="rId16" Type="http://schemas.openxmlformats.org/officeDocument/2006/relationships/image" Target="../media/image280.png"/><Relationship Id="rId29" Type="http://schemas.openxmlformats.org/officeDocument/2006/relationships/image" Target="../media/image293.svg"/><Relationship Id="rId11" Type="http://schemas.openxmlformats.org/officeDocument/2006/relationships/image" Target="../media/image275.svg"/><Relationship Id="rId24" Type="http://schemas.openxmlformats.org/officeDocument/2006/relationships/image" Target="../media/image288.png"/><Relationship Id="rId32" Type="http://schemas.openxmlformats.org/officeDocument/2006/relationships/image" Target="../media/image296.png"/><Relationship Id="rId37" Type="http://schemas.openxmlformats.org/officeDocument/2006/relationships/image" Target="../media/image301.svg"/><Relationship Id="rId40" Type="http://schemas.openxmlformats.org/officeDocument/2006/relationships/image" Target="../media/image304.png"/><Relationship Id="rId45" Type="http://schemas.openxmlformats.org/officeDocument/2006/relationships/image" Target="../media/image309.svg"/><Relationship Id="rId53" Type="http://schemas.openxmlformats.org/officeDocument/2006/relationships/image" Target="../media/image317.svg"/><Relationship Id="rId58" Type="http://schemas.openxmlformats.org/officeDocument/2006/relationships/image" Target="../media/image322.png"/><Relationship Id="rId66" Type="http://schemas.openxmlformats.org/officeDocument/2006/relationships/image" Target="../media/image330.png"/><Relationship Id="rId5" Type="http://schemas.openxmlformats.org/officeDocument/2006/relationships/image" Target="../media/image269.svg"/><Relationship Id="rId61" Type="http://schemas.openxmlformats.org/officeDocument/2006/relationships/image" Target="../media/image325.svg"/><Relationship Id="rId19" Type="http://schemas.openxmlformats.org/officeDocument/2006/relationships/image" Target="../media/image283.svg"/><Relationship Id="rId14" Type="http://schemas.openxmlformats.org/officeDocument/2006/relationships/image" Target="../media/image278.png"/><Relationship Id="rId22" Type="http://schemas.openxmlformats.org/officeDocument/2006/relationships/image" Target="../media/image286.png"/><Relationship Id="rId27" Type="http://schemas.openxmlformats.org/officeDocument/2006/relationships/image" Target="../media/image291.svg"/><Relationship Id="rId30" Type="http://schemas.openxmlformats.org/officeDocument/2006/relationships/image" Target="../media/image294.png"/><Relationship Id="rId35" Type="http://schemas.openxmlformats.org/officeDocument/2006/relationships/image" Target="../media/image299.svg"/><Relationship Id="rId43" Type="http://schemas.openxmlformats.org/officeDocument/2006/relationships/image" Target="../media/image307.svg"/><Relationship Id="rId48" Type="http://schemas.openxmlformats.org/officeDocument/2006/relationships/image" Target="../media/image312.png"/><Relationship Id="rId56" Type="http://schemas.openxmlformats.org/officeDocument/2006/relationships/image" Target="../media/image320.png"/><Relationship Id="rId64" Type="http://schemas.openxmlformats.org/officeDocument/2006/relationships/image" Target="../media/image328.png"/><Relationship Id="rId69" Type="http://schemas.openxmlformats.org/officeDocument/2006/relationships/image" Target="../media/image333.svg"/><Relationship Id="rId8" Type="http://schemas.openxmlformats.org/officeDocument/2006/relationships/image" Target="../media/image272.png"/><Relationship Id="rId51" Type="http://schemas.openxmlformats.org/officeDocument/2006/relationships/image" Target="../media/image315.svg"/><Relationship Id="rId3" Type="http://schemas.openxmlformats.org/officeDocument/2006/relationships/image" Target="../media/image267.svg"/><Relationship Id="rId12" Type="http://schemas.openxmlformats.org/officeDocument/2006/relationships/image" Target="../media/image276.png"/><Relationship Id="rId17" Type="http://schemas.openxmlformats.org/officeDocument/2006/relationships/image" Target="../media/image281.svg"/><Relationship Id="rId25" Type="http://schemas.openxmlformats.org/officeDocument/2006/relationships/image" Target="../media/image289.svg"/><Relationship Id="rId33" Type="http://schemas.openxmlformats.org/officeDocument/2006/relationships/image" Target="../media/image297.svg"/><Relationship Id="rId38" Type="http://schemas.openxmlformats.org/officeDocument/2006/relationships/image" Target="../media/image302.png"/><Relationship Id="rId46" Type="http://schemas.openxmlformats.org/officeDocument/2006/relationships/image" Target="../media/image310.png"/><Relationship Id="rId59" Type="http://schemas.openxmlformats.org/officeDocument/2006/relationships/image" Target="../media/image323.svg"/><Relationship Id="rId67" Type="http://schemas.openxmlformats.org/officeDocument/2006/relationships/image" Target="../media/image331.svg"/><Relationship Id="rId20" Type="http://schemas.openxmlformats.org/officeDocument/2006/relationships/image" Target="../media/image284.png"/><Relationship Id="rId41" Type="http://schemas.openxmlformats.org/officeDocument/2006/relationships/image" Target="../media/image305.svg"/><Relationship Id="rId54" Type="http://schemas.openxmlformats.org/officeDocument/2006/relationships/image" Target="../media/image318.png"/><Relationship Id="rId62" Type="http://schemas.openxmlformats.org/officeDocument/2006/relationships/image" Target="../media/image326.png"/><Relationship Id="rId70" Type="http://schemas.openxmlformats.org/officeDocument/2006/relationships/image" Target="../media/image334.png"/><Relationship Id="rId1" Type="http://schemas.openxmlformats.org/officeDocument/2006/relationships/slideLayout" Target="../slideLayouts/slideLayout37.xml"/><Relationship Id="rId6" Type="http://schemas.openxmlformats.org/officeDocument/2006/relationships/image" Target="../media/image270.png"/><Relationship Id="rId15" Type="http://schemas.openxmlformats.org/officeDocument/2006/relationships/image" Target="../media/image279.svg"/><Relationship Id="rId23" Type="http://schemas.openxmlformats.org/officeDocument/2006/relationships/image" Target="../media/image287.svg"/><Relationship Id="rId28" Type="http://schemas.openxmlformats.org/officeDocument/2006/relationships/image" Target="../media/image292.png"/><Relationship Id="rId36" Type="http://schemas.openxmlformats.org/officeDocument/2006/relationships/image" Target="../media/image300.png"/><Relationship Id="rId49" Type="http://schemas.openxmlformats.org/officeDocument/2006/relationships/image" Target="../media/image313.svg"/><Relationship Id="rId57" Type="http://schemas.openxmlformats.org/officeDocument/2006/relationships/image" Target="../media/image321.svg"/><Relationship Id="rId10" Type="http://schemas.openxmlformats.org/officeDocument/2006/relationships/image" Target="../media/image274.png"/><Relationship Id="rId31" Type="http://schemas.openxmlformats.org/officeDocument/2006/relationships/image" Target="../media/image295.svg"/><Relationship Id="rId44" Type="http://schemas.openxmlformats.org/officeDocument/2006/relationships/image" Target="../media/image308.png"/><Relationship Id="rId52" Type="http://schemas.openxmlformats.org/officeDocument/2006/relationships/image" Target="../media/image316.png"/><Relationship Id="rId60" Type="http://schemas.openxmlformats.org/officeDocument/2006/relationships/image" Target="../media/image324.png"/><Relationship Id="rId65" Type="http://schemas.openxmlformats.org/officeDocument/2006/relationships/image" Target="../media/image329.svg"/><Relationship Id="rId4" Type="http://schemas.openxmlformats.org/officeDocument/2006/relationships/image" Target="../media/image268.png"/><Relationship Id="rId9" Type="http://schemas.openxmlformats.org/officeDocument/2006/relationships/image" Target="../media/image273.svg"/><Relationship Id="rId13" Type="http://schemas.openxmlformats.org/officeDocument/2006/relationships/image" Target="../media/image277.svg"/><Relationship Id="rId18" Type="http://schemas.openxmlformats.org/officeDocument/2006/relationships/image" Target="../media/image282.png"/><Relationship Id="rId39" Type="http://schemas.openxmlformats.org/officeDocument/2006/relationships/image" Target="../media/image303.svg"/><Relationship Id="rId34" Type="http://schemas.openxmlformats.org/officeDocument/2006/relationships/image" Target="../media/image298.png"/><Relationship Id="rId50" Type="http://schemas.openxmlformats.org/officeDocument/2006/relationships/image" Target="../media/image314.png"/><Relationship Id="rId55" Type="http://schemas.openxmlformats.org/officeDocument/2006/relationships/image" Target="../media/image319.svg"/></Relationships>
</file>

<file path=ppt/slides/_rels/slide107.xml.rels><?xml version="1.0" encoding="UTF-8" standalone="yes"?>
<Relationships xmlns="http://schemas.openxmlformats.org/package/2006/relationships"><Relationship Id="rId26" Type="http://schemas.openxmlformats.org/officeDocument/2006/relationships/image" Target="../media/image360.png"/><Relationship Id="rId21" Type="http://schemas.openxmlformats.org/officeDocument/2006/relationships/image" Target="../media/image355.svg"/><Relationship Id="rId42" Type="http://schemas.openxmlformats.org/officeDocument/2006/relationships/image" Target="../media/image376.png"/><Relationship Id="rId47" Type="http://schemas.openxmlformats.org/officeDocument/2006/relationships/image" Target="../media/image381.svg"/><Relationship Id="rId63" Type="http://schemas.openxmlformats.org/officeDocument/2006/relationships/image" Target="../media/image397.svg"/><Relationship Id="rId68" Type="http://schemas.openxmlformats.org/officeDocument/2006/relationships/image" Target="../media/image402.png"/><Relationship Id="rId7" Type="http://schemas.openxmlformats.org/officeDocument/2006/relationships/image" Target="../media/image341.svg"/><Relationship Id="rId71" Type="http://schemas.openxmlformats.org/officeDocument/2006/relationships/image" Target="../media/image405.svg"/><Relationship Id="rId2" Type="http://schemas.openxmlformats.org/officeDocument/2006/relationships/image" Target="../media/image336.png"/><Relationship Id="rId16" Type="http://schemas.openxmlformats.org/officeDocument/2006/relationships/image" Target="../media/image350.png"/><Relationship Id="rId29" Type="http://schemas.openxmlformats.org/officeDocument/2006/relationships/image" Target="../media/image363.svg"/><Relationship Id="rId11" Type="http://schemas.openxmlformats.org/officeDocument/2006/relationships/image" Target="../media/image345.svg"/><Relationship Id="rId24" Type="http://schemas.openxmlformats.org/officeDocument/2006/relationships/image" Target="../media/image358.png"/><Relationship Id="rId32" Type="http://schemas.openxmlformats.org/officeDocument/2006/relationships/image" Target="../media/image366.png"/><Relationship Id="rId37" Type="http://schemas.openxmlformats.org/officeDocument/2006/relationships/image" Target="../media/image371.svg"/><Relationship Id="rId40" Type="http://schemas.openxmlformats.org/officeDocument/2006/relationships/image" Target="../media/image374.png"/><Relationship Id="rId45" Type="http://schemas.openxmlformats.org/officeDocument/2006/relationships/image" Target="../media/image379.svg"/><Relationship Id="rId53" Type="http://schemas.openxmlformats.org/officeDocument/2006/relationships/image" Target="../media/image387.svg"/><Relationship Id="rId58" Type="http://schemas.openxmlformats.org/officeDocument/2006/relationships/image" Target="../media/image392.png"/><Relationship Id="rId66" Type="http://schemas.openxmlformats.org/officeDocument/2006/relationships/image" Target="../media/image400.png"/><Relationship Id="rId5" Type="http://schemas.openxmlformats.org/officeDocument/2006/relationships/image" Target="../media/image339.svg"/><Relationship Id="rId61" Type="http://schemas.openxmlformats.org/officeDocument/2006/relationships/image" Target="../media/image395.svg"/><Relationship Id="rId19" Type="http://schemas.openxmlformats.org/officeDocument/2006/relationships/image" Target="../media/image353.svg"/><Relationship Id="rId14" Type="http://schemas.openxmlformats.org/officeDocument/2006/relationships/image" Target="../media/image348.png"/><Relationship Id="rId22" Type="http://schemas.openxmlformats.org/officeDocument/2006/relationships/image" Target="../media/image356.png"/><Relationship Id="rId27" Type="http://schemas.openxmlformats.org/officeDocument/2006/relationships/image" Target="../media/image361.svg"/><Relationship Id="rId30" Type="http://schemas.openxmlformats.org/officeDocument/2006/relationships/image" Target="../media/image364.png"/><Relationship Id="rId35" Type="http://schemas.openxmlformats.org/officeDocument/2006/relationships/image" Target="../media/image369.svg"/><Relationship Id="rId43" Type="http://schemas.openxmlformats.org/officeDocument/2006/relationships/image" Target="../media/image377.svg"/><Relationship Id="rId48" Type="http://schemas.openxmlformats.org/officeDocument/2006/relationships/image" Target="../media/image382.png"/><Relationship Id="rId56" Type="http://schemas.openxmlformats.org/officeDocument/2006/relationships/image" Target="../media/image390.png"/><Relationship Id="rId64" Type="http://schemas.openxmlformats.org/officeDocument/2006/relationships/image" Target="../media/image398.png"/><Relationship Id="rId69" Type="http://schemas.openxmlformats.org/officeDocument/2006/relationships/image" Target="../media/image403.svg"/><Relationship Id="rId8" Type="http://schemas.openxmlformats.org/officeDocument/2006/relationships/image" Target="../media/image342.png"/><Relationship Id="rId51" Type="http://schemas.openxmlformats.org/officeDocument/2006/relationships/image" Target="../media/image385.svg"/><Relationship Id="rId3" Type="http://schemas.openxmlformats.org/officeDocument/2006/relationships/image" Target="../media/image337.svg"/><Relationship Id="rId12" Type="http://schemas.openxmlformats.org/officeDocument/2006/relationships/image" Target="../media/image346.png"/><Relationship Id="rId17" Type="http://schemas.openxmlformats.org/officeDocument/2006/relationships/image" Target="../media/image351.svg"/><Relationship Id="rId25" Type="http://schemas.openxmlformats.org/officeDocument/2006/relationships/image" Target="../media/image359.svg"/><Relationship Id="rId33" Type="http://schemas.openxmlformats.org/officeDocument/2006/relationships/image" Target="../media/image367.svg"/><Relationship Id="rId38" Type="http://schemas.openxmlformats.org/officeDocument/2006/relationships/image" Target="../media/image372.png"/><Relationship Id="rId46" Type="http://schemas.openxmlformats.org/officeDocument/2006/relationships/image" Target="../media/image380.png"/><Relationship Id="rId59" Type="http://schemas.openxmlformats.org/officeDocument/2006/relationships/image" Target="../media/image393.svg"/><Relationship Id="rId67" Type="http://schemas.openxmlformats.org/officeDocument/2006/relationships/image" Target="../media/image401.svg"/><Relationship Id="rId20" Type="http://schemas.openxmlformats.org/officeDocument/2006/relationships/image" Target="../media/image354.png"/><Relationship Id="rId41" Type="http://schemas.openxmlformats.org/officeDocument/2006/relationships/image" Target="../media/image375.svg"/><Relationship Id="rId54" Type="http://schemas.openxmlformats.org/officeDocument/2006/relationships/image" Target="../media/image388.png"/><Relationship Id="rId62" Type="http://schemas.openxmlformats.org/officeDocument/2006/relationships/image" Target="../media/image396.png"/><Relationship Id="rId70" Type="http://schemas.openxmlformats.org/officeDocument/2006/relationships/image" Target="../media/image404.png"/><Relationship Id="rId1" Type="http://schemas.openxmlformats.org/officeDocument/2006/relationships/slideLayout" Target="../slideLayouts/slideLayout37.xml"/><Relationship Id="rId6" Type="http://schemas.openxmlformats.org/officeDocument/2006/relationships/image" Target="../media/image340.png"/><Relationship Id="rId15" Type="http://schemas.openxmlformats.org/officeDocument/2006/relationships/image" Target="../media/image349.svg"/><Relationship Id="rId23" Type="http://schemas.openxmlformats.org/officeDocument/2006/relationships/image" Target="../media/image357.svg"/><Relationship Id="rId28" Type="http://schemas.openxmlformats.org/officeDocument/2006/relationships/image" Target="../media/image362.png"/><Relationship Id="rId36" Type="http://schemas.openxmlformats.org/officeDocument/2006/relationships/image" Target="../media/image370.png"/><Relationship Id="rId49" Type="http://schemas.openxmlformats.org/officeDocument/2006/relationships/image" Target="../media/image383.svg"/><Relationship Id="rId57" Type="http://schemas.openxmlformats.org/officeDocument/2006/relationships/image" Target="../media/image391.svg"/><Relationship Id="rId10" Type="http://schemas.openxmlformats.org/officeDocument/2006/relationships/image" Target="../media/image344.png"/><Relationship Id="rId31" Type="http://schemas.openxmlformats.org/officeDocument/2006/relationships/image" Target="../media/image365.svg"/><Relationship Id="rId44" Type="http://schemas.openxmlformats.org/officeDocument/2006/relationships/image" Target="../media/image378.png"/><Relationship Id="rId52" Type="http://schemas.openxmlformats.org/officeDocument/2006/relationships/image" Target="../media/image386.png"/><Relationship Id="rId60" Type="http://schemas.openxmlformats.org/officeDocument/2006/relationships/image" Target="../media/image394.png"/><Relationship Id="rId65" Type="http://schemas.openxmlformats.org/officeDocument/2006/relationships/image" Target="../media/image399.svg"/><Relationship Id="rId4" Type="http://schemas.openxmlformats.org/officeDocument/2006/relationships/image" Target="../media/image338.png"/><Relationship Id="rId9" Type="http://schemas.openxmlformats.org/officeDocument/2006/relationships/image" Target="../media/image343.svg"/><Relationship Id="rId13" Type="http://schemas.openxmlformats.org/officeDocument/2006/relationships/image" Target="../media/image347.svg"/><Relationship Id="rId18" Type="http://schemas.openxmlformats.org/officeDocument/2006/relationships/image" Target="../media/image352.png"/><Relationship Id="rId39" Type="http://schemas.openxmlformats.org/officeDocument/2006/relationships/image" Target="../media/image373.svg"/><Relationship Id="rId34" Type="http://schemas.openxmlformats.org/officeDocument/2006/relationships/image" Target="../media/image368.png"/><Relationship Id="rId50" Type="http://schemas.openxmlformats.org/officeDocument/2006/relationships/image" Target="../media/image384.png"/><Relationship Id="rId55" Type="http://schemas.openxmlformats.org/officeDocument/2006/relationships/image" Target="../media/image389.svg"/></Relationships>
</file>

<file path=ppt/slides/_rels/slide108.xml.rels><?xml version="1.0" encoding="UTF-8" standalone="yes"?>
<Relationships xmlns="http://schemas.openxmlformats.org/package/2006/relationships"><Relationship Id="rId26" Type="http://schemas.openxmlformats.org/officeDocument/2006/relationships/image" Target="../media/image430.png"/><Relationship Id="rId21" Type="http://schemas.openxmlformats.org/officeDocument/2006/relationships/image" Target="../media/image425.svg"/><Relationship Id="rId42" Type="http://schemas.openxmlformats.org/officeDocument/2006/relationships/image" Target="../media/image446.png"/><Relationship Id="rId47" Type="http://schemas.openxmlformats.org/officeDocument/2006/relationships/image" Target="../media/image451.svg"/><Relationship Id="rId63" Type="http://schemas.openxmlformats.org/officeDocument/2006/relationships/image" Target="../media/image467.svg"/><Relationship Id="rId68" Type="http://schemas.openxmlformats.org/officeDocument/2006/relationships/image" Target="../media/image472.png"/><Relationship Id="rId7" Type="http://schemas.openxmlformats.org/officeDocument/2006/relationships/image" Target="../media/image411.svg"/><Relationship Id="rId71" Type="http://schemas.openxmlformats.org/officeDocument/2006/relationships/image" Target="../media/image475.svg"/><Relationship Id="rId2" Type="http://schemas.openxmlformats.org/officeDocument/2006/relationships/image" Target="../media/image406.png"/><Relationship Id="rId16" Type="http://schemas.openxmlformats.org/officeDocument/2006/relationships/image" Target="../media/image420.png"/><Relationship Id="rId29" Type="http://schemas.openxmlformats.org/officeDocument/2006/relationships/image" Target="../media/image433.svg"/><Relationship Id="rId11" Type="http://schemas.openxmlformats.org/officeDocument/2006/relationships/image" Target="../media/image415.svg"/><Relationship Id="rId24" Type="http://schemas.openxmlformats.org/officeDocument/2006/relationships/image" Target="../media/image428.png"/><Relationship Id="rId32" Type="http://schemas.openxmlformats.org/officeDocument/2006/relationships/image" Target="../media/image436.png"/><Relationship Id="rId37" Type="http://schemas.openxmlformats.org/officeDocument/2006/relationships/image" Target="../media/image441.svg"/><Relationship Id="rId40" Type="http://schemas.openxmlformats.org/officeDocument/2006/relationships/image" Target="../media/image444.png"/><Relationship Id="rId45" Type="http://schemas.openxmlformats.org/officeDocument/2006/relationships/image" Target="../media/image449.svg"/><Relationship Id="rId53" Type="http://schemas.openxmlformats.org/officeDocument/2006/relationships/image" Target="../media/image457.svg"/><Relationship Id="rId58" Type="http://schemas.openxmlformats.org/officeDocument/2006/relationships/image" Target="../media/image462.png"/><Relationship Id="rId66" Type="http://schemas.openxmlformats.org/officeDocument/2006/relationships/image" Target="../media/image470.png"/><Relationship Id="rId5" Type="http://schemas.openxmlformats.org/officeDocument/2006/relationships/image" Target="../media/image409.svg"/><Relationship Id="rId61" Type="http://schemas.openxmlformats.org/officeDocument/2006/relationships/image" Target="../media/image465.svg"/><Relationship Id="rId19" Type="http://schemas.openxmlformats.org/officeDocument/2006/relationships/image" Target="../media/image423.svg"/><Relationship Id="rId14" Type="http://schemas.openxmlformats.org/officeDocument/2006/relationships/image" Target="../media/image418.png"/><Relationship Id="rId22" Type="http://schemas.openxmlformats.org/officeDocument/2006/relationships/image" Target="../media/image426.png"/><Relationship Id="rId27" Type="http://schemas.openxmlformats.org/officeDocument/2006/relationships/image" Target="../media/image431.svg"/><Relationship Id="rId30" Type="http://schemas.openxmlformats.org/officeDocument/2006/relationships/image" Target="../media/image434.png"/><Relationship Id="rId35" Type="http://schemas.openxmlformats.org/officeDocument/2006/relationships/image" Target="../media/image439.svg"/><Relationship Id="rId43" Type="http://schemas.openxmlformats.org/officeDocument/2006/relationships/image" Target="../media/image447.svg"/><Relationship Id="rId48" Type="http://schemas.openxmlformats.org/officeDocument/2006/relationships/image" Target="../media/image452.png"/><Relationship Id="rId56" Type="http://schemas.openxmlformats.org/officeDocument/2006/relationships/image" Target="../media/image460.png"/><Relationship Id="rId64" Type="http://schemas.openxmlformats.org/officeDocument/2006/relationships/image" Target="../media/image468.png"/><Relationship Id="rId69" Type="http://schemas.openxmlformats.org/officeDocument/2006/relationships/image" Target="../media/image473.svg"/><Relationship Id="rId8" Type="http://schemas.openxmlformats.org/officeDocument/2006/relationships/image" Target="../media/image412.png"/><Relationship Id="rId51" Type="http://schemas.openxmlformats.org/officeDocument/2006/relationships/image" Target="../media/image455.svg"/><Relationship Id="rId3" Type="http://schemas.openxmlformats.org/officeDocument/2006/relationships/image" Target="../media/image407.svg"/><Relationship Id="rId12" Type="http://schemas.openxmlformats.org/officeDocument/2006/relationships/image" Target="../media/image416.png"/><Relationship Id="rId17" Type="http://schemas.openxmlformats.org/officeDocument/2006/relationships/image" Target="../media/image421.svg"/><Relationship Id="rId25" Type="http://schemas.openxmlformats.org/officeDocument/2006/relationships/image" Target="../media/image429.svg"/><Relationship Id="rId33" Type="http://schemas.openxmlformats.org/officeDocument/2006/relationships/image" Target="../media/image437.svg"/><Relationship Id="rId38" Type="http://schemas.openxmlformats.org/officeDocument/2006/relationships/image" Target="../media/image442.png"/><Relationship Id="rId46" Type="http://schemas.openxmlformats.org/officeDocument/2006/relationships/image" Target="../media/image450.png"/><Relationship Id="rId59" Type="http://schemas.openxmlformats.org/officeDocument/2006/relationships/image" Target="../media/image463.svg"/><Relationship Id="rId67" Type="http://schemas.openxmlformats.org/officeDocument/2006/relationships/image" Target="../media/image471.svg"/><Relationship Id="rId20" Type="http://schemas.openxmlformats.org/officeDocument/2006/relationships/image" Target="../media/image424.png"/><Relationship Id="rId41" Type="http://schemas.openxmlformats.org/officeDocument/2006/relationships/image" Target="../media/image445.svg"/><Relationship Id="rId54" Type="http://schemas.openxmlformats.org/officeDocument/2006/relationships/image" Target="../media/image458.png"/><Relationship Id="rId62" Type="http://schemas.openxmlformats.org/officeDocument/2006/relationships/image" Target="../media/image466.png"/><Relationship Id="rId70" Type="http://schemas.openxmlformats.org/officeDocument/2006/relationships/image" Target="../media/image474.png"/><Relationship Id="rId1" Type="http://schemas.openxmlformats.org/officeDocument/2006/relationships/slideLayout" Target="../slideLayouts/slideLayout37.xml"/><Relationship Id="rId6" Type="http://schemas.openxmlformats.org/officeDocument/2006/relationships/image" Target="../media/image410.png"/><Relationship Id="rId15" Type="http://schemas.openxmlformats.org/officeDocument/2006/relationships/image" Target="../media/image419.svg"/><Relationship Id="rId23" Type="http://schemas.openxmlformats.org/officeDocument/2006/relationships/image" Target="../media/image427.svg"/><Relationship Id="rId28" Type="http://schemas.openxmlformats.org/officeDocument/2006/relationships/image" Target="../media/image432.png"/><Relationship Id="rId36" Type="http://schemas.openxmlformats.org/officeDocument/2006/relationships/image" Target="../media/image440.png"/><Relationship Id="rId49" Type="http://schemas.openxmlformats.org/officeDocument/2006/relationships/image" Target="../media/image453.svg"/><Relationship Id="rId57" Type="http://schemas.openxmlformats.org/officeDocument/2006/relationships/image" Target="../media/image461.svg"/><Relationship Id="rId10" Type="http://schemas.openxmlformats.org/officeDocument/2006/relationships/image" Target="../media/image414.png"/><Relationship Id="rId31" Type="http://schemas.openxmlformats.org/officeDocument/2006/relationships/image" Target="../media/image435.svg"/><Relationship Id="rId44" Type="http://schemas.openxmlformats.org/officeDocument/2006/relationships/image" Target="../media/image448.png"/><Relationship Id="rId52" Type="http://schemas.openxmlformats.org/officeDocument/2006/relationships/image" Target="../media/image456.png"/><Relationship Id="rId60" Type="http://schemas.openxmlformats.org/officeDocument/2006/relationships/image" Target="../media/image464.png"/><Relationship Id="rId65" Type="http://schemas.openxmlformats.org/officeDocument/2006/relationships/image" Target="../media/image469.svg"/><Relationship Id="rId4" Type="http://schemas.openxmlformats.org/officeDocument/2006/relationships/image" Target="../media/image408.png"/><Relationship Id="rId9" Type="http://schemas.openxmlformats.org/officeDocument/2006/relationships/image" Target="../media/image413.svg"/><Relationship Id="rId13" Type="http://schemas.openxmlformats.org/officeDocument/2006/relationships/image" Target="../media/image417.svg"/><Relationship Id="rId18" Type="http://schemas.openxmlformats.org/officeDocument/2006/relationships/image" Target="../media/image422.png"/><Relationship Id="rId39" Type="http://schemas.openxmlformats.org/officeDocument/2006/relationships/image" Target="../media/image443.svg"/><Relationship Id="rId34" Type="http://schemas.openxmlformats.org/officeDocument/2006/relationships/image" Target="../media/image438.png"/><Relationship Id="rId50" Type="http://schemas.openxmlformats.org/officeDocument/2006/relationships/image" Target="../media/image454.png"/><Relationship Id="rId55" Type="http://schemas.openxmlformats.org/officeDocument/2006/relationships/image" Target="../media/image459.svg"/></Relationships>
</file>

<file path=ppt/slides/_rels/slide109.xml.rels><?xml version="1.0" encoding="UTF-8" standalone="yes"?>
<Relationships xmlns="http://schemas.openxmlformats.org/package/2006/relationships"><Relationship Id="rId13" Type="http://schemas.openxmlformats.org/officeDocument/2006/relationships/image" Target="../media/image487.svg"/><Relationship Id="rId18" Type="http://schemas.openxmlformats.org/officeDocument/2006/relationships/image" Target="../media/image492.png"/><Relationship Id="rId26" Type="http://schemas.openxmlformats.org/officeDocument/2006/relationships/image" Target="../media/image500.png"/><Relationship Id="rId39" Type="http://schemas.openxmlformats.org/officeDocument/2006/relationships/image" Target="../media/image513.svg"/><Relationship Id="rId21" Type="http://schemas.openxmlformats.org/officeDocument/2006/relationships/image" Target="../media/image495.svg"/><Relationship Id="rId34" Type="http://schemas.openxmlformats.org/officeDocument/2006/relationships/image" Target="../media/image508.png"/><Relationship Id="rId42" Type="http://schemas.openxmlformats.org/officeDocument/2006/relationships/image" Target="../media/image516.png"/><Relationship Id="rId47" Type="http://schemas.openxmlformats.org/officeDocument/2006/relationships/image" Target="../media/image521.svg"/><Relationship Id="rId7" Type="http://schemas.openxmlformats.org/officeDocument/2006/relationships/image" Target="../media/image481.svg"/><Relationship Id="rId2" Type="http://schemas.openxmlformats.org/officeDocument/2006/relationships/image" Target="../media/image476.png"/><Relationship Id="rId16" Type="http://schemas.openxmlformats.org/officeDocument/2006/relationships/image" Target="../media/image490.png"/><Relationship Id="rId29" Type="http://schemas.openxmlformats.org/officeDocument/2006/relationships/image" Target="../media/image503.svg"/><Relationship Id="rId1" Type="http://schemas.openxmlformats.org/officeDocument/2006/relationships/slideLayout" Target="../slideLayouts/slideLayout37.xml"/><Relationship Id="rId6" Type="http://schemas.openxmlformats.org/officeDocument/2006/relationships/image" Target="../media/image480.png"/><Relationship Id="rId11" Type="http://schemas.openxmlformats.org/officeDocument/2006/relationships/image" Target="../media/image485.svg"/><Relationship Id="rId24" Type="http://schemas.openxmlformats.org/officeDocument/2006/relationships/image" Target="../media/image498.png"/><Relationship Id="rId32" Type="http://schemas.openxmlformats.org/officeDocument/2006/relationships/image" Target="../media/image506.png"/><Relationship Id="rId37" Type="http://schemas.openxmlformats.org/officeDocument/2006/relationships/image" Target="../media/image511.svg"/><Relationship Id="rId40" Type="http://schemas.openxmlformats.org/officeDocument/2006/relationships/image" Target="../media/image514.png"/><Relationship Id="rId45" Type="http://schemas.openxmlformats.org/officeDocument/2006/relationships/image" Target="../media/image519.svg"/><Relationship Id="rId5" Type="http://schemas.openxmlformats.org/officeDocument/2006/relationships/image" Target="../media/image479.svg"/><Relationship Id="rId15" Type="http://schemas.openxmlformats.org/officeDocument/2006/relationships/image" Target="../media/image489.svg"/><Relationship Id="rId23" Type="http://schemas.openxmlformats.org/officeDocument/2006/relationships/image" Target="../media/image497.svg"/><Relationship Id="rId28" Type="http://schemas.openxmlformats.org/officeDocument/2006/relationships/image" Target="../media/image502.png"/><Relationship Id="rId36" Type="http://schemas.openxmlformats.org/officeDocument/2006/relationships/image" Target="../media/image510.png"/><Relationship Id="rId10" Type="http://schemas.openxmlformats.org/officeDocument/2006/relationships/image" Target="../media/image484.png"/><Relationship Id="rId19" Type="http://schemas.openxmlformats.org/officeDocument/2006/relationships/image" Target="../media/image493.svg"/><Relationship Id="rId31" Type="http://schemas.openxmlformats.org/officeDocument/2006/relationships/image" Target="../media/image505.svg"/><Relationship Id="rId44" Type="http://schemas.openxmlformats.org/officeDocument/2006/relationships/image" Target="../media/image518.png"/><Relationship Id="rId4" Type="http://schemas.openxmlformats.org/officeDocument/2006/relationships/image" Target="../media/image478.png"/><Relationship Id="rId9" Type="http://schemas.openxmlformats.org/officeDocument/2006/relationships/image" Target="../media/image483.svg"/><Relationship Id="rId14" Type="http://schemas.openxmlformats.org/officeDocument/2006/relationships/image" Target="../media/image488.png"/><Relationship Id="rId22" Type="http://schemas.openxmlformats.org/officeDocument/2006/relationships/image" Target="../media/image496.png"/><Relationship Id="rId27" Type="http://schemas.openxmlformats.org/officeDocument/2006/relationships/image" Target="../media/image501.svg"/><Relationship Id="rId30" Type="http://schemas.openxmlformats.org/officeDocument/2006/relationships/image" Target="../media/image504.png"/><Relationship Id="rId35" Type="http://schemas.openxmlformats.org/officeDocument/2006/relationships/image" Target="../media/image509.svg"/><Relationship Id="rId43" Type="http://schemas.openxmlformats.org/officeDocument/2006/relationships/image" Target="../media/image517.svg"/><Relationship Id="rId8" Type="http://schemas.openxmlformats.org/officeDocument/2006/relationships/image" Target="../media/image482.png"/><Relationship Id="rId3" Type="http://schemas.openxmlformats.org/officeDocument/2006/relationships/image" Target="../media/image477.svg"/><Relationship Id="rId12" Type="http://schemas.openxmlformats.org/officeDocument/2006/relationships/image" Target="../media/image486.png"/><Relationship Id="rId17" Type="http://schemas.openxmlformats.org/officeDocument/2006/relationships/image" Target="../media/image491.svg"/><Relationship Id="rId25" Type="http://schemas.openxmlformats.org/officeDocument/2006/relationships/image" Target="../media/image499.svg"/><Relationship Id="rId33" Type="http://schemas.openxmlformats.org/officeDocument/2006/relationships/image" Target="../media/image507.svg"/><Relationship Id="rId38" Type="http://schemas.openxmlformats.org/officeDocument/2006/relationships/image" Target="../media/image512.png"/><Relationship Id="rId46" Type="http://schemas.openxmlformats.org/officeDocument/2006/relationships/image" Target="../media/image520.png"/><Relationship Id="rId20" Type="http://schemas.openxmlformats.org/officeDocument/2006/relationships/image" Target="../media/image494.png"/><Relationship Id="rId41" Type="http://schemas.openxmlformats.org/officeDocument/2006/relationships/image" Target="../media/image515.svg"/></Relationships>
</file>

<file path=ppt/slides/_rels/slide110.xml.rels><?xml version="1.0" encoding="UTF-8" standalone="yes"?>
<Relationships xmlns="http://schemas.openxmlformats.org/package/2006/relationships"><Relationship Id="rId26" Type="http://schemas.openxmlformats.org/officeDocument/2006/relationships/image" Target="../media/image545.png"/><Relationship Id="rId21" Type="http://schemas.openxmlformats.org/officeDocument/2006/relationships/image" Target="../media/image540.svg"/><Relationship Id="rId42" Type="http://schemas.openxmlformats.org/officeDocument/2006/relationships/image" Target="../media/image558.png"/><Relationship Id="rId47" Type="http://schemas.openxmlformats.org/officeDocument/2006/relationships/image" Target="../media/image561.svg"/><Relationship Id="rId63" Type="http://schemas.openxmlformats.org/officeDocument/2006/relationships/image" Target="../media/image576.svg"/><Relationship Id="rId68" Type="http://schemas.openxmlformats.org/officeDocument/2006/relationships/image" Target="../media/image580.png"/><Relationship Id="rId7" Type="http://schemas.openxmlformats.org/officeDocument/2006/relationships/image" Target="../media/image527.svg"/><Relationship Id="rId71" Type="http://schemas.openxmlformats.org/officeDocument/2006/relationships/image" Target="../media/image583.svg"/><Relationship Id="rId2" Type="http://schemas.openxmlformats.org/officeDocument/2006/relationships/image" Target="../media/image522.png"/><Relationship Id="rId16" Type="http://schemas.openxmlformats.org/officeDocument/2006/relationships/image" Target="../media/image535.png"/><Relationship Id="rId29" Type="http://schemas.openxmlformats.org/officeDocument/2006/relationships/image" Target="../media/image547.svg"/><Relationship Id="rId11" Type="http://schemas.openxmlformats.org/officeDocument/2006/relationships/image" Target="../media/image530.svg"/><Relationship Id="rId24" Type="http://schemas.openxmlformats.org/officeDocument/2006/relationships/image" Target="../media/image543.png"/><Relationship Id="rId32" Type="http://schemas.openxmlformats.org/officeDocument/2006/relationships/image" Target="../media/image80.png"/><Relationship Id="rId37" Type="http://schemas.openxmlformats.org/officeDocument/2006/relationships/image" Target="../media/image553.svg"/><Relationship Id="rId40" Type="http://schemas.openxmlformats.org/officeDocument/2006/relationships/image" Target="../media/image556.png"/><Relationship Id="rId45" Type="http://schemas.openxmlformats.org/officeDocument/2006/relationships/image" Target="../media/image79.svg"/><Relationship Id="rId53" Type="http://schemas.openxmlformats.org/officeDocument/2006/relationships/image" Target="../media/image566.svg"/><Relationship Id="rId58" Type="http://schemas.openxmlformats.org/officeDocument/2006/relationships/image" Target="../media/image571.png"/><Relationship Id="rId66" Type="http://schemas.openxmlformats.org/officeDocument/2006/relationships/image" Target="../media/image82.png"/><Relationship Id="rId5" Type="http://schemas.openxmlformats.org/officeDocument/2006/relationships/image" Target="../media/image525.svg"/><Relationship Id="rId61" Type="http://schemas.openxmlformats.org/officeDocument/2006/relationships/image" Target="../media/image574.svg"/><Relationship Id="rId19" Type="http://schemas.openxmlformats.org/officeDocument/2006/relationships/image" Target="../media/image538.svg"/><Relationship Id="rId14" Type="http://schemas.openxmlformats.org/officeDocument/2006/relationships/image" Target="../media/image533.png"/><Relationship Id="rId22" Type="http://schemas.openxmlformats.org/officeDocument/2006/relationships/image" Target="../media/image541.png"/><Relationship Id="rId27" Type="http://schemas.openxmlformats.org/officeDocument/2006/relationships/image" Target="../media/image546.svg"/><Relationship Id="rId30" Type="http://schemas.openxmlformats.org/officeDocument/2006/relationships/image" Target="../media/image548.png"/><Relationship Id="rId35" Type="http://schemas.openxmlformats.org/officeDocument/2006/relationships/image" Target="../media/image551.svg"/><Relationship Id="rId43" Type="http://schemas.openxmlformats.org/officeDocument/2006/relationships/image" Target="../media/image559.svg"/><Relationship Id="rId48" Type="http://schemas.openxmlformats.org/officeDocument/2006/relationships/image" Target="../media/image88.png"/><Relationship Id="rId56" Type="http://schemas.openxmlformats.org/officeDocument/2006/relationships/image" Target="../media/image569.png"/><Relationship Id="rId64" Type="http://schemas.openxmlformats.org/officeDocument/2006/relationships/image" Target="../media/image577.png"/><Relationship Id="rId69" Type="http://schemas.openxmlformats.org/officeDocument/2006/relationships/image" Target="../media/image581.svg"/><Relationship Id="rId8" Type="http://schemas.openxmlformats.org/officeDocument/2006/relationships/image" Target="../media/image528.png"/><Relationship Id="rId51" Type="http://schemas.openxmlformats.org/officeDocument/2006/relationships/image" Target="../media/image564.svg"/><Relationship Id="rId3" Type="http://schemas.openxmlformats.org/officeDocument/2006/relationships/image" Target="../media/image523.svg"/><Relationship Id="rId12" Type="http://schemas.openxmlformats.org/officeDocument/2006/relationships/image" Target="../media/image531.png"/><Relationship Id="rId17" Type="http://schemas.openxmlformats.org/officeDocument/2006/relationships/image" Target="../media/image536.svg"/><Relationship Id="rId25" Type="http://schemas.openxmlformats.org/officeDocument/2006/relationships/image" Target="../media/image544.svg"/><Relationship Id="rId33" Type="http://schemas.openxmlformats.org/officeDocument/2006/relationships/image" Target="../media/image81.svg"/><Relationship Id="rId38" Type="http://schemas.openxmlformats.org/officeDocument/2006/relationships/image" Target="../media/image554.png"/><Relationship Id="rId46" Type="http://schemas.openxmlformats.org/officeDocument/2006/relationships/image" Target="../media/image560.png"/><Relationship Id="rId59" Type="http://schemas.openxmlformats.org/officeDocument/2006/relationships/image" Target="../media/image572.svg"/><Relationship Id="rId67" Type="http://schemas.openxmlformats.org/officeDocument/2006/relationships/image" Target="../media/image579.svg"/><Relationship Id="rId20" Type="http://schemas.openxmlformats.org/officeDocument/2006/relationships/image" Target="../media/image539.png"/><Relationship Id="rId41" Type="http://schemas.openxmlformats.org/officeDocument/2006/relationships/image" Target="../media/image557.svg"/><Relationship Id="rId54" Type="http://schemas.openxmlformats.org/officeDocument/2006/relationships/image" Target="../media/image567.png"/><Relationship Id="rId62" Type="http://schemas.openxmlformats.org/officeDocument/2006/relationships/image" Target="../media/image575.png"/><Relationship Id="rId70" Type="http://schemas.openxmlformats.org/officeDocument/2006/relationships/image" Target="../media/image582.png"/><Relationship Id="rId1" Type="http://schemas.openxmlformats.org/officeDocument/2006/relationships/slideLayout" Target="../slideLayouts/slideLayout13.xml"/><Relationship Id="rId6" Type="http://schemas.openxmlformats.org/officeDocument/2006/relationships/image" Target="../media/image526.png"/><Relationship Id="rId15" Type="http://schemas.openxmlformats.org/officeDocument/2006/relationships/image" Target="../media/image534.svg"/><Relationship Id="rId23" Type="http://schemas.openxmlformats.org/officeDocument/2006/relationships/image" Target="../media/image542.svg"/><Relationship Id="rId28" Type="http://schemas.openxmlformats.org/officeDocument/2006/relationships/image" Target="../media/image84.png"/><Relationship Id="rId36" Type="http://schemas.openxmlformats.org/officeDocument/2006/relationships/image" Target="../media/image552.png"/><Relationship Id="rId49" Type="http://schemas.openxmlformats.org/officeDocument/2006/relationships/image" Target="../media/image562.svg"/><Relationship Id="rId57" Type="http://schemas.openxmlformats.org/officeDocument/2006/relationships/image" Target="../media/image570.svg"/><Relationship Id="rId10" Type="http://schemas.openxmlformats.org/officeDocument/2006/relationships/image" Target="../media/image44.png"/><Relationship Id="rId31" Type="http://schemas.openxmlformats.org/officeDocument/2006/relationships/image" Target="../media/image549.svg"/><Relationship Id="rId44" Type="http://schemas.openxmlformats.org/officeDocument/2006/relationships/image" Target="../media/image78.png"/><Relationship Id="rId52" Type="http://schemas.openxmlformats.org/officeDocument/2006/relationships/image" Target="../media/image565.png"/><Relationship Id="rId60" Type="http://schemas.openxmlformats.org/officeDocument/2006/relationships/image" Target="../media/image573.png"/><Relationship Id="rId65" Type="http://schemas.openxmlformats.org/officeDocument/2006/relationships/image" Target="../media/image578.svg"/><Relationship Id="rId4" Type="http://schemas.openxmlformats.org/officeDocument/2006/relationships/image" Target="../media/image524.png"/><Relationship Id="rId9" Type="http://schemas.openxmlformats.org/officeDocument/2006/relationships/image" Target="../media/image529.svg"/><Relationship Id="rId13" Type="http://schemas.openxmlformats.org/officeDocument/2006/relationships/image" Target="../media/image532.svg"/><Relationship Id="rId18" Type="http://schemas.openxmlformats.org/officeDocument/2006/relationships/image" Target="../media/image537.png"/><Relationship Id="rId39" Type="http://schemas.openxmlformats.org/officeDocument/2006/relationships/image" Target="../media/image555.svg"/><Relationship Id="rId34" Type="http://schemas.openxmlformats.org/officeDocument/2006/relationships/image" Target="../media/image550.png"/><Relationship Id="rId50" Type="http://schemas.openxmlformats.org/officeDocument/2006/relationships/image" Target="../media/image563.png"/><Relationship Id="rId55" Type="http://schemas.openxmlformats.org/officeDocument/2006/relationships/image" Target="../media/image568.svg"/></Relationships>
</file>

<file path=ppt/slides/_rels/slide111.xml.rels><?xml version="1.0" encoding="UTF-8" standalone="yes"?>
<Relationships xmlns="http://schemas.openxmlformats.org/package/2006/relationships"><Relationship Id="rId26" Type="http://schemas.openxmlformats.org/officeDocument/2006/relationships/image" Target="../media/image608.png"/><Relationship Id="rId21" Type="http://schemas.openxmlformats.org/officeDocument/2006/relationships/image" Target="../media/image603.svg"/><Relationship Id="rId42" Type="http://schemas.openxmlformats.org/officeDocument/2006/relationships/image" Target="../media/image90.png"/><Relationship Id="rId47" Type="http://schemas.openxmlformats.org/officeDocument/2006/relationships/image" Target="../media/image627.svg"/><Relationship Id="rId63" Type="http://schemas.openxmlformats.org/officeDocument/2006/relationships/image" Target="../media/image643.svg"/><Relationship Id="rId68" Type="http://schemas.openxmlformats.org/officeDocument/2006/relationships/image" Target="../media/image648.png"/><Relationship Id="rId7" Type="http://schemas.openxmlformats.org/officeDocument/2006/relationships/image" Target="../media/image589.svg"/><Relationship Id="rId71" Type="http://schemas.openxmlformats.org/officeDocument/2006/relationships/image" Target="../media/image651.svg"/><Relationship Id="rId2" Type="http://schemas.openxmlformats.org/officeDocument/2006/relationships/image" Target="../media/image584.png"/><Relationship Id="rId16" Type="http://schemas.openxmlformats.org/officeDocument/2006/relationships/image" Target="../media/image598.png"/><Relationship Id="rId29" Type="http://schemas.openxmlformats.org/officeDocument/2006/relationships/image" Target="../media/image611.svg"/><Relationship Id="rId11" Type="http://schemas.openxmlformats.org/officeDocument/2006/relationships/image" Target="../media/image593.svg"/><Relationship Id="rId24" Type="http://schemas.openxmlformats.org/officeDocument/2006/relationships/image" Target="../media/image606.png"/><Relationship Id="rId32" Type="http://schemas.openxmlformats.org/officeDocument/2006/relationships/image" Target="../media/image614.png"/><Relationship Id="rId37" Type="http://schemas.openxmlformats.org/officeDocument/2006/relationships/image" Target="../media/image619.svg"/><Relationship Id="rId40" Type="http://schemas.openxmlformats.org/officeDocument/2006/relationships/image" Target="../media/image622.png"/><Relationship Id="rId45" Type="http://schemas.openxmlformats.org/officeDocument/2006/relationships/image" Target="../media/image625.svg"/><Relationship Id="rId53" Type="http://schemas.openxmlformats.org/officeDocument/2006/relationships/image" Target="../media/image633.svg"/><Relationship Id="rId58" Type="http://schemas.openxmlformats.org/officeDocument/2006/relationships/image" Target="../media/image638.png"/><Relationship Id="rId66" Type="http://schemas.openxmlformats.org/officeDocument/2006/relationships/image" Target="../media/image646.png"/><Relationship Id="rId5" Type="http://schemas.openxmlformats.org/officeDocument/2006/relationships/image" Target="../media/image587.svg"/><Relationship Id="rId61" Type="http://schemas.openxmlformats.org/officeDocument/2006/relationships/image" Target="../media/image641.svg"/><Relationship Id="rId19" Type="http://schemas.openxmlformats.org/officeDocument/2006/relationships/image" Target="../media/image601.svg"/><Relationship Id="rId14" Type="http://schemas.openxmlformats.org/officeDocument/2006/relationships/image" Target="../media/image596.png"/><Relationship Id="rId22" Type="http://schemas.openxmlformats.org/officeDocument/2006/relationships/image" Target="../media/image604.png"/><Relationship Id="rId27" Type="http://schemas.openxmlformats.org/officeDocument/2006/relationships/image" Target="../media/image609.svg"/><Relationship Id="rId30" Type="http://schemas.openxmlformats.org/officeDocument/2006/relationships/image" Target="../media/image612.png"/><Relationship Id="rId35" Type="http://schemas.openxmlformats.org/officeDocument/2006/relationships/image" Target="../media/image617.svg"/><Relationship Id="rId43" Type="http://schemas.openxmlformats.org/officeDocument/2006/relationships/image" Target="../media/image91.svg"/><Relationship Id="rId48" Type="http://schemas.openxmlformats.org/officeDocument/2006/relationships/image" Target="../media/image628.png"/><Relationship Id="rId56" Type="http://schemas.openxmlformats.org/officeDocument/2006/relationships/image" Target="../media/image636.png"/><Relationship Id="rId64" Type="http://schemas.openxmlformats.org/officeDocument/2006/relationships/image" Target="../media/image644.png"/><Relationship Id="rId69" Type="http://schemas.openxmlformats.org/officeDocument/2006/relationships/image" Target="../media/image649.svg"/><Relationship Id="rId8" Type="http://schemas.openxmlformats.org/officeDocument/2006/relationships/image" Target="../media/image590.png"/><Relationship Id="rId51" Type="http://schemas.openxmlformats.org/officeDocument/2006/relationships/image" Target="../media/image631.svg"/><Relationship Id="rId3" Type="http://schemas.openxmlformats.org/officeDocument/2006/relationships/image" Target="../media/image585.svg"/><Relationship Id="rId12" Type="http://schemas.openxmlformats.org/officeDocument/2006/relationships/image" Target="../media/image594.png"/><Relationship Id="rId17" Type="http://schemas.openxmlformats.org/officeDocument/2006/relationships/image" Target="../media/image599.svg"/><Relationship Id="rId25" Type="http://schemas.openxmlformats.org/officeDocument/2006/relationships/image" Target="../media/image607.svg"/><Relationship Id="rId33" Type="http://schemas.openxmlformats.org/officeDocument/2006/relationships/image" Target="../media/image615.svg"/><Relationship Id="rId38" Type="http://schemas.openxmlformats.org/officeDocument/2006/relationships/image" Target="../media/image620.png"/><Relationship Id="rId46" Type="http://schemas.openxmlformats.org/officeDocument/2006/relationships/image" Target="../media/image626.png"/><Relationship Id="rId59" Type="http://schemas.openxmlformats.org/officeDocument/2006/relationships/image" Target="../media/image639.svg"/><Relationship Id="rId67" Type="http://schemas.openxmlformats.org/officeDocument/2006/relationships/image" Target="../media/image647.svg"/><Relationship Id="rId20" Type="http://schemas.openxmlformats.org/officeDocument/2006/relationships/image" Target="../media/image602.png"/><Relationship Id="rId41" Type="http://schemas.openxmlformats.org/officeDocument/2006/relationships/image" Target="../media/image623.svg"/><Relationship Id="rId54" Type="http://schemas.openxmlformats.org/officeDocument/2006/relationships/image" Target="../media/image634.png"/><Relationship Id="rId62" Type="http://schemas.openxmlformats.org/officeDocument/2006/relationships/image" Target="../media/image642.png"/><Relationship Id="rId70" Type="http://schemas.openxmlformats.org/officeDocument/2006/relationships/image" Target="../media/image650.png"/><Relationship Id="rId1" Type="http://schemas.openxmlformats.org/officeDocument/2006/relationships/slideLayout" Target="../slideLayouts/slideLayout13.xml"/><Relationship Id="rId6" Type="http://schemas.openxmlformats.org/officeDocument/2006/relationships/image" Target="../media/image588.png"/><Relationship Id="rId15" Type="http://schemas.openxmlformats.org/officeDocument/2006/relationships/image" Target="../media/image597.svg"/><Relationship Id="rId23" Type="http://schemas.openxmlformats.org/officeDocument/2006/relationships/image" Target="../media/image605.svg"/><Relationship Id="rId28" Type="http://schemas.openxmlformats.org/officeDocument/2006/relationships/image" Target="../media/image610.png"/><Relationship Id="rId36" Type="http://schemas.openxmlformats.org/officeDocument/2006/relationships/image" Target="../media/image618.png"/><Relationship Id="rId49" Type="http://schemas.openxmlformats.org/officeDocument/2006/relationships/image" Target="../media/image629.svg"/><Relationship Id="rId57" Type="http://schemas.openxmlformats.org/officeDocument/2006/relationships/image" Target="../media/image637.svg"/><Relationship Id="rId10" Type="http://schemas.openxmlformats.org/officeDocument/2006/relationships/image" Target="../media/image592.png"/><Relationship Id="rId31" Type="http://schemas.openxmlformats.org/officeDocument/2006/relationships/image" Target="../media/image613.svg"/><Relationship Id="rId44" Type="http://schemas.openxmlformats.org/officeDocument/2006/relationships/image" Target="../media/image624.png"/><Relationship Id="rId52" Type="http://schemas.openxmlformats.org/officeDocument/2006/relationships/image" Target="../media/image632.png"/><Relationship Id="rId60" Type="http://schemas.openxmlformats.org/officeDocument/2006/relationships/image" Target="../media/image640.png"/><Relationship Id="rId65" Type="http://schemas.openxmlformats.org/officeDocument/2006/relationships/image" Target="../media/image645.svg"/><Relationship Id="rId4" Type="http://schemas.openxmlformats.org/officeDocument/2006/relationships/image" Target="../media/image586.png"/><Relationship Id="rId9" Type="http://schemas.openxmlformats.org/officeDocument/2006/relationships/image" Target="../media/image591.svg"/><Relationship Id="rId13" Type="http://schemas.openxmlformats.org/officeDocument/2006/relationships/image" Target="../media/image595.svg"/><Relationship Id="rId18" Type="http://schemas.openxmlformats.org/officeDocument/2006/relationships/image" Target="../media/image600.png"/><Relationship Id="rId39" Type="http://schemas.openxmlformats.org/officeDocument/2006/relationships/image" Target="../media/image621.svg"/><Relationship Id="rId34" Type="http://schemas.openxmlformats.org/officeDocument/2006/relationships/image" Target="../media/image616.png"/><Relationship Id="rId50" Type="http://schemas.openxmlformats.org/officeDocument/2006/relationships/image" Target="../media/image630.png"/><Relationship Id="rId55" Type="http://schemas.openxmlformats.org/officeDocument/2006/relationships/image" Target="../media/image635.svg"/></Relationships>
</file>

<file path=ppt/slides/_rels/slide112.xml.rels><?xml version="1.0" encoding="UTF-8" standalone="yes"?>
<Relationships xmlns="http://schemas.openxmlformats.org/package/2006/relationships"><Relationship Id="rId26" Type="http://schemas.openxmlformats.org/officeDocument/2006/relationships/image" Target="../media/image676.png"/><Relationship Id="rId21" Type="http://schemas.openxmlformats.org/officeDocument/2006/relationships/image" Target="../media/image671.svg"/><Relationship Id="rId42" Type="http://schemas.openxmlformats.org/officeDocument/2006/relationships/image" Target="../media/image692.png"/><Relationship Id="rId47" Type="http://schemas.openxmlformats.org/officeDocument/2006/relationships/image" Target="../media/image697.svg"/><Relationship Id="rId63" Type="http://schemas.openxmlformats.org/officeDocument/2006/relationships/image" Target="../media/image713.svg"/><Relationship Id="rId68" Type="http://schemas.openxmlformats.org/officeDocument/2006/relationships/image" Target="../media/image718.png"/><Relationship Id="rId7" Type="http://schemas.openxmlformats.org/officeDocument/2006/relationships/image" Target="../media/image657.svg"/><Relationship Id="rId71" Type="http://schemas.openxmlformats.org/officeDocument/2006/relationships/image" Target="../media/image721.svg"/><Relationship Id="rId2" Type="http://schemas.openxmlformats.org/officeDocument/2006/relationships/image" Target="../media/image652.png"/><Relationship Id="rId16" Type="http://schemas.openxmlformats.org/officeDocument/2006/relationships/image" Target="../media/image666.png"/><Relationship Id="rId29" Type="http://schemas.openxmlformats.org/officeDocument/2006/relationships/image" Target="../media/image679.svg"/><Relationship Id="rId11" Type="http://schemas.openxmlformats.org/officeDocument/2006/relationships/image" Target="../media/image661.svg"/><Relationship Id="rId24" Type="http://schemas.openxmlformats.org/officeDocument/2006/relationships/image" Target="../media/image674.png"/><Relationship Id="rId32" Type="http://schemas.openxmlformats.org/officeDocument/2006/relationships/image" Target="../media/image682.png"/><Relationship Id="rId37" Type="http://schemas.openxmlformats.org/officeDocument/2006/relationships/image" Target="../media/image687.svg"/><Relationship Id="rId40" Type="http://schemas.openxmlformats.org/officeDocument/2006/relationships/image" Target="../media/image690.png"/><Relationship Id="rId45" Type="http://schemas.openxmlformats.org/officeDocument/2006/relationships/image" Target="../media/image695.svg"/><Relationship Id="rId53" Type="http://schemas.openxmlformats.org/officeDocument/2006/relationships/image" Target="../media/image703.svg"/><Relationship Id="rId58" Type="http://schemas.openxmlformats.org/officeDocument/2006/relationships/image" Target="../media/image708.png"/><Relationship Id="rId66" Type="http://schemas.openxmlformats.org/officeDocument/2006/relationships/image" Target="../media/image716.png"/><Relationship Id="rId5" Type="http://schemas.openxmlformats.org/officeDocument/2006/relationships/image" Target="../media/image655.svg"/><Relationship Id="rId61" Type="http://schemas.openxmlformats.org/officeDocument/2006/relationships/image" Target="../media/image711.svg"/><Relationship Id="rId19" Type="http://schemas.openxmlformats.org/officeDocument/2006/relationships/image" Target="../media/image669.svg"/><Relationship Id="rId14" Type="http://schemas.openxmlformats.org/officeDocument/2006/relationships/image" Target="../media/image664.png"/><Relationship Id="rId22" Type="http://schemas.openxmlformats.org/officeDocument/2006/relationships/image" Target="../media/image672.png"/><Relationship Id="rId27" Type="http://schemas.openxmlformats.org/officeDocument/2006/relationships/image" Target="../media/image677.svg"/><Relationship Id="rId30" Type="http://schemas.openxmlformats.org/officeDocument/2006/relationships/image" Target="../media/image680.png"/><Relationship Id="rId35" Type="http://schemas.openxmlformats.org/officeDocument/2006/relationships/image" Target="../media/image685.svg"/><Relationship Id="rId43" Type="http://schemas.openxmlformats.org/officeDocument/2006/relationships/image" Target="../media/image693.svg"/><Relationship Id="rId48" Type="http://schemas.openxmlformats.org/officeDocument/2006/relationships/image" Target="../media/image698.png"/><Relationship Id="rId56" Type="http://schemas.openxmlformats.org/officeDocument/2006/relationships/image" Target="../media/image706.png"/><Relationship Id="rId64" Type="http://schemas.openxmlformats.org/officeDocument/2006/relationships/image" Target="../media/image714.png"/><Relationship Id="rId69" Type="http://schemas.openxmlformats.org/officeDocument/2006/relationships/image" Target="../media/image719.svg"/><Relationship Id="rId8" Type="http://schemas.openxmlformats.org/officeDocument/2006/relationships/image" Target="../media/image658.png"/><Relationship Id="rId51" Type="http://schemas.openxmlformats.org/officeDocument/2006/relationships/image" Target="../media/image701.svg"/><Relationship Id="rId3" Type="http://schemas.openxmlformats.org/officeDocument/2006/relationships/image" Target="../media/image653.svg"/><Relationship Id="rId12" Type="http://schemas.openxmlformats.org/officeDocument/2006/relationships/image" Target="../media/image662.png"/><Relationship Id="rId17" Type="http://schemas.openxmlformats.org/officeDocument/2006/relationships/image" Target="../media/image667.svg"/><Relationship Id="rId25" Type="http://schemas.openxmlformats.org/officeDocument/2006/relationships/image" Target="../media/image675.svg"/><Relationship Id="rId33" Type="http://schemas.openxmlformats.org/officeDocument/2006/relationships/image" Target="../media/image683.svg"/><Relationship Id="rId38" Type="http://schemas.openxmlformats.org/officeDocument/2006/relationships/image" Target="../media/image688.png"/><Relationship Id="rId46" Type="http://schemas.openxmlformats.org/officeDocument/2006/relationships/image" Target="../media/image696.png"/><Relationship Id="rId59" Type="http://schemas.openxmlformats.org/officeDocument/2006/relationships/image" Target="../media/image709.svg"/><Relationship Id="rId67" Type="http://schemas.openxmlformats.org/officeDocument/2006/relationships/image" Target="../media/image717.svg"/><Relationship Id="rId20" Type="http://schemas.openxmlformats.org/officeDocument/2006/relationships/image" Target="../media/image670.png"/><Relationship Id="rId41" Type="http://schemas.openxmlformats.org/officeDocument/2006/relationships/image" Target="../media/image691.svg"/><Relationship Id="rId54" Type="http://schemas.openxmlformats.org/officeDocument/2006/relationships/image" Target="../media/image704.png"/><Relationship Id="rId62" Type="http://schemas.openxmlformats.org/officeDocument/2006/relationships/image" Target="../media/image712.png"/><Relationship Id="rId70" Type="http://schemas.openxmlformats.org/officeDocument/2006/relationships/image" Target="../media/image720.png"/><Relationship Id="rId1" Type="http://schemas.openxmlformats.org/officeDocument/2006/relationships/slideLayout" Target="../slideLayouts/slideLayout13.xml"/><Relationship Id="rId6" Type="http://schemas.openxmlformats.org/officeDocument/2006/relationships/image" Target="../media/image656.png"/><Relationship Id="rId15" Type="http://schemas.openxmlformats.org/officeDocument/2006/relationships/image" Target="../media/image665.svg"/><Relationship Id="rId23" Type="http://schemas.openxmlformats.org/officeDocument/2006/relationships/image" Target="../media/image673.svg"/><Relationship Id="rId28" Type="http://schemas.openxmlformats.org/officeDocument/2006/relationships/image" Target="../media/image678.png"/><Relationship Id="rId36" Type="http://schemas.openxmlformats.org/officeDocument/2006/relationships/image" Target="../media/image686.png"/><Relationship Id="rId49" Type="http://schemas.openxmlformats.org/officeDocument/2006/relationships/image" Target="../media/image699.svg"/><Relationship Id="rId57" Type="http://schemas.openxmlformats.org/officeDocument/2006/relationships/image" Target="../media/image707.svg"/><Relationship Id="rId10" Type="http://schemas.openxmlformats.org/officeDocument/2006/relationships/image" Target="../media/image660.png"/><Relationship Id="rId31" Type="http://schemas.openxmlformats.org/officeDocument/2006/relationships/image" Target="../media/image681.svg"/><Relationship Id="rId44" Type="http://schemas.openxmlformats.org/officeDocument/2006/relationships/image" Target="../media/image694.png"/><Relationship Id="rId52" Type="http://schemas.openxmlformats.org/officeDocument/2006/relationships/image" Target="../media/image702.png"/><Relationship Id="rId60" Type="http://schemas.openxmlformats.org/officeDocument/2006/relationships/image" Target="../media/image710.png"/><Relationship Id="rId65" Type="http://schemas.openxmlformats.org/officeDocument/2006/relationships/image" Target="../media/image715.svg"/><Relationship Id="rId4" Type="http://schemas.openxmlformats.org/officeDocument/2006/relationships/image" Target="../media/image654.png"/><Relationship Id="rId9" Type="http://schemas.openxmlformats.org/officeDocument/2006/relationships/image" Target="../media/image659.svg"/><Relationship Id="rId13" Type="http://schemas.openxmlformats.org/officeDocument/2006/relationships/image" Target="../media/image663.svg"/><Relationship Id="rId18" Type="http://schemas.openxmlformats.org/officeDocument/2006/relationships/image" Target="../media/image668.png"/><Relationship Id="rId39" Type="http://schemas.openxmlformats.org/officeDocument/2006/relationships/image" Target="../media/image689.svg"/><Relationship Id="rId34" Type="http://schemas.openxmlformats.org/officeDocument/2006/relationships/image" Target="../media/image684.png"/><Relationship Id="rId50" Type="http://schemas.openxmlformats.org/officeDocument/2006/relationships/image" Target="../media/image700.png"/><Relationship Id="rId55" Type="http://schemas.openxmlformats.org/officeDocument/2006/relationships/image" Target="../media/image705.svg"/></Relationships>
</file>

<file path=ppt/slides/_rels/slide113.xml.rels><?xml version="1.0" encoding="UTF-8" standalone="yes"?>
<Relationships xmlns="http://schemas.openxmlformats.org/package/2006/relationships"><Relationship Id="rId26" Type="http://schemas.openxmlformats.org/officeDocument/2006/relationships/image" Target="../media/image746.png"/><Relationship Id="rId21" Type="http://schemas.openxmlformats.org/officeDocument/2006/relationships/image" Target="../media/image741.svg"/><Relationship Id="rId42" Type="http://schemas.openxmlformats.org/officeDocument/2006/relationships/image" Target="../media/image762.png"/><Relationship Id="rId47" Type="http://schemas.openxmlformats.org/officeDocument/2006/relationships/image" Target="../media/image767.svg"/><Relationship Id="rId63" Type="http://schemas.openxmlformats.org/officeDocument/2006/relationships/image" Target="../media/image783.svg"/><Relationship Id="rId68" Type="http://schemas.openxmlformats.org/officeDocument/2006/relationships/image" Target="../media/image788.png"/><Relationship Id="rId7" Type="http://schemas.openxmlformats.org/officeDocument/2006/relationships/image" Target="../media/image727.svg"/><Relationship Id="rId71" Type="http://schemas.openxmlformats.org/officeDocument/2006/relationships/image" Target="../media/image791.svg"/><Relationship Id="rId2" Type="http://schemas.openxmlformats.org/officeDocument/2006/relationships/image" Target="../media/image722.png"/><Relationship Id="rId16" Type="http://schemas.openxmlformats.org/officeDocument/2006/relationships/image" Target="../media/image736.png"/><Relationship Id="rId29" Type="http://schemas.openxmlformats.org/officeDocument/2006/relationships/image" Target="../media/image749.svg"/><Relationship Id="rId11" Type="http://schemas.openxmlformats.org/officeDocument/2006/relationships/image" Target="../media/image731.svg"/><Relationship Id="rId24" Type="http://schemas.openxmlformats.org/officeDocument/2006/relationships/image" Target="../media/image744.png"/><Relationship Id="rId32" Type="http://schemas.openxmlformats.org/officeDocument/2006/relationships/image" Target="../media/image752.png"/><Relationship Id="rId37" Type="http://schemas.openxmlformats.org/officeDocument/2006/relationships/image" Target="../media/image757.svg"/><Relationship Id="rId40" Type="http://schemas.openxmlformats.org/officeDocument/2006/relationships/image" Target="../media/image760.png"/><Relationship Id="rId45" Type="http://schemas.openxmlformats.org/officeDocument/2006/relationships/image" Target="../media/image765.svg"/><Relationship Id="rId53" Type="http://schemas.openxmlformats.org/officeDocument/2006/relationships/image" Target="../media/image773.svg"/><Relationship Id="rId58" Type="http://schemas.openxmlformats.org/officeDocument/2006/relationships/image" Target="../media/image778.png"/><Relationship Id="rId66" Type="http://schemas.openxmlformats.org/officeDocument/2006/relationships/image" Target="../media/image786.png"/><Relationship Id="rId5" Type="http://schemas.openxmlformats.org/officeDocument/2006/relationships/image" Target="../media/image725.svg"/><Relationship Id="rId61" Type="http://schemas.openxmlformats.org/officeDocument/2006/relationships/image" Target="../media/image781.svg"/><Relationship Id="rId19" Type="http://schemas.openxmlformats.org/officeDocument/2006/relationships/image" Target="../media/image739.svg"/><Relationship Id="rId14" Type="http://schemas.openxmlformats.org/officeDocument/2006/relationships/image" Target="../media/image734.png"/><Relationship Id="rId22" Type="http://schemas.openxmlformats.org/officeDocument/2006/relationships/image" Target="../media/image742.png"/><Relationship Id="rId27" Type="http://schemas.openxmlformats.org/officeDocument/2006/relationships/image" Target="../media/image747.svg"/><Relationship Id="rId30" Type="http://schemas.openxmlformats.org/officeDocument/2006/relationships/image" Target="../media/image750.png"/><Relationship Id="rId35" Type="http://schemas.openxmlformats.org/officeDocument/2006/relationships/image" Target="../media/image755.svg"/><Relationship Id="rId43" Type="http://schemas.openxmlformats.org/officeDocument/2006/relationships/image" Target="../media/image763.svg"/><Relationship Id="rId48" Type="http://schemas.openxmlformats.org/officeDocument/2006/relationships/image" Target="../media/image768.png"/><Relationship Id="rId56" Type="http://schemas.openxmlformats.org/officeDocument/2006/relationships/image" Target="../media/image776.png"/><Relationship Id="rId64" Type="http://schemas.openxmlformats.org/officeDocument/2006/relationships/image" Target="../media/image784.png"/><Relationship Id="rId69" Type="http://schemas.openxmlformats.org/officeDocument/2006/relationships/image" Target="../media/image789.svg"/><Relationship Id="rId8" Type="http://schemas.openxmlformats.org/officeDocument/2006/relationships/image" Target="../media/image728.png"/><Relationship Id="rId51" Type="http://schemas.openxmlformats.org/officeDocument/2006/relationships/image" Target="../media/image771.svg"/><Relationship Id="rId3" Type="http://schemas.openxmlformats.org/officeDocument/2006/relationships/image" Target="../media/image723.svg"/><Relationship Id="rId12" Type="http://schemas.openxmlformats.org/officeDocument/2006/relationships/image" Target="../media/image732.png"/><Relationship Id="rId17" Type="http://schemas.openxmlformats.org/officeDocument/2006/relationships/image" Target="../media/image737.svg"/><Relationship Id="rId25" Type="http://schemas.openxmlformats.org/officeDocument/2006/relationships/image" Target="../media/image745.svg"/><Relationship Id="rId33" Type="http://schemas.openxmlformats.org/officeDocument/2006/relationships/image" Target="../media/image753.svg"/><Relationship Id="rId38" Type="http://schemas.openxmlformats.org/officeDocument/2006/relationships/image" Target="../media/image758.png"/><Relationship Id="rId46" Type="http://schemas.openxmlformats.org/officeDocument/2006/relationships/image" Target="../media/image766.png"/><Relationship Id="rId59" Type="http://schemas.openxmlformats.org/officeDocument/2006/relationships/image" Target="../media/image779.svg"/><Relationship Id="rId67" Type="http://schemas.openxmlformats.org/officeDocument/2006/relationships/image" Target="../media/image787.svg"/><Relationship Id="rId20" Type="http://schemas.openxmlformats.org/officeDocument/2006/relationships/image" Target="../media/image740.png"/><Relationship Id="rId41" Type="http://schemas.openxmlformats.org/officeDocument/2006/relationships/image" Target="../media/image761.svg"/><Relationship Id="rId54" Type="http://schemas.openxmlformats.org/officeDocument/2006/relationships/image" Target="../media/image774.png"/><Relationship Id="rId62" Type="http://schemas.openxmlformats.org/officeDocument/2006/relationships/image" Target="../media/image782.png"/><Relationship Id="rId70" Type="http://schemas.openxmlformats.org/officeDocument/2006/relationships/image" Target="../media/image790.png"/><Relationship Id="rId1" Type="http://schemas.openxmlformats.org/officeDocument/2006/relationships/slideLayout" Target="../slideLayouts/slideLayout13.xml"/><Relationship Id="rId6" Type="http://schemas.openxmlformats.org/officeDocument/2006/relationships/image" Target="../media/image726.png"/><Relationship Id="rId15" Type="http://schemas.openxmlformats.org/officeDocument/2006/relationships/image" Target="../media/image735.svg"/><Relationship Id="rId23" Type="http://schemas.openxmlformats.org/officeDocument/2006/relationships/image" Target="../media/image743.svg"/><Relationship Id="rId28" Type="http://schemas.openxmlformats.org/officeDocument/2006/relationships/image" Target="../media/image748.png"/><Relationship Id="rId36" Type="http://schemas.openxmlformats.org/officeDocument/2006/relationships/image" Target="../media/image756.png"/><Relationship Id="rId49" Type="http://schemas.openxmlformats.org/officeDocument/2006/relationships/image" Target="../media/image769.svg"/><Relationship Id="rId57" Type="http://schemas.openxmlformats.org/officeDocument/2006/relationships/image" Target="../media/image777.svg"/><Relationship Id="rId10" Type="http://schemas.openxmlformats.org/officeDocument/2006/relationships/image" Target="../media/image730.png"/><Relationship Id="rId31" Type="http://schemas.openxmlformats.org/officeDocument/2006/relationships/image" Target="../media/image751.svg"/><Relationship Id="rId44" Type="http://schemas.openxmlformats.org/officeDocument/2006/relationships/image" Target="../media/image764.png"/><Relationship Id="rId52" Type="http://schemas.openxmlformats.org/officeDocument/2006/relationships/image" Target="../media/image772.png"/><Relationship Id="rId60" Type="http://schemas.openxmlformats.org/officeDocument/2006/relationships/image" Target="../media/image780.png"/><Relationship Id="rId65" Type="http://schemas.openxmlformats.org/officeDocument/2006/relationships/image" Target="../media/image785.svg"/><Relationship Id="rId4" Type="http://schemas.openxmlformats.org/officeDocument/2006/relationships/image" Target="../media/image724.png"/><Relationship Id="rId9" Type="http://schemas.openxmlformats.org/officeDocument/2006/relationships/image" Target="../media/image729.svg"/><Relationship Id="rId13" Type="http://schemas.openxmlformats.org/officeDocument/2006/relationships/image" Target="../media/image733.svg"/><Relationship Id="rId18" Type="http://schemas.openxmlformats.org/officeDocument/2006/relationships/image" Target="../media/image738.png"/><Relationship Id="rId39" Type="http://schemas.openxmlformats.org/officeDocument/2006/relationships/image" Target="../media/image759.svg"/><Relationship Id="rId34" Type="http://schemas.openxmlformats.org/officeDocument/2006/relationships/image" Target="../media/image754.png"/><Relationship Id="rId50" Type="http://schemas.openxmlformats.org/officeDocument/2006/relationships/image" Target="../media/image770.png"/><Relationship Id="rId55" Type="http://schemas.openxmlformats.org/officeDocument/2006/relationships/image" Target="../media/image775.svg"/></Relationships>
</file>

<file path=ppt/slides/_rels/slide114.xml.rels><?xml version="1.0" encoding="UTF-8" standalone="yes"?>
<Relationships xmlns="http://schemas.openxmlformats.org/package/2006/relationships"><Relationship Id="rId26" Type="http://schemas.openxmlformats.org/officeDocument/2006/relationships/image" Target="../media/image816.png"/><Relationship Id="rId21" Type="http://schemas.openxmlformats.org/officeDocument/2006/relationships/image" Target="../media/image811.svg"/><Relationship Id="rId42" Type="http://schemas.openxmlformats.org/officeDocument/2006/relationships/image" Target="../media/image832.png"/><Relationship Id="rId47" Type="http://schemas.openxmlformats.org/officeDocument/2006/relationships/image" Target="../media/image837.svg"/><Relationship Id="rId63" Type="http://schemas.openxmlformats.org/officeDocument/2006/relationships/image" Target="../media/image853.svg"/><Relationship Id="rId68" Type="http://schemas.openxmlformats.org/officeDocument/2006/relationships/image" Target="../media/image858.png"/><Relationship Id="rId7" Type="http://schemas.openxmlformats.org/officeDocument/2006/relationships/image" Target="../media/image797.svg"/><Relationship Id="rId71" Type="http://schemas.openxmlformats.org/officeDocument/2006/relationships/image" Target="../media/image861.svg"/><Relationship Id="rId2" Type="http://schemas.openxmlformats.org/officeDocument/2006/relationships/image" Target="../media/image792.png"/><Relationship Id="rId16" Type="http://schemas.openxmlformats.org/officeDocument/2006/relationships/image" Target="../media/image806.png"/><Relationship Id="rId29" Type="http://schemas.openxmlformats.org/officeDocument/2006/relationships/image" Target="../media/image819.svg"/><Relationship Id="rId11" Type="http://schemas.openxmlformats.org/officeDocument/2006/relationships/image" Target="../media/image801.svg"/><Relationship Id="rId24" Type="http://schemas.openxmlformats.org/officeDocument/2006/relationships/image" Target="../media/image814.png"/><Relationship Id="rId32" Type="http://schemas.openxmlformats.org/officeDocument/2006/relationships/image" Target="../media/image822.png"/><Relationship Id="rId37" Type="http://schemas.openxmlformats.org/officeDocument/2006/relationships/image" Target="../media/image827.svg"/><Relationship Id="rId40" Type="http://schemas.openxmlformats.org/officeDocument/2006/relationships/image" Target="../media/image830.png"/><Relationship Id="rId45" Type="http://schemas.openxmlformats.org/officeDocument/2006/relationships/image" Target="../media/image835.svg"/><Relationship Id="rId53" Type="http://schemas.openxmlformats.org/officeDocument/2006/relationships/image" Target="../media/image843.svg"/><Relationship Id="rId58" Type="http://schemas.openxmlformats.org/officeDocument/2006/relationships/image" Target="../media/image848.png"/><Relationship Id="rId66" Type="http://schemas.openxmlformats.org/officeDocument/2006/relationships/image" Target="../media/image856.png"/><Relationship Id="rId5" Type="http://schemas.openxmlformats.org/officeDocument/2006/relationships/image" Target="../media/image795.svg"/><Relationship Id="rId61" Type="http://schemas.openxmlformats.org/officeDocument/2006/relationships/image" Target="../media/image851.svg"/><Relationship Id="rId19" Type="http://schemas.openxmlformats.org/officeDocument/2006/relationships/image" Target="../media/image809.svg"/><Relationship Id="rId14" Type="http://schemas.openxmlformats.org/officeDocument/2006/relationships/image" Target="../media/image804.png"/><Relationship Id="rId22" Type="http://schemas.openxmlformats.org/officeDocument/2006/relationships/image" Target="../media/image812.png"/><Relationship Id="rId27" Type="http://schemas.openxmlformats.org/officeDocument/2006/relationships/image" Target="../media/image817.svg"/><Relationship Id="rId30" Type="http://schemas.openxmlformats.org/officeDocument/2006/relationships/image" Target="../media/image820.png"/><Relationship Id="rId35" Type="http://schemas.openxmlformats.org/officeDocument/2006/relationships/image" Target="../media/image825.svg"/><Relationship Id="rId43" Type="http://schemas.openxmlformats.org/officeDocument/2006/relationships/image" Target="../media/image833.svg"/><Relationship Id="rId48" Type="http://schemas.openxmlformats.org/officeDocument/2006/relationships/image" Target="../media/image838.png"/><Relationship Id="rId56" Type="http://schemas.openxmlformats.org/officeDocument/2006/relationships/image" Target="../media/image846.png"/><Relationship Id="rId64" Type="http://schemas.openxmlformats.org/officeDocument/2006/relationships/image" Target="../media/image854.png"/><Relationship Id="rId69" Type="http://schemas.openxmlformats.org/officeDocument/2006/relationships/image" Target="../media/image859.svg"/><Relationship Id="rId8" Type="http://schemas.openxmlformats.org/officeDocument/2006/relationships/image" Target="../media/image798.png"/><Relationship Id="rId51" Type="http://schemas.openxmlformats.org/officeDocument/2006/relationships/image" Target="../media/image841.svg"/><Relationship Id="rId3" Type="http://schemas.openxmlformats.org/officeDocument/2006/relationships/image" Target="../media/image793.svg"/><Relationship Id="rId12" Type="http://schemas.openxmlformats.org/officeDocument/2006/relationships/image" Target="../media/image802.png"/><Relationship Id="rId17" Type="http://schemas.openxmlformats.org/officeDocument/2006/relationships/image" Target="../media/image807.svg"/><Relationship Id="rId25" Type="http://schemas.openxmlformats.org/officeDocument/2006/relationships/image" Target="../media/image815.svg"/><Relationship Id="rId33" Type="http://schemas.openxmlformats.org/officeDocument/2006/relationships/image" Target="../media/image823.svg"/><Relationship Id="rId38" Type="http://schemas.openxmlformats.org/officeDocument/2006/relationships/image" Target="../media/image828.png"/><Relationship Id="rId46" Type="http://schemas.openxmlformats.org/officeDocument/2006/relationships/image" Target="../media/image836.png"/><Relationship Id="rId59" Type="http://schemas.openxmlformats.org/officeDocument/2006/relationships/image" Target="../media/image849.svg"/><Relationship Id="rId67" Type="http://schemas.openxmlformats.org/officeDocument/2006/relationships/image" Target="../media/image857.svg"/><Relationship Id="rId20" Type="http://schemas.openxmlformats.org/officeDocument/2006/relationships/image" Target="../media/image810.png"/><Relationship Id="rId41" Type="http://schemas.openxmlformats.org/officeDocument/2006/relationships/image" Target="../media/image831.svg"/><Relationship Id="rId54" Type="http://schemas.openxmlformats.org/officeDocument/2006/relationships/image" Target="../media/image844.png"/><Relationship Id="rId62" Type="http://schemas.openxmlformats.org/officeDocument/2006/relationships/image" Target="../media/image852.png"/><Relationship Id="rId70" Type="http://schemas.openxmlformats.org/officeDocument/2006/relationships/image" Target="../media/image860.png"/><Relationship Id="rId1" Type="http://schemas.openxmlformats.org/officeDocument/2006/relationships/slideLayout" Target="../slideLayouts/slideLayout13.xml"/><Relationship Id="rId6" Type="http://schemas.openxmlformats.org/officeDocument/2006/relationships/image" Target="../media/image796.png"/><Relationship Id="rId15" Type="http://schemas.openxmlformats.org/officeDocument/2006/relationships/image" Target="../media/image805.svg"/><Relationship Id="rId23" Type="http://schemas.openxmlformats.org/officeDocument/2006/relationships/image" Target="../media/image813.svg"/><Relationship Id="rId28" Type="http://schemas.openxmlformats.org/officeDocument/2006/relationships/image" Target="../media/image818.png"/><Relationship Id="rId36" Type="http://schemas.openxmlformats.org/officeDocument/2006/relationships/image" Target="../media/image826.png"/><Relationship Id="rId49" Type="http://schemas.openxmlformats.org/officeDocument/2006/relationships/image" Target="../media/image839.svg"/><Relationship Id="rId57" Type="http://schemas.openxmlformats.org/officeDocument/2006/relationships/image" Target="../media/image847.svg"/><Relationship Id="rId10" Type="http://schemas.openxmlformats.org/officeDocument/2006/relationships/image" Target="../media/image800.png"/><Relationship Id="rId31" Type="http://schemas.openxmlformats.org/officeDocument/2006/relationships/image" Target="../media/image821.svg"/><Relationship Id="rId44" Type="http://schemas.openxmlformats.org/officeDocument/2006/relationships/image" Target="../media/image834.png"/><Relationship Id="rId52" Type="http://schemas.openxmlformats.org/officeDocument/2006/relationships/image" Target="../media/image842.png"/><Relationship Id="rId60" Type="http://schemas.openxmlformats.org/officeDocument/2006/relationships/image" Target="../media/image850.png"/><Relationship Id="rId65" Type="http://schemas.openxmlformats.org/officeDocument/2006/relationships/image" Target="../media/image855.svg"/><Relationship Id="rId4" Type="http://schemas.openxmlformats.org/officeDocument/2006/relationships/image" Target="../media/image794.png"/><Relationship Id="rId9" Type="http://schemas.openxmlformats.org/officeDocument/2006/relationships/image" Target="../media/image799.svg"/><Relationship Id="rId13" Type="http://schemas.openxmlformats.org/officeDocument/2006/relationships/image" Target="../media/image803.svg"/><Relationship Id="rId18" Type="http://schemas.openxmlformats.org/officeDocument/2006/relationships/image" Target="../media/image808.png"/><Relationship Id="rId39" Type="http://schemas.openxmlformats.org/officeDocument/2006/relationships/image" Target="../media/image829.svg"/><Relationship Id="rId34" Type="http://schemas.openxmlformats.org/officeDocument/2006/relationships/image" Target="../media/image824.png"/><Relationship Id="rId50" Type="http://schemas.openxmlformats.org/officeDocument/2006/relationships/image" Target="../media/image840.png"/><Relationship Id="rId55" Type="http://schemas.openxmlformats.org/officeDocument/2006/relationships/image" Target="../media/image845.svg"/></Relationships>
</file>

<file path=ppt/slides/_rels/slide115.xml.rels><?xml version="1.0" encoding="UTF-8" standalone="yes"?>
<Relationships xmlns="http://schemas.openxmlformats.org/package/2006/relationships"><Relationship Id="rId13" Type="http://schemas.openxmlformats.org/officeDocument/2006/relationships/image" Target="../media/image873.svg"/><Relationship Id="rId18" Type="http://schemas.openxmlformats.org/officeDocument/2006/relationships/image" Target="../media/image878.png"/><Relationship Id="rId26" Type="http://schemas.openxmlformats.org/officeDocument/2006/relationships/image" Target="../media/image886.png"/><Relationship Id="rId39" Type="http://schemas.openxmlformats.org/officeDocument/2006/relationships/image" Target="../media/image899.svg"/><Relationship Id="rId21" Type="http://schemas.openxmlformats.org/officeDocument/2006/relationships/image" Target="../media/image881.svg"/><Relationship Id="rId34" Type="http://schemas.openxmlformats.org/officeDocument/2006/relationships/image" Target="../media/image894.png"/><Relationship Id="rId42" Type="http://schemas.openxmlformats.org/officeDocument/2006/relationships/image" Target="../media/image902.png"/><Relationship Id="rId47" Type="http://schemas.openxmlformats.org/officeDocument/2006/relationships/image" Target="../media/image907.svg"/><Relationship Id="rId7" Type="http://schemas.openxmlformats.org/officeDocument/2006/relationships/image" Target="../media/image867.svg"/><Relationship Id="rId2" Type="http://schemas.openxmlformats.org/officeDocument/2006/relationships/image" Target="../media/image862.png"/><Relationship Id="rId16" Type="http://schemas.openxmlformats.org/officeDocument/2006/relationships/image" Target="../media/image876.png"/><Relationship Id="rId29" Type="http://schemas.openxmlformats.org/officeDocument/2006/relationships/image" Target="../media/image889.svg"/><Relationship Id="rId1" Type="http://schemas.openxmlformats.org/officeDocument/2006/relationships/slideLayout" Target="../slideLayouts/slideLayout13.xml"/><Relationship Id="rId6" Type="http://schemas.openxmlformats.org/officeDocument/2006/relationships/image" Target="../media/image866.png"/><Relationship Id="rId11" Type="http://schemas.openxmlformats.org/officeDocument/2006/relationships/image" Target="../media/image871.svg"/><Relationship Id="rId24" Type="http://schemas.openxmlformats.org/officeDocument/2006/relationships/image" Target="../media/image884.png"/><Relationship Id="rId32" Type="http://schemas.openxmlformats.org/officeDocument/2006/relationships/image" Target="../media/image892.png"/><Relationship Id="rId37" Type="http://schemas.openxmlformats.org/officeDocument/2006/relationships/image" Target="../media/image897.svg"/><Relationship Id="rId40" Type="http://schemas.openxmlformats.org/officeDocument/2006/relationships/image" Target="../media/image900.png"/><Relationship Id="rId45" Type="http://schemas.openxmlformats.org/officeDocument/2006/relationships/image" Target="../media/image905.svg"/><Relationship Id="rId5" Type="http://schemas.openxmlformats.org/officeDocument/2006/relationships/image" Target="../media/image865.svg"/><Relationship Id="rId15" Type="http://schemas.openxmlformats.org/officeDocument/2006/relationships/image" Target="../media/image875.svg"/><Relationship Id="rId23" Type="http://schemas.openxmlformats.org/officeDocument/2006/relationships/image" Target="../media/image883.svg"/><Relationship Id="rId28" Type="http://schemas.openxmlformats.org/officeDocument/2006/relationships/image" Target="../media/image888.png"/><Relationship Id="rId36" Type="http://schemas.openxmlformats.org/officeDocument/2006/relationships/image" Target="../media/image896.png"/><Relationship Id="rId10" Type="http://schemas.openxmlformats.org/officeDocument/2006/relationships/image" Target="../media/image870.png"/><Relationship Id="rId19" Type="http://schemas.openxmlformats.org/officeDocument/2006/relationships/image" Target="../media/image879.svg"/><Relationship Id="rId31" Type="http://schemas.openxmlformats.org/officeDocument/2006/relationships/image" Target="../media/image891.svg"/><Relationship Id="rId44" Type="http://schemas.openxmlformats.org/officeDocument/2006/relationships/image" Target="../media/image904.png"/><Relationship Id="rId4" Type="http://schemas.openxmlformats.org/officeDocument/2006/relationships/image" Target="../media/image864.png"/><Relationship Id="rId9" Type="http://schemas.openxmlformats.org/officeDocument/2006/relationships/image" Target="../media/image869.svg"/><Relationship Id="rId14" Type="http://schemas.openxmlformats.org/officeDocument/2006/relationships/image" Target="../media/image874.png"/><Relationship Id="rId22" Type="http://schemas.openxmlformats.org/officeDocument/2006/relationships/image" Target="../media/image882.png"/><Relationship Id="rId27" Type="http://schemas.openxmlformats.org/officeDocument/2006/relationships/image" Target="../media/image887.svg"/><Relationship Id="rId30" Type="http://schemas.openxmlformats.org/officeDocument/2006/relationships/image" Target="../media/image890.png"/><Relationship Id="rId35" Type="http://schemas.openxmlformats.org/officeDocument/2006/relationships/image" Target="../media/image895.svg"/><Relationship Id="rId43" Type="http://schemas.openxmlformats.org/officeDocument/2006/relationships/image" Target="../media/image903.svg"/><Relationship Id="rId8" Type="http://schemas.openxmlformats.org/officeDocument/2006/relationships/image" Target="../media/image868.png"/><Relationship Id="rId3" Type="http://schemas.openxmlformats.org/officeDocument/2006/relationships/image" Target="../media/image863.svg"/><Relationship Id="rId12" Type="http://schemas.openxmlformats.org/officeDocument/2006/relationships/image" Target="../media/image872.png"/><Relationship Id="rId17" Type="http://schemas.openxmlformats.org/officeDocument/2006/relationships/image" Target="../media/image877.svg"/><Relationship Id="rId25" Type="http://schemas.openxmlformats.org/officeDocument/2006/relationships/image" Target="../media/image885.svg"/><Relationship Id="rId33" Type="http://schemas.openxmlformats.org/officeDocument/2006/relationships/image" Target="../media/image893.svg"/><Relationship Id="rId38" Type="http://schemas.openxmlformats.org/officeDocument/2006/relationships/image" Target="../media/image898.png"/><Relationship Id="rId46" Type="http://schemas.openxmlformats.org/officeDocument/2006/relationships/image" Target="../media/image906.png"/><Relationship Id="rId20" Type="http://schemas.openxmlformats.org/officeDocument/2006/relationships/image" Target="../media/image880.png"/><Relationship Id="rId41" Type="http://schemas.openxmlformats.org/officeDocument/2006/relationships/image" Target="../media/image901.svg"/></Relationships>
</file>

<file path=ppt/slides/_rels/slide116.xml.rels><?xml version="1.0" encoding="UTF-8" standalone="yes"?>
<Relationships xmlns="http://schemas.openxmlformats.org/package/2006/relationships"><Relationship Id="rId13" Type="http://schemas.openxmlformats.org/officeDocument/2006/relationships/image" Target="../media/image919.svg"/><Relationship Id="rId18" Type="http://schemas.openxmlformats.org/officeDocument/2006/relationships/image" Target="../media/image924.png"/><Relationship Id="rId26" Type="http://schemas.openxmlformats.org/officeDocument/2006/relationships/image" Target="../media/image932.png"/><Relationship Id="rId39" Type="http://schemas.openxmlformats.org/officeDocument/2006/relationships/image" Target="../media/image945.svg"/><Relationship Id="rId21" Type="http://schemas.openxmlformats.org/officeDocument/2006/relationships/image" Target="../media/image927.svg"/><Relationship Id="rId34" Type="http://schemas.openxmlformats.org/officeDocument/2006/relationships/image" Target="../media/image940.png"/><Relationship Id="rId42" Type="http://schemas.openxmlformats.org/officeDocument/2006/relationships/image" Target="../media/image948.png"/><Relationship Id="rId47" Type="http://schemas.openxmlformats.org/officeDocument/2006/relationships/image" Target="../media/image953.svg"/><Relationship Id="rId50" Type="http://schemas.openxmlformats.org/officeDocument/2006/relationships/image" Target="../media/image956.png"/><Relationship Id="rId7" Type="http://schemas.openxmlformats.org/officeDocument/2006/relationships/image" Target="../media/image913.svg"/><Relationship Id="rId2" Type="http://schemas.openxmlformats.org/officeDocument/2006/relationships/image" Target="../media/image908.png"/><Relationship Id="rId16" Type="http://schemas.openxmlformats.org/officeDocument/2006/relationships/image" Target="../media/image922.png"/><Relationship Id="rId29" Type="http://schemas.openxmlformats.org/officeDocument/2006/relationships/image" Target="../media/image935.svg"/><Relationship Id="rId11" Type="http://schemas.openxmlformats.org/officeDocument/2006/relationships/image" Target="../media/image917.svg"/><Relationship Id="rId24" Type="http://schemas.openxmlformats.org/officeDocument/2006/relationships/image" Target="../media/image930.png"/><Relationship Id="rId32" Type="http://schemas.openxmlformats.org/officeDocument/2006/relationships/image" Target="../media/image938.png"/><Relationship Id="rId37" Type="http://schemas.openxmlformats.org/officeDocument/2006/relationships/image" Target="../media/image943.svg"/><Relationship Id="rId40" Type="http://schemas.openxmlformats.org/officeDocument/2006/relationships/image" Target="../media/image946.png"/><Relationship Id="rId45" Type="http://schemas.openxmlformats.org/officeDocument/2006/relationships/image" Target="../media/image951.svg"/><Relationship Id="rId5" Type="http://schemas.openxmlformats.org/officeDocument/2006/relationships/image" Target="../media/image911.svg"/><Relationship Id="rId15" Type="http://schemas.openxmlformats.org/officeDocument/2006/relationships/image" Target="../media/image921.svg"/><Relationship Id="rId23" Type="http://schemas.openxmlformats.org/officeDocument/2006/relationships/image" Target="../media/image929.svg"/><Relationship Id="rId28" Type="http://schemas.openxmlformats.org/officeDocument/2006/relationships/image" Target="../media/image934.png"/><Relationship Id="rId36" Type="http://schemas.openxmlformats.org/officeDocument/2006/relationships/image" Target="../media/image942.png"/><Relationship Id="rId49" Type="http://schemas.openxmlformats.org/officeDocument/2006/relationships/image" Target="../media/image955.svg"/><Relationship Id="rId10" Type="http://schemas.openxmlformats.org/officeDocument/2006/relationships/image" Target="../media/image916.png"/><Relationship Id="rId19" Type="http://schemas.openxmlformats.org/officeDocument/2006/relationships/image" Target="../media/image925.svg"/><Relationship Id="rId31" Type="http://schemas.openxmlformats.org/officeDocument/2006/relationships/image" Target="../media/image937.svg"/><Relationship Id="rId44" Type="http://schemas.openxmlformats.org/officeDocument/2006/relationships/image" Target="../media/image950.png"/><Relationship Id="rId4" Type="http://schemas.openxmlformats.org/officeDocument/2006/relationships/image" Target="../media/image910.png"/><Relationship Id="rId9" Type="http://schemas.openxmlformats.org/officeDocument/2006/relationships/image" Target="../media/image915.svg"/><Relationship Id="rId14" Type="http://schemas.openxmlformats.org/officeDocument/2006/relationships/image" Target="../media/image920.png"/><Relationship Id="rId22" Type="http://schemas.openxmlformats.org/officeDocument/2006/relationships/image" Target="../media/image928.png"/><Relationship Id="rId27" Type="http://schemas.openxmlformats.org/officeDocument/2006/relationships/image" Target="../media/image933.svg"/><Relationship Id="rId30" Type="http://schemas.openxmlformats.org/officeDocument/2006/relationships/image" Target="../media/image936.png"/><Relationship Id="rId35" Type="http://schemas.openxmlformats.org/officeDocument/2006/relationships/image" Target="../media/image941.svg"/><Relationship Id="rId43" Type="http://schemas.openxmlformats.org/officeDocument/2006/relationships/image" Target="../media/image949.svg"/><Relationship Id="rId48" Type="http://schemas.openxmlformats.org/officeDocument/2006/relationships/image" Target="../media/image954.png"/><Relationship Id="rId8" Type="http://schemas.openxmlformats.org/officeDocument/2006/relationships/image" Target="../media/image914.png"/><Relationship Id="rId51" Type="http://schemas.openxmlformats.org/officeDocument/2006/relationships/image" Target="../media/image957.svg"/><Relationship Id="rId3" Type="http://schemas.openxmlformats.org/officeDocument/2006/relationships/image" Target="../media/image909.svg"/><Relationship Id="rId12" Type="http://schemas.openxmlformats.org/officeDocument/2006/relationships/image" Target="../media/image918.png"/><Relationship Id="rId17" Type="http://schemas.openxmlformats.org/officeDocument/2006/relationships/image" Target="../media/image923.svg"/><Relationship Id="rId25" Type="http://schemas.openxmlformats.org/officeDocument/2006/relationships/image" Target="../media/image931.svg"/><Relationship Id="rId33" Type="http://schemas.openxmlformats.org/officeDocument/2006/relationships/image" Target="../media/image939.svg"/><Relationship Id="rId38" Type="http://schemas.openxmlformats.org/officeDocument/2006/relationships/image" Target="../media/image944.png"/><Relationship Id="rId46" Type="http://schemas.openxmlformats.org/officeDocument/2006/relationships/image" Target="../media/image952.png"/><Relationship Id="rId20" Type="http://schemas.openxmlformats.org/officeDocument/2006/relationships/image" Target="../media/image926.png"/><Relationship Id="rId41" Type="http://schemas.openxmlformats.org/officeDocument/2006/relationships/image" Target="../media/image947.svg"/><Relationship Id="rId1" Type="http://schemas.openxmlformats.org/officeDocument/2006/relationships/slideLayout" Target="../slideLayouts/slideLayout37.xml"/><Relationship Id="rId6" Type="http://schemas.openxmlformats.org/officeDocument/2006/relationships/image" Target="../media/image912.png"/></Relationships>
</file>

<file path=ppt/slides/_rels/slide117.xml.rels><?xml version="1.0" encoding="UTF-8" standalone="yes"?>
<Relationships xmlns="http://schemas.openxmlformats.org/package/2006/relationships"><Relationship Id="rId13" Type="http://schemas.openxmlformats.org/officeDocument/2006/relationships/image" Target="../media/image969.svg"/><Relationship Id="rId18" Type="http://schemas.openxmlformats.org/officeDocument/2006/relationships/image" Target="../media/image974.png"/><Relationship Id="rId26" Type="http://schemas.openxmlformats.org/officeDocument/2006/relationships/image" Target="../media/image982.png"/><Relationship Id="rId39" Type="http://schemas.openxmlformats.org/officeDocument/2006/relationships/image" Target="../media/image995.svg"/><Relationship Id="rId21" Type="http://schemas.openxmlformats.org/officeDocument/2006/relationships/image" Target="../media/image977.svg"/><Relationship Id="rId34" Type="http://schemas.openxmlformats.org/officeDocument/2006/relationships/image" Target="../media/image990.png"/><Relationship Id="rId42" Type="http://schemas.openxmlformats.org/officeDocument/2006/relationships/image" Target="../media/image998.png"/><Relationship Id="rId47" Type="http://schemas.openxmlformats.org/officeDocument/2006/relationships/image" Target="../media/image1003.svg"/><Relationship Id="rId50" Type="http://schemas.openxmlformats.org/officeDocument/2006/relationships/image" Target="../media/image1006.png"/><Relationship Id="rId7" Type="http://schemas.openxmlformats.org/officeDocument/2006/relationships/image" Target="../media/image963.svg"/><Relationship Id="rId2" Type="http://schemas.openxmlformats.org/officeDocument/2006/relationships/image" Target="../media/image958.png"/><Relationship Id="rId16" Type="http://schemas.openxmlformats.org/officeDocument/2006/relationships/image" Target="../media/image972.png"/><Relationship Id="rId29" Type="http://schemas.openxmlformats.org/officeDocument/2006/relationships/image" Target="../media/image985.svg"/><Relationship Id="rId11" Type="http://schemas.openxmlformats.org/officeDocument/2006/relationships/image" Target="../media/image967.svg"/><Relationship Id="rId24" Type="http://schemas.openxmlformats.org/officeDocument/2006/relationships/image" Target="../media/image980.png"/><Relationship Id="rId32" Type="http://schemas.openxmlformats.org/officeDocument/2006/relationships/image" Target="../media/image988.png"/><Relationship Id="rId37" Type="http://schemas.openxmlformats.org/officeDocument/2006/relationships/image" Target="../media/image993.svg"/><Relationship Id="rId40" Type="http://schemas.openxmlformats.org/officeDocument/2006/relationships/image" Target="../media/image996.png"/><Relationship Id="rId45" Type="http://schemas.openxmlformats.org/officeDocument/2006/relationships/image" Target="../media/image1001.svg"/><Relationship Id="rId5" Type="http://schemas.openxmlformats.org/officeDocument/2006/relationships/image" Target="../media/image961.svg"/><Relationship Id="rId15" Type="http://schemas.openxmlformats.org/officeDocument/2006/relationships/image" Target="../media/image971.svg"/><Relationship Id="rId23" Type="http://schemas.openxmlformats.org/officeDocument/2006/relationships/image" Target="../media/image979.svg"/><Relationship Id="rId28" Type="http://schemas.openxmlformats.org/officeDocument/2006/relationships/image" Target="../media/image984.png"/><Relationship Id="rId36" Type="http://schemas.openxmlformats.org/officeDocument/2006/relationships/image" Target="../media/image992.png"/><Relationship Id="rId49" Type="http://schemas.openxmlformats.org/officeDocument/2006/relationships/image" Target="../media/image1005.svg"/><Relationship Id="rId10" Type="http://schemas.openxmlformats.org/officeDocument/2006/relationships/image" Target="../media/image966.png"/><Relationship Id="rId19" Type="http://schemas.openxmlformats.org/officeDocument/2006/relationships/image" Target="../media/image975.svg"/><Relationship Id="rId31" Type="http://schemas.openxmlformats.org/officeDocument/2006/relationships/image" Target="../media/image987.svg"/><Relationship Id="rId44" Type="http://schemas.openxmlformats.org/officeDocument/2006/relationships/image" Target="../media/image1000.png"/><Relationship Id="rId4" Type="http://schemas.openxmlformats.org/officeDocument/2006/relationships/image" Target="../media/image960.png"/><Relationship Id="rId9" Type="http://schemas.openxmlformats.org/officeDocument/2006/relationships/image" Target="../media/image965.svg"/><Relationship Id="rId14" Type="http://schemas.openxmlformats.org/officeDocument/2006/relationships/image" Target="../media/image970.png"/><Relationship Id="rId22" Type="http://schemas.openxmlformats.org/officeDocument/2006/relationships/image" Target="../media/image978.png"/><Relationship Id="rId27" Type="http://schemas.openxmlformats.org/officeDocument/2006/relationships/image" Target="../media/image983.svg"/><Relationship Id="rId30" Type="http://schemas.openxmlformats.org/officeDocument/2006/relationships/image" Target="../media/image986.png"/><Relationship Id="rId35" Type="http://schemas.openxmlformats.org/officeDocument/2006/relationships/image" Target="../media/image991.svg"/><Relationship Id="rId43" Type="http://schemas.openxmlformats.org/officeDocument/2006/relationships/image" Target="../media/image999.svg"/><Relationship Id="rId48" Type="http://schemas.openxmlformats.org/officeDocument/2006/relationships/image" Target="../media/image1004.png"/><Relationship Id="rId8" Type="http://schemas.openxmlformats.org/officeDocument/2006/relationships/image" Target="../media/image964.png"/><Relationship Id="rId51" Type="http://schemas.openxmlformats.org/officeDocument/2006/relationships/image" Target="../media/image1007.svg"/><Relationship Id="rId3" Type="http://schemas.openxmlformats.org/officeDocument/2006/relationships/image" Target="../media/image959.svg"/><Relationship Id="rId12" Type="http://schemas.openxmlformats.org/officeDocument/2006/relationships/image" Target="../media/image968.png"/><Relationship Id="rId17" Type="http://schemas.openxmlformats.org/officeDocument/2006/relationships/image" Target="../media/image973.svg"/><Relationship Id="rId25" Type="http://schemas.openxmlformats.org/officeDocument/2006/relationships/image" Target="../media/image981.svg"/><Relationship Id="rId33" Type="http://schemas.openxmlformats.org/officeDocument/2006/relationships/image" Target="../media/image989.svg"/><Relationship Id="rId38" Type="http://schemas.openxmlformats.org/officeDocument/2006/relationships/image" Target="../media/image994.png"/><Relationship Id="rId46" Type="http://schemas.openxmlformats.org/officeDocument/2006/relationships/image" Target="../media/image1002.png"/><Relationship Id="rId20" Type="http://schemas.openxmlformats.org/officeDocument/2006/relationships/image" Target="../media/image976.png"/><Relationship Id="rId41" Type="http://schemas.openxmlformats.org/officeDocument/2006/relationships/image" Target="../media/image997.svg"/><Relationship Id="rId1" Type="http://schemas.openxmlformats.org/officeDocument/2006/relationships/slideLayout" Target="../slideLayouts/slideLayout13.xml"/><Relationship Id="rId6" Type="http://schemas.openxmlformats.org/officeDocument/2006/relationships/image" Target="../media/image962.png"/></Relationships>
</file>

<file path=ppt/slides/_rels/slide118.xml.rels><?xml version="1.0" encoding="UTF-8" standalone="yes"?>
<Relationships xmlns="http://schemas.openxmlformats.org/package/2006/relationships"><Relationship Id="rId8" Type="http://schemas.openxmlformats.org/officeDocument/2006/relationships/image" Target="../media/image1014.png"/><Relationship Id="rId13" Type="http://schemas.openxmlformats.org/officeDocument/2006/relationships/image" Target="../media/image1019.svg"/><Relationship Id="rId3" Type="http://schemas.openxmlformats.org/officeDocument/2006/relationships/image" Target="../media/image1009.svg"/><Relationship Id="rId7" Type="http://schemas.openxmlformats.org/officeDocument/2006/relationships/image" Target="../media/image1013.svg"/><Relationship Id="rId12" Type="http://schemas.openxmlformats.org/officeDocument/2006/relationships/image" Target="../media/image1018.png"/><Relationship Id="rId2" Type="http://schemas.openxmlformats.org/officeDocument/2006/relationships/image" Target="../media/image1008.png"/><Relationship Id="rId1" Type="http://schemas.openxmlformats.org/officeDocument/2006/relationships/slideLayout" Target="../slideLayouts/slideLayout37.xml"/><Relationship Id="rId6" Type="http://schemas.openxmlformats.org/officeDocument/2006/relationships/image" Target="../media/image1012.png"/><Relationship Id="rId11" Type="http://schemas.openxmlformats.org/officeDocument/2006/relationships/image" Target="../media/image1017.svg"/><Relationship Id="rId5" Type="http://schemas.openxmlformats.org/officeDocument/2006/relationships/image" Target="../media/image1011.svg"/><Relationship Id="rId15" Type="http://schemas.openxmlformats.org/officeDocument/2006/relationships/image" Target="../media/image1021.svg"/><Relationship Id="rId10" Type="http://schemas.openxmlformats.org/officeDocument/2006/relationships/image" Target="../media/image1016.png"/><Relationship Id="rId4" Type="http://schemas.openxmlformats.org/officeDocument/2006/relationships/image" Target="../media/image1010.png"/><Relationship Id="rId9" Type="http://schemas.openxmlformats.org/officeDocument/2006/relationships/image" Target="../media/image1015.svg"/><Relationship Id="rId14" Type="http://schemas.openxmlformats.org/officeDocument/2006/relationships/image" Target="../media/image1020.png"/></Relationships>
</file>

<file path=ppt/slides/_rels/slide119.xml.rels><?xml version="1.0" encoding="UTF-8" standalone="yes"?>
<Relationships xmlns="http://schemas.openxmlformats.org/package/2006/relationships"><Relationship Id="rId8" Type="http://schemas.openxmlformats.org/officeDocument/2006/relationships/image" Target="../media/image1028.png"/><Relationship Id="rId3" Type="http://schemas.openxmlformats.org/officeDocument/2006/relationships/image" Target="../media/image1023.svg"/><Relationship Id="rId7" Type="http://schemas.openxmlformats.org/officeDocument/2006/relationships/image" Target="../media/image1027.svg"/><Relationship Id="rId2" Type="http://schemas.openxmlformats.org/officeDocument/2006/relationships/image" Target="../media/image1022.png"/><Relationship Id="rId1" Type="http://schemas.openxmlformats.org/officeDocument/2006/relationships/slideLayout" Target="../slideLayouts/slideLayout37.xml"/><Relationship Id="rId6" Type="http://schemas.openxmlformats.org/officeDocument/2006/relationships/image" Target="../media/image1026.png"/><Relationship Id="rId11" Type="http://schemas.openxmlformats.org/officeDocument/2006/relationships/image" Target="../media/image1031.svg"/><Relationship Id="rId5" Type="http://schemas.openxmlformats.org/officeDocument/2006/relationships/image" Target="../media/image1025.svg"/><Relationship Id="rId10" Type="http://schemas.openxmlformats.org/officeDocument/2006/relationships/image" Target="../media/image1030.png"/><Relationship Id="rId4" Type="http://schemas.openxmlformats.org/officeDocument/2006/relationships/image" Target="../media/image1024.png"/><Relationship Id="rId9" Type="http://schemas.openxmlformats.org/officeDocument/2006/relationships/image" Target="../media/image1029.svg"/></Relationships>
</file>

<file path=ppt/slides/_rels/slide120.xml.rels><?xml version="1.0" encoding="UTF-8" standalone="yes"?>
<Relationships xmlns="http://schemas.openxmlformats.org/package/2006/relationships"><Relationship Id="rId8" Type="http://schemas.openxmlformats.org/officeDocument/2006/relationships/image" Target="../media/image1038.png"/><Relationship Id="rId13" Type="http://schemas.openxmlformats.org/officeDocument/2006/relationships/image" Target="../media/image1043.svg"/><Relationship Id="rId3" Type="http://schemas.openxmlformats.org/officeDocument/2006/relationships/image" Target="../media/image1033.svg"/><Relationship Id="rId7" Type="http://schemas.openxmlformats.org/officeDocument/2006/relationships/image" Target="../media/image1037.svg"/><Relationship Id="rId12" Type="http://schemas.openxmlformats.org/officeDocument/2006/relationships/image" Target="../media/image1042.png"/><Relationship Id="rId2" Type="http://schemas.openxmlformats.org/officeDocument/2006/relationships/image" Target="../media/image1032.png"/><Relationship Id="rId1" Type="http://schemas.openxmlformats.org/officeDocument/2006/relationships/slideLayout" Target="../slideLayouts/slideLayout13.xml"/><Relationship Id="rId6" Type="http://schemas.openxmlformats.org/officeDocument/2006/relationships/image" Target="../media/image1036.png"/><Relationship Id="rId11" Type="http://schemas.openxmlformats.org/officeDocument/2006/relationships/image" Target="../media/image1041.svg"/><Relationship Id="rId5" Type="http://schemas.openxmlformats.org/officeDocument/2006/relationships/image" Target="../media/image1035.svg"/><Relationship Id="rId15" Type="http://schemas.openxmlformats.org/officeDocument/2006/relationships/image" Target="../media/image1045.svg"/><Relationship Id="rId10" Type="http://schemas.openxmlformats.org/officeDocument/2006/relationships/image" Target="../media/image1040.png"/><Relationship Id="rId4" Type="http://schemas.openxmlformats.org/officeDocument/2006/relationships/image" Target="../media/image1034.png"/><Relationship Id="rId9" Type="http://schemas.openxmlformats.org/officeDocument/2006/relationships/image" Target="../media/image1039.svg"/><Relationship Id="rId14" Type="http://schemas.openxmlformats.org/officeDocument/2006/relationships/image" Target="../media/image1044.png"/></Relationships>
</file>

<file path=ppt/slides/_rels/slide121.xml.rels><?xml version="1.0" encoding="UTF-8" standalone="yes"?>
<Relationships xmlns="http://schemas.openxmlformats.org/package/2006/relationships"><Relationship Id="rId8" Type="http://schemas.openxmlformats.org/officeDocument/2006/relationships/image" Target="../media/image1052.png"/><Relationship Id="rId3" Type="http://schemas.openxmlformats.org/officeDocument/2006/relationships/image" Target="../media/image1047.svg"/><Relationship Id="rId7" Type="http://schemas.openxmlformats.org/officeDocument/2006/relationships/image" Target="../media/image1051.svg"/><Relationship Id="rId2" Type="http://schemas.openxmlformats.org/officeDocument/2006/relationships/image" Target="../media/image1046.png"/><Relationship Id="rId1" Type="http://schemas.openxmlformats.org/officeDocument/2006/relationships/slideLayout" Target="../slideLayouts/slideLayout13.xml"/><Relationship Id="rId6" Type="http://schemas.openxmlformats.org/officeDocument/2006/relationships/image" Target="../media/image1050.png"/><Relationship Id="rId11" Type="http://schemas.openxmlformats.org/officeDocument/2006/relationships/image" Target="../media/image1055.svg"/><Relationship Id="rId5" Type="http://schemas.openxmlformats.org/officeDocument/2006/relationships/image" Target="../media/image1049.svg"/><Relationship Id="rId10" Type="http://schemas.openxmlformats.org/officeDocument/2006/relationships/image" Target="../media/image1054.png"/><Relationship Id="rId4" Type="http://schemas.openxmlformats.org/officeDocument/2006/relationships/image" Target="../media/image1048.png"/><Relationship Id="rId9" Type="http://schemas.openxmlformats.org/officeDocument/2006/relationships/image" Target="../media/image1053.svg"/></Relationships>
</file>

<file path=ppt/slides/_rels/slide122.xml.rels><?xml version="1.0" encoding="UTF-8" standalone="yes"?>
<Relationships xmlns="http://schemas.openxmlformats.org/package/2006/relationships"><Relationship Id="rId8" Type="http://schemas.openxmlformats.org/officeDocument/2006/relationships/image" Target="../media/image1062.png"/><Relationship Id="rId3" Type="http://schemas.openxmlformats.org/officeDocument/2006/relationships/image" Target="../media/image1057.svg"/><Relationship Id="rId7" Type="http://schemas.openxmlformats.org/officeDocument/2006/relationships/image" Target="../media/image1061.svg"/><Relationship Id="rId2" Type="http://schemas.openxmlformats.org/officeDocument/2006/relationships/image" Target="../media/image1056.png"/><Relationship Id="rId1" Type="http://schemas.openxmlformats.org/officeDocument/2006/relationships/slideLayout" Target="../slideLayouts/slideLayout37.xml"/><Relationship Id="rId6" Type="http://schemas.openxmlformats.org/officeDocument/2006/relationships/image" Target="../media/image1060.png"/><Relationship Id="rId11" Type="http://schemas.openxmlformats.org/officeDocument/2006/relationships/image" Target="../media/image1065.svg"/><Relationship Id="rId5" Type="http://schemas.openxmlformats.org/officeDocument/2006/relationships/image" Target="../media/image1059.svg"/><Relationship Id="rId10" Type="http://schemas.openxmlformats.org/officeDocument/2006/relationships/image" Target="../media/image1064.png"/><Relationship Id="rId4" Type="http://schemas.openxmlformats.org/officeDocument/2006/relationships/image" Target="../media/image1058.png"/><Relationship Id="rId9" Type="http://schemas.openxmlformats.org/officeDocument/2006/relationships/image" Target="../media/image1063.svg"/></Relationships>
</file>

<file path=ppt/slides/_rels/slide123.xml.rels><?xml version="1.0" encoding="UTF-8" standalone="yes"?>
<Relationships xmlns="http://schemas.openxmlformats.org/package/2006/relationships"><Relationship Id="rId8" Type="http://schemas.openxmlformats.org/officeDocument/2006/relationships/image" Target="../media/image1072.png"/><Relationship Id="rId3" Type="http://schemas.openxmlformats.org/officeDocument/2006/relationships/image" Target="../media/image1067.svg"/><Relationship Id="rId7" Type="http://schemas.openxmlformats.org/officeDocument/2006/relationships/image" Target="../media/image1071.svg"/><Relationship Id="rId2" Type="http://schemas.openxmlformats.org/officeDocument/2006/relationships/image" Target="../media/image1066.png"/><Relationship Id="rId1" Type="http://schemas.openxmlformats.org/officeDocument/2006/relationships/slideLayout" Target="../slideLayouts/slideLayout37.xml"/><Relationship Id="rId6" Type="http://schemas.openxmlformats.org/officeDocument/2006/relationships/image" Target="../media/image1070.png"/><Relationship Id="rId11" Type="http://schemas.openxmlformats.org/officeDocument/2006/relationships/image" Target="../media/image1075.svg"/><Relationship Id="rId5" Type="http://schemas.openxmlformats.org/officeDocument/2006/relationships/image" Target="../media/image1069.svg"/><Relationship Id="rId10" Type="http://schemas.openxmlformats.org/officeDocument/2006/relationships/image" Target="../media/image1074.png"/><Relationship Id="rId4" Type="http://schemas.openxmlformats.org/officeDocument/2006/relationships/image" Target="../media/image1068.png"/><Relationship Id="rId9" Type="http://schemas.openxmlformats.org/officeDocument/2006/relationships/image" Target="../media/image1073.svg"/></Relationships>
</file>

<file path=ppt/slides/_rels/slide124.xml.rels><?xml version="1.0" encoding="UTF-8" standalone="yes"?>
<Relationships xmlns="http://schemas.openxmlformats.org/package/2006/relationships"><Relationship Id="rId8" Type="http://schemas.openxmlformats.org/officeDocument/2006/relationships/image" Target="../media/image1082.png"/><Relationship Id="rId3" Type="http://schemas.openxmlformats.org/officeDocument/2006/relationships/image" Target="../media/image1077.svg"/><Relationship Id="rId7" Type="http://schemas.openxmlformats.org/officeDocument/2006/relationships/image" Target="../media/image1081.svg"/><Relationship Id="rId2" Type="http://schemas.openxmlformats.org/officeDocument/2006/relationships/image" Target="../media/image1076.png"/><Relationship Id="rId1" Type="http://schemas.openxmlformats.org/officeDocument/2006/relationships/slideLayout" Target="../slideLayouts/slideLayout13.xml"/><Relationship Id="rId6" Type="http://schemas.openxmlformats.org/officeDocument/2006/relationships/image" Target="../media/image1080.png"/><Relationship Id="rId11" Type="http://schemas.openxmlformats.org/officeDocument/2006/relationships/image" Target="../media/image1085.svg"/><Relationship Id="rId5" Type="http://schemas.openxmlformats.org/officeDocument/2006/relationships/image" Target="../media/image1079.svg"/><Relationship Id="rId10" Type="http://schemas.openxmlformats.org/officeDocument/2006/relationships/image" Target="../media/image1084.png"/><Relationship Id="rId4" Type="http://schemas.openxmlformats.org/officeDocument/2006/relationships/image" Target="../media/image1078.png"/><Relationship Id="rId9" Type="http://schemas.openxmlformats.org/officeDocument/2006/relationships/image" Target="../media/image1083.svg"/></Relationships>
</file>

<file path=ppt/slides/_rels/slide125.xml.rels><?xml version="1.0" encoding="UTF-8" standalone="yes"?>
<Relationships xmlns="http://schemas.openxmlformats.org/package/2006/relationships"><Relationship Id="rId8" Type="http://schemas.openxmlformats.org/officeDocument/2006/relationships/image" Target="../media/image1092.png"/><Relationship Id="rId3" Type="http://schemas.openxmlformats.org/officeDocument/2006/relationships/image" Target="../media/image1087.svg"/><Relationship Id="rId7" Type="http://schemas.openxmlformats.org/officeDocument/2006/relationships/image" Target="../media/image1091.svg"/><Relationship Id="rId2" Type="http://schemas.openxmlformats.org/officeDocument/2006/relationships/image" Target="../media/image1086.png"/><Relationship Id="rId1" Type="http://schemas.openxmlformats.org/officeDocument/2006/relationships/slideLayout" Target="../slideLayouts/slideLayout13.xml"/><Relationship Id="rId6" Type="http://schemas.openxmlformats.org/officeDocument/2006/relationships/image" Target="../media/image1090.png"/><Relationship Id="rId11" Type="http://schemas.openxmlformats.org/officeDocument/2006/relationships/image" Target="../media/image1095.svg"/><Relationship Id="rId5" Type="http://schemas.openxmlformats.org/officeDocument/2006/relationships/image" Target="../media/image1089.svg"/><Relationship Id="rId10" Type="http://schemas.openxmlformats.org/officeDocument/2006/relationships/image" Target="../media/image1094.png"/><Relationship Id="rId4" Type="http://schemas.openxmlformats.org/officeDocument/2006/relationships/image" Target="../media/image1088.png"/><Relationship Id="rId9" Type="http://schemas.openxmlformats.org/officeDocument/2006/relationships/image" Target="../media/image1093.sv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7BA5005E-EB52-184A-BE8D-CEA3275EDBCC}"/>
              </a:ext>
            </a:extLst>
          </p:cNvPr>
          <p:cNvSpPr txBox="1">
            <a:spLocks/>
          </p:cNvSpPr>
          <p:nvPr/>
        </p:nvSpPr>
        <p:spPr>
          <a:xfrm>
            <a:off x="336854" y="428354"/>
            <a:ext cx="4285546" cy="1817745"/>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4800" b="1" i="0" kern="1200" spc="-100" baseline="0">
                <a:solidFill>
                  <a:schemeClr val="tx1"/>
                </a:solidFill>
                <a:latin typeface="+mj-lt"/>
                <a:ea typeface="+mj-ea"/>
                <a:cs typeface="Arial" panose="020B0604020202020204" pitchFamily="34" charset="0"/>
              </a:defRPr>
            </a:lvl1pPr>
          </a:lstStyle>
          <a:p>
            <a:pPr marL="0" marR="0" lvl="0" indent="0" algn="l" defTabSz="685800" rtl="0" eaLnBrk="1" fontAlgn="auto" latinLnBrk="0" hangingPunct="1">
              <a:lnSpc>
                <a:spcPct val="85000"/>
              </a:lnSpc>
              <a:spcBef>
                <a:spcPct val="0"/>
              </a:spcBef>
              <a:spcAft>
                <a:spcPts val="0"/>
              </a:spcAft>
              <a:buClrTx/>
              <a:buSzTx/>
              <a:buFontTx/>
              <a:buNone/>
              <a:tabLst/>
              <a:defRPr/>
            </a:pPr>
            <a:r>
              <a:rPr kumimoji="0" lang="en-US" sz="4800" b="1" i="0" u="none" strike="noStrike" kern="1200" cap="none" spc="-100" normalizeH="0" baseline="0" noProof="0" dirty="0">
                <a:ln>
                  <a:noFill/>
                </a:ln>
                <a:solidFill>
                  <a:schemeClr val="tx2"/>
                </a:solidFill>
                <a:effectLst/>
                <a:uLnTx/>
                <a:uFillTx/>
                <a:latin typeface="Arial" panose="020B0604020202020204"/>
                <a:ea typeface="+mj-ea"/>
                <a:cs typeface="Arial" panose="020B0604020202020204" pitchFamily="34" charset="0"/>
              </a:rPr>
              <a:t>Welcome to the Zoetis GMS </a:t>
            </a:r>
            <a:br>
              <a:rPr kumimoji="0" lang="en-US" sz="4800" b="1" i="0" u="none" strike="noStrike" kern="1200" cap="none" spc="-100" normalizeH="0" baseline="0" noProof="0" dirty="0">
                <a:ln>
                  <a:noFill/>
                </a:ln>
                <a:solidFill>
                  <a:schemeClr val="tx2"/>
                </a:solidFill>
                <a:effectLst/>
                <a:uLnTx/>
                <a:uFillTx/>
                <a:latin typeface="Arial" panose="020B0604020202020204"/>
                <a:ea typeface="+mj-ea"/>
                <a:cs typeface="Arial" panose="020B0604020202020204" pitchFamily="34" charset="0"/>
              </a:rPr>
            </a:br>
            <a:r>
              <a:rPr kumimoji="0" lang="en-US" sz="4800" b="1" i="0" u="none" strike="noStrike" kern="1200" cap="none" spc="-100" normalizeH="0" baseline="0" noProof="0" dirty="0">
                <a:ln>
                  <a:noFill/>
                </a:ln>
                <a:solidFill>
                  <a:schemeClr val="tx2"/>
                </a:solidFill>
                <a:effectLst/>
                <a:uLnTx/>
                <a:uFillTx/>
                <a:latin typeface="Arial" panose="020B0604020202020204"/>
                <a:ea typeface="+mj-ea"/>
                <a:cs typeface="Arial" panose="020B0604020202020204" pitchFamily="34" charset="0"/>
              </a:rPr>
              <a:t>PowerPoint Template</a:t>
            </a:r>
          </a:p>
        </p:txBody>
      </p:sp>
      <p:sp>
        <p:nvSpPr>
          <p:cNvPr id="12" name="Text Placeholder 11">
            <a:extLst>
              <a:ext uri="{FF2B5EF4-FFF2-40B4-BE49-F238E27FC236}">
                <a16:creationId xmlns:a16="http://schemas.microsoft.com/office/drawing/2014/main" id="{A08BC5B2-C11B-234A-8738-664A7EB2A97F}"/>
              </a:ext>
            </a:extLst>
          </p:cNvPr>
          <p:cNvSpPr txBox="1">
            <a:spLocks/>
          </p:cNvSpPr>
          <p:nvPr/>
        </p:nvSpPr>
        <p:spPr>
          <a:xfrm>
            <a:off x="348855" y="250372"/>
            <a:ext cx="4085170" cy="167013"/>
          </a:xfrm>
          <a:prstGeom prst="rect">
            <a:avLst/>
          </a:prstGeom>
        </p:spPr>
        <p:txBody>
          <a:bodyPr lIns="0" anchor="ct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600"/>
              </a:spcAft>
              <a:buClr>
                <a:srgbClr val="595756"/>
              </a:buClr>
              <a:buSzTx/>
              <a:buFont typeface="Arial" panose="020B0604020202020204" pitchFamily="34" charset="0"/>
              <a:buNone/>
              <a:tabLst/>
              <a:defRPr/>
            </a:pPr>
            <a:r>
              <a:rPr kumimoji="0" lang="en-US" sz="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UPDATED Q4 2024</a:t>
            </a:r>
          </a:p>
        </p:txBody>
      </p:sp>
    </p:spTree>
    <p:extLst>
      <p:ext uri="{BB962C8B-B14F-4D97-AF65-F5344CB8AC3E}">
        <p14:creationId xmlns:p14="http://schemas.microsoft.com/office/powerpoint/2010/main" val="3871759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8BF93FCE-24AA-BFC2-104D-8B434514BB2B}"/>
              </a:ext>
            </a:extLst>
          </p:cNvPr>
          <p:cNvPicPr>
            <a:picLocks noGrp="1" noChangeAspect="1" noChangeArrowheads="1"/>
          </p:cNvPicPr>
          <p:nvPr>
            <p:ph type="pic" sz="quarter" idx="17"/>
          </p:nvPr>
        </p:nvPicPr>
        <p:blipFill>
          <a:blip r:embed="rId2" cstate="email">
            <a:extLst>
              <a:ext uri="{28A0092B-C50C-407E-A947-70E740481C1C}">
                <a14:useLocalDpi xmlns:a14="http://schemas.microsoft.com/office/drawing/2010/main"/>
              </a:ext>
            </a:extLst>
          </a:blip>
          <a:srcRect/>
          <a:stretch>
            <a:fillRect/>
          </a:stretch>
        </p:blipFill>
        <p:spPr bwMode="auto">
          <a:xfrm>
            <a:off x="4552950" y="0"/>
            <a:ext cx="4591050" cy="51435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13">
            <a:extLst>
              <a:ext uri="{FF2B5EF4-FFF2-40B4-BE49-F238E27FC236}">
                <a16:creationId xmlns:a16="http://schemas.microsoft.com/office/drawing/2014/main" id="{3DF3D134-1DA8-FD4E-BACB-BE566884E10C}"/>
              </a:ext>
            </a:extLst>
          </p:cNvPr>
          <p:cNvSpPr>
            <a:spLocks noGrp="1"/>
          </p:cNvSpPr>
          <p:nvPr>
            <p:ph type="body" sz="quarter" idx="12"/>
          </p:nvPr>
        </p:nvSpPr>
        <p:spPr/>
        <p:txBody>
          <a:bodyPr/>
          <a:lstStyle/>
          <a:p>
            <a:r>
              <a:rPr lang="en-US"/>
              <a:t>OVERLINE/SECTION (OPTIONAL) IN ARIAL 8PT ALL CAPS</a:t>
            </a:r>
          </a:p>
        </p:txBody>
      </p:sp>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p:txBody>
          <a:bodyPr/>
          <a:lstStyle/>
          <a:p>
            <a:r>
              <a:rPr lang="en-US"/>
              <a:t>Split layout with headline on orange</a:t>
            </a:r>
          </a:p>
        </p:txBody>
      </p:sp>
      <p:sp>
        <p:nvSpPr>
          <p:cNvPr id="4" name="Text Placeholder 3">
            <a:extLst>
              <a:ext uri="{FF2B5EF4-FFF2-40B4-BE49-F238E27FC236}">
                <a16:creationId xmlns:a16="http://schemas.microsoft.com/office/drawing/2014/main" id="{04FED93B-6EA1-8949-BFE1-1EBEDD0245DE}"/>
              </a:ext>
            </a:extLst>
          </p:cNvPr>
          <p:cNvSpPr>
            <a:spLocks noGrp="1"/>
          </p:cNvSpPr>
          <p:nvPr>
            <p:ph type="body" sz="quarter" idx="15"/>
          </p:nvPr>
        </p:nvSpPr>
        <p:spPr>
          <a:xfrm>
            <a:off x="336854" y="2509838"/>
            <a:ext cx="3960256" cy="859871"/>
          </a:xfrm>
        </p:spPr>
        <p:txBody>
          <a:bodyPr/>
          <a:lstStyle/>
          <a:p>
            <a:r>
              <a:rPr lang="en-US"/>
              <a:t>Subhead (optional) in Arial Regular 14pt.</a:t>
            </a:r>
          </a:p>
        </p:txBody>
      </p:sp>
      <p:sp>
        <p:nvSpPr>
          <p:cNvPr id="2" name="Footer Placeholder 1">
            <a:extLst>
              <a:ext uri="{FF2B5EF4-FFF2-40B4-BE49-F238E27FC236}">
                <a16:creationId xmlns:a16="http://schemas.microsoft.com/office/drawing/2014/main" id="{9FA0BD38-4E00-3949-9C6A-8A9B740FC3F5}"/>
              </a:ext>
            </a:extLst>
          </p:cNvPr>
          <p:cNvSpPr>
            <a:spLocks noGrp="1"/>
          </p:cNvSpPr>
          <p:nvPr>
            <p:ph type="ftr" sz="quarter" idx="16"/>
          </p:nvPr>
        </p:nvSpPr>
        <p:spPr/>
        <p:txBody>
          <a:bodyPr/>
          <a:lstStyle/>
          <a:p>
            <a:r>
              <a:rPr lang="en-US"/>
              <a:t>Presentation Name or Footer Copy</a:t>
            </a:r>
          </a:p>
        </p:txBody>
      </p:sp>
      <p:pic>
        <p:nvPicPr>
          <p:cNvPr id="3" name="Picture 2">
            <a:extLst>
              <a:ext uri="{FF2B5EF4-FFF2-40B4-BE49-F238E27FC236}">
                <a16:creationId xmlns:a16="http://schemas.microsoft.com/office/drawing/2014/main" id="{3D3FA8E8-BB00-060E-1F3D-6636694B945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5" name="Rectangle 4">
            <a:extLst>
              <a:ext uri="{FF2B5EF4-FFF2-40B4-BE49-F238E27FC236}">
                <a16:creationId xmlns:a16="http://schemas.microsoft.com/office/drawing/2014/main" id="{516D1411-F197-1C12-D2EF-1E026D038592}"/>
              </a:ext>
            </a:extLst>
          </p:cNvPr>
          <p:cNvSpPr/>
          <p:nvPr/>
        </p:nvSpPr>
        <p:spPr>
          <a:xfrm>
            <a:off x="1225581" y="2183277"/>
            <a:ext cx="337625" cy="32656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340766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6C0643-CAD1-88D1-B8E8-85F9A4B9ED1F}"/>
              </a:ext>
            </a:extLst>
          </p:cNvPr>
          <p:cNvSpPr>
            <a:spLocks noGrp="1"/>
          </p:cNvSpPr>
          <p:nvPr>
            <p:ph type="body" sz="quarter" idx="20"/>
          </p:nvPr>
        </p:nvSpPr>
        <p:spPr/>
        <p:txBody>
          <a:bodyPr/>
          <a:lstStyle/>
          <a:p>
            <a:r>
              <a:rPr lang="en-US" dirty="0"/>
              <a:t>UPDATED Q4 2024</a:t>
            </a:r>
          </a:p>
        </p:txBody>
      </p:sp>
      <p:sp>
        <p:nvSpPr>
          <p:cNvPr id="4" name="Title 3">
            <a:extLst>
              <a:ext uri="{FF2B5EF4-FFF2-40B4-BE49-F238E27FC236}">
                <a16:creationId xmlns:a16="http://schemas.microsoft.com/office/drawing/2014/main" id="{2927DA93-9AC5-1F1F-CE50-6312AAC02530}"/>
              </a:ext>
            </a:extLst>
          </p:cNvPr>
          <p:cNvSpPr>
            <a:spLocks noGrp="1"/>
          </p:cNvSpPr>
          <p:nvPr>
            <p:ph type="title"/>
          </p:nvPr>
        </p:nvSpPr>
        <p:spPr/>
        <p:txBody>
          <a:bodyPr/>
          <a:lstStyle/>
          <a:p>
            <a:r>
              <a:rPr lang="en-US"/>
              <a:t>A few tips to get you started:</a:t>
            </a:r>
            <a:br>
              <a:rPr lang="en-US"/>
            </a:br>
            <a:endParaRPr lang="en-US"/>
          </a:p>
        </p:txBody>
      </p:sp>
      <p:sp>
        <p:nvSpPr>
          <p:cNvPr id="6" name="TextBox 5">
            <a:extLst>
              <a:ext uri="{FF2B5EF4-FFF2-40B4-BE49-F238E27FC236}">
                <a16:creationId xmlns:a16="http://schemas.microsoft.com/office/drawing/2014/main" id="{0ACC1B7F-3319-DE5E-222E-250E2CFDD860}"/>
              </a:ext>
            </a:extLst>
          </p:cNvPr>
          <p:cNvSpPr txBox="1"/>
          <p:nvPr/>
        </p:nvSpPr>
        <p:spPr>
          <a:xfrm>
            <a:off x="336852" y="1242653"/>
            <a:ext cx="1920240" cy="3497389"/>
          </a:xfrm>
          <a:prstGeom prst="rect">
            <a:avLst/>
          </a:prstGeom>
          <a:solidFill>
            <a:schemeClr val="bg1"/>
          </a:solidFill>
        </p:spPr>
        <p:txBody>
          <a:bodyPr wrap="square" lIns="0" tIns="0" rIns="0" bIns="0" rtlCol="0">
            <a:noAutofit/>
          </a:bodyPr>
          <a:lstStyle/>
          <a:p>
            <a:pPr>
              <a:spcAft>
                <a:spcPts val="600"/>
              </a:spcAft>
            </a:pPr>
            <a:r>
              <a:rPr lang="en-US" sz="1400" b="1">
                <a:solidFill>
                  <a:schemeClr val="tx2"/>
                </a:solidFill>
              </a:rPr>
              <a:t>Start with our Template </a:t>
            </a:r>
          </a:p>
          <a:p>
            <a:pPr>
              <a:spcAft>
                <a:spcPts val="600"/>
              </a:spcAft>
            </a:pPr>
            <a:r>
              <a:rPr lang="en-US" sz="1100">
                <a:solidFill>
                  <a:schemeClr val="bg2"/>
                </a:solidFill>
              </a:rPr>
              <a:t>The Slide Masters in this template have been created to properly incorporate our brand assets for a wide variety of content needs. When creating new slides, select and apply a Slide Layout that works best with your content.</a:t>
            </a:r>
            <a:br>
              <a:rPr lang="en-US" sz="1100">
                <a:solidFill>
                  <a:schemeClr val="bg2"/>
                </a:solidFill>
              </a:rPr>
            </a:br>
            <a:br>
              <a:rPr lang="en-US" sz="1100">
                <a:solidFill>
                  <a:schemeClr val="bg2"/>
                </a:solidFill>
              </a:rPr>
            </a:br>
            <a:r>
              <a:rPr lang="en-US" sz="1100">
                <a:solidFill>
                  <a:schemeClr val="bg2"/>
                </a:solidFill>
              </a:rPr>
              <a:t>Beyond the formatted template slides, feel free to adjust the example slides in this document to fit your needs.</a:t>
            </a:r>
          </a:p>
        </p:txBody>
      </p:sp>
      <p:sp>
        <p:nvSpPr>
          <p:cNvPr id="14" name="TextBox 13">
            <a:extLst>
              <a:ext uri="{FF2B5EF4-FFF2-40B4-BE49-F238E27FC236}">
                <a16:creationId xmlns:a16="http://schemas.microsoft.com/office/drawing/2014/main" id="{B9DDEC21-F332-2C8B-3DCA-70BBE2B90F61}"/>
              </a:ext>
            </a:extLst>
          </p:cNvPr>
          <p:cNvSpPr txBox="1"/>
          <p:nvPr/>
        </p:nvSpPr>
        <p:spPr>
          <a:xfrm>
            <a:off x="4714646" y="1242653"/>
            <a:ext cx="1920240" cy="3497389"/>
          </a:xfrm>
          <a:prstGeom prst="rect">
            <a:avLst/>
          </a:prstGeom>
          <a:solidFill>
            <a:schemeClr val="bg1"/>
          </a:solidFill>
        </p:spPr>
        <p:txBody>
          <a:bodyPr wrap="square" lIns="0" tIns="0" rIns="0" bIns="0" rtlCol="0">
            <a:noAutofit/>
          </a:bodyPr>
          <a:lstStyle/>
          <a:p>
            <a:pPr>
              <a:spcAft>
                <a:spcPts val="600"/>
              </a:spcAft>
            </a:pPr>
            <a:r>
              <a:rPr lang="en-US" sz="1400" b="1">
                <a:solidFill>
                  <a:schemeClr val="tx2"/>
                </a:solidFill>
              </a:rPr>
              <a:t>Write in Our Voice: Bright, Caring and Committed</a:t>
            </a:r>
          </a:p>
          <a:p>
            <a:pPr>
              <a:spcAft>
                <a:spcPts val="600"/>
              </a:spcAft>
            </a:pPr>
            <a:r>
              <a:rPr lang="en-US" sz="1100">
                <a:solidFill>
                  <a:schemeClr val="bg2"/>
                </a:solidFill>
              </a:rPr>
              <a:t>What we say is important and so is how we say it. Our voice echoes the mission that drives us and the values that we share. </a:t>
            </a:r>
          </a:p>
          <a:p>
            <a:pPr>
              <a:spcAft>
                <a:spcPts val="600"/>
              </a:spcAft>
            </a:pPr>
            <a:r>
              <a:rPr lang="en-US" sz="1100">
                <a:solidFill>
                  <a:schemeClr val="bg2"/>
                </a:solidFill>
              </a:rPr>
              <a:t>For more on our tone of voice, see our </a:t>
            </a:r>
            <a:r>
              <a:rPr lang="en-US" sz="1100">
                <a:solidFill>
                  <a:schemeClr val="tx2"/>
                </a:solidFill>
                <a:hlinkClick r:id="rId2">
                  <a:extLst>
                    <a:ext uri="{A12FA001-AC4F-418D-AE19-62706E023703}">
                      <ahyp:hlinkClr xmlns:ahyp="http://schemas.microsoft.com/office/drawing/2018/hyperlinkcolor" val="tx"/>
                    </a:ext>
                  </a:extLst>
                </a:hlinkClick>
              </a:rPr>
              <a:t>Brand Standards</a:t>
            </a:r>
            <a:r>
              <a:rPr lang="en-US" sz="1100">
                <a:solidFill>
                  <a:schemeClr val="bg2"/>
                </a:solidFill>
              </a:rPr>
              <a:t>.</a:t>
            </a:r>
          </a:p>
        </p:txBody>
      </p:sp>
      <p:sp>
        <p:nvSpPr>
          <p:cNvPr id="15" name="TextBox 14">
            <a:extLst>
              <a:ext uri="{FF2B5EF4-FFF2-40B4-BE49-F238E27FC236}">
                <a16:creationId xmlns:a16="http://schemas.microsoft.com/office/drawing/2014/main" id="{FF297624-A87E-B4E5-C79F-CA103A59EE7F}"/>
              </a:ext>
            </a:extLst>
          </p:cNvPr>
          <p:cNvSpPr txBox="1"/>
          <p:nvPr/>
        </p:nvSpPr>
        <p:spPr>
          <a:xfrm>
            <a:off x="6903544" y="1242653"/>
            <a:ext cx="1920240" cy="3497389"/>
          </a:xfrm>
          <a:prstGeom prst="rect">
            <a:avLst/>
          </a:prstGeom>
          <a:solidFill>
            <a:schemeClr val="bg1"/>
          </a:solidFill>
        </p:spPr>
        <p:txBody>
          <a:bodyPr wrap="square" lIns="0" tIns="0" rIns="0" bIns="0" rtlCol="0">
            <a:noAutofit/>
          </a:bodyPr>
          <a:lstStyle/>
          <a:p>
            <a:pPr>
              <a:spcAft>
                <a:spcPts val="600"/>
              </a:spcAft>
            </a:pPr>
            <a:r>
              <a:rPr lang="en-US" sz="1400" b="1">
                <a:solidFill>
                  <a:schemeClr val="tx2"/>
                </a:solidFill>
              </a:rPr>
              <a:t>Visuals to Support your Story</a:t>
            </a:r>
          </a:p>
          <a:p>
            <a:pPr>
              <a:spcAft>
                <a:spcPts val="600"/>
              </a:spcAft>
            </a:pPr>
            <a:r>
              <a:rPr lang="en-US" sz="1100">
                <a:solidFill>
                  <a:schemeClr val="bg2"/>
                </a:solidFill>
              </a:rPr>
              <a:t>Photography and icons from our library may be used throughout your presentation. </a:t>
            </a:r>
          </a:p>
          <a:p>
            <a:pPr>
              <a:spcAft>
                <a:spcPts val="600"/>
              </a:spcAft>
            </a:pPr>
            <a:r>
              <a:rPr lang="en-US" sz="1100">
                <a:solidFill>
                  <a:schemeClr val="bg2"/>
                </a:solidFill>
              </a:rPr>
              <a:t>To change images in this template, select an image, click delete, then click on the image icon to upload a new picture. </a:t>
            </a:r>
          </a:p>
          <a:p>
            <a:pPr>
              <a:spcAft>
                <a:spcPts val="600"/>
              </a:spcAft>
            </a:pPr>
            <a:r>
              <a:rPr lang="en-US" sz="1100">
                <a:solidFill>
                  <a:schemeClr val="bg2"/>
                </a:solidFill>
              </a:rPr>
              <a:t>Visit </a:t>
            </a:r>
            <a:r>
              <a:rPr lang="en-US" sz="1100">
                <a:solidFill>
                  <a:schemeClr val="tx2"/>
                </a:solidFill>
                <a:hlinkClick r:id="rId3">
                  <a:extLst>
                    <a:ext uri="{A12FA001-AC4F-418D-AE19-62706E023703}">
                      <ahyp:hlinkClr xmlns:ahyp="http://schemas.microsoft.com/office/drawing/2018/hyperlinkcolor" val="tx"/>
                    </a:ext>
                  </a:extLst>
                </a:hlinkClick>
              </a:rPr>
              <a:t>Brand Central</a:t>
            </a:r>
            <a:r>
              <a:rPr lang="en-US" sz="1100">
                <a:solidFill>
                  <a:schemeClr val="bg2"/>
                </a:solidFill>
              </a:rPr>
              <a:t> to download the full image and icon library.</a:t>
            </a:r>
          </a:p>
        </p:txBody>
      </p:sp>
      <p:sp>
        <p:nvSpPr>
          <p:cNvPr id="16" name="TextBox 15">
            <a:extLst>
              <a:ext uri="{FF2B5EF4-FFF2-40B4-BE49-F238E27FC236}">
                <a16:creationId xmlns:a16="http://schemas.microsoft.com/office/drawing/2014/main" id="{15762E70-2C40-28B7-EBAF-10CEAD0F9667}"/>
              </a:ext>
            </a:extLst>
          </p:cNvPr>
          <p:cNvSpPr txBox="1"/>
          <p:nvPr/>
        </p:nvSpPr>
        <p:spPr>
          <a:xfrm>
            <a:off x="2525749" y="1242653"/>
            <a:ext cx="1920240" cy="3497389"/>
          </a:xfrm>
          <a:prstGeom prst="rect">
            <a:avLst/>
          </a:prstGeom>
          <a:solidFill>
            <a:schemeClr val="bg1"/>
          </a:solidFill>
        </p:spPr>
        <p:txBody>
          <a:bodyPr wrap="square" lIns="0" tIns="0" rIns="0" bIns="0" rtlCol="0">
            <a:noAutofit/>
          </a:bodyPr>
          <a:lstStyle/>
          <a:p>
            <a:pPr>
              <a:spcAft>
                <a:spcPts val="600"/>
              </a:spcAft>
            </a:pPr>
            <a:r>
              <a:rPr lang="en-US" sz="1400" b="1">
                <a:solidFill>
                  <a:schemeClr val="tx2"/>
                </a:solidFill>
              </a:rPr>
              <a:t>Sentence case Arial Bold for Headlines</a:t>
            </a:r>
          </a:p>
          <a:p>
            <a:pPr>
              <a:spcAft>
                <a:spcPts val="600"/>
              </a:spcAft>
            </a:pPr>
            <a:r>
              <a:rPr lang="en-US" sz="1100">
                <a:solidFill>
                  <a:schemeClr val="bg2"/>
                </a:solidFill>
              </a:rPr>
              <a:t>Subheads, column headings and body copy should also be set in sentence or title case (not all caps). </a:t>
            </a:r>
          </a:p>
          <a:p>
            <a:pPr>
              <a:spcAft>
                <a:spcPts val="600"/>
              </a:spcAft>
            </a:pPr>
            <a:r>
              <a:rPr lang="en-US" sz="1100">
                <a:solidFill>
                  <a:schemeClr val="bg2"/>
                </a:solidFill>
              </a:rPr>
              <a:t>Reserve the use of all caps for limited use in the deck navigation (Overline) which sits over headlines.</a:t>
            </a:r>
          </a:p>
        </p:txBody>
      </p:sp>
      <p:sp>
        <p:nvSpPr>
          <p:cNvPr id="22" name="Footer Placeholder 4">
            <a:extLst>
              <a:ext uri="{FF2B5EF4-FFF2-40B4-BE49-F238E27FC236}">
                <a16:creationId xmlns:a16="http://schemas.microsoft.com/office/drawing/2014/main" id="{7EA89E67-AD70-4509-56AA-C3F661308FD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3269017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04D12C29-55AB-260A-065C-7E417C020B68}"/>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8052DBA3-E9A0-497F-B0F8-A91B423223F0}"/>
              </a:ext>
            </a:extLst>
          </p:cNvPr>
          <p:cNvSpPr/>
          <p:nvPr/>
        </p:nvSpPr>
        <p:spPr>
          <a:xfrm rot="5400000">
            <a:off x="2000251" y="-2000251"/>
            <a:ext cx="5143500" cy="9144001"/>
          </a:xfrm>
          <a:prstGeom prst="rect">
            <a:avLst/>
          </a:prstGeom>
          <a:gradFill flip="none" rotWithShape="1">
            <a:gsLst>
              <a:gs pos="0">
                <a:srgbClr val="000000">
                  <a:alpha val="0"/>
                </a:srgbClr>
              </a:gs>
              <a:gs pos="31000">
                <a:srgbClr val="000000">
                  <a:alpha val="4805"/>
                </a:srgbClr>
              </a:gs>
              <a:gs pos="98000">
                <a:srgbClr val="000000">
                  <a:alpha val="40000"/>
                </a:srgbClr>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grpSp>
        <p:nvGrpSpPr>
          <p:cNvPr id="21" name="Group 20">
            <a:extLst>
              <a:ext uri="{FF2B5EF4-FFF2-40B4-BE49-F238E27FC236}">
                <a16:creationId xmlns:a16="http://schemas.microsoft.com/office/drawing/2014/main" id="{32E27D08-70E5-4389-B7F4-939CB2C3BCC4}"/>
              </a:ext>
            </a:extLst>
          </p:cNvPr>
          <p:cNvGrpSpPr>
            <a:grpSpLocks noChangeAspect="1"/>
          </p:cNvGrpSpPr>
          <p:nvPr/>
        </p:nvGrpSpPr>
        <p:grpSpPr>
          <a:xfrm>
            <a:off x="7784204" y="4543404"/>
            <a:ext cx="1188720" cy="602912"/>
            <a:chOff x="3249613" y="1898651"/>
            <a:chExt cx="2647950" cy="1343025"/>
          </a:xfrm>
        </p:grpSpPr>
        <p:sp>
          <p:nvSpPr>
            <p:cNvPr id="22" name="Freeform 5">
              <a:extLst>
                <a:ext uri="{FF2B5EF4-FFF2-40B4-BE49-F238E27FC236}">
                  <a16:creationId xmlns:a16="http://schemas.microsoft.com/office/drawing/2014/main" id="{AABD4CB0-341D-4350-B1E7-6CBC741F6C99}"/>
                </a:ext>
              </a:extLst>
            </p:cNvPr>
            <p:cNvSpPr>
              <a:spLocks/>
            </p:cNvSpPr>
            <p:nvPr/>
          </p:nvSpPr>
          <p:spPr bwMode="auto">
            <a:xfrm>
              <a:off x="3249613" y="1898651"/>
              <a:ext cx="2647950" cy="1343025"/>
            </a:xfrm>
            <a:custGeom>
              <a:avLst/>
              <a:gdLst>
                <a:gd name="T0" fmla="*/ 1368 w 1368"/>
                <a:gd name="T1" fmla="*/ 33 h 696"/>
                <a:gd name="T2" fmla="*/ 1368 w 1368"/>
                <a:gd name="T3" fmla="*/ 696 h 696"/>
                <a:gd name="T4" fmla="*/ 0 w 1368"/>
                <a:gd name="T5" fmla="*/ 696 h 696"/>
                <a:gd name="T6" fmla="*/ 0 w 1368"/>
                <a:gd name="T7" fmla="*/ 33 h 696"/>
                <a:gd name="T8" fmla="*/ 33 w 1368"/>
                <a:gd name="T9" fmla="*/ 0 h 696"/>
                <a:gd name="T10" fmla="*/ 1335 w 1368"/>
                <a:gd name="T11" fmla="*/ 0 h 696"/>
                <a:gd name="T12" fmla="*/ 1368 w 1368"/>
                <a:gd name="T13" fmla="*/ 33 h 696"/>
              </a:gdLst>
              <a:ahLst/>
              <a:cxnLst>
                <a:cxn ang="0">
                  <a:pos x="T0" y="T1"/>
                </a:cxn>
                <a:cxn ang="0">
                  <a:pos x="T2" y="T3"/>
                </a:cxn>
                <a:cxn ang="0">
                  <a:pos x="T4" y="T5"/>
                </a:cxn>
                <a:cxn ang="0">
                  <a:pos x="T6" y="T7"/>
                </a:cxn>
                <a:cxn ang="0">
                  <a:pos x="T8" y="T9"/>
                </a:cxn>
                <a:cxn ang="0">
                  <a:pos x="T10" y="T11"/>
                </a:cxn>
                <a:cxn ang="0">
                  <a:pos x="T12" y="T13"/>
                </a:cxn>
              </a:cxnLst>
              <a:rect l="0" t="0" r="r" b="b"/>
              <a:pathLst>
                <a:path w="1368" h="696">
                  <a:moveTo>
                    <a:pt x="1368" y="33"/>
                  </a:moveTo>
                  <a:cubicBezTo>
                    <a:pt x="1368" y="696"/>
                    <a:pt x="1368" y="696"/>
                    <a:pt x="1368" y="696"/>
                  </a:cubicBezTo>
                  <a:cubicBezTo>
                    <a:pt x="0" y="696"/>
                    <a:pt x="0" y="696"/>
                    <a:pt x="0" y="696"/>
                  </a:cubicBezTo>
                  <a:cubicBezTo>
                    <a:pt x="0" y="33"/>
                    <a:pt x="0" y="33"/>
                    <a:pt x="0" y="33"/>
                  </a:cubicBezTo>
                  <a:cubicBezTo>
                    <a:pt x="0" y="15"/>
                    <a:pt x="15" y="0"/>
                    <a:pt x="33" y="0"/>
                  </a:cubicBezTo>
                  <a:cubicBezTo>
                    <a:pt x="1335" y="0"/>
                    <a:pt x="1335" y="0"/>
                    <a:pt x="1335" y="0"/>
                  </a:cubicBezTo>
                  <a:cubicBezTo>
                    <a:pt x="1353" y="0"/>
                    <a:pt x="1368" y="15"/>
                    <a:pt x="1368" y="33"/>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6">
              <a:extLst>
                <a:ext uri="{FF2B5EF4-FFF2-40B4-BE49-F238E27FC236}">
                  <a16:creationId xmlns:a16="http://schemas.microsoft.com/office/drawing/2014/main" id="{4F8D82E7-8DF8-4BAD-A5CD-4B22AE8655DB}"/>
                </a:ext>
              </a:extLst>
            </p:cNvPr>
            <p:cNvSpPr>
              <a:spLocks/>
            </p:cNvSpPr>
            <p:nvPr/>
          </p:nvSpPr>
          <p:spPr bwMode="auto">
            <a:xfrm>
              <a:off x="5135563" y="2149476"/>
              <a:ext cx="101600" cy="103188"/>
            </a:xfrm>
            <a:custGeom>
              <a:avLst/>
              <a:gdLst>
                <a:gd name="T0" fmla="*/ 0 w 53"/>
                <a:gd name="T1" fmla="*/ 29 h 54"/>
                <a:gd name="T2" fmla="*/ 28 w 53"/>
                <a:gd name="T3" fmla="*/ 0 h 54"/>
                <a:gd name="T4" fmla="*/ 53 w 53"/>
                <a:gd name="T5" fmla="*/ 25 h 54"/>
                <a:gd name="T6" fmla="*/ 24 w 53"/>
                <a:gd name="T7" fmla="*/ 54 h 54"/>
                <a:gd name="T8" fmla="*/ 24 w 53"/>
                <a:gd name="T9" fmla="*/ 54 h 54"/>
                <a:gd name="T10" fmla="*/ 0 w 53"/>
                <a:gd name="T11" fmla="*/ 29 h 54"/>
              </a:gdLst>
              <a:ahLst/>
              <a:cxnLst>
                <a:cxn ang="0">
                  <a:pos x="T0" y="T1"/>
                </a:cxn>
                <a:cxn ang="0">
                  <a:pos x="T2" y="T3"/>
                </a:cxn>
                <a:cxn ang="0">
                  <a:pos x="T4" y="T5"/>
                </a:cxn>
                <a:cxn ang="0">
                  <a:pos x="T6" y="T7"/>
                </a:cxn>
                <a:cxn ang="0">
                  <a:pos x="T8" y="T9"/>
                </a:cxn>
                <a:cxn ang="0">
                  <a:pos x="T10" y="T11"/>
                </a:cxn>
              </a:cxnLst>
              <a:rect l="0" t="0" r="r" b="b"/>
              <a:pathLst>
                <a:path w="53" h="54">
                  <a:moveTo>
                    <a:pt x="0" y="29"/>
                  </a:moveTo>
                  <a:cubicBezTo>
                    <a:pt x="0" y="12"/>
                    <a:pt x="13" y="0"/>
                    <a:pt x="28" y="0"/>
                  </a:cubicBezTo>
                  <a:cubicBezTo>
                    <a:pt x="43" y="0"/>
                    <a:pt x="53" y="10"/>
                    <a:pt x="53" y="25"/>
                  </a:cubicBezTo>
                  <a:cubicBezTo>
                    <a:pt x="53" y="43"/>
                    <a:pt x="40" y="54"/>
                    <a:pt x="24" y="54"/>
                  </a:cubicBezTo>
                  <a:cubicBezTo>
                    <a:pt x="24" y="54"/>
                    <a:pt x="24" y="54"/>
                    <a:pt x="24" y="54"/>
                  </a:cubicBezTo>
                  <a:cubicBezTo>
                    <a:pt x="10" y="54"/>
                    <a:pt x="0" y="43"/>
                    <a:pt x="0" y="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a:extLst>
                <a:ext uri="{FF2B5EF4-FFF2-40B4-BE49-F238E27FC236}">
                  <a16:creationId xmlns:a16="http://schemas.microsoft.com/office/drawing/2014/main" id="{2A670829-99B7-47EE-A2CE-48EBF3CD9493}"/>
                </a:ext>
              </a:extLst>
            </p:cNvPr>
            <p:cNvSpPr>
              <a:spLocks/>
            </p:cNvSpPr>
            <p:nvPr/>
          </p:nvSpPr>
          <p:spPr bwMode="auto">
            <a:xfrm>
              <a:off x="3651250" y="2306638"/>
              <a:ext cx="785813" cy="534988"/>
            </a:xfrm>
            <a:custGeom>
              <a:avLst/>
              <a:gdLst>
                <a:gd name="T0" fmla="*/ 384 w 406"/>
                <a:gd name="T1" fmla="*/ 184 h 277"/>
                <a:gd name="T2" fmla="*/ 406 w 406"/>
                <a:gd name="T3" fmla="*/ 215 h 277"/>
                <a:gd name="T4" fmla="*/ 263 w 406"/>
                <a:gd name="T5" fmla="*/ 277 h 277"/>
                <a:gd name="T6" fmla="*/ 38 w 406"/>
                <a:gd name="T7" fmla="*/ 196 h 277"/>
                <a:gd name="T8" fmla="*/ 6 w 406"/>
                <a:gd name="T9" fmla="*/ 196 h 277"/>
                <a:gd name="T10" fmla="*/ 0 w 406"/>
                <a:gd name="T11" fmla="*/ 163 h 277"/>
                <a:gd name="T12" fmla="*/ 123 w 406"/>
                <a:gd name="T13" fmla="*/ 38 h 277"/>
                <a:gd name="T14" fmla="*/ 28 w 406"/>
                <a:gd name="T15" fmla="*/ 38 h 277"/>
                <a:gd name="T16" fmla="*/ 35 w 406"/>
                <a:gd name="T17" fmla="*/ 0 h 277"/>
                <a:gd name="T18" fmla="*/ 191 w 406"/>
                <a:gd name="T19" fmla="*/ 0 h 277"/>
                <a:gd name="T20" fmla="*/ 185 w 406"/>
                <a:gd name="T21" fmla="*/ 35 h 277"/>
                <a:gd name="T22" fmla="*/ 65 w 406"/>
                <a:gd name="T23" fmla="*/ 157 h 277"/>
                <a:gd name="T24" fmla="*/ 269 w 406"/>
                <a:gd name="T25" fmla="*/ 239 h 277"/>
                <a:gd name="T26" fmla="*/ 384 w 406"/>
                <a:gd name="T27" fmla="*/ 18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6" h="277">
                  <a:moveTo>
                    <a:pt x="384" y="184"/>
                  </a:moveTo>
                  <a:cubicBezTo>
                    <a:pt x="406" y="215"/>
                    <a:pt x="406" y="215"/>
                    <a:pt x="406" y="215"/>
                  </a:cubicBezTo>
                  <a:cubicBezTo>
                    <a:pt x="392" y="230"/>
                    <a:pt x="340" y="277"/>
                    <a:pt x="263" y="277"/>
                  </a:cubicBezTo>
                  <a:cubicBezTo>
                    <a:pt x="153" y="277"/>
                    <a:pt x="147" y="196"/>
                    <a:pt x="38" y="196"/>
                  </a:cubicBezTo>
                  <a:cubicBezTo>
                    <a:pt x="6" y="196"/>
                    <a:pt x="6" y="196"/>
                    <a:pt x="6" y="196"/>
                  </a:cubicBezTo>
                  <a:cubicBezTo>
                    <a:pt x="0" y="163"/>
                    <a:pt x="0" y="163"/>
                    <a:pt x="0" y="163"/>
                  </a:cubicBezTo>
                  <a:cubicBezTo>
                    <a:pt x="123" y="38"/>
                    <a:pt x="123" y="38"/>
                    <a:pt x="123" y="38"/>
                  </a:cubicBezTo>
                  <a:cubicBezTo>
                    <a:pt x="28" y="38"/>
                    <a:pt x="28" y="38"/>
                    <a:pt x="28" y="38"/>
                  </a:cubicBezTo>
                  <a:cubicBezTo>
                    <a:pt x="35" y="0"/>
                    <a:pt x="35" y="0"/>
                    <a:pt x="35" y="0"/>
                  </a:cubicBezTo>
                  <a:cubicBezTo>
                    <a:pt x="191" y="0"/>
                    <a:pt x="191" y="0"/>
                    <a:pt x="191" y="0"/>
                  </a:cubicBezTo>
                  <a:cubicBezTo>
                    <a:pt x="185" y="35"/>
                    <a:pt x="185" y="35"/>
                    <a:pt x="185" y="35"/>
                  </a:cubicBezTo>
                  <a:cubicBezTo>
                    <a:pt x="65" y="157"/>
                    <a:pt x="65" y="157"/>
                    <a:pt x="65" y="157"/>
                  </a:cubicBezTo>
                  <a:cubicBezTo>
                    <a:pt x="157" y="157"/>
                    <a:pt x="179" y="239"/>
                    <a:pt x="269" y="239"/>
                  </a:cubicBezTo>
                  <a:cubicBezTo>
                    <a:pt x="324" y="239"/>
                    <a:pt x="368" y="201"/>
                    <a:pt x="384" y="1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a:extLst>
                <a:ext uri="{FF2B5EF4-FFF2-40B4-BE49-F238E27FC236}">
                  <a16:creationId xmlns:a16="http://schemas.microsoft.com/office/drawing/2014/main" id="{FBDE4CA1-3A01-472B-AD71-226981E38637}"/>
                </a:ext>
              </a:extLst>
            </p:cNvPr>
            <p:cNvSpPr>
              <a:spLocks noEditPoints="1"/>
            </p:cNvSpPr>
            <p:nvPr/>
          </p:nvSpPr>
          <p:spPr bwMode="auto">
            <a:xfrm>
              <a:off x="4016375" y="2297113"/>
              <a:ext cx="376238" cy="398463"/>
            </a:xfrm>
            <a:custGeom>
              <a:avLst/>
              <a:gdLst>
                <a:gd name="T0" fmla="*/ 87 w 194"/>
                <a:gd name="T1" fmla="*/ 169 h 206"/>
                <a:gd name="T2" fmla="*/ 49 w 194"/>
                <a:gd name="T3" fmla="*/ 123 h 206"/>
                <a:gd name="T4" fmla="*/ 108 w 194"/>
                <a:gd name="T5" fmla="*/ 37 h 206"/>
                <a:gd name="T6" fmla="*/ 145 w 194"/>
                <a:gd name="T7" fmla="*/ 82 h 206"/>
                <a:gd name="T8" fmla="*/ 87 w 194"/>
                <a:gd name="T9" fmla="*/ 169 h 206"/>
                <a:gd name="T10" fmla="*/ 114 w 194"/>
                <a:gd name="T11" fmla="*/ 0 h 206"/>
                <a:gd name="T12" fmla="*/ 0 w 194"/>
                <a:gd name="T13" fmla="*/ 125 h 206"/>
                <a:gd name="T14" fmla="*/ 80 w 194"/>
                <a:gd name="T15" fmla="*/ 206 h 206"/>
                <a:gd name="T16" fmla="*/ 194 w 194"/>
                <a:gd name="T17" fmla="*/ 82 h 206"/>
                <a:gd name="T18" fmla="*/ 114 w 194"/>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06">
                  <a:moveTo>
                    <a:pt x="87" y="169"/>
                  </a:moveTo>
                  <a:cubicBezTo>
                    <a:pt x="63" y="169"/>
                    <a:pt x="49" y="150"/>
                    <a:pt x="49" y="123"/>
                  </a:cubicBezTo>
                  <a:cubicBezTo>
                    <a:pt x="49" y="87"/>
                    <a:pt x="70" y="37"/>
                    <a:pt x="108" y="37"/>
                  </a:cubicBezTo>
                  <a:cubicBezTo>
                    <a:pt x="137" y="37"/>
                    <a:pt x="145" y="62"/>
                    <a:pt x="145" y="82"/>
                  </a:cubicBezTo>
                  <a:cubicBezTo>
                    <a:pt x="145" y="121"/>
                    <a:pt x="122" y="169"/>
                    <a:pt x="87" y="169"/>
                  </a:cubicBezTo>
                  <a:moveTo>
                    <a:pt x="114" y="0"/>
                  </a:moveTo>
                  <a:cubicBezTo>
                    <a:pt x="47" y="0"/>
                    <a:pt x="0" y="58"/>
                    <a:pt x="0" y="125"/>
                  </a:cubicBezTo>
                  <a:cubicBezTo>
                    <a:pt x="0" y="171"/>
                    <a:pt x="31" y="206"/>
                    <a:pt x="80" y="206"/>
                  </a:cubicBezTo>
                  <a:cubicBezTo>
                    <a:pt x="147" y="206"/>
                    <a:pt x="194" y="148"/>
                    <a:pt x="194" y="82"/>
                  </a:cubicBezTo>
                  <a:cubicBezTo>
                    <a:pt x="194" y="38"/>
                    <a:pt x="166" y="0"/>
                    <a:pt x="11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9">
              <a:extLst>
                <a:ext uri="{FF2B5EF4-FFF2-40B4-BE49-F238E27FC236}">
                  <a16:creationId xmlns:a16="http://schemas.microsoft.com/office/drawing/2014/main" id="{B3715847-9098-4B87-BF81-7B8C780B3FBE}"/>
                </a:ext>
              </a:extLst>
            </p:cNvPr>
            <p:cNvSpPr>
              <a:spLocks noEditPoints="1"/>
            </p:cNvSpPr>
            <p:nvPr/>
          </p:nvSpPr>
          <p:spPr bwMode="auto">
            <a:xfrm>
              <a:off x="4437063" y="2297113"/>
              <a:ext cx="338138" cy="398463"/>
            </a:xfrm>
            <a:custGeom>
              <a:avLst/>
              <a:gdLst>
                <a:gd name="T0" fmla="*/ 106 w 175"/>
                <a:gd name="T1" fmla="*/ 35 h 206"/>
                <a:gd name="T2" fmla="*/ 131 w 175"/>
                <a:gd name="T3" fmla="*/ 56 h 206"/>
                <a:gd name="T4" fmla="*/ 131 w 175"/>
                <a:gd name="T5" fmla="*/ 56 h 206"/>
                <a:gd name="T6" fmla="*/ 51 w 175"/>
                <a:gd name="T7" fmla="*/ 85 h 206"/>
                <a:gd name="T8" fmla="*/ 106 w 175"/>
                <a:gd name="T9" fmla="*/ 35 h 206"/>
                <a:gd name="T10" fmla="*/ 175 w 175"/>
                <a:gd name="T11" fmla="*/ 56 h 206"/>
                <a:gd name="T12" fmla="*/ 112 w 175"/>
                <a:gd name="T13" fmla="*/ 0 h 206"/>
                <a:gd name="T14" fmla="*/ 0 w 175"/>
                <a:gd name="T15" fmla="*/ 124 h 206"/>
                <a:gd name="T16" fmla="*/ 81 w 175"/>
                <a:gd name="T17" fmla="*/ 206 h 206"/>
                <a:gd name="T18" fmla="*/ 150 w 175"/>
                <a:gd name="T19" fmla="*/ 190 h 206"/>
                <a:gd name="T20" fmla="*/ 146 w 175"/>
                <a:gd name="T21" fmla="*/ 156 h 206"/>
                <a:gd name="T22" fmla="*/ 92 w 175"/>
                <a:gd name="T23" fmla="*/ 168 h 206"/>
                <a:gd name="T24" fmla="*/ 52 w 175"/>
                <a:gd name="T25" fmla="*/ 148 h 206"/>
                <a:gd name="T26" fmla="*/ 46 w 175"/>
                <a:gd name="T27" fmla="*/ 120 h 206"/>
                <a:gd name="T28" fmla="*/ 175 w 175"/>
                <a:gd name="T29" fmla="*/ 5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 h="206">
                  <a:moveTo>
                    <a:pt x="106" y="35"/>
                  </a:moveTo>
                  <a:cubicBezTo>
                    <a:pt x="120" y="35"/>
                    <a:pt x="131" y="43"/>
                    <a:pt x="131" y="56"/>
                  </a:cubicBezTo>
                  <a:cubicBezTo>
                    <a:pt x="131" y="56"/>
                    <a:pt x="131" y="56"/>
                    <a:pt x="131" y="56"/>
                  </a:cubicBezTo>
                  <a:cubicBezTo>
                    <a:pt x="131" y="79"/>
                    <a:pt x="100" y="86"/>
                    <a:pt x="51" y="85"/>
                  </a:cubicBezTo>
                  <a:cubicBezTo>
                    <a:pt x="57" y="62"/>
                    <a:pt x="76" y="35"/>
                    <a:pt x="106" y="35"/>
                  </a:cubicBezTo>
                  <a:moveTo>
                    <a:pt x="175" y="56"/>
                  </a:moveTo>
                  <a:cubicBezTo>
                    <a:pt x="175" y="23"/>
                    <a:pt x="150" y="0"/>
                    <a:pt x="112" y="0"/>
                  </a:cubicBezTo>
                  <a:cubicBezTo>
                    <a:pt x="44" y="0"/>
                    <a:pt x="0" y="65"/>
                    <a:pt x="0" y="124"/>
                  </a:cubicBezTo>
                  <a:cubicBezTo>
                    <a:pt x="0" y="172"/>
                    <a:pt x="27" y="206"/>
                    <a:pt x="81" y="206"/>
                  </a:cubicBezTo>
                  <a:cubicBezTo>
                    <a:pt x="105" y="206"/>
                    <a:pt x="131" y="200"/>
                    <a:pt x="150" y="190"/>
                  </a:cubicBezTo>
                  <a:cubicBezTo>
                    <a:pt x="146" y="156"/>
                    <a:pt x="146" y="156"/>
                    <a:pt x="146" y="156"/>
                  </a:cubicBezTo>
                  <a:cubicBezTo>
                    <a:pt x="132" y="163"/>
                    <a:pt x="114" y="168"/>
                    <a:pt x="92" y="168"/>
                  </a:cubicBezTo>
                  <a:cubicBezTo>
                    <a:pt x="73" y="168"/>
                    <a:pt x="59" y="162"/>
                    <a:pt x="52" y="148"/>
                  </a:cubicBezTo>
                  <a:cubicBezTo>
                    <a:pt x="47" y="141"/>
                    <a:pt x="45" y="127"/>
                    <a:pt x="46" y="120"/>
                  </a:cubicBezTo>
                  <a:cubicBezTo>
                    <a:pt x="122" y="122"/>
                    <a:pt x="175" y="106"/>
                    <a:pt x="175" y="5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0">
              <a:extLst>
                <a:ext uri="{FF2B5EF4-FFF2-40B4-BE49-F238E27FC236}">
                  <a16:creationId xmlns:a16="http://schemas.microsoft.com/office/drawing/2014/main" id="{5D81C1AA-FE3F-476E-B7FD-7E175ADD0339}"/>
                </a:ext>
              </a:extLst>
            </p:cNvPr>
            <p:cNvSpPr>
              <a:spLocks/>
            </p:cNvSpPr>
            <p:nvPr/>
          </p:nvSpPr>
          <p:spPr bwMode="auto">
            <a:xfrm>
              <a:off x="5205413" y="2297113"/>
              <a:ext cx="292100" cy="398463"/>
            </a:xfrm>
            <a:custGeom>
              <a:avLst/>
              <a:gdLst>
                <a:gd name="T0" fmla="*/ 102 w 151"/>
                <a:gd name="T1" fmla="*/ 35 h 206"/>
                <a:gd name="T2" fmla="*/ 138 w 151"/>
                <a:gd name="T3" fmla="*/ 44 h 206"/>
                <a:gd name="T4" fmla="*/ 151 w 151"/>
                <a:gd name="T5" fmla="*/ 10 h 206"/>
                <a:gd name="T6" fmla="*/ 104 w 151"/>
                <a:gd name="T7" fmla="*/ 0 h 206"/>
                <a:gd name="T8" fmla="*/ 25 w 151"/>
                <a:gd name="T9" fmla="*/ 65 h 206"/>
                <a:gd name="T10" fmla="*/ 63 w 151"/>
                <a:gd name="T11" fmla="*/ 116 h 206"/>
                <a:gd name="T12" fmla="*/ 89 w 151"/>
                <a:gd name="T13" fmla="*/ 146 h 206"/>
                <a:gd name="T14" fmla="*/ 59 w 151"/>
                <a:gd name="T15" fmla="*/ 171 h 206"/>
                <a:gd name="T16" fmla="*/ 12 w 151"/>
                <a:gd name="T17" fmla="*/ 157 h 206"/>
                <a:gd name="T18" fmla="*/ 0 w 151"/>
                <a:gd name="T19" fmla="*/ 191 h 206"/>
                <a:gd name="T20" fmla="*/ 55 w 151"/>
                <a:gd name="T21" fmla="*/ 206 h 206"/>
                <a:gd name="T22" fmla="*/ 138 w 151"/>
                <a:gd name="T23" fmla="*/ 138 h 206"/>
                <a:gd name="T24" fmla="*/ 97 w 151"/>
                <a:gd name="T25" fmla="*/ 85 h 206"/>
                <a:gd name="T26" fmla="*/ 72 w 151"/>
                <a:gd name="T27" fmla="*/ 58 h 206"/>
                <a:gd name="T28" fmla="*/ 102 w 151"/>
                <a:gd name="T29" fmla="*/ 3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206">
                  <a:moveTo>
                    <a:pt x="102" y="35"/>
                  </a:moveTo>
                  <a:cubicBezTo>
                    <a:pt x="118" y="35"/>
                    <a:pt x="131" y="40"/>
                    <a:pt x="138" y="44"/>
                  </a:cubicBezTo>
                  <a:cubicBezTo>
                    <a:pt x="151" y="10"/>
                    <a:pt x="151" y="10"/>
                    <a:pt x="151" y="10"/>
                  </a:cubicBezTo>
                  <a:cubicBezTo>
                    <a:pt x="142" y="5"/>
                    <a:pt x="125" y="0"/>
                    <a:pt x="104" y="0"/>
                  </a:cubicBezTo>
                  <a:cubicBezTo>
                    <a:pt x="58" y="0"/>
                    <a:pt x="25" y="27"/>
                    <a:pt x="25" y="65"/>
                  </a:cubicBezTo>
                  <a:cubicBezTo>
                    <a:pt x="25" y="87"/>
                    <a:pt x="41" y="104"/>
                    <a:pt x="63" y="116"/>
                  </a:cubicBezTo>
                  <a:cubicBezTo>
                    <a:pt x="83" y="126"/>
                    <a:pt x="89" y="134"/>
                    <a:pt x="89" y="146"/>
                  </a:cubicBezTo>
                  <a:cubicBezTo>
                    <a:pt x="89" y="159"/>
                    <a:pt x="78" y="170"/>
                    <a:pt x="59" y="171"/>
                  </a:cubicBezTo>
                  <a:cubicBezTo>
                    <a:pt x="41" y="171"/>
                    <a:pt x="22" y="163"/>
                    <a:pt x="12" y="157"/>
                  </a:cubicBezTo>
                  <a:cubicBezTo>
                    <a:pt x="0" y="191"/>
                    <a:pt x="0" y="191"/>
                    <a:pt x="0" y="191"/>
                  </a:cubicBezTo>
                  <a:cubicBezTo>
                    <a:pt x="10" y="199"/>
                    <a:pt x="32" y="205"/>
                    <a:pt x="55" y="206"/>
                  </a:cubicBezTo>
                  <a:cubicBezTo>
                    <a:pt x="102" y="206"/>
                    <a:pt x="138" y="181"/>
                    <a:pt x="138" y="138"/>
                  </a:cubicBezTo>
                  <a:cubicBezTo>
                    <a:pt x="138" y="113"/>
                    <a:pt x="119" y="97"/>
                    <a:pt x="97" y="85"/>
                  </a:cubicBezTo>
                  <a:cubicBezTo>
                    <a:pt x="81" y="77"/>
                    <a:pt x="72" y="69"/>
                    <a:pt x="72" y="58"/>
                  </a:cubicBezTo>
                  <a:cubicBezTo>
                    <a:pt x="72" y="45"/>
                    <a:pt x="84" y="35"/>
                    <a:pt x="102" y="3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1">
              <a:extLst>
                <a:ext uri="{FF2B5EF4-FFF2-40B4-BE49-F238E27FC236}">
                  <a16:creationId xmlns:a16="http://schemas.microsoft.com/office/drawing/2014/main" id="{556DC011-F281-444D-9D5C-C7026E5D6243}"/>
                </a:ext>
              </a:extLst>
            </p:cNvPr>
            <p:cNvSpPr>
              <a:spLocks/>
            </p:cNvSpPr>
            <p:nvPr/>
          </p:nvSpPr>
          <p:spPr bwMode="auto">
            <a:xfrm>
              <a:off x="5049838" y="2306638"/>
              <a:ext cx="163513" cy="379413"/>
            </a:xfrm>
            <a:custGeom>
              <a:avLst/>
              <a:gdLst>
                <a:gd name="T0" fmla="*/ 0 w 103"/>
                <a:gd name="T1" fmla="*/ 239 h 239"/>
                <a:gd name="T2" fmla="*/ 57 w 103"/>
                <a:gd name="T3" fmla="*/ 239 h 239"/>
                <a:gd name="T4" fmla="*/ 103 w 103"/>
                <a:gd name="T5" fmla="*/ 0 h 239"/>
                <a:gd name="T6" fmla="*/ 45 w 103"/>
                <a:gd name="T7" fmla="*/ 0 h 239"/>
                <a:gd name="T8" fmla="*/ 0 w 103"/>
                <a:gd name="T9" fmla="*/ 239 h 239"/>
              </a:gdLst>
              <a:ahLst/>
              <a:cxnLst>
                <a:cxn ang="0">
                  <a:pos x="T0" y="T1"/>
                </a:cxn>
                <a:cxn ang="0">
                  <a:pos x="T2" y="T3"/>
                </a:cxn>
                <a:cxn ang="0">
                  <a:pos x="T4" y="T5"/>
                </a:cxn>
                <a:cxn ang="0">
                  <a:pos x="T6" y="T7"/>
                </a:cxn>
                <a:cxn ang="0">
                  <a:pos x="T8" y="T9"/>
                </a:cxn>
              </a:cxnLst>
              <a:rect l="0" t="0" r="r" b="b"/>
              <a:pathLst>
                <a:path w="103" h="239">
                  <a:moveTo>
                    <a:pt x="0" y="239"/>
                  </a:moveTo>
                  <a:lnTo>
                    <a:pt x="57" y="239"/>
                  </a:lnTo>
                  <a:lnTo>
                    <a:pt x="103" y="0"/>
                  </a:lnTo>
                  <a:lnTo>
                    <a:pt x="45" y="0"/>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2">
              <a:extLst>
                <a:ext uri="{FF2B5EF4-FFF2-40B4-BE49-F238E27FC236}">
                  <a16:creationId xmlns:a16="http://schemas.microsoft.com/office/drawing/2014/main" id="{A2051EF0-4033-459D-9B6E-9372691E59CC}"/>
                </a:ext>
              </a:extLst>
            </p:cNvPr>
            <p:cNvSpPr>
              <a:spLocks/>
            </p:cNvSpPr>
            <p:nvPr/>
          </p:nvSpPr>
          <p:spPr bwMode="auto">
            <a:xfrm>
              <a:off x="4816475" y="2208213"/>
              <a:ext cx="241300" cy="487363"/>
            </a:xfrm>
            <a:custGeom>
              <a:avLst/>
              <a:gdLst>
                <a:gd name="T0" fmla="*/ 71 w 125"/>
                <a:gd name="T1" fmla="*/ 214 h 252"/>
                <a:gd name="T2" fmla="*/ 53 w 125"/>
                <a:gd name="T3" fmla="*/ 188 h 252"/>
                <a:gd name="T4" fmla="*/ 73 w 125"/>
                <a:gd name="T5" fmla="*/ 87 h 252"/>
                <a:gd name="T6" fmla="*/ 117 w 125"/>
                <a:gd name="T7" fmla="*/ 87 h 252"/>
                <a:gd name="T8" fmla="*/ 125 w 125"/>
                <a:gd name="T9" fmla="*/ 51 h 252"/>
                <a:gd name="T10" fmla="*/ 80 w 125"/>
                <a:gd name="T11" fmla="*/ 51 h 252"/>
                <a:gd name="T12" fmla="*/ 90 w 125"/>
                <a:gd name="T13" fmla="*/ 0 h 252"/>
                <a:gd name="T14" fmla="*/ 41 w 125"/>
                <a:gd name="T15" fmla="*/ 14 h 252"/>
                <a:gd name="T16" fmla="*/ 34 w 125"/>
                <a:gd name="T17" fmla="*/ 51 h 252"/>
                <a:gd name="T18" fmla="*/ 7 w 125"/>
                <a:gd name="T19" fmla="*/ 51 h 252"/>
                <a:gd name="T20" fmla="*/ 0 w 125"/>
                <a:gd name="T21" fmla="*/ 87 h 252"/>
                <a:gd name="T22" fmla="*/ 27 w 125"/>
                <a:gd name="T23" fmla="*/ 87 h 252"/>
                <a:gd name="T24" fmla="*/ 7 w 125"/>
                <a:gd name="T25" fmla="*/ 191 h 252"/>
                <a:gd name="T26" fmla="*/ 62 w 125"/>
                <a:gd name="T27" fmla="*/ 252 h 252"/>
                <a:gd name="T28" fmla="*/ 92 w 125"/>
                <a:gd name="T29" fmla="*/ 247 h 252"/>
                <a:gd name="T30" fmla="*/ 94 w 125"/>
                <a:gd name="T31" fmla="*/ 210 h 252"/>
                <a:gd name="T32" fmla="*/ 71 w 125"/>
                <a:gd name="T33" fmla="*/ 214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52">
                  <a:moveTo>
                    <a:pt x="71" y="214"/>
                  </a:moveTo>
                  <a:cubicBezTo>
                    <a:pt x="57" y="214"/>
                    <a:pt x="50" y="205"/>
                    <a:pt x="53" y="188"/>
                  </a:cubicBezTo>
                  <a:cubicBezTo>
                    <a:pt x="73" y="87"/>
                    <a:pt x="73" y="87"/>
                    <a:pt x="73" y="87"/>
                  </a:cubicBezTo>
                  <a:cubicBezTo>
                    <a:pt x="117" y="87"/>
                    <a:pt x="117" y="87"/>
                    <a:pt x="117" y="87"/>
                  </a:cubicBezTo>
                  <a:cubicBezTo>
                    <a:pt x="125" y="51"/>
                    <a:pt x="125" y="51"/>
                    <a:pt x="125" y="51"/>
                  </a:cubicBezTo>
                  <a:cubicBezTo>
                    <a:pt x="80" y="51"/>
                    <a:pt x="80" y="51"/>
                    <a:pt x="80" y="51"/>
                  </a:cubicBezTo>
                  <a:cubicBezTo>
                    <a:pt x="90" y="0"/>
                    <a:pt x="90" y="0"/>
                    <a:pt x="90" y="0"/>
                  </a:cubicBezTo>
                  <a:cubicBezTo>
                    <a:pt x="41" y="14"/>
                    <a:pt x="41" y="14"/>
                    <a:pt x="41" y="14"/>
                  </a:cubicBezTo>
                  <a:cubicBezTo>
                    <a:pt x="34" y="51"/>
                    <a:pt x="34" y="51"/>
                    <a:pt x="34" y="51"/>
                  </a:cubicBezTo>
                  <a:cubicBezTo>
                    <a:pt x="7" y="51"/>
                    <a:pt x="7" y="51"/>
                    <a:pt x="7" y="51"/>
                  </a:cubicBezTo>
                  <a:cubicBezTo>
                    <a:pt x="0" y="87"/>
                    <a:pt x="0" y="87"/>
                    <a:pt x="0" y="87"/>
                  </a:cubicBezTo>
                  <a:cubicBezTo>
                    <a:pt x="27" y="87"/>
                    <a:pt x="27" y="87"/>
                    <a:pt x="27" y="87"/>
                  </a:cubicBezTo>
                  <a:cubicBezTo>
                    <a:pt x="7" y="191"/>
                    <a:pt x="7" y="191"/>
                    <a:pt x="7" y="191"/>
                  </a:cubicBezTo>
                  <a:cubicBezTo>
                    <a:pt x="0" y="228"/>
                    <a:pt x="19" y="252"/>
                    <a:pt x="62" y="252"/>
                  </a:cubicBezTo>
                  <a:cubicBezTo>
                    <a:pt x="71" y="252"/>
                    <a:pt x="82" y="249"/>
                    <a:pt x="92" y="247"/>
                  </a:cubicBezTo>
                  <a:cubicBezTo>
                    <a:pt x="94" y="210"/>
                    <a:pt x="94" y="210"/>
                    <a:pt x="94" y="210"/>
                  </a:cubicBezTo>
                  <a:cubicBezTo>
                    <a:pt x="86" y="212"/>
                    <a:pt x="78" y="214"/>
                    <a:pt x="71" y="21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28" name="Subtitle 1127">
            <a:extLst>
              <a:ext uri="{FF2B5EF4-FFF2-40B4-BE49-F238E27FC236}">
                <a16:creationId xmlns:a16="http://schemas.microsoft.com/office/drawing/2014/main" id="{75441437-099A-18BD-F651-D56C7396FE81}"/>
              </a:ext>
            </a:extLst>
          </p:cNvPr>
          <p:cNvSpPr>
            <a:spLocks noGrp="1"/>
          </p:cNvSpPr>
          <p:nvPr>
            <p:ph type="subTitle" idx="1"/>
          </p:nvPr>
        </p:nvSpPr>
        <p:spPr>
          <a:xfrm>
            <a:off x="338990" y="2478781"/>
            <a:ext cx="4341264" cy="184666"/>
          </a:xfrm>
        </p:spPr>
        <p:txBody>
          <a:bodyPr/>
          <a:lstStyle/>
          <a:p>
            <a:r>
              <a:rPr lang="en-US" sz="1200"/>
              <a:t>Subhead | Presentation Date in Arial 14pt</a:t>
            </a:r>
          </a:p>
        </p:txBody>
      </p:sp>
      <p:sp>
        <p:nvSpPr>
          <p:cNvPr id="1130" name="Title 1129">
            <a:extLst>
              <a:ext uri="{FF2B5EF4-FFF2-40B4-BE49-F238E27FC236}">
                <a16:creationId xmlns:a16="http://schemas.microsoft.com/office/drawing/2014/main" id="{00A2E2C3-DAF8-E3F6-F59A-9C770847AF54}"/>
              </a:ext>
            </a:extLst>
          </p:cNvPr>
          <p:cNvSpPr>
            <a:spLocks noGrp="1"/>
          </p:cNvSpPr>
          <p:nvPr>
            <p:ph type="title"/>
          </p:nvPr>
        </p:nvSpPr>
        <p:spPr>
          <a:xfrm>
            <a:off x="336854" y="445140"/>
            <a:ext cx="4343400" cy="1817745"/>
          </a:xfrm>
        </p:spPr>
        <p:txBody>
          <a:bodyPr/>
          <a:lstStyle/>
          <a:p>
            <a:r>
              <a:rPr lang="en-US"/>
              <a:t>Presentation</a:t>
            </a:r>
            <a:br>
              <a:rPr lang="en-US"/>
            </a:br>
            <a:r>
              <a:rPr lang="en-US"/>
              <a:t>Title in Arial Bold 48pt</a:t>
            </a:r>
          </a:p>
        </p:txBody>
      </p:sp>
      <p:sp>
        <p:nvSpPr>
          <p:cNvPr id="1131" name="Rectangle: Top Corners Rounded 1130">
            <a:extLst>
              <a:ext uri="{FF2B5EF4-FFF2-40B4-BE49-F238E27FC236}">
                <a16:creationId xmlns:a16="http://schemas.microsoft.com/office/drawing/2014/main" id="{D8D6E268-BD48-4B1D-5B78-F87DBCDCF2BA}"/>
              </a:ext>
            </a:extLst>
          </p:cNvPr>
          <p:cNvSpPr/>
          <p:nvPr/>
        </p:nvSpPr>
        <p:spPr>
          <a:xfrm rot="5400000">
            <a:off x="-988825" y="1467954"/>
            <a:ext cx="2138633"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132" name="Rectangle: Rounded Corners 1131">
            <a:extLst>
              <a:ext uri="{FF2B5EF4-FFF2-40B4-BE49-F238E27FC236}">
                <a16:creationId xmlns:a16="http://schemas.microsoft.com/office/drawing/2014/main" id="{8BFD6842-3497-357C-BA7E-6EEBC0E36374}"/>
              </a:ext>
            </a:extLst>
          </p:cNvPr>
          <p:cNvSpPr/>
          <p:nvPr/>
        </p:nvSpPr>
        <p:spPr>
          <a:xfrm>
            <a:off x="6915934" y="242340"/>
            <a:ext cx="2063750" cy="2784116"/>
          </a:xfrm>
          <a:prstGeom prst="roundRect">
            <a:avLst>
              <a:gd name="adj" fmla="val 2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endParaRPr lang="en-US" altLang="en-US" sz="900" b="1">
              <a:solidFill>
                <a:schemeClr val="bg2"/>
              </a:solidFill>
              <a:ea typeface="ＭＳ Ｐゴシック" pitchFamily="34" charset="-128"/>
            </a:endParaRPr>
          </a:p>
          <a:p>
            <a:pPr>
              <a:lnSpc>
                <a:spcPct val="90000"/>
              </a:lnSpc>
              <a:spcAft>
                <a:spcPts val="300"/>
              </a:spcAft>
            </a:pPr>
            <a:r>
              <a:rPr lang="en-US" altLang="en-US" sz="900" b="1">
                <a:solidFill>
                  <a:schemeClr val="bg2"/>
                </a:solidFill>
                <a:ea typeface="ＭＳ Ｐゴシック" pitchFamily="34" charset="-128"/>
              </a:rPr>
              <a:t>Change Pictures:</a:t>
            </a:r>
          </a:p>
          <a:p>
            <a:pPr>
              <a:lnSpc>
                <a:spcPct val="90000"/>
              </a:lnSpc>
              <a:spcAft>
                <a:spcPts val="300"/>
              </a:spcAft>
            </a:pPr>
            <a:r>
              <a:rPr lang="en-US" altLang="en-US" sz="900">
                <a:solidFill>
                  <a:schemeClr val="bg2"/>
                </a:solidFill>
                <a:ea typeface="ＭＳ Ｐゴシック" pitchFamily="34" charset="-128"/>
              </a:rPr>
              <a:t>To change images in this template, select an image, click delete, then click on the image icon to upload a new picture.</a:t>
            </a:r>
          </a:p>
          <a:p>
            <a:pPr>
              <a:lnSpc>
                <a:spcPct val="90000"/>
              </a:lnSpc>
              <a:spcAft>
                <a:spcPts val="300"/>
              </a:spcAft>
            </a:pPr>
            <a:r>
              <a:rPr lang="en-US" altLang="en-US" sz="900">
                <a:solidFill>
                  <a:schemeClr val="bg2"/>
                </a:solidFill>
                <a:ea typeface="ＭＳ Ｐゴシック" pitchFamily="34" charset="-128"/>
              </a:rPr>
              <a:t>For title page images, once a new image has been placed, right click on the image, and “send to back” to  make the title re-appear.</a:t>
            </a:r>
          </a:p>
          <a:p>
            <a:pPr>
              <a:lnSpc>
                <a:spcPct val="90000"/>
              </a:lnSpc>
              <a:spcAft>
                <a:spcPts val="600"/>
              </a:spcAft>
            </a:pPr>
            <a:r>
              <a:rPr lang="en-US" altLang="en-US" sz="900">
                <a:solidFill>
                  <a:schemeClr val="bg2"/>
                </a:solidFill>
                <a:ea typeface="ＭＳ Ｐゴシック" pitchFamily="34" charset="-128"/>
              </a:rPr>
              <a:t>If the image needs to be cropped or framed differently, click on the image and use the crop button under the “Format” toolbar to adjust it.</a:t>
            </a:r>
          </a:p>
          <a:p>
            <a:pPr>
              <a:lnSpc>
                <a:spcPct val="90000"/>
              </a:lnSpc>
              <a:spcAft>
                <a:spcPts val="600"/>
              </a:spcAft>
            </a:pPr>
            <a:r>
              <a:rPr lang="en-US" altLang="en-US" sz="900" b="1">
                <a:solidFill>
                  <a:schemeClr val="bg2"/>
                </a:solidFill>
                <a:ea typeface="ＭＳ Ｐゴシック" pitchFamily="34" charset="-128"/>
              </a:rPr>
              <a:t>Additional Images:</a:t>
            </a:r>
          </a:p>
          <a:p>
            <a:pPr>
              <a:lnSpc>
                <a:spcPct val="90000"/>
              </a:lnSpc>
              <a:spcAft>
                <a:spcPts val="300"/>
              </a:spcAft>
            </a:pPr>
            <a:r>
              <a:rPr lang="en-US" sz="900">
                <a:solidFill>
                  <a:schemeClr val="bg2"/>
                </a:solidFill>
              </a:rPr>
              <a:t>Be sure to visit </a:t>
            </a:r>
            <a:r>
              <a:rPr lang="en-US" sz="900" u="sng">
                <a:solidFill>
                  <a:schemeClr val="tx2"/>
                </a:solidFill>
                <a:hlinkClick r:id="rId3">
                  <a:extLst>
                    <a:ext uri="{A12FA001-AC4F-418D-AE19-62706E023703}">
                      <ahyp:hlinkClr xmlns:ahyp="http://schemas.microsoft.com/office/drawing/2018/hyperlinkcolor" val="tx"/>
                    </a:ext>
                  </a:extLst>
                </a:hlinkClick>
              </a:rPr>
              <a:t>Brand Central </a:t>
            </a:r>
            <a:r>
              <a:rPr lang="en-US" sz="900">
                <a:solidFill>
                  <a:schemeClr val="bg2"/>
                </a:solidFill>
              </a:rPr>
              <a:t>for a range of Zoetis imagery.</a:t>
            </a:r>
            <a:endParaRPr lang="en-US" altLang="en-US" sz="900">
              <a:solidFill>
                <a:schemeClr val="bg1"/>
              </a:solidFill>
              <a:ea typeface="ＭＳ Ｐゴシック" pitchFamily="34" charset="-128"/>
            </a:endParaRPr>
          </a:p>
        </p:txBody>
      </p:sp>
    </p:spTree>
    <p:extLst>
      <p:ext uri="{BB962C8B-B14F-4D97-AF65-F5344CB8AC3E}">
        <p14:creationId xmlns:p14="http://schemas.microsoft.com/office/powerpoint/2010/main" val="4275426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Two cats in the grass&#10;&#10;Description automatically generated">
            <a:extLst>
              <a:ext uri="{FF2B5EF4-FFF2-40B4-BE49-F238E27FC236}">
                <a16:creationId xmlns:a16="http://schemas.microsoft.com/office/drawing/2014/main" id="{DEA2F057-CE59-E275-6CB4-51E736FDF8ED}"/>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6" name="Rectangle 15">
            <a:extLst>
              <a:ext uri="{FF2B5EF4-FFF2-40B4-BE49-F238E27FC236}">
                <a16:creationId xmlns:a16="http://schemas.microsoft.com/office/drawing/2014/main" id="{4328B574-8C0D-4E37-A23B-E58EB498AE0C}"/>
              </a:ext>
            </a:extLst>
          </p:cNvPr>
          <p:cNvSpPr/>
          <p:nvPr/>
        </p:nvSpPr>
        <p:spPr>
          <a:xfrm rot="5400000">
            <a:off x="2002457" y="-1989331"/>
            <a:ext cx="5143500" cy="914400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85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1" name="Group 20">
            <a:extLst>
              <a:ext uri="{FF2B5EF4-FFF2-40B4-BE49-F238E27FC236}">
                <a16:creationId xmlns:a16="http://schemas.microsoft.com/office/drawing/2014/main" id="{32E27D08-70E5-4389-B7F4-939CB2C3BCC4}"/>
              </a:ext>
            </a:extLst>
          </p:cNvPr>
          <p:cNvGrpSpPr>
            <a:grpSpLocks noChangeAspect="1"/>
          </p:cNvGrpSpPr>
          <p:nvPr/>
        </p:nvGrpSpPr>
        <p:grpSpPr>
          <a:xfrm>
            <a:off x="7784204" y="4543405"/>
            <a:ext cx="1188720" cy="602912"/>
            <a:chOff x="3249613" y="1898651"/>
            <a:chExt cx="2647950" cy="1343025"/>
          </a:xfrm>
        </p:grpSpPr>
        <p:sp>
          <p:nvSpPr>
            <p:cNvPr id="22" name="Freeform 5">
              <a:extLst>
                <a:ext uri="{FF2B5EF4-FFF2-40B4-BE49-F238E27FC236}">
                  <a16:creationId xmlns:a16="http://schemas.microsoft.com/office/drawing/2014/main" id="{AABD4CB0-341D-4350-B1E7-6CBC741F6C99}"/>
                </a:ext>
              </a:extLst>
            </p:cNvPr>
            <p:cNvSpPr>
              <a:spLocks/>
            </p:cNvSpPr>
            <p:nvPr/>
          </p:nvSpPr>
          <p:spPr bwMode="auto">
            <a:xfrm>
              <a:off x="3249613" y="1898651"/>
              <a:ext cx="2647950" cy="1343025"/>
            </a:xfrm>
            <a:custGeom>
              <a:avLst/>
              <a:gdLst>
                <a:gd name="T0" fmla="*/ 1368 w 1368"/>
                <a:gd name="T1" fmla="*/ 33 h 696"/>
                <a:gd name="T2" fmla="*/ 1368 w 1368"/>
                <a:gd name="T3" fmla="*/ 696 h 696"/>
                <a:gd name="T4" fmla="*/ 0 w 1368"/>
                <a:gd name="T5" fmla="*/ 696 h 696"/>
                <a:gd name="T6" fmla="*/ 0 w 1368"/>
                <a:gd name="T7" fmla="*/ 33 h 696"/>
                <a:gd name="T8" fmla="*/ 33 w 1368"/>
                <a:gd name="T9" fmla="*/ 0 h 696"/>
                <a:gd name="T10" fmla="*/ 1335 w 1368"/>
                <a:gd name="T11" fmla="*/ 0 h 696"/>
                <a:gd name="T12" fmla="*/ 1368 w 1368"/>
                <a:gd name="T13" fmla="*/ 33 h 696"/>
              </a:gdLst>
              <a:ahLst/>
              <a:cxnLst>
                <a:cxn ang="0">
                  <a:pos x="T0" y="T1"/>
                </a:cxn>
                <a:cxn ang="0">
                  <a:pos x="T2" y="T3"/>
                </a:cxn>
                <a:cxn ang="0">
                  <a:pos x="T4" y="T5"/>
                </a:cxn>
                <a:cxn ang="0">
                  <a:pos x="T6" y="T7"/>
                </a:cxn>
                <a:cxn ang="0">
                  <a:pos x="T8" y="T9"/>
                </a:cxn>
                <a:cxn ang="0">
                  <a:pos x="T10" y="T11"/>
                </a:cxn>
                <a:cxn ang="0">
                  <a:pos x="T12" y="T13"/>
                </a:cxn>
              </a:cxnLst>
              <a:rect l="0" t="0" r="r" b="b"/>
              <a:pathLst>
                <a:path w="1368" h="696">
                  <a:moveTo>
                    <a:pt x="1368" y="33"/>
                  </a:moveTo>
                  <a:cubicBezTo>
                    <a:pt x="1368" y="696"/>
                    <a:pt x="1368" y="696"/>
                    <a:pt x="1368" y="696"/>
                  </a:cubicBezTo>
                  <a:cubicBezTo>
                    <a:pt x="0" y="696"/>
                    <a:pt x="0" y="696"/>
                    <a:pt x="0" y="696"/>
                  </a:cubicBezTo>
                  <a:cubicBezTo>
                    <a:pt x="0" y="33"/>
                    <a:pt x="0" y="33"/>
                    <a:pt x="0" y="33"/>
                  </a:cubicBezTo>
                  <a:cubicBezTo>
                    <a:pt x="0" y="15"/>
                    <a:pt x="15" y="0"/>
                    <a:pt x="33" y="0"/>
                  </a:cubicBezTo>
                  <a:cubicBezTo>
                    <a:pt x="1335" y="0"/>
                    <a:pt x="1335" y="0"/>
                    <a:pt x="1335" y="0"/>
                  </a:cubicBezTo>
                  <a:cubicBezTo>
                    <a:pt x="1353" y="0"/>
                    <a:pt x="1368" y="15"/>
                    <a:pt x="1368" y="33"/>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Freeform 6">
              <a:extLst>
                <a:ext uri="{FF2B5EF4-FFF2-40B4-BE49-F238E27FC236}">
                  <a16:creationId xmlns:a16="http://schemas.microsoft.com/office/drawing/2014/main" id="{4F8D82E7-8DF8-4BAD-A5CD-4B22AE8655DB}"/>
                </a:ext>
              </a:extLst>
            </p:cNvPr>
            <p:cNvSpPr>
              <a:spLocks/>
            </p:cNvSpPr>
            <p:nvPr/>
          </p:nvSpPr>
          <p:spPr bwMode="auto">
            <a:xfrm>
              <a:off x="5135563" y="2149476"/>
              <a:ext cx="101600" cy="103188"/>
            </a:xfrm>
            <a:custGeom>
              <a:avLst/>
              <a:gdLst>
                <a:gd name="T0" fmla="*/ 0 w 53"/>
                <a:gd name="T1" fmla="*/ 29 h 54"/>
                <a:gd name="T2" fmla="*/ 28 w 53"/>
                <a:gd name="T3" fmla="*/ 0 h 54"/>
                <a:gd name="T4" fmla="*/ 53 w 53"/>
                <a:gd name="T5" fmla="*/ 25 h 54"/>
                <a:gd name="T6" fmla="*/ 24 w 53"/>
                <a:gd name="T7" fmla="*/ 54 h 54"/>
                <a:gd name="T8" fmla="*/ 24 w 53"/>
                <a:gd name="T9" fmla="*/ 54 h 54"/>
                <a:gd name="T10" fmla="*/ 0 w 53"/>
                <a:gd name="T11" fmla="*/ 29 h 54"/>
              </a:gdLst>
              <a:ahLst/>
              <a:cxnLst>
                <a:cxn ang="0">
                  <a:pos x="T0" y="T1"/>
                </a:cxn>
                <a:cxn ang="0">
                  <a:pos x="T2" y="T3"/>
                </a:cxn>
                <a:cxn ang="0">
                  <a:pos x="T4" y="T5"/>
                </a:cxn>
                <a:cxn ang="0">
                  <a:pos x="T6" y="T7"/>
                </a:cxn>
                <a:cxn ang="0">
                  <a:pos x="T8" y="T9"/>
                </a:cxn>
                <a:cxn ang="0">
                  <a:pos x="T10" y="T11"/>
                </a:cxn>
              </a:cxnLst>
              <a:rect l="0" t="0" r="r" b="b"/>
              <a:pathLst>
                <a:path w="53" h="54">
                  <a:moveTo>
                    <a:pt x="0" y="29"/>
                  </a:moveTo>
                  <a:cubicBezTo>
                    <a:pt x="0" y="12"/>
                    <a:pt x="13" y="0"/>
                    <a:pt x="28" y="0"/>
                  </a:cubicBezTo>
                  <a:cubicBezTo>
                    <a:pt x="43" y="0"/>
                    <a:pt x="53" y="10"/>
                    <a:pt x="53" y="25"/>
                  </a:cubicBezTo>
                  <a:cubicBezTo>
                    <a:pt x="53" y="43"/>
                    <a:pt x="40" y="54"/>
                    <a:pt x="24" y="54"/>
                  </a:cubicBezTo>
                  <a:cubicBezTo>
                    <a:pt x="24" y="54"/>
                    <a:pt x="24" y="54"/>
                    <a:pt x="24" y="54"/>
                  </a:cubicBezTo>
                  <a:cubicBezTo>
                    <a:pt x="10" y="54"/>
                    <a:pt x="0" y="43"/>
                    <a:pt x="0" y="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Freeform 7">
              <a:extLst>
                <a:ext uri="{FF2B5EF4-FFF2-40B4-BE49-F238E27FC236}">
                  <a16:creationId xmlns:a16="http://schemas.microsoft.com/office/drawing/2014/main" id="{2A670829-99B7-47EE-A2CE-48EBF3CD9493}"/>
                </a:ext>
              </a:extLst>
            </p:cNvPr>
            <p:cNvSpPr>
              <a:spLocks/>
            </p:cNvSpPr>
            <p:nvPr/>
          </p:nvSpPr>
          <p:spPr bwMode="auto">
            <a:xfrm>
              <a:off x="3651250" y="2306638"/>
              <a:ext cx="785813" cy="534988"/>
            </a:xfrm>
            <a:custGeom>
              <a:avLst/>
              <a:gdLst>
                <a:gd name="T0" fmla="*/ 384 w 406"/>
                <a:gd name="T1" fmla="*/ 184 h 277"/>
                <a:gd name="T2" fmla="*/ 406 w 406"/>
                <a:gd name="T3" fmla="*/ 215 h 277"/>
                <a:gd name="T4" fmla="*/ 263 w 406"/>
                <a:gd name="T5" fmla="*/ 277 h 277"/>
                <a:gd name="T6" fmla="*/ 38 w 406"/>
                <a:gd name="T7" fmla="*/ 196 h 277"/>
                <a:gd name="T8" fmla="*/ 6 w 406"/>
                <a:gd name="T9" fmla="*/ 196 h 277"/>
                <a:gd name="T10" fmla="*/ 0 w 406"/>
                <a:gd name="T11" fmla="*/ 163 h 277"/>
                <a:gd name="T12" fmla="*/ 123 w 406"/>
                <a:gd name="T13" fmla="*/ 38 h 277"/>
                <a:gd name="T14" fmla="*/ 28 w 406"/>
                <a:gd name="T15" fmla="*/ 38 h 277"/>
                <a:gd name="T16" fmla="*/ 35 w 406"/>
                <a:gd name="T17" fmla="*/ 0 h 277"/>
                <a:gd name="T18" fmla="*/ 191 w 406"/>
                <a:gd name="T19" fmla="*/ 0 h 277"/>
                <a:gd name="T20" fmla="*/ 185 w 406"/>
                <a:gd name="T21" fmla="*/ 35 h 277"/>
                <a:gd name="T22" fmla="*/ 65 w 406"/>
                <a:gd name="T23" fmla="*/ 157 h 277"/>
                <a:gd name="T24" fmla="*/ 269 w 406"/>
                <a:gd name="T25" fmla="*/ 239 h 277"/>
                <a:gd name="T26" fmla="*/ 384 w 406"/>
                <a:gd name="T27" fmla="*/ 18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6" h="277">
                  <a:moveTo>
                    <a:pt x="384" y="184"/>
                  </a:moveTo>
                  <a:cubicBezTo>
                    <a:pt x="406" y="215"/>
                    <a:pt x="406" y="215"/>
                    <a:pt x="406" y="215"/>
                  </a:cubicBezTo>
                  <a:cubicBezTo>
                    <a:pt x="392" y="230"/>
                    <a:pt x="340" y="277"/>
                    <a:pt x="263" y="277"/>
                  </a:cubicBezTo>
                  <a:cubicBezTo>
                    <a:pt x="153" y="277"/>
                    <a:pt x="147" y="196"/>
                    <a:pt x="38" y="196"/>
                  </a:cubicBezTo>
                  <a:cubicBezTo>
                    <a:pt x="6" y="196"/>
                    <a:pt x="6" y="196"/>
                    <a:pt x="6" y="196"/>
                  </a:cubicBezTo>
                  <a:cubicBezTo>
                    <a:pt x="0" y="163"/>
                    <a:pt x="0" y="163"/>
                    <a:pt x="0" y="163"/>
                  </a:cubicBezTo>
                  <a:cubicBezTo>
                    <a:pt x="123" y="38"/>
                    <a:pt x="123" y="38"/>
                    <a:pt x="123" y="38"/>
                  </a:cubicBezTo>
                  <a:cubicBezTo>
                    <a:pt x="28" y="38"/>
                    <a:pt x="28" y="38"/>
                    <a:pt x="28" y="38"/>
                  </a:cubicBezTo>
                  <a:cubicBezTo>
                    <a:pt x="35" y="0"/>
                    <a:pt x="35" y="0"/>
                    <a:pt x="35" y="0"/>
                  </a:cubicBezTo>
                  <a:cubicBezTo>
                    <a:pt x="191" y="0"/>
                    <a:pt x="191" y="0"/>
                    <a:pt x="191" y="0"/>
                  </a:cubicBezTo>
                  <a:cubicBezTo>
                    <a:pt x="185" y="35"/>
                    <a:pt x="185" y="35"/>
                    <a:pt x="185" y="35"/>
                  </a:cubicBezTo>
                  <a:cubicBezTo>
                    <a:pt x="65" y="157"/>
                    <a:pt x="65" y="157"/>
                    <a:pt x="65" y="157"/>
                  </a:cubicBezTo>
                  <a:cubicBezTo>
                    <a:pt x="157" y="157"/>
                    <a:pt x="179" y="239"/>
                    <a:pt x="269" y="239"/>
                  </a:cubicBezTo>
                  <a:cubicBezTo>
                    <a:pt x="324" y="239"/>
                    <a:pt x="368" y="201"/>
                    <a:pt x="384" y="1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8">
              <a:extLst>
                <a:ext uri="{FF2B5EF4-FFF2-40B4-BE49-F238E27FC236}">
                  <a16:creationId xmlns:a16="http://schemas.microsoft.com/office/drawing/2014/main" id="{FBDE4CA1-3A01-472B-AD71-226981E38637}"/>
                </a:ext>
              </a:extLst>
            </p:cNvPr>
            <p:cNvSpPr>
              <a:spLocks noEditPoints="1"/>
            </p:cNvSpPr>
            <p:nvPr/>
          </p:nvSpPr>
          <p:spPr bwMode="auto">
            <a:xfrm>
              <a:off x="4016375" y="2297113"/>
              <a:ext cx="376238" cy="398463"/>
            </a:xfrm>
            <a:custGeom>
              <a:avLst/>
              <a:gdLst>
                <a:gd name="T0" fmla="*/ 87 w 194"/>
                <a:gd name="T1" fmla="*/ 169 h 206"/>
                <a:gd name="T2" fmla="*/ 49 w 194"/>
                <a:gd name="T3" fmla="*/ 123 h 206"/>
                <a:gd name="T4" fmla="*/ 108 w 194"/>
                <a:gd name="T5" fmla="*/ 37 h 206"/>
                <a:gd name="T6" fmla="*/ 145 w 194"/>
                <a:gd name="T7" fmla="*/ 82 h 206"/>
                <a:gd name="T8" fmla="*/ 87 w 194"/>
                <a:gd name="T9" fmla="*/ 169 h 206"/>
                <a:gd name="T10" fmla="*/ 114 w 194"/>
                <a:gd name="T11" fmla="*/ 0 h 206"/>
                <a:gd name="T12" fmla="*/ 0 w 194"/>
                <a:gd name="T13" fmla="*/ 125 h 206"/>
                <a:gd name="T14" fmla="*/ 80 w 194"/>
                <a:gd name="T15" fmla="*/ 206 h 206"/>
                <a:gd name="T16" fmla="*/ 194 w 194"/>
                <a:gd name="T17" fmla="*/ 82 h 206"/>
                <a:gd name="T18" fmla="*/ 114 w 194"/>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06">
                  <a:moveTo>
                    <a:pt x="87" y="169"/>
                  </a:moveTo>
                  <a:cubicBezTo>
                    <a:pt x="63" y="169"/>
                    <a:pt x="49" y="150"/>
                    <a:pt x="49" y="123"/>
                  </a:cubicBezTo>
                  <a:cubicBezTo>
                    <a:pt x="49" y="87"/>
                    <a:pt x="70" y="37"/>
                    <a:pt x="108" y="37"/>
                  </a:cubicBezTo>
                  <a:cubicBezTo>
                    <a:pt x="137" y="37"/>
                    <a:pt x="145" y="62"/>
                    <a:pt x="145" y="82"/>
                  </a:cubicBezTo>
                  <a:cubicBezTo>
                    <a:pt x="145" y="121"/>
                    <a:pt x="122" y="169"/>
                    <a:pt x="87" y="169"/>
                  </a:cubicBezTo>
                  <a:moveTo>
                    <a:pt x="114" y="0"/>
                  </a:moveTo>
                  <a:cubicBezTo>
                    <a:pt x="47" y="0"/>
                    <a:pt x="0" y="58"/>
                    <a:pt x="0" y="125"/>
                  </a:cubicBezTo>
                  <a:cubicBezTo>
                    <a:pt x="0" y="171"/>
                    <a:pt x="31" y="206"/>
                    <a:pt x="80" y="206"/>
                  </a:cubicBezTo>
                  <a:cubicBezTo>
                    <a:pt x="147" y="206"/>
                    <a:pt x="194" y="148"/>
                    <a:pt x="194" y="82"/>
                  </a:cubicBezTo>
                  <a:cubicBezTo>
                    <a:pt x="194" y="38"/>
                    <a:pt x="166" y="0"/>
                    <a:pt x="11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Freeform 9">
              <a:extLst>
                <a:ext uri="{FF2B5EF4-FFF2-40B4-BE49-F238E27FC236}">
                  <a16:creationId xmlns:a16="http://schemas.microsoft.com/office/drawing/2014/main" id="{B3715847-9098-4B87-BF81-7B8C780B3FBE}"/>
                </a:ext>
              </a:extLst>
            </p:cNvPr>
            <p:cNvSpPr>
              <a:spLocks noEditPoints="1"/>
            </p:cNvSpPr>
            <p:nvPr/>
          </p:nvSpPr>
          <p:spPr bwMode="auto">
            <a:xfrm>
              <a:off x="4437063" y="2297113"/>
              <a:ext cx="338138" cy="398463"/>
            </a:xfrm>
            <a:custGeom>
              <a:avLst/>
              <a:gdLst>
                <a:gd name="T0" fmla="*/ 106 w 175"/>
                <a:gd name="T1" fmla="*/ 35 h 206"/>
                <a:gd name="T2" fmla="*/ 131 w 175"/>
                <a:gd name="T3" fmla="*/ 56 h 206"/>
                <a:gd name="T4" fmla="*/ 131 w 175"/>
                <a:gd name="T5" fmla="*/ 56 h 206"/>
                <a:gd name="T6" fmla="*/ 51 w 175"/>
                <a:gd name="T7" fmla="*/ 85 h 206"/>
                <a:gd name="T8" fmla="*/ 106 w 175"/>
                <a:gd name="T9" fmla="*/ 35 h 206"/>
                <a:gd name="T10" fmla="*/ 175 w 175"/>
                <a:gd name="T11" fmla="*/ 56 h 206"/>
                <a:gd name="T12" fmla="*/ 112 w 175"/>
                <a:gd name="T13" fmla="*/ 0 h 206"/>
                <a:gd name="T14" fmla="*/ 0 w 175"/>
                <a:gd name="T15" fmla="*/ 124 h 206"/>
                <a:gd name="T16" fmla="*/ 81 w 175"/>
                <a:gd name="T17" fmla="*/ 206 h 206"/>
                <a:gd name="T18" fmla="*/ 150 w 175"/>
                <a:gd name="T19" fmla="*/ 190 h 206"/>
                <a:gd name="T20" fmla="*/ 146 w 175"/>
                <a:gd name="T21" fmla="*/ 156 h 206"/>
                <a:gd name="T22" fmla="*/ 92 w 175"/>
                <a:gd name="T23" fmla="*/ 168 h 206"/>
                <a:gd name="T24" fmla="*/ 52 w 175"/>
                <a:gd name="T25" fmla="*/ 148 h 206"/>
                <a:gd name="T26" fmla="*/ 46 w 175"/>
                <a:gd name="T27" fmla="*/ 120 h 206"/>
                <a:gd name="T28" fmla="*/ 175 w 175"/>
                <a:gd name="T29" fmla="*/ 5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 h="206">
                  <a:moveTo>
                    <a:pt x="106" y="35"/>
                  </a:moveTo>
                  <a:cubicBezTo>
                    <a:pt x="120" y="35"/>
                    <a:pt x="131" y="43"/>
                    <a:pt x="131" y="56"/>
                  </a:cubicBezTo>
                  <a:cubicBezTo>
                    <a:pt x="131" y="56"/>
                    <a:pt x="131" y="56"/>
                    <a:pt x="131" y="56"/>
                  </a:cubicBezTo>
                  <a:cubicBezTo>
                    <a:pt x="131" y="79"/>
                    <a:pt x="100" y="86"/>
                    <a:pt x="51" y="85"/>
                  </a:cubicBezTo>
                  <a:cubicBezTo>
                    <a:pt x="57" y="62"/>
                    <a:pt x="76" y="35"/>
                    <a:pt x="106" y="35"/>
                  </a:cubicBezTo>
                  <a:moveTo>
                    <a:pt x="175" y="56"/>
                  </a:moveTo>
                  <a:cubicBezTo>
                    <a:pt x="175" y="23"/>
                    <a:pt x="150" y="0"/>
                    <a:pt x="112" y="0"/>
                  </a:cubicBezTo>
                  <a:cubicBezTo>
                    <a:pt x="44" y="0"/>
                    <a:pt x="0" y="65"/>
                    <a:pt x="0" y="124"/>
                  </a:cubicBezTo>
                  <a:cubicBezTo>
                    <a:pt x="0" y="172"/>
                    <a:pt x="27" y="206"/>
                    <a:pt x="81" y="206"/>
                  </a:cubicBezTo>
                  <a:cubicBezTo>
                    <a:pt x="105" y="206"/>
                    <a:pt x="131" y="200"/>
                    <a:pt x="150" y="190"/>
                  </a:cubicBezTo>
                  <a:cubicBezTo>
                    <a:pt x="146" y="156"/>
                    <a:pt x="146" y="156"/>
                    <a:pt x="146" y="156"/>
                  </a:cubicBezTo>
                  <a:cubicBezTo>
                    <a:pt x="132" y="163"/>
                    <a:pt x="114" y="168"/>
                    <a:pt x="92" y="168"/>
                  </a:cubicBezTo>
                  <a:cubicBezTo>
                    <a:pt x="73" y="168"/>
                    <a:pt x="59" y="162"/>
                    <a:pt x="52" y="148"/>
                  </a:cubicBezTo>
                  <a:cubicBezTo>
                    <a:pt x="47" y="141"/>
                    <a:pt x="45" y="127"/>
                    <a:pt x="46" y="120"/>
                  </a:cubicBezTo>
                  <a:cubicBezTo>
                    <a:pt x="122" y="122"/>
                    <a:pt x="175" y="106"/>
                    <a:pt x="175" y="5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10">
              <a:extLst>
                <a:ext uri="{FF2B5EF4-FFF2-40B4-BE49-F238E27FC236}">
                  <a16:creationId xmlns:a16="http://schemas.microsoft.com/office/drawing/2014/main" id="{5D81C1AA-FE3F-476E-B7FD-7E175ADD0339}"/>
                </a:ext>
              </a:extLst>
            </p:cNvPr>
            <p:cNvSpPr>
              <a:spLocks/>
            </p:cNvSpPr>
            <p:nvPr/>
          </p:nvSpPr>
          <p:spPr bwMode="auto">
            <a:xfrm>
              <a:off x="5205413" y="2297113"/>
              <a:ext cx="292100" cy="398463"/>
            </a:xfrm>
            <a:custGeom>
              <a:avLst/>
              <a:gdLst>
                <a:gd name="T0" fmla="*/ 102 w 151"/>
                <a:gd name="T1" fmla="*/ 35 h 206"/>
                <a:gd name="T2" fmla="*/ 138 w 151"/>
                <a:gd name="T3" fmla="*/ 44 h 206"/>
                <a:gd name="T4" fmla="*/ 151 w 151"/>
                <a:gd name="T5" fmla="*/ 10 h 206"/>
                <a:gd name="T6" fmla="*/ 104 w 151"/>
                <a:gd name="T7" fmla="*/ 0 h 206"/>
                <a:gd name="T8" fmla="*/ 25 w 151"/>
                <a:gd name="T9" fmla="*/ 65 h 206"/>
                <a:gd name="T10" fmla="*/ 63 w 151"/>
                <a:gd name="T11" fmla="*/ 116 h 206"/>
                <a:gd name="T12" fmla="*/ 89 w 151"/>
                <a:gd name="T13" fmla="*/ 146 h 206"/>
                <a:gd name="T14" fmla="*/ 59 w 151"/>
                <a:gd name="T15" fmla="*/ 171 h 206"/>
                <a:gd name="T16" fmla="*/ 12 w 151"/>
                <a:gd name="T17" fmla="*/ 157 h 206"/>
                <a:gd name="T18" fmla="*/ 0 w 151"/>
                <a:gd name="T19" fmla="*/ 191 h 206"/>
                <a:gd name="T20" fmla="*/ 55 w 151"/>
                <a:gd name="T21" fmla="*/ 206 h 206"/>
                <a:gd name="T22" fmla="*/ 138 w 151"/>
                <a:gd name="T23" fmla="*/ 138 h 206"/>
                <a:gd name="T24" fmla="*/ 97 w 151"/>
                <a:gd name="T25" fmla="*/ 85 h 206"/>
                <a:gd name="T26" fmla="*/ 72 w 151"/>
                <a:gd name="T27" fmla="*/ 58 h 206"/>
                <a:gd name="T28" fmla="*/ 102 w 151"/>
                <a:gd name="T29" fmla="*/ 3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206">
                  <a:moveTo>
                    <a:pt x="102" y="35"/>
                  </a:moveTo>
                  <a:cubicBezTo>
                    <a:pt x="118" y="35"/>
                    <a:pt x="131" y="40"/>
                    <a:pt x="138" y="44"/>
                  </a:cubicBezTo>
                  <a:cubicBezTo>
                    <a:pt x="151" y="10"/>
                    <a:pt x="151" y="10"/>
                    <a:pt x="151" y="10"/>
                  </a:cubicBezTo>
                  <a:cubicBezTo>
                    <a:pt x="142" y="5"/>
                    <a:pt x="125" y="0"/>
                    <a:pt x="104" y="0"/>
                  </a:cubicBezTo>
                  <a:cubicBezTo>
                    <a:pt x="58" y="0"/>
                    <a:pt x="25" y="27"/>
                    <a:pt x="25" y="65"/>
                  </a:cubicBezTo>
                  <a:cubicBezTo>
                    <a:pt x="25" y="87"/>
                    <a:pt x="41" y="104"/>
                    <a:pt x="63" y="116"/>
                  </a:cubicBezTo>
                  <a:cubicBezTo>
                    <a:pt x="83" y="126"/>
                    <a:pt x="89" y="134"/>
                    <a:pt x="89" y="146"/>
                  </a:cubicBezTo>
                  <a:cubicBezTo>
                    <a:pt x="89" y="159"/>
                    <a:pt x="78" y="170"/>
                    <a:pt x="59" y="171"/>
                  </a:cubicBezTo>
                  <a:cubicBezTo>
                    <a:pt x="41" y="171"/>
                    <a:pt x="22" y="163"/>
                    <a:pt x="12" y="157"/>
                  </a:cubicBezTo>
                  <a:cubicBezTo>
                    <a:pt x="0" y="191"/>
                    <a:pt x="0" y="191"/>
                    <a:pt x="0" y="191"/>
                  </a:cubicBezTo>
                  <a:cubicBezTo>
                    <a:pt x="10" y="199"/>
                    <a:pt x="32" y="205"/>
                    <a:pt x="55" y="206"/>
                  </a:cubicBezTo>
                  <a:cubicBezTo>
                    <a:pt x="102" y="206"/>
                    <a:pt x="138" y="181"/>
                    <a:pt x="138" y="138"/>
                  </a:cubicBezTo>
                  <a:cubicBezTo>
                    <a:pt x="138" y="113"/>
                    <a:pt x="119" y="97"/>
                    <a:pt x="97" y="85"/>
                  </a:cubicBezTo>
                  <a:cubicBezTo>
                    <a:pt x="81" y="77"/>
                    <a:pt x="72" y="69"/>
                    <a:pt x="72" y="58"/>
                  </a:cubicBezTo>
                  <a:cubicBezTo>
                    <a:pt x="72" y="45"/>
                    <a:pt x="84" y="35"/>
                    <a:pt x="102" y="3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Freeform 11">
              <a:extLst>
                <a:ext uri="{FF2B5EF4-FFF2-40B4-BE49-F238E27FC236}">
                  <a16:creationId xmlns:a16="http://schemas.microsoft.com/office/drawing/2014/main" id="{556DC011-F281-444D-9D5C-C7026E5D6243}"/>
                </a:ext>
              </a:extLst>
            </p:cNvPr>
            <p:cNvSpPr>
              <a:spLocks/>
            </p:cNvSpPr>
            <p:nvPr/>
          </p:nvSpPr>
          <p:spPr bwMode="auto">
            <a:xfrm>
              <a:off x="5049838" y="2306638"/>
              <a:ext cx="163513" cy="379413"/>
            </a:xfrm>
            <a:custGeom>
              <a:avLst/>
              <a:gdLst>
                <a:gd name="T0" fmla="*/ 0 w 103"/>
                <a:gd name="T1" fmla="*/ 239 h 239"/>
                <a:gd name="T2" fmla="*/ 57 w 103"/>
                <a:gd name="T3" fmla="*/ 239 h 239"/>
                <a:gd name="T4" fmla="*/ 103 w 103"/>
                <a:gd name="T5" fmla="*/ 0 h 239"/>
                <a:gd name="T6" fmla="*/ 45 w 103"/>
                <a:gd name="T7" fmla="*/ 0 h 239"/>
                <a:gd name="T8" fmla="*/ 0 w 103"/>
                <a:gd name="T9" fmla="*/ 239 h 239"/>
              </a:gdLst>
              <a:ahLst/>
              <a:cxnLst>
                <a:cxn ang="0">
                  <a:pos x="T0" y="T1"/>
                </a:cxn>
                <a:cxn ang="0">
                  <a:pos x="T2" y="T3"/>
                </a:cxn>
                <a:cxn ang="0">
                  <a:pos x="T4" y="T5"/>
                </a:cxn>
                <a:cxn ang="0">
                  <a:pos x="T6" y="T7"/>
                </a:cxn>
                <a:cxn ang="0">
                  <a:pos x="T8" y="T9"/>
                </a:cxn>
              </a:cxnLst>
              <a:rect l="0" t="0" r="r" b="b"/>
              <a:pathLst>
                <a:path w="103" h="239">
                  <a:moveTo>
                    <a:pt x="0" y="239"/>
                  </a:moveTo>
                  <a:lnTo>
                    <a:pt x="57" y="239"/>
                  </a:lnTo>
                  <a:lnTo>
                    <a:pt x="103" y="0"/>
                  </a:lnTo>
                  <a:lnTo>
                    <a:pt x="45" y="0"/>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Freeform 12">
              <a:extLst>
                <a:ext uri="{FF2B5EF4-FFF2-40B4-BE49-F238E27FC236}">
                  <a16:creationId xmlns:a16="http://schemas.microsoft.com/office/drawing/2014/main" id="{A2051EF0-4033-459D-9B6E-9372691E59CC}"/>
                </a:ext>
              </a:extLst>
            </p:cNvPr>
            <p:cNvSpPr>
              <a:spLocks/>
            </p:cNvSpPr>
            <p:nvPr/>
          </p:nvSpPr>
          <p:spPr bwMode="auto">
            <a:xfrm>
              <a:off x="4816475" y="2208213"/>
              <a:ext cx="241300" cy="487363"/>
            </a:xfrm>
            <a:custGeom>
              <a:avLst/>
              <a:gdLst>
                <a:gd name="T0" fmla="*/ 71 w 125"/>
                <a:gd name="T1" fmla="*/ 214 h 252"/>
                <a:gd name="T2" fmla="*/ 53 w 125"/>
                <a:gd name="T3" fmla="*/ 188 h 252"/>
                <a:gd name="T4" fmla="*/ 73 w 125"/>
                <a:gd name="T5" fmla="*/ 87 h 252"/>
                <a:gd name="T6" fmla="*/ 117 w 125"/>
                <a:gd name="T7" fmla="*/ 87 h 252"/>
                <a:gd name="T8" fmla="*/ 125 w 125"/>
                <a:gd name="T9" fmla="*/ 51 h 252"/>
                <a:gd name="T10" fmla="*/ 80 w 125"/>
                <a:gd name="T11" fmla="*/ 51 h 252"/>
                <a:gd name="T12" fmla="*/ 90 w 125"/>
                <a:gd name="T13" fmla="*/ 0 h 252"/>
                <a:gd name="T14" fmla="*/ 41 w 125"/>
                <a:gd name="T15" fmla="*/ 14 h 252"/>
                <a:gd name="T16" fmla="*/ 34 w 125"/>
                <a:gd name="T17" fmla="*/ 51 h 252"/>
                <a:gd name="T18" fmla="*/ 7 w 125"/>
                <a:gd name="T19" fmla="*/ 51 h 252"/>
                <a:gd name="T20" fmla="*/ 0 w 125"/>
                <a:gd name="T21" fmla="*/ 87 h 252"/>
                <a:gd name="T22" fmla="*/ 27 w 125"/>
                <a:gd name="T23" fmla="*/ 87 h 252"/>
                <a:gd name="T24" fmla="*/ 7 w 125"/>
                <a:gd name="T25" fmla="*/ 191 h 252"/>
                <a:gd name="T26" fmla="*/ 62 w 125"/>
                <a:gd name="T27" fmla="*/ 252 h 252"/>
                <a:gd name="T28" fmla="*/ 92 w 125"/>
                <a:gd name="T29" fmla="*/ 247 h 252"/>
                <a:gd name="T30" fmla="*/ 94 w 125"/>
                <a:gd name="T31" fmla="*/ 210 h 252"/>
                <a:gd name="T32" fmla="*/ 71 w 125"/>
                <a:gd name="T33" fmla="*/ 214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52">
                  <a:moveTo>
                    <a:pt x="71" y="214"/>
                  </a:moveTo>
                  <a:cubicBezTo>
                    <a:pt x="57" y="214"/>
                    <a:pt x="50" y="205"/>
                    <a:pt x="53" y="188"/>
                  </a:cubicBezTo>
                  <a:cubicBezTo>
                    <a:pt x="73" y="87"/>
                    <a:pt x="73" y="87"/>
                    <a:pt x="73" y="87"/>
                  </a:cubicBezTo>
                  <a:cubicBezTo>
                    <a:pt x="117" y="87"/>
                    <a:pt x="117" y="87"/>
                    <a:pt x="117" y="87"/>
                  </a:cubicBezTo>
                  <a:cubicBezTo>
                    <a:pt x="125" y="51"/>
                    <a:pt x="125" y="51"/>
                    <a:pt x="125" y="51"/>
                  </a:cubicBezTo>
                  <a:cubicBezTo>
                    <a:pt x="80" y="51"/>
                    <a:pt x="80" y="51"/>
                    <a:pt x="80" y="51"/>
                  </a:cubicBezTo>
                  <a:cubicBezTo>
                    <a:pt x="90" y="0"/>
                    <a:pt x="90" y="0"/>
                    <a:pt x="90" y="0"/>
                  </a:cubicBezTo>
                  <a:cubicBezTo>
                    <a:pt x="41" y="14"/>
                    <a:pt x="41" y="14"/>
                    <a:pt x="41" y="14"/>
                  </a:cubicBezTo>
                  <a:cubicBezTo>
                    <a:pt x="34" y="51"/>
                    <a:pt x="34" y="51"/>
                    <a:pt x="34" y="51"/>
                  </a:cubicBezTo>
                  <a:cubicBezTo>
                    <a:pt x="7" y="51"/>
                    <a:pt x="7" y="51"/>
                    <a:pt x="7" y="51"/>
                  </a:cubicBezTo>
                  <a:cubicBezTo>
                    <a:pt x="0" y="87"/>
                    <a:pt x="0" y="87"/>
                    <a:pt x="0" y="87"/>
                  </a:cubicBezTo>
                  <a:cubicBezTo>
                    <a:pt x="27" y="87"/>
                    <a:pt x="27" y="87"/>
                    <a:pt x="27" y="87"/>
                  </a:cubicBezTo>
                  <a:cubicBezTo>
                    <a:pt x="7" y="191"/>
                    <a:pt x="7" y="191"/>
                    <a:pt x="7" y="191"/>
                  </a:cubicBezTo>
                  <a:cubicBezTo>
                    <a:pt x="0" y="228"/>
                    <a:pt x="19" y="252"/>
                    <a:pt x="62" y="252"/>
                  </a:cubicBezTo>
                  <a:cubicBezTo>
                    <a:pt x="71" y="252"/>
                    <a:pt x="82" y="249"/>
                    <a:pt x="92" y="247"/>
                  </a:cubicBezTo>
                  <a:cubicBezTo>
                    <a:pt x="94" y="210"/>
                    <a:pt x="94" y="210"/>
                    <a:pt x="94" y="210"/>
                  </a:cubicBezTo>
                  <a:cubicBezTo>
                    <a:pt x="86" y="212"/>
                    <a:pt x="78" y="214"/>
                    <a:pt x="71" y="21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 name="Subtitle 5">
            <a:extLst>
              <a:ext uri="{FF2B5EF4-FFF2-40B4-BE49-F238E27FC236}">
                <a16:creationId xmlns:a16="http://schemas.microsoft.com/office/drawing/2014/main" id="{3D98E741-303F-C843-BF1A-9B2018860B5A}"/>
              </a:ext>
            </a:extLst>
          </p:cNvPr>
          <p:cNvSpPr>
            <a:spLocks noGrp="1"/>
          </p:cNvSpPr>
          <p:nvPr>
            <p:ph type="subTitle" idx="1"/>
          </p:nvPr>
        </p:nvSpPr>
        <p:spPr>
          <a:xfrm>
            <a:off x="242700" y="2372103"/>
            <a:ext cx="4339057" cy="199647"/>
          </a:xfrm>
        </p:spPr>
        <p:txBody>
          <a:bodyPr>
            <a:normAutofit/>
          </a:bodyPr>
          <a:lstStyle/>
          <a:p>
            <a:r>
              <a:rPr lang="en-US" sz="1200" dirty="0"/>
              <a:t>July xx, 2026</a:t>
            </a:r>
          </a:p>
        </p:txBody>
      </p:sp>
      <p:sp>
        <p:nvSpPr>
          <p:cNvPr id="5" name="Title 4">
            <a:extLst>
              <a:ext uri="{FF2B5EF4-FFF2-40B4-BE49-F238E27FC236}">
                <a16:creationId xmlns:a16="http://schemas.microsoft.com/office/drawing/2014/main" id="{C8C2C863-D22E-0441-8BDB-0CA2F154DA5E}"/>
              </a:ext>
            </a:extLst>
          </p:cNvPr>
          <p:cNvSpPr>
            <a:spLocks noGrp="1"/>
          </p:cNvSpPr>
          <p:nvPr>
            <p:ph type="title"/>
          </p:nvPr>
        </p:nvSpPr>
        <p:spPr>
          <a:xfrm>
            <a:off x="242701" y="997319"/>
            <a:ext cx="6847001" cy="1363866"/>
          </a:xfrm>
        </p:spPr>
        <p:txBody>
          <a:bodyPr anchor="ctr"/>
          <a:lstStyle/>
          <a:p>
            <a:r>
              <a:rPr lang="en-IE" dirty="0">
                <a:cs typeface="Arial"/>
              </a:rPr>
              <a:t>2025</a:t>
            </a:r>
            <a:endParaRPr lang="en-US" dirty="0"/>
          </a:p>
        </p:txBody>
      </p:sp>
      <p:pic>
        <p:nvPicPr>
          <p:cNvPr id="42" name="Graphic 41">
            <a:extLst>
              <a:ext uri="{FF2B5EF4-FFF2-40B4-BE49-F238E27FC236}">
                <a16:creationId xmlns:a16="http://schemas.microsoft.com/office/drawing/2014/main" id="{613D2E3E-EA9A-834A-98AC-475D101136FC}"/>
              </a:ext>
            </a:extLst>
          </p:cNvPr>
          <p:cNvPicPr>
            <a:picLocks/>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23" y="997318"/>
            <a:ext cx="173736" cy="1584000"/>
          </a:xfrm>
          <a:prstGeom prst="rect">
            <a:avLst/>
          </a:prstGeom>
        </p:spPr>
      </p:pic>
    </p:spTree>
    <p:extLst>
      <p:ext uri="{BB962C8B-B14F-4D97-AF65-F5344CB8AC3E}">
        <p14:creationId xmlns:p14="http://schemas.microsoft.com/office/powerpoint/2010/main" val="295316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A white chicken standing in grass&#10;&#10;Description automatically generated">
            <a:extLst>
              <a:ext uri="{FF2B5EF4-FFF2-40B4-BE49-F238E27FC236}">
                <a16:creationId xmlns:a16="http://schemas.microsoft.com/office/drawing/2014/main" id="{90A427C8-99A5-BD7E-E9D3-086266142DB7}"/>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24" name="Rectangle 23">
            <a:extLst>
              <a:ext uri="{FF2B5EF4-FFF2-40B4-BE49-F238E27FC236}">
                <a16:creationId xmlns:a16="http://schemas.microsoft.com/office/drawing/2014/main" id="{6BE624FF-B1AE-B04F-B62D-0FAAAFD3D549}"/>
              </a:ext>
            </a:extLst>
          </p:cNvPr>
          <p:cNvSpPr/>
          <p:nvPr/>
        </p:nvSpPr>
        <p:spPr>
          <a:xfrm rot="5400000">
            <a:off x="-1055574" y="1055574"/>
            <a:ext cx="5148688" cy="3037540"/>
          </a:xfrm>
          <a:prstGeom prst="rect">
            <a:avLst/>
          </a:prstGeom>
          <a:gradFill flip="none" rotWithShape="1">
            <a:gsLst>
              <a:gs pos="24000">
                <a:srgbClr val="000000">
                  <a:alpha val="0"/>
                </a:srgbClr>
              </a:gs>
              <a:gs pos="0">
                <a:srgbClr val="000000">
                  <a:alpha val="0"/>
                </a:srgbClr>
              </a:gs>
              <a:gs pos="67000">
                <a:srgbClr val="000000">
                  <a:alpha val="1410"/>
                </a:srgbClr>
              </a:gs>
              <a:gs pos="92000">
                <a:srgbClr val="000000">
                  <a:alpha val="19000"/>
                </a:srgb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12" name="Slide Number Placeholder 5">
            <a:extLst>
              <a:ext uri="{FF2B5EF4-FFF2-40B4-BE49-F238E27FC236}">
                <a16:creationId xmlns:a16="http://schemas.microsoft.com/office/drawing/2014/main" id="{6EFC9449-F7E5-EB47-B3BD-A3479AF8CDCA}"/>
              </a:ext>
            </a:extLst>
          </p:cNvPr>
          <p:cNvSpPr>
            <a:spLocks noGrp="1"/>
          </p:cNvSpPr>
          <p:nvPr>
            <p:ph type="sldNum" sz="quarter" idx="12"/>
          </p:nvPr>
        </p:nvSpPr>
        <p:spPr>
          <a:xfrm>
            <a:off x="348744" y="4844415"/>
            <a:ext cx="181482" cy="123111"/>
          </a:xfrm>
          <a:prstGeom prst="rect">
            <a:avLst/>
          </a:prstGeom>
        </p:spPr>
        <p:txBody>
          <a:bodyPr lIns="0" tIns="0" rIns="0" bIns="0" anchor="ctr" anchorCtr="0">
            <a:noAutofit/>
          </a:bodyPr>
          <a:lstStyle>
            <a:defPPr>
              <a:defRPr lang="en-US"/>
            </a:defPPr>
            <a:lvl1pPr algn="l" defTabSz="457200" rtl="0" fontAlgn="base">
              <a:spcBef>
                <a:spcPct val="0"/>
              </a:spcBef>
              <a:spcAft>
                <a:spcPct val="0"/>
              </a:spcAft>
              <a:defRPr sz="900" b="1" i="0" kern="1200">
                <a:solidFill>
                  <a:schemeClr val="bg1"/>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C42C27E-A055-1E4A-AC8F-7399EDF815E4}" type="slidenum">
              <a:rPr lang="en-US" smtClean="0"/>
              <a:pPr/>
              <a:t>6</a:t>
            </a:fld>
            <a:endParaRPr lang="en-US"/>
          </a:p>
        </p:txBody>
      </p:sp>
      <p:sp>
        <p:nvSpPr>
          <p:cNvPr id="3" name="Round Same Side Corner Rectangle 2">
            <a:extLst>
              <a:ext uri="{FF2B5EF4-FFF2-40B4-BE49-F238E27FC236}">
                <a16:creationId xmlns:a16="http://schemas.microsoft.com/office/drawing/2014/main" id="{319BC4F0-6FFD-4F4E-910E-17C25052ECF9}"/>
              </a:ext>
            </a:extLst>
          </p:cNvPr>
          <p:cNvSpPr/>
          <p:nvPr/>
        </p:nvSpPr>
        <p:spPr>
          <a:xfrm rot="5400000">
            <a:off x="-463409" y="924488"/>
            <a:ext cx="1100554"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B6D5B9-6D3F-E547-B778-7F4A10806230}"/>
              </a:ext>
            </a:extLst>
          </p:cNvPr>
          <p:cNvSpPr>
            <a:spLocks noGrp="1"/>
          </p:cNvSpPr>
          <p:nvPr>
            <p:ph type="title"/>
          </p:nvPr>
        </p:nvSpPr>
        <p:spPr>
          <a:xfrm>
            <a:off x="336550" y="436563"/>
            <a:ext cx="2662238" cy="2932112"/>
          </a:xfrm>
        </p:spPr>
        <p:txBody>
          <a:bodyPr/>
          <a:lstStyle/>
          <a:p>
            <a:r>
              <a:rPr lang="en-US"/>
              <a:t>Agenda</a:t>
            </a:r>
          </a:p>
        </p:txBody>
      </p:sp>
    </p:spTree>
    <p:extLst>
      <p:ext uri="{BB962C8B-B14F-4D97-AF65-F5344CB8AC3E}">
        <p14:creationId xmlns:p14="http://schemas.microsoft.com/office/powerpoint/2010/main" val="379510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herd of sheep grazing in a field&#10;&#10;Description automatically generated">
            <a:extLst>
              <a:ext uri="{FF2B5EF4-FFF2-40B4-BE49-F238E27FC236}">
                <a16:creationId xmlns:a16="http://schemas.microsoft.com/office/drawing/2014/main" id="{60AE5C3F-7B1A-0E79-81A1-526887D673B1}"/>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2" name="Rectangle 11">
            <a:extLst>
              <a:ext uri="{FF2B5EF4-FFF2-40B4-BE49-F238E27FC236}">
                <a16:creationId xmlns:a16="http://schemas.microsoft.com/office/drawing/2014/main" id="{E7D66F7F-5EF6-43ED-B4F2-E1871AAD7AA0}"/>
              </a:ext>
            </a:extLst>
          </p:cNvPr>
          <p:cNvSpPr/>
          <p:nvPr/>
        </p:nvSpPr>
        <p:spPr>
          <a:xfrm rot="5400000">
            <a:off x="1999521" y="-2000980"/>
            <a:ext cx="5143500" cy="914546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7</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p:txBody>
          <a:bodyPr/>
          <a:lstStyle/>
          <a:p>
            <a:r>
              <a:rPr lang="en-US" dirty="0"/>
              <a:t>HHHHH</a:t>
            </a:r>
          </a:p>
        </p:txBody>
      </p:sp>
      <p:sp>
        <p:nvSpPr>
          <p:cNvPr id="9" name="Text Placeholder 8">
            <a:extLst>
              <a:ext uri="{FF2B5EF4-FFF2-40B4-BE49-F238E27FC236}">
                <a16:creationId xmlns:a16="http://schemas.microsoft.com/office/drawing/2014/main" id="{FD7597F6-4957-4644-BEEA-D588F249A945}"/>
              </a:ext>
            </a:extLst>
          </p:cNvPr>
          <p:cNvSpPr>
            <a:spLocks noGrp="1"/>
          </p:cNvSpPr>
          <p:nvPr>
            <p:ph type="body" sz="quarter" idx="14"/>
          </p:nvPr>
        </p:nvSpPr>
        <p:spPr/>
        <p:txBody>
          <a:bodyPr/>
          <a:lstStyle/>
          <a:p>
            <a:r>
              <a:rPr lang="en-US"/>
              <a:t>01.</a:t>
            </a:r>
          </a:p>
        </p:txBody>
      </p:sp>
    </p:spTree>
    <p:extLst>
      <p:ext uri="{BB962C8B-B14F-4D97-AF65-F5344CB8AC3E}">
        <p14:creationId xmlns:p14="http://schemas.microsoft.com/office/powerpoint/2010/main" val="241541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48ADD9B-E37A-4BCC-A32D-40F1B58F5EC3}"/>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flipH="1">
            <a:off x="0" y="0"/>
            <a:ext cx="9144000" cy="51480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7E040F6-4207-8E1E-49A6-A6A745A6D14D}"/>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8</a:t>
            </a:fld>
            <a:endParaRPr lang="en-US"/>
          </a:p>
        </p:txBody>
      </p:sp>
      <p:sp>
        <p:nvSpPr>
          <p:cNvPr id="2" name="Title 6">
            <a:extLst>
              <a:ext uri="{FF2B5EF4-FFF2-40B4-BE49-F238E27FC236}">
                <a16:creationId xmlns:a16="http://schemas.microsoft.com/office/drawing/2014/main" id="{64F2CB5F-4724-6549-9C67-41F45F83C714}"/>
              </a:ext>
            </a:extLst>
          </p:cNvPr>
          <p:cNvSpPr>
            <a:spLocks noGrp="1"/>
          </p:cNvSpPr>
          <p:nvPr>
            <p:ph type="title"/>
          </p:nvPr>
        </p:nvSpPr>
        <p:spPr>
          <a:xfrm>
            <a:off x="336855" y="1084000"/>
            <a:ext cx="6595104" cy="1249680"/>
          </a:xfrm>
        </p:spPr>
        <p:txBody>
          <a:bodyPr/>
          <a:lstStyle/>
          <a:p>
            <a:r>
              <a:rPr lang="en-US" dirty="0"/>
              <a:t>2025</a:t>
            </a:r>
          </a:p>
        </p:txBody>
      </p:sp>
      <p:sp>
        <p:nvSpPr>
          <p:cNvPr id="5" name="Text Placeholder 8">
            <a:extLst>
              <a:ext uri="{FF2B5EF4-FFF2-40B4-BE49-F238E27FC236}">
                <a16:creationId xmlns:a16="http://schemas.microsoft.com/office/drawing/2014/main" id="{1153C3D7-8847-4C1F-283F-26236AE1016F}"/>
              </a:ext>
            </a:extLst>
          </p:cNvPr>
          <p:cNvSpPr>
            <a:spLocks noGrp="1"/>
          </p:cNvSpPr>
          <p:nvPr>
            <p:ph type="body" sz="quarter" idx="14"/>
          </p:nvPr>
        </p:nvSpPr>
        <p:spPr>
          <a:xfrm>
            <a:off x="336854" y="271202"/>
            <a:ext cx="1061753" cy="812798"/>
          </a:xfrm>
        </p:spPr>
        <p:txBody>
          <a:bodyPr/>
          <a:lstStyle/>
          <a:p>
            <a:r>
              <a:rPr lang="en-US"/>
              <a:t>02.</a:t>
            </a:r>
          </a:p>
        </p:txBody>
      </p:sp>
      <p:sp>
        <p:nvSpPr>
          <p:cNvPr id="8" name="TextBox 7">
            <a:extLst>
              <a:ext uri="{FF2B5EF4-FFF2-40B4-BE49-F238E27FC236}">
                <a16:creationId xmlns:a16="http://schemas.microsoft.com/office/drawing/2014/main" id="{E0F3709F-E673-B526-3178-8240B36A1289}"/>
              </a:ext>
            </a:extLst>
          </p:cNvPr>
          <p:cNvSpPr txBox="1"/>
          <p:nvPr/>
        </p:nvSpPr>
        <p:spPr>
          <a:xfrm>
            <a:off x="530226" y="2073339"/>
            <a:ext cx="5989844" cy="1800980"/>
          </a:xfrm>
          <a:prstGeom prst="rect">
            <a:avLst/>
          </a:prstGeom>
          <a:noFill/>
        </p:spPr>
        <p:txBody>
          <a:bodyPr wrap="square" lIns="0" tIns="0" rIns="0" bIns="0" rtlCol="0">
            <a:noAutofit/>
          </a:bodyPr>
          <a:lstStyle/>
          <a:p>
            <a:pPr marL="285750" indent="-285750">
              <a:lnSpc>
                <a:spcPct val="90000"/>
              </a:lnSpc>
              <a:spcAft>
                <a:spcPts val="600"/>
              </a:spcAft>
              <a:buClr>
                <a:schemeClr val="tx2"/>
              </a:buClr>
              <a:buSzPct val="130000"/>
              <a:buFont typeface="Wingdings" panose="05000000000000000000" pitchFamily="2" charset="2"/>
              <a:buChar char="§"/>
            </a:pPr>
            <a:r>
              <a:rPr lang="en-IE" sz="2000" b="0" i="0" kern="1200" dirty="0">
                <a:solidFill>
                  <a:schemeClr val="bg1"/>
                </a:solidFill>
                <a:latin typeface="Arial" panose="020B0604020202020204" pitchFamily="34" charset="0"/>
                <a:ea typeface="+mn-ea"/>
                <a:cs typeface="Arial" panose="020B0604020202020204" pitchFamily="34" charset="0"/>
              </a:rPr>
              <a:t>GGGGGG</a:t>
            </a:r>
          </a:p>
        </p:txBody>
      </p:sp>
    </p:spTree>
    <p:extLst>
      <p:ext uri="{BB962C8B-B14F-4D97-AF65-F5344CB8AC3E}">
        <p14:creationId xmlns:p14="http://schemas.microsoft.com/office/powerpoint/2010/main" val="60305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child feeding a horse&#10;&#10;Description automatically generated">
            <a:extLst>
              <a:ext uri="{FF2B5EF4-FFF2-40B4-BE49-F238E27FC236}">
                <a16:creationId xmlns:a16="http://schemas.microsoft.com/office/drawing/2014/main" id="{379F28D1-7461-59CD-B8F7-95084BABB898}"/>
              </a:ext>
            </a:extLst>
          </p:cNvPr>
          <p:cNvPicPr>
            <a:picLocks noGrp="1" noChangeAspect="1"/>
          </p:cNvPicPr>
          <p:nvPr>
            <p:ph type="pic" sz="quarter" idx="18"/>
          </p:nvPr>
        </p:nvPicPr>
        <p:blipFill>
          <a:blip r:embed="rId3" cstate="email">
            <a:extLst>
              <a:ext uri="{28A0092B-C50C-407E-A947-70E740481C1C}">
                <a14:useLocalDpi xmlns:a14="http://schemas.microsoft.com/office/drawing/2010/main"/>
              </a:ext>
            </a:extLst>
          </a:blip>
          <a:srcRect/>
          <a:stretch>
            <a:fillRect/>
          </a:stretch>
        </p:blipFill>
        <p:spPr/>
      </p:pic>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a:xfrm>
            <a:off x="280330" y="196346"/>
            <a:ext cx="5759146" cy="587676"/>
          </a:xfrm>
        </p:spPr>
        <p:txBody>
          <a:bodyPr/>
          <a:lstStyle/>
          <a:p>
            <a:r>
              <a:rPr lang="en-US" dirty="0"/>
              <a:t>2025</a:t>
            </a:r>
            <a:br>
              <a:rPr lang="en-US" dirty="0"/>
            </a:br>
            <a:r>
              <a:rPr lang="en-US" dirty="0"/>
              <a:t> Executive Summary</a:t>
            </a:r>
          </a:p>
        </p:txBody>
      </p:sp>
      <p:sp>
        <p:nvSpPr>
          <p:cNvPr id="3" name="Slide Number Placeholder 2">
            <a:extLst>
              <a:ext uri="{FF2B5EF4-FFF2-40B4-BE49-F238E27FC236}">
                <a16:creationId xmlns:a16="http://schemas.microsoft.com/office/drawing/2014/main" id="{6476C5C1-7A72-FD49-A965-87D18658B334}"/>
              </a:ext>
            </a:extLst>
          </p:cNvPr>
          <p:cNvSpPr>
            <a:spLocks noGrp="1"/>
          </p:cNvSpPr>
          <p:nvPr>
            <p:ph type="sldNum" sz="quarter" idx="25"/>
          </p:nvPr>
        </p:nvSpPr>
        <p:spPr>
          <a:xfrm>
            <a:off x="348744" y="4844415"/>
            <a:ext cx="181482" cy="123111"/>
          </a:xfrm>
          <a:prstGeom prst="rect">
            <a:avLst/>
          </a:prstGeom>
        </p:spPr>
        <p:txBody>
          <a:bodyPr lIns="0" tIns="0" rIns="0" bIns="0" anchor="ctr" anchorCtr="0">
            <a:noAutofit/>
          </a:bodyPr>
          <a:lstStyle>
            <a:defPPr>
              <a:defRPr lang="en-US"/>
            </a:defPPr>
            <a:lvl1pPr algn="l" defTabSz="457200" rtl="0" fontAlgn="base">
              <a:spcBef>
                <a:spcPct val="0"/>
              </a:spcBef>
              <a:spcAft>
                <a:spcPct val="0"/>
              </a:spcAft>
              <a:defRPr sz="900" b="1" i="0" kern="1200">
                <a:solidFill>
                  <a:schemeClr val="tx2"/>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C42C27E-A055-1E4A-AC8F-7399EDF815E4}" type="slidenum">
              <a:rPr lang="en-US" smtClean="0"/>
              <a:pPr/>
              <a:t>9</a:t>
            </a:fld>
            <a:endParaRPr lang="en-US"/>
          </a:p>
        </p:txBody>
      </p:sp>
      <p:sp>
        <p:nvSpPr>
          <p:cNvPr id="7" name="Marcador de contenido 6">
            <a:extLst>
              <a:ext uri="{FF2B5EF4-FFF2-40B4-BE49-F238E27FC236}">
                <a16:creationId xmlns:a16="http://schemas.microsoft.com/office/drawing/2014/main" id="{B9A758FE-A702-914E-9985-AAC39C6B5683}"/>
              </a:ext>
            </a:extLst>
          </p:cNvPr>
          <p:cNvSpPr>
            <a:spLocks noGrp="1"/>
          </p:cNvSpPr>
          <p:nvPr>
            <p:ph sz="quarter" idx="36"/>
          </p:nvPr>
        </p:nvSpPr>
        <p:spPr/>
        <p:txBody>
          <a:bodyPr/>
          <a:lstStyle/>
          <a:p>
            <a:endParaRPr lang="es-MX"/>
          </a:p>
        </p:txBody>
      </p:sp>
    </p:spTree>
    <p:extLst>
      <p:ext uri="{BB962C8B-B14F-4D97-AF65-F5344CB8AC3E}">
        <p14:creationId xmlns:p14="http://schemas.microsoft.com/office/powerpoint/2010/main" val="2319157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person holding a cat&#10;&#10;Description automatically generated with low confidence">
            <a:extLst>
              <a:ext uri="{FF2B5EF4-FFF2-40B4-BE49-F238E27FC236}">
                <a16:creationId xmlns:a16="http://schemas.microsoft.com/office/drawing/2014/main" id="{B39BA76E-6F4D-7344-A59D-A546337B1FC0}"/>
              </a:ext>
            </a:extLst>
          </p:cNvPr>
          <p:cNvPicPr>
            <a:picLocks noGrp="1" noChangeAspect="1"/>
          </p:cNvPicPr>
          <p:nvPr>
            <p:ph type="pic" sz="quarter" idx="18"/>
          </p:nvPr>
        </p:nvPicPr>
        <p:blipFill rotWithShape="1">
          <a:blip r:embed="rId3" cstate="email">
            <a:extLst>
              <a:ext uri="{28A0092B-C50C-407E-A947-70E740481C1C}">
                <a14:useLocalDpi xmlns:a14="http://schemas.microsoft.com/office/drawing/2010/main"/>
              </a:ext>
            </a:extLst>
          </a:blip>
          <a:srcRect/>
          <a:stretch/>
        </p:blipFill>
        <p:spPr/>
      </p:pic>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a:xfrm>
            <a:off x="336854" y="445961"/>
            <a:ext cx="5759146" cy="587676"/>
          </a:xfrm>
        </p:spPr>
        <p:txBody>
          <a:bodyPr/>
          <a:lstStyle/>
          <a:p>
            <a:r>
              <a:rPr lang="en-US" dirty="0"/>
              <a:t>2025 Highlights</a:t>
            </a:r>
          </a:p>
        </p:txBody>
      </p:sp>
      <p:sp>
        <p:nvSpPr>
          <p:cNvPr id="9" name="Text Placeholder 8">
            <a:extLst>
              <a:ext uri="{FF2B5EF4-FFF2-40B4-BE49-F238E27FC236}">
                <a16:creationId xmlns:a16="http://schemas.microsoft.com/office/drawing/2014/main" id="{38873BA2-AF36-8F4D-8C0F-4CDC988672EB}"/>
              </a:ext>
            </a:extLst>
          </p:cNvPr>
          <p:cNvSpPr>
            <a:spLocks noGrp="1"/>
          </p:cNvSpPr>
          <p:nvPr>
            <p:ph type="body" sz="quarter" idx="12"/>
          </p:nvPr>
        </p:nvSpPr>
        <p:spPr/>
        <p:txBody>
          <a:bodyPr/>
          <a:lstStyle/>
          <a:p>
            <a:r>
              <a:rPr lang="en-US"/>
              <a:t>CURRENT YEAR HIGHLIGHTS</a:t>
            </a:r>
          </a:p>
        </p:txBody>
      </p:sp>
      <p:sp>
        <p:nvSpPr>
          <p:cNvPr id="3" name="Slide Number Placeholder 2">
            <a:extLst>
              <a:ext uri="{FF2B5EF4-FFF2-40B4-BE49-F238E27FC236}">
                <a16:creationId xmlns:a16="http://schemas.microsoft.com/office/drawing/2014/main" id="{6476C5C1-7A72-FD49-A965-87D18658B334}"/>
              </a:ext>
            </a:extLst>
          </p:cNvPr>
          <p:cNvSpPr>
            <a:spLocks noGrp="1"/>
          </p:cNvSpPr>
          <p:nvPr>
            <p:ph type="sldNum" sz="quarter" idx="25"/>
          </p:nvPr>
        </p:nvSpPr>
        <p:spPr>
          <a:xfrm>
            <a:off x="348744" y="4844415"/>
            <a:ext cx="181482" cy="123111"/>
          </a:xfrm>
          <a:prstGeom prst="rect">
            <a:avLst/>
          </a:prstGeom>
        </p:spPr>
        <p:txBody>
          <a:bodyPr lIns="0" tIns="0" rIns="0" bIns="0" anchor="ctr" anchorCtr="0">
            <a:noAutofit/>
          </a:bodyPr>
          <a:lstStyle>
            <a:defPPr>
              <a:defRPr lang="en-US"/>
            </a:defPPr>
            <a:lvl1pPr algn="l" defTabSz="457200" rtl="0" fontAlgn="base">
              <a:spcBef>
                <a:spcPct val="0"/>
              </a:spcBef>
              <a:spcAft>
                <a:spcPct val="0"/>
              </a:spcAft>
              <a:defRPr sz="900" b="1" i="0" kern="1200">
                <a:solidFill>
                  <a:schemeClr val="tx2"/>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C42C27E-A055-1E4A-AC8F-7399EDF815E4}" type="slidenum">
              <a:rPr lang="en-US" smtClean="0"/>
              <a:pPr/>
              <a:t>10</a:t>
            </a:fld>
            <a:endParaRPr lang="en-US"/>
          </a:p>
        </p:txBody>
      </p:sp>
      <p:sp>
        <p:nvSpPr>
          <p:cNvPr id="4" name="Marcador de contenido 3">
            <a:extLst>
              <a:ext uri="{FF2B5EF4-FFF2-40B4-BE49-F238E27FC236}">
                <a16:creationId xmlns:a16="http://schemas.microsoft.com/office/drawing/2014/main" id="{CA0A4855-9155-CFB2-9643-1E97FDD35F3B}"/>
              </a:ext>
            </a:extLst>
          </p:cNvPr>
          <p:cNvSpPr>
            <a:spLocks noGrp="1"/>
          </p:cNvSpPr>
          <p:nvPr>
            <p:ph sz="quarter" idx="36"/>
          </p:nvPr>
        </p:nvSpPr>
        <p:spPr/>
        <p:txBody>
          <a:bodyPr/>
          <a:lstStyle/>
          <a:p>
            <a:endParaRPr lang="es-MX"/>
          </a:p>
        </p:txBody>
      </p:sp>
    </p:spTree>
    <p:extLst>
      <p:ext uri="{BB962C8B-B14F-4D97-AF65-F5344CB8AC3E}">
        <p14:creationId xmlns:p14="http://schemas.microsoft.com/office/powerpoint/2010/main" val="3052775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dog looking up with its mouth open&#10;&#10;Description automatically generated">
            <a:extLst>
              <a:ext uri="{FF2B5EF4-FFF2-40B4-BE49-F238E27FC236}">
                <a16:creationId xmlns:a16="http://schemas.microsoft.com/office/drawing/2014/main" id="{966A0B93-B9A3-C03B-A591-586330B14C78}"/>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BC89160D-3289-4067-80C9-533C0A7A47D7}"/>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11</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p:txBody>
          <a:bodyPr/>
          <a:lstStyle/>
          <a:p>
            <a:pPr marL="685800" indent="-685800">
              <a:buClr>
                <a:schemeClr val="tx2"/>
              </a:buClr>
              <a:buFont typeface="Wingdings" panose="05000000000000000000" pitchFamily="2" charset="2"/>
              <a:buChar char="§"/>
            </a:pPr>
            <a:r>
              <a:rPr lang="en-US" dirty="0"/>
              <a:t>2025</a:t>
            </a:r>
          </a:p>
        </p:txBody>
      </p:sp>
    </p:spTree>
    <p:extLst>
      <p:ext uri="{BB962C8B-B14F-4D97-AF65-F5344CB8AC3E}">
        <p14:creationId xmlns:p14="http://schemas.microsoft.com/office/powerpoint/2010/main" val="143967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dog and cat looking at the camera&#10;&#10;Description automatically generated">
            <a:extLst>
              <a:ext uri="{FF2B5EF4-FFF2-40B4-BE49-F238E27FC236}">
                <a16:creationId xmlns:a16="http://schemas.microsoft.com/office/drawing/2014/main" id="{DDECA807-23C1-5113-EB78-FBCB9D1D434C}"/>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4716050" y="10"/>
            <a:ext cx="4427949" cy="5143490"/>
          </a:xfrm>
          <a:noFill/>
        </p:spPr>
      </p:pic>
      <p:sp>
        <p:nvSpPr>
          <p:cNvPr id="3" name="Slide Number Placeholder 2">
            <a:extLst>
              <a:ext uri="{FF2B5EF4-FFF2-40B4-BE49-F238E27FC236}">
                <a16:creationId xmlns:a16="http://schemas.microsoft.com/office/drawing/2014/main" id="{6476C5C1-7A72-FD49-A965-87D18658B334}"/>
              </a:ext>
            </a:extLst>
          </p:cNvPr>
          <p:cNvSpPr>
            <a:spLocks noGrp="1"/>
          </p:cNvSpPr>
          <p:nvPr>
            <p:ph type="sldNum" sz="quarter" idx="19"/>
          </p:nvPr>
        </p:nvSpPr>
        <p:spPr>
          <a:xfrm>
            <a:off x="348744" y="4844415"/>
            <a:ext cx="181482" cy="123111"/>
          </a:xfrm>
          <a:prstGeom prst="rect">
            <a:avLst/>
          </a:prstGeom>
        </p:spPr>
        <p:txBody>
          <a:bodyPr lIns="0" tIns="0" rIns="0" bIns="0" anchor="ctr" anchorCtr="0">
            <a:noAutofit/>
          </a:bodyPr>
          <a:lstStyle>
            <a:defPPr>
              <a:defRPr lang="en-US"/>
            </a:defPPr>
            <a:lvl1pPr algn="l" defTabSz="457200" rtl="0" fontAlgn="base">
              <a:spcBef>
                <a:spcPct val="0"/>
              </a:spcBef>
              <a:spcAft>
                <a:spcPct val="0"/>
              </a:spcAft>
              <a:defRPr sz="900" b="1" i="0" kern="1200">
                <a:solidFill>
                  <a:schemeClr val="tx2"/>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spcAft>
                <a:spcPts val="600"/>
              </a:spcAft>
            </a:pPr>
            <a:fld id="{7C42C27E-A055-1E4A-AC8F-7399EDF815E4}" type="slidenum">
              <a:rPr lang="en-US" smtClean="0"/>
              <a:pPr/>
              <a:t>12</a:t>
            </a:fld>
            <a:endParaRPr lang="en-US" sz="800"/>
          </a:p>
        </p:txBody>
      </p:sp>
      <p:pic>
        <p:nvPicPr>
          <p:cNvPr id="4" name="Graphic 3">
            <a:extLst>
              <a:ext uri="{FF2B5EF4-FFF2-40B4-BE49-F238E27FC236}">
                <a16:creationId xmlns:a16="http://schemas.microsoft.com/office/drawing/2014/main" id="{72F95D1A-1A73-D061-3542-A31DEC3373D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944" y="1153296"/>
            <a:ext cx="180000" cy="180000"/>
          </a:xfrm>
          <a:prstGeom prst="rect">
            <a:avLst/>
          </a:prstGeom>
        </p:spPr>
      </p:pic>
      <p:pic>
        <p:nvPicPr>
          <p:cNvPr id="5" name="Graphic 4">
            <a:extLst>
              <a:ext uri="{FF2B5EF4-FFF2-40B4-BE49-F238E27FC236}">
                <a16:creationId xmlns:a16="http://schemas.microsoft.com/office/drawing/2014/main" id="{EA704DAB-EE8A-93AF-39D2-A9C23ABB044E}"/>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21954" y="1516615"/>
            <a:ext cx="180000" cy="180000"/>
          </a:xfrm>
          <a:prstGeom prst="rect">
            <a:avLst/>
          </a:prstGeom>
        </p:spPr>
      </p:pic>
      <p:pic>
        <p:nvPicPr>
          <p:cNvPr id="6" name="Graphic 5">
            <a:extLst>
              <a:ext uri="{FF2B5EF4-FFF2-40B4-BE49-F238E27FC236}">
                <a16:creationId xmlns:a16="http://schemas.microsoft.com/office/drawing/2014/main" id="{3F55B189-3ACA-6890-9037-9986287A9993}"/>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7944" y="3266886"/>
            <a:ext cx="180000" cy="180000"/>
          </a:xfrm>
          <a:prstGeom prst="rect">
            <a:avLst/>
          </a:prstGeom>
        </p:spPr>
      </p:pic>
      <p:sp>
        <p:nvSpPr>
          <p:cNvPr id="8" name="Título 7">
            <a:extLst>
              <a:ext uri="{FF2B5EF4-FFF2-40B4-BE49-F238E27FC236}">
                <a16:creationId xmlns:a16="http://schemas.microsoft.com/office/drawing/2014/main" id="{D4930946-49B1-340A-249A-DEF82B955190}"/>
              </a:ext>
            </a:extLst>
          </p:cNvPr>
          <p:cNvSpPr>
            <a:spLocks noGrp="1"/>
          </p:cNvSpPr>
          <p:nvPr>
            <p:ph type="title"/>
          </p:nvPr>
        </p:nvSpPr>
        <p:spPr/>
        <p:txBody>
          <a:bodyPr/>
          <a:lstStyle/>
          <a:p>
            <a:endParaRPr lang="es-MX"/>
          </a:p>
        </p:txBody>
      </p:sp>
    </p:spTree>
    <p:extLst>
      <p:ext uri="{BB962C8B-B14F-4D97-AF65-F5344CB8AC3E}">
        <p14:creationId xmlns:p14="http://schemas.microsoft.com/office/powerpoint/2010/main" val="3106149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igs in hay&#10;&#10;Description automatically generated">
            <a:extLst>
              <a:ext uri="{FF2B5EF4-FFF2-40B4-BE49-F238E27FC236}">
                <a16:creationId xmlns:a16="http://schemas.microsoft.com/office/drawing/2014/main" id="{581057BC-EAF7-33BD-E347-04FCAA730662}"/>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BC89160D-3289-4067-80C9-533C0A7A47D7}"/>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13</a:t>
            </a:fld>
            <a:endParaRPr lang="en-US"/>
          </a:p>
        </p:txBody>
      </p:sp>
      <p:sp>
        <p:nvSpPr>
          <p:cNvPr id="16" name="Title 15">
            <a:extLst>
              <a:ext uri="{FF2B5EF4-FFF2-40B4-BE49-F238E27FC236}">
                <a16:creationId xmlns:a16="http://schemas.microsoft.com/office/drawing/2014/main" id="{48F24069-E251-4071-9F0D-6ED17345017A}"/>
              </a:ext>
            </a:extLst>
          </p:cNvPr>
          <p:cNvSpPr>
            <a:spLocks noGrp="1"/>
          </p:cNvSpPr>
          <p:nvPr>
            <p:ph type="title"/>
          </p:nvPr>
        </p:nvSpPr>
        <p:spPr/>
        <p:txBody>
          <a:bodyPr/>
          <a:lstStyle/>
          <a:p>
            <a:pPr marL="685800" indent="-685800">
              <a:buClr>
                <a:schemeClr val="tx2"/>
              </a:buClr>
              <a:buFont typeface="Wingdings" panose="05000000000000000000" pitchFamily="2" charset="2"/>
              <a:buChar char="§"/>
            </a:pPr>
            <a:r>
              <a:rPr lang="en-US" dirty="0"/>
              <a:t>2025</a:t>
            </a:r>
          </a:p>
        </p:txBody>
      </p:sp>
    </p:spTree>
    <p:extLst>
      <p:ext uri="{BB962C8B-B14F-4D97-AF65-F5344CB8AC3E}">
        <p14:creationId xmlns:p14="http://schemas.microsoft.com/office/powerpoint/2010/main" val="240449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dog running with a ball in its mouth&#10;&#10;Description automatically generated">
            <a:extLst>
              <a:ext uri="{FF2B5EF4-FFF2-40B4-BE49-F238E27FC236}">
                <a16:creationId xmlns:a16="http://schemas.microsoft.com/office/drawing/2014/main" id="{193F32CC-C946-5F35-4F06-9774C13E22BF}"/>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93FA2FB6-9C4E-4B50-814B-55406889DA5F}"/>
              </a:ext>
            </a:extLst>
          </p:cNvPr>
          <p:cNvSpPr/>
          <p:nvPr/>
        </p:nvSpPr>
        <p:spPr>
          <a:xfrm rot="5400000">
            <a:off x="1998793" y="-2000251"/>
            <a:ext cx="5143500" cy="9144002"/>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14</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a:xfrm>
            <a:off x="336855" y="1084000"/>
            <a:ext cx="4382856" cy="1249680"/>
          </a:xfrm>
        </p:spPr>
        <p:txBody>
          <a:bodyPr/>
          <a:lstStyle/>
          <a:p>
            <a:pPr marL="685800" indent="-685800">
              <a:buClr>
                <a:schemeClr val="tx2"/>
              </a:buClr>
              <a:buFont typeface="Wingdings" panose="05000000000000000000" pitchFamily="2" charset="2"/>
              <a:buChar char="§"/>
            </a:pPr>
            <a:r>
              <a:rPr lang="en-US" dirty="0"/>
              <a:t>2025</a:t>
            </a:r>
          </a:p>
        </p:txBody>
      </p:sp>
    </p:spTree>
    <p:extLst>
      <p:ext uri="{BB962C8B-B14F-4D97-AF65-F5344CB8AC3E}">
        <p14:creationId xmlns:p14="http://schemas.microsoft.com/office/powerpoint/2010/main" val="1947715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6">
            <a:extLst>
              <a:ext uri="{FF2B5EF4-FFF2-40B4-BE49-F238E27FC236}">
                <a16:creationId xmlns:a16="http://schemas.microsoft.com/office/drawing/2014/main" id="{3C3B3B1C-C51F-470B-804D-68EE63E090D8}"/>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1" y="0"/>
            <a:ext cx="3700206" cy="5143500"/>
          </a:xfrm>
        </p:spPr>
      </p:pic>
      <p:sp>
        <p:nvSpPr>
          <p:cNvPr id="4" name="Title 3">
            <a:extLst>
              <a:ext uri="{FF2B5EF4-FFF2-40B4-BE49-F238E27FC236}">
                <a16:creationId xmlns:a16="http://schemas.microsoft.com/office/drawing/2014/main" id="{4DF2B49D-B465-4F9C-AE99-B75EA91BCA00}"/>
              </a:ext>
            </a:extLst>
          </p:cNvPr>
          <p:cNvSpPr>
            <a:spLocks noGrp="1"/>
          </p:cNvSpPr>
          <p:nvPr>
            <p:ph type="title"/>
          </p:nvPr>
        </p:nvSpPr>
        <p:spPr>
          <a:xfrm>
            <a:off x="3819180" y="288204"/>
            <a:ext cx="4930689" cy="759011"/>
          </a:xfrm>
        </p:spPr>
        <p:txBody>
          <a:bodyPr/>
          <a:lstStyle/>
          <a:p>
            <a:r>
              <a:rPr lang="en-IE" sz="4000" dirty="0"/>
              <a:t>Supply assumptions</a:t>
            </a:r>
            <a:endParaRPr lang="en-IE" sz="4000" dirty="0">
              <a:cs typeface="Arial"/>
            </a:endParaRPr>
          </a:p>
        </p:txBody>
      </p:sp>
      <p:sp>
        <p:nvSpPr>
          <p:cNvPr id="2" name="Slide Number Placeholder 1">
            <a:extLst>
              <a:ext uri="{FF2B5EF4-FFF2-40B4-BE49-F238E27FC236}">
                <a16:creationId xmlns:a16="http://schemas.microsoft.com/office/drawing/2014/main" id="{2DF1B162-53E6-4EDC-A41A-F90196E42362}"/>
              </a:ext>
            </a:extLst>
          </p:cNvPr>
          <p:cNvSpPr>
            <a:spLocks noGrp="1"/>
          </p:cNvSpPr>
          <p:nvPr>
            <p:ph type="sldNum" sz="quarter" idx="19"/>
          </p:nvPr>
        </p:nvSpPr>
        <p:spPr>
          <a:xfrm>
            <a:off x="348744" y="4844415"/>
            <a:ext cx="181482" cy="123111"/>
          </a:xfrm>
          <a:prstGeom prst="rect">
            <a:avLst/>
          </a:prstGeom>
        </p:spPr>
        <p:txBody>
          <a:bodyPr lIns="0" tIns="0" rIns="0" bIns="0" anchor="ctr" anchorCtr="0">
            <a:noAutofit/>
          </a:bodyPr>
          <a:lstStyle>
            <a:defPPr>
              <a:defRPr lang="en-US"/>
            </a:defPPr>
            <a:lvl1pPr algn="l" defTabSz="457200" rtl="0" fontAlgn="base">
              <a:spcBef>
                <a:spcPct val="0"/>
              </a:spcBef>
              <a:spcAft>
                <a:spcPct val="0"/>
              </a:spcAft>
              <a:defRPr sz="900" b="1" i="0" kern="1200">
                <a:solidFill>
                  <a:schemeClr val="bg1"/>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C42C27E-A055-1E4A-AC8F-7399EDF815E4}" type="slidenum">
              <a:rPr lang="en-US" smtClean="0"/>
              <a:pPr/>
              <a:t>15</a:t>
            </a:fld>
            <a:endParaRPr lang="en-US"/>
          </a:p>
        </p:txBody>
      </p:sp>
      <p:sp>
        <p:nvSpPr>
          <p:cNvPr id="3" name="Rectangle: Folded Corner 2">
            <a:extLst>
              <a:ext uri="{FF2B5EF4-FFF2-40B4-BE49-F238E27FC236}">
                <a16:creationId xmlns:a16="http://schemas.microsoft.com/office/drawing/2014/main" id="{0C6999A1-B74E-F0E2-CA66-AD636A45D4F9}"/>
              </a:ext>
            </a:extLst>
          </p:cNvPr>
          <p:cNvSpPr/>
          <p:nvPr/>
        </p:nvSpPr>
        <p:spPr>
          <a:xfrm rot="16200000">
            <a:off x="-2457450" y="2457450"/>
            <a:ext cx="5143500" cy="228600"/>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400" dirty="0">
                <a:solidFill>
                  <a:schemeClr val="bg1"/>
                </a:solidFill>
              </a:rPr>
              <a:t>Pre-read</a:t>
            </a:r>
          </a:p>
        </p:txBody>
      </p:sp>
    </p:spTree>
    <p:extLst>
      <p:ext uri="{BB962C8B-B14F-4D97-AF65-F5344CB8AC3E}">
        <p14:creationId xmlns:p14="http://schemas.microsoft.com/office/powerpoint/2010/main" val="3550683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chickens in a field&#10;&#10;Description automatically generated">
            <a:extLst>
              <a:ext uri="{FF2B5EF4-FFF2-40B4-BE49-F238E27FC236}">
                <a16:creationId xmlns:a16="http://schemas.microsoft.com/office/drawing/2014/main" id="{B4BD564E-D529-C464-29A9-E8A42E5687C4}"/>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4" name="Rectangle 13">
            <a:extLst>
              <a:ext uri="{FF2B5EF4-FFF2-40B4-BE49-F238E27FC236}">
                <a16:creationId xmlns:a16="http://schemas.microsoft.com/office/drawing/2014/main" id="{4252F1EE-5F15-4BE9-817F-A11416089BCF}"/>
              </a:ext>
            </a:extLst>
          </p:cNvPr>
          <p:cNvSpPr/>
          <p:nvPr/>
        </p:nvSpPr>
        <p:spPr>
          <a:xfrm rot="5400000">
            <a:off x="1999521" y="-2000979"/>
            <a:ext cx="5143500" cy="9145458"/>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16</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a:xfrm>
            <a:off x="336854" y="1084000"/>
            <a:ext cx="4363733" cy="1249680"/>
          </a:xfrm>
        </p:spPr>
        <p:txBody>
          <a:bodyPr/>
          <a:lstStyle/>
          <a:p>
            <a:r>
              <a:rPr lang="en-US" dirty="0"/>
              <a:t>2025</a:t>
            </a:r>
          </a:p>
        </p:txBody>
      </p:sp>
      <p:sp>
        <p:nvSpPr>
          <p:cNvPr id="3" name="Text Placeholder 2">
            <a:extLst>
              <a:ext uri="{FF2B5EF4-FFF2-40B4-BE49-F238E27FC236}">
                <a16:creationId xmlns:a16="http://schemas.microsoft.com/office/drawing/2014/main" id="{50ED74E8-744D-478B-B4E1-9B4A843C29EB}"/>
              </a:ext>
            </a:extLst>
          </p:cNvPr>
          <p:cNvSpPr>
            <a:spLocks noGrp="1"/>
          </p:cNvSpPr>
          <p:nvPr>
            <p:ph type="body" sz="quarter" idx="14"/>
          </p:nvPr>
        </p:nvSpPr>
        <p:spPr/>
        <p:txBody>
          <a:bodyPr/>
          <a:lstStyle/>
          <a:p>
            <a:r>
              <a:rPr lang="en-IE"/>
              <a:t>03.</a:t>
            </a:r>
          </a:p>
        </p:txBody>
      </p:sp>
    </p:spTree>
    <p:extLst>
      <p:ext uri="{BB962C8B-B14F-4D97-AF65-F5344CB8AC3E}">
        <p14:creationId xmlns:p14="http://schemas.microsoft.com/office/powerpoint/2010/main" val="333542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E1485BB3-D4F0-2702-913F-5D63CCB4C132}"/>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42332E7-3989-AB7C-0B43-43E14352947E}"/>
              </a:ext>
            </a:extLst>
          </p:cNvPr>
          <p:cNvSpPr/>
          <p:nvPr/>
        </p:nvSpPr>
        <p:spPr>
          <a:xfrm rot="16200000" flipH="1">
            <a:off x="2000248" y="-2000252"/>
            <a:ext cx="5143500" cy="9144000"/>
          </a:xfrm>
          <a:prstGeom prst="rect">
            <a:avLst/>
          </a:prstGeom>
          <a:gradFill flip="none" rotWithShape="1">
            <a:gsLst>
              <a:gs pos="50000">
                <a:schemeClr val="bg1">
                  <a:alpha val="0"/>
                </a:schemeClr>
              </a:gs>
              <a:gs pos="26000">
                <a:srgbClr val="FFFFFF">
                  <a:alpha val="60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dirty="0"/>
          </a:p>
        </p:txBody>
      </p:sp>
      <p:grpSp>
        <p:nvGrpSpPr>
          <p:cNvPr id="21" name="Group 20">
            <a:extLst>
              <a:ext uri="{FF2B5EF4-FFF2-40B4-BE49-F238E27FC236}">
                <a16:creationId xmlns:a16="http://schemas.microsoft.com/office/drawing/2014/main" id="{32E27D08-70E5-4389-B7F4-939CB2C3BCC4}"/>
              </a:ext>
            </a:extLst>
          </p:cNvPr>
          <p:cNvGrpSpPr>
            <a:grpSpLocks noChangeAspect="1"/>
          </p:cNvGrpSpPr>
          <p:nvPr/>
        </p:nvGrpSpPr>
        <p:grpSpPr>
          <a:xfrm>
            <a:off x="7784204" y="4543404"/>
            <a:ext cx="1188720" cy="602912"/>
            <a:chOff x="3249613" y="1898651"/>
            <a:chExt cx="2647950" cy="1343025"/>
          </a:xfrm>
        </p:grpSpPr>
        <p:sp>
          <p:nvSpPr>
            <p:cNvPr id="22" name="Freeform 5">
              <a:extLst>
                <a:ext uri="{FF2B5EF4-FFF2-40B4-BE49-F238E27FC236}">
                  <a16:creationId xmlns:a16="http://schemas.microsoft.com/office/drawing/2014/main" id="{AABD4CB0-341D-4350-B1E7-6CBC741F6C99}"/>
                </a:ext>
              </a:extLst>
            </p:cNvPr>
            <p:cNvSpPr>
              <a:spLocks/>
            </p:cNvSpPr>
            <p:nvPr/>
          </p:nvSpPr>
          <p:spPr bwMode="auto">
            <a:xfrm>
              <a:off x="3249613" y="1898651"/>
              <a:ext cx="2647950" cy="1343025"/>
            </a:xfrm>
            <a:custGeom>
              <a:avLst/>
              <a:gdLst>
                <a:gd name="T0" fmla="*/ 1368 w 1368"/>
                <a:gd name="T1" fmla="*/ 33 h 696"/>
                <a:gd name="T2" fmla="*/ 1368 w 1368"/>
                <a:gd name="T3" fmla="*/ 696 h 696"/>
                <a:gd name="T4" fmla="*/ 0 w 1368"/>
                <a:gd name="T5" fmla="*/ 696 h 696"/>
                <a:gd name="T6" fmla="*/ 0 w 1368"/>
                <a:gd name="T7" fmla="*/ 33 h 696"/>
                <a:gd name="T8" fmla="*/ 33 w 1368"/>
                <a:gd name="T9" fmla="*/ 0 h 696"/>
                <a:gd name="T10" fmla="*/ 1335 w 1368"/>
                <a:gd name="T11" fmla="*/ 0 h 696"/>
                <a:gd name="T12" fmla="*/ 1368 w 1368"/>
                <a:gd name="T13" fmla="*/ 33 h 696"/>
              </a:gdLst>
              <a:ahLst/>
              <a:cxnLst>
                <a:cxn ang="0">
                  <a:pos x="T0" y="T1"/>
                </a:cxn>
                <a:cxn ang="0">
                  <a:pos x="T2" y="T3"/>
                </a:cxn>
                <a:cxn ang="0">
                  <a:pos x="T4" y="T5"/>
                </a:cxn>
                <a:cxn ang="0">
                  <a:pos x="T6" y="T7"/>
                </a:cxn>
                <a:cxn ang="0">
                  <a:pos x="T8" y="T9"/>
                </a:cxn>
                <a:cxn ang="0">
                  <a:pos x="T10" y="T11"/>
                </a:cxn>
                <a:cxn ang="0">
                  <a:pos x="T12" y="T13"/>
                </a:cxn>
              </a:cxnLst>
              <a:rect l="0" t="0" r="r" b="b"/>
              <a:pathLst>
                <a:path w="1368" h="696">
                  <a:moveTo>
                    <a:pt x="1368" y="33"/>
                  </a:moveTo>
                  <a:cubicBezTo>
                    <a:pt x="1368" y="696"/>
                    <a:pt x="1368" y="696"/>
                    <a:pt x="1368" y="696"/>
                  </a:cubicBezTo>
                  <a:cubicBezTo>
                    <a:pt x="0" y="696"/>
                    <a:pt x="0" y="696"/>
                    <a:pt x="0" y="696"/>
                  </a:cubicBezTo>
                  <a:cubicBezTo>
                    <a:pt x="0" y="33"/>
                    <a:pt x="0" y="33"/>
                    <a:pt x="0" y="33"/>
                  </a:cubicBezTo>
                  <a:cubicBezTo>
                    <a:pt x="0" y="15"/>
                    <a:pt x="15" y="0"/>
                    <a:pt x="33" y="0"/>
                  </a:cubicBezTo>
                  <a:cubicBezTo>
                    <a:pt x="1335" y="0"/>
                    <a:pt x="1335" y="0"/>
                    <a:pt x="1335" y="0"/>
                  </a:cubicBezTo>
                  <a:cubicBezTo>
                    <a:pt x="1353" y="0"/>
                    <a:pt x="1368" y="15"/>
                    <a:pt x="1368" y="33"/>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6">
              <a:extLst>
                <a:ext uri="{FF2B5EF4-FFF2-40B4-BE49-F238E27FC236}">
                  <a16:creationId xmlns:a16="http://schemas.microsoft.com/office/drawing/2014/main" id="{4F8D82E7-8DF8-4BAD-A5CD-4B22AE8655DB}"/>
                </a:ext>
              </a:extLst>
            </p:cNvPr>
            <p:cNvSpPr>
              <a:spLocks/>
            </p:cNvSpPr>
            <p:nvPr/>
          </p:nvSpPr>
          <p:spPr bwMode="auto">
            <a:xfrm>
              <a:off x="5135563" y="2149476"/>
              <a:ext cx="101600" cy="103188"/>
            </a:xfrm>
            <a:custGeom>
              <a:avLst/>
              <a:gdLst>
                <a:gd name="T0" fmla="*/ 0 w 53"/>
                <a:gd name="T1" fmla="*/ 29 h 54"/>
                <a:gd name="T2" fmla="*/ 28 w 53"/>
                <a:gd name="T3" fmla="*/ 0 h 54"/>
                <a:gd name="T4" fmla="*/ 53 w 53"/>
                <a:gd name="T5" fmla="*/ 25 h 54"/>
                <a:gd name="T6" fmla="*/ 24 w 53"/>
                <a:gd name="T7" fmla="*/ 54 h 54"/>
                <a:gd name="T8" fmla="*/ 24 w 53"/>
                <a:gd name="T9" fmla="*/ 54 h 54"/>
                <a:gd name="T10" fmla="*/ 0 w 53"/>
                <a:gd name="T11" fmla="*/ 29 h 54"/>
              </a:gdLst>
              <a:ahLst/>
              <a:cxnLst>
                <a:cxn ang="0">
                  <a:pos x="T0" y="T1"/>
                </a:cxn>
                <a:cxn ang="0">
                  <a:pos x="T2" y="T3"/>
                </a:cxn>
                <a:cxn ang="0">
                  <a:pos x="T4" y="T5"/>
                </a:cxn>
                <a:cxn ang="0">
                  <a:pos x="T6" y="T7"/>
                </a:cxn>
                <a:cxn ang="0">
                  <a:pos x="T8" y="T9"/>
                </a:cxn>
                <a:cxn ang="0">
                  <a:pos x="T10" y="T11"/>
                </a:cxn>
              </a:cxnLst>
              <a:rect l="0" t="0" r="r" b="b"/>
              <a:pathLst>
                <a:path w="53" h="54">
                  <a:moveTo>
                    <a:pt x="0" y="29"/>
                  </a:moveTo>
                  <a:cubicBezTo>
                    <a:pt x="0" y="12"/>
                    <a:pt x="13" y="0"/>
                    <a:pt x="28" y="0"/>
                  </a:cubicBezTo>
                  <a:cubicBezTo>
                    <a:pt x="43" y="0"/>
                    <a:pt x="53" y="10"/>
                    <a:pt x="53" y="25"/>
                  </a:cubicBezTo>
                  <a:cubicBezTo>
                    <a:pt x="53" y="43"/>
                    <a:pt x="40" y="54"/>
                    <a:pt x="24" y="54"/>
                  </a:cubicBezTo>
                  <a:cubicBezTo>
                    <a:pt x="24" y="54"/>
                    <a:pt x="24" y="54"/>
                    <a:pt x="24" y="54"/>
                  </a:cubicBezTo>
                  <a:cubicBezTo>
                    <a:pt x="10" y="54"/>
                    <a:pt x="0" y="43"/>
                    <a:pt x="0" y="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a:extLst>
                <a:ext uri="{FF2B5EF4-FFF2-40B4-BE49-F238E27FC236}">
                  <a16:creationId xmlns:a16="http://schemas.microsoft.com/office/drawing/2014/main" id="{2A670829-99B7-47EE-A2CE-48EBF3CD9493}"/>
                </a:ext>
              </a:extLst>
            </p:cNvPr>
            <p:cNvSpPr>
              <a:spLocks/>
            </p:cNvSpPr>
            <p:nvPr/>
          </p:nvSpPr>
          <p:spPr bwMode="auto">
            <a:xfrm>
              <a:off x="3651250" y="2306638"/>
              <a:ext cx="785813" cy="534988"/>
            </a:xfrm>
            <a:custGeom>
              <a:avLst/>
              <a:gdLst>
                <a:gd name="T0" fmla="*/ 384 w 406"/>
                <a:gd name="T1" fmla="*/ 184 h 277"/>
                <a:gd name="T2" fmla="*/ 406 w 406"/>
                <a:gd name="T3" fmla="*/ 215 h 277"/>
                <a:gd name="T4" fmla="*/ 263 w 406"/>
                <a:gd name="T5" fmla="*/ 277 h 277"/>
                <a:gd name="T6" fmla="*/ 38 w 406"/>
                <a:gd name="T7" fmla="*/ 196 h 277"/>
                <a:gd name="T8" fmla="*/ 6 w 406"/>
                <a:gd name="T9" fmla="*/ 196 h 277"/>
                <a:gd name="T10" fmla="*/ 0 w 406"/>
                <a:gd name="T11" fmla="*/ 163 h 277"/>
                <a:gd name="T12" fmla="*/ 123 w 406"/>
                <a:gd name="T13" fmla="*/ 38 h 277"/>
                <a:gd name="T14" fmla="*/ 28 w 406"/>
                <a:gd name="T15" fmla="*/ 38 h 277"/>
                <a:gd name="T16" fmla="*/ 35 w 406"/>
                <a:gd name="T17" fmla="*/ 0 h 277"/>
                <a:gd name="T18" fmla="*/ 191 w 406"/>
                <a:gd name="T19" fmla="*/ 0 h 277"/>
                <a:gd name="T20" fmla="*/ 185 w 406"/>
                <a:gd name="T21" fmla="*/ 35 h 277"/>
                <a:gd name="T22" fmla="*/ 65 w 406"/>
                <a:gd name="T23" fmla="*/ 157 h 277"/>
                <a:gd name="T24" fmla="*/ 269 w 406"/>
                <a:gd name="T25" fmla="*/ 239 h 277"/>
                <a:gd name="T26" fmla="*/ 384 w 406"/>
                <a:gd name="T27" fmla="*/ 18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6" h="277">
                  <a:moveTo>
                    <a:pt x="384" y="184"/>
                  </a:moveTo>
                  <a:cubicBezTo>
                    <a:pt x="406" y="215"/>
                    <a:pt x="406" y="215"/>
                    <a:pt x="406" y="215"/>
                  </a:cubicBezTo>
                  <a:cubicBezTo>
                    <a:pt x="392" y="230"/>
                    <a:pt x="340" y="277"/>
                    <a:pt x="263" y="277"/>
                  </a:cubicBezTo>
                  <a:cubicBezTo>
                    <a:pt x="153" y="277"/>
                    <a:pt x="147" y="196"/>
                    <a:pt x="38" y="196"/>
                  </a:cubicBezTo>
                  <a:cubicBezTo>
                    <a:pt x="6" y="196"/>
                    <a:pt x="6" y="196"/>
                    <a:pt x="6" y="196"/>
                  </a:cubicBezTo>
                  <a:cubicBezTo>
                    <a:pt x="0" y="163"/>
                    <a:pt x="0" y="163"/>
                    <a:pt x="0" y="163"/>
                  </a:cubicBezTo>
                  <a:cubicBezTo>
                    <a:pt x="123" y="38"/>
                    <a:pt x="123" y="38"/>
                    <a:pt x="123" y="38"/>
                  </a:cubicBezTo>
                  <a:cubicBezTo>
                    <a:pt x="28" y="38"/>
                    <a:pt x="28" y="38"/>
                    <a:pt x="28" y="38"/>
                  </a:cubicBezTo>
                  <a:cubicBezTo>
                    <a:pt x="35" y="0"/>
                    <a:pt x="35" y="0"/>
                    <a:pt x="35" y="0"/>
                  </a:cubicBezTo>
                  <a:cubicBezTo>
                    <a:pt x="191" y="0"/>
                    <a:pt x="191" y="0"/>
                    <a:pt x="191" y="0"/>
                  </a:cubicBezTo>
                  <a:cubicBezTo>
                    <a:pt x="185" y="35"/>
                    <a:pt x="185" y="35"/>
                    <a:pt x="185" y="35"/>
                  </a:cubicBezTo>
                  <a:cubicBezTo>
                    <a:pt x="65" y="157"/>
                    <a:pt x="65" y="157"/>
                    <a:pt x="65" y="157"/>
                  </a:cubicBezTo>
                  <a:cubicBezTo>
                    <a:pt x="157" y="157"/>
                    <a:pt x="179" y="239"/>
                    <a:pt x="269" y="239"/>
                  </a:cubicBezTo>
                  <a:cubicBezTo>
                    <a:pt x="324" y="239"/>
                    <a:pt x="368" y="201"/>
                    <a:pt x="384" y="1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a:extLst>
                <a:ext uri="{FF2B5EF4-FFF2-40B4-BE49-F238E27FC236}">
                  <a16:creationId xmlns:a16="http://schemas.microsoft.com/office/drawing/2014/main" id="{FBDE4CA1-3A01-472B-AD71-226981E38637}"/>
                </a:ext>
              </a:extLst>
            </p:cNvPr>
            <p:cNvSpPr>
              <a:spLocks noEditPoints="1"/>
            </p:cNvSpPr>
            <p:nvPr/>
          </p:nvSpPr>
          <p:spPr bwMode="auto">
            <a:xfrm>
              <a:off x="4016375" y="2297113"/>
              <a:ext cx="376238" cy="398463"/>
            </a:xfrm>
            <a:custGeom>
              <a:avLst/>
              <a:gdLst>
                <a:gd name="T0" fmla="*/ 87 w 194"/>
                <a:gd name="T1" fmla="*/ 169 h 206"/>
                <a:gd name="T2" fmla="*/ 49 w 194"/>
                <a:gd name="T3" fmla="*/ 123 h 206"/>
                <a:gd name="T4" fmla="*/ 108 w 194"/>
                <a:gd name="T5" fmla="*/ 37 h 206"/>
                <a:gd name="T6" fmla="*/ 145 w 194"/>
                <a:gd name="T7" fmla="*/ 82 h 206"/>
                <a:gd name="T8" fmla="*/ 87 w 194"/>
                <a:gd name="T9" fmla="*/ 169 h 206"/>
                <a:gd name="T10" fmla="*/ 114 w 194"/>
                <a:gd name="T11" fmla="*/ 0 h 206"/>
                <a:gd name="T12" fmla="*/ 0 w 194"/>
                <a:gd name="T13" fmla="*/ 125 h 206"/>
                <a:gd name="T14" fmla="*/ 80 w 194"/>
                <a:gd name="T15" fmla="*/ 206 h 206"/>
                <a:gd name="T16" fmla="*/ 194 w 194"/>
                <a:gd name="T17" fmla="*/ 82 h 206"/>
                <a:gd name="T18" fmla="*/ 114 w 194"/>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06">
                  <a:moveTo>
                    <a:pt x="87" y="169"/>
                  </a:moveTo>
                  <a:cubicBezTo>
                    <a:pt x="63" y="169"/>
                    <a:pt x="49" y="150"/>
                    <a:pt x="49" y="123"/>
                  </a:cubicBezTo>
                  <a:cubicBezTo>
                    <a:pt x="49" y="87"/>
                    <a:pt x="70" y="37"/>
                    <a:pt x="108" y="37"/>
                  </a:cubicBezTo>
                  <a:cubicBezTo>
                    <a:pt x="137" y="37"/>
                    <a:pt x="145" y="62"/>
                    <a:pt x="145" y="82"/>
                  </a:cubicBezTo>
                  <a:cubicBezTo>
                    <a:pt x="145" y="121"/>
                    <a:pt x="122" y="169"/>
                    <a:pt x="87" y="169"/>
                  </a:cubicBezTo>
                  <a:moveTo>
                    <a:pt x="114" y="0"/>
                  </a:moveTo>
                  <a:cubicBezTo>
                    <a:pt x="47" y="0"/>
                    <a:pt x="0" y="58"/>
                    <a:pt x="0" y="125"/>
                  </a:cubicBezTo>
                  <a:cubicBezTo>
                    <a:pt x="0" y="171"/>
                    <a:pt x="31" y="206"/>
                    <a:pt x="80" y="206"/>
                  </a:cubicBezTo>
                  <a:cubicBezTo>
                    <a:pt x="147" y="206"/>
                    <a:pt x="194" y="148"/>
                    <a:pt x="194" y="82"/>
                  </a:cubicBezTo>
                  <a:cubicBezTo>
                    <a:pt x="194" y="38"/>
                    <a:pt x="166" y="0"/>
                    <a:pt x="11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9">
              <a:extLst>
                <a:ext uri="{FF2B5EF4-FFF2-40B4-BE49-F238E27FC236}">
                  <a16:creationId xmlns:a16="http://schemas.microsoft.com/office/drawing/2014/main" id="{B3715847-9098-4B87-BF81-7B8C780B3FBE}"/>
                </a:ext>
              </a:extLst>
            </p:cNvPr>
            <p:cNvSpPr>
              <a:spLocks noEditPoints="1"/>
            </p:cNvSpPr>
            <p:nvPr/>
          </p:nvSpPr>
          <p:spPr bwMode="auto">
            <a:xfrm>
              <a:off x="4437063" y="2297113"/>
              <a:ext cx="338138" cy="398463"/>
            </a:xfrm>
            <a:custGeom>
              <a:avLst/>
              <a:gdLst>
                <a:gd name="T0" fmla="*/ 106 w 175"/>
                <a:gd name="T1" fmla="*/ 35 h 206"/>
                <a:gd name="T2" fmla="*/ 131 w 175"/>
                <a:gd name="T3" fmla="*/ 56 h 206"/>
                <a:gd name="T4" fmla="*/ 131 w 175"/>
                <a:gd name="T5" fmla="*/ 56 h 206"/>
                <a:gd name="T6" fmla="*/ 51 w 175"/>
                <a:gd name="T7" fmla="*/ 85 h 206"/>
                <a:gd name="T8" fmla="*/ 106 w 175"/>
                <a:gd name="T9" fmla="*/ 35 h 206"/>
                <a:gd name="T10" fmla="*/ 175 w 175"/>
                <a:gd name="T11" fmla="*/ 56 h 206"/>
                <a:gd name="T12" fmla="*/ 112 w 175"/>
                <a:gd name="T13" fmla="*/ 0 h 206"/>
                <a:gd name="T14" fmla="*/ 0 w 175"/>
                <a:gd name="T15" fmla="*/ 124 h 206"/>
                <a:gd name="T16" fmla="*/ 81 w 175"/>
                <a:gd name="T17" fmla="*/ 206 h 206"/>
                <a:gd name="T18" fmla="*/ 150 w 175"/>
                <a:gd name="T19" fmla="*/ 190 h 206"/>
                <a:gd name="T20" fmla="*/ 146 w 175"/>
                <a:gd name="T21" fmla="*/ 156 h 206"/>
                <a:gd name="T22" fmla="*/ 92 w 175"/>
                <a:gd name="T23" fmla="*/ 168 h 206"/>
                <a:gd name="T24" fmla="*/ 52 w 175"/>
                <a:gd name="T25" fmla="*/ 148 h 206"/>
                <a:gd name="T26" fmla="*/ 46 w 175"/>
                <a:gd name="T27" fmla="*/ 120 h 206"/>
                <a:gd name="T28" fmla="*/ 175 w 175"/>
                <a:gd name="T29" fmla="*/ 5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 h="206">
                  <a:moveTo>
                    <a:pt x="106" y="35"/>
                  </a:moveTo>
                  <a:cubicBezTo>
                    <a:pt x="120" y="35"/>
                    <a:pt x="131" y="43"/>
                    <a:pt x="131" y="56"/>
                  </a:cubicBezTo>
                  <a:cubicBezTo>
                    <a:pt x="131" y="56"/>
                    <a:pt x="131" y="56"/>
                    <a:pt x="131" y="56"/>
                  </a:cubicBezTo>
                  <a:cubicBezTo>
                    <a:pt x="131" y="79"/>
                    <a:pt x="100" y="86"/>
                    <a:pt x="51" y="85"/>
                  </a:cubicBezTo>
                  <a:cubicBezTo>
                    <a:pt x="57" y="62"/>
                    <a:pt x="76" y="35"/>
                    <a:pt x="106" y="35"/>
                  </a:cubicBezTo>
                  <a:moveTo>
                    <a:pt x="175" y="56"/>
                  </a:moveTo>
                  <a:cubicBezTo>
                    <a:pt x="175" y="23"/>
                    <a:pt x="150" y="0"/>
                    <a:pt x="112" y="0"/>
                  </a:cubicBezTo>
                  <a:cubicBezTo>
                    <a:pt x="44" y="0"/>
                    <a:pt x="0" y="65"/>
                    <a:pt x="0" y="124"/>
                  </a:cubicBezTo>
                  <a:cubicBezTo>
                    <a:pt x="0" y="172"/>
                    <a:pt x="27" y="206"/>
                    <a:pt x="81" y="206"/>
                  </a:cubicBezTo>
                  <a:cubicBezTo>
                    <a:pt x="105" y="206"/>
                    <a:pt x="131" y="200"/>
                    <a:pt x="150" y="190"/>
                  </a:cubicBezTo>
                  <a:cubicBezTo>
                    <a:pt x="146" y="156"/>
                    <a:pt x="146" y="156"/>
                    <a:pt x="146" y="156"/>
                  </a:cubicBezTo>
                  <a:cubicBezTo>
                    <a:pt x="132" y="163"/>
                    <a:pt x="114" y="168"/>
                    <a:pt x="92" y="168"/>
                  </a:cubicBezTo>
                  <a:cubicBezTo>
                    <a:pt x="73" y="168"/>
                    <a:pt x="59" y="162"/>
                    <a:pt x="52" y="148"/>
                  </a:cubicBezTo>
                  <a:cubicBezTo>
                    <a:pt x="47" y="141"/>
                    <a:pt x="45" y="127"/>
                    <a:pt x="46" y="120"/>
                  </a:cubicBezTo>
                  <a:cubicBezTo>
                    <a:pt x="122" y="122"/>
                    <a:pt x="175" y="106"/>
                    <a:pt x="175" y="5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0">
              <a:extLst>
                <a:ext uri="{FF2B5EF4-FFF2-40B4-BE49-F238E27FC236}">
                  <a16:creationId xmlns:a16="http://schemas.microsoft.com/office/drawing/2014/main" id="{5D81C1AA-FE3F-476E-B7FD-7E175ADD0339}"/>
                </a:ext>
              </a:extLst>
            </p:cNvPr>
            <p:cNvSpPr>
              <a:spLocks/>
            </p:cNvSpPr>
            <p:nvPr/>
          </p:nvSpPr>
          <p:spPr bwMode="auto">
            <a:xfrm>
              <a:off x="5205413" y="2297113"/>
              <a:ext cx="292100" cy="398463"/>
            </a:xfrm>
            <a:custGeom>
              <a:avLst/>
              <a:gdLst>
                <a:gd name="T0" fmla="*/ 102 w 151"/>
                <a:gd name="T1" fmla="*/ 35 h 206"/>
                <a:gd name="T2" fmla="*/ 138 w 151"/>
                <a:gd name="T3" fmla="*/ 44 h 206"/>
                <a:gd name="T4" fmla="*/ 151 w 151"/>
                <a:gd name="T5" fmla="*/ 10 h 206"/>
                <a:gd name="T6" fmla="*/ 104 w 151"/>
                <a:gd name="T7" fmla="*/ 0 h 206"/>
                <a:gd name="T8" fmla="*/ 25 w 151"/>
                <a:gd name="T9" fmla="*/ 65 h 206"/>
                <a:gd name="T10" fmla="*/ 63 w 151"/>
                <a:gd name="T11" fmla="*/ 116 h 206"/>
                <a:gd name="T12" fmla="*/ 89 w 151"/>
                <a:gd name="T13" fmla="*/ 146 h 206"/>
                <a:gd name="T14" fmla="*/ 59 w 151"/>
                <a:gd name="T15" fmla="*/ 171 h 206"/>
                <a:gd name="T16" fmla="*/ 12 w 151"/>
                <a:gd name="T17" fmla="*/ 157 h 206"/>
                <a:gd name="T18" fmla="*/ 0 w 151"/>
                <a:gd name="T19" fmla="*/ 191 h 206"/>
                <a:gd name="T20" fmla="*/ 55 w 151"/>
                <a:gd name="T21" fmla="*/ 206 h 206"/>
                <a:gd name="T22" fmla="*/ 138 w 151"/>
                <a:gd name="T23" fmla="*/ 138 h 206"/>
                <a:gd name="T24" fmla="*/ 97 w 151"/>
                <a:gd name="T25" fmla="*/ 85 h 206"/>
                <a:gd name="T26" fmla="*/ 72 w 151"/>
                <a:gd name="T27" fmla="*/ 58 h 206"/>
                <a:gd name="T28" fmla="*/ 102 w 151"/>
                <a:gd name="T29" fmla="*/ 3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206">
                  <a:moveTo>
                    <a:pt x="102" y="35"/>
                  </a:moveTo>
                  <a:cubicBezTo>
                    <a:pt x="118" y="35"/>
                    <a:pt x="131" y="40"/>
                    <a:pt x="138" y="44"/>
                  </a:cubicBezTo>
                  <a:cubicBezTo>
                    <a:pt x="151" y="10"/>
                    <a:pt x="151" y="10"/>
                    <a:pt x="151" y="10"/>
                  </a:cubicBezTo>
                  <a:cubicBezTo>
                    <a:pt x="142" y="5"/>
                    <a:pt x="125" y="0"/>
                    <a:pt x="104" y="0"/>
                  </a:cubicBezTo>
                  <a:cubicBezTo>
                    <a:pt x="58" y="0"/>
                    <a:pt x="25" y="27"/>
                    <a:pt x="25" y="65"/>
                  </a:cubicBezTo>
                  <a:cubicBezTo>
                    <a:pt x="25" y="87"/>
                    <a:pt x="41" y="104"/>
                    <a:pt x="63" y="116"/>
                  </a:cubicBezTo>
                  <a:cubicBezTo>
                    <a:pt x="83" y="126"/>
                    <a:pt x="89" y="134"/>
                    <a:pt x="89" y="146"/>
                  </a:cubicBezTo>
                  <a:cubicBezTo>
                    <a:pt x="89" y="159"/>
                    <a:pt x="78" y="170"/>
                    <a:pt x="59" y="171"/>
                  </a:cubicBezTo>
                  <a:cubicBezTo>
                    <a:pt x="41" y="171"/>
                    <a:pt x="22" y="163"/>
                    <a:pt x="12" y="157"/>
                  </a:cubicBezTo>
                  <a:cubicBezTo>
                    <a:pt x="0" y="191"/>
                    <a:pt x="0" y="191"/>
                    <a:pt x="0" y="191"/>
                  </a:cubicBezTo>
                  <a:cubicBezTo>
                    <a:pt x="10" y="199"/>
                    <a:pt x="32" y="205"/>
                    <a:pt x="55" y="206"/>
                  </a:cubicBezTo>
                  <a:cubicBezTo>
                    <a:pt x="102" y="206"/>
                    <a:pt x="138" y="181"/>
                    <a:pt x="138" y="138"/>
                  </a:cubicBezTo>
                  <a:cubicBezTo>
                    <a:pt x="138" y="113"/>
                    <a:pt x="119" y="97"/>
                    <a:pt x="97" y="85"/>
                  </a:cubicBezTo>
                  <a:cubicBezTo>
                    <a:pt x="81" y="77"/>
                    <a:pt x="72" y="69"/>
                    <a:pt x="72" y="58"/>
                  </a:cubicBezTo>
                  <a:cubicBezTo>
                    <a:pt x="72" y="45"/>
                    <a:pt x="84" y="35"/>
                    <a:pt x="102" y="3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1">
              <a:extLst>
                <a:ext uri="{FF2B5EF4-FFF2-40B4-BE49-F238E27FC236}">
                  <a16:creationId xmlns:a16="http://schemas.microsoft.com/office/drawing/2014/main" id="{556DC011-F281-444D-9D5C-C7026E5D6243}"/>
                </a:ext>
              </a:extLst>
            </p:cNvPr>
            <p:cNvSpPr>
              <a:spLocks/>
            </p:cNvSpPr>
            <p:nvPr/>
          </p:nvSpPr>
          <p:spPr bwMode="auto">
            <a:xfrm>
              <a:off x="5049838" y="2306638"/>
              <a:ext cx="163513" cy="379413"/>
            </a:xfrm>
            <a:custGeom>
              <a:avLst/>
              <a:gdLst>
                <a:gd name="T0" fmla="*/ 0 w 103"/>
                <a:gd name="T1" fmla="*/ 239 h 239"/>
                <a:gd name="T2" fmla="*/ 57 w 103"/>
                <a:gd name="T3" fmla="*/ 239 h 239"/>
                <a:gd name="T4" fmla="*/ 103 w 103"/>
                <a:gd name="T5" fmla="*/ 0 h 239"/>
                <a:gd name="T6" fmla="*/ 45 w 103"/>
                <a:gd name="T7" fmla="*/ 0 h 239"/>
                <a:gd name="T8" fmla="*/ 0 w 103"/>
                <a:gd name="T9" fmla="*/ 239 h 239"/>
              </a:gdLst>
              <a:ahLst/>
              <a:cxnLst>
                <a:cxn ang="0">
                  <a:pos x="T0" y="T1"/>
                </a:cxn>
                <a:cxn ang="0">
                  <a:pos x="T2" y="T3"/>
                </a:cxn>
                <a:cxn ang="0">
                  <a:pos x="T4" y="T5"/>
                </a:cxn>
                <a:cxn ang="0">
                  <a:pos x="T6" y="T7"/>
                </a:cxn>
                <a:cxn ang="0">
                  <a:pos x="T8" y="T9"/>
                </a:cxn>
              </a:cxnLst>
              <a:rect l="0" t="0" r="r" b="b"/>
              <a:pathLst>
                <a:path w="103" h="239">
                  <a:moveTo>
                    <a:pt x="0" y="239"/>
                  </a:moveTo>
                  <a:lnTo>
                    <a:pt x="57" y="239"/>
                  </a:lnTo>
                  <a:lnTo>
                    <a:pt x="103" y="0"/>
                  </a:lnTo>
                  <a:lnTo>
                    <a:pt x="45" y="0"/>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2">
              <a:extLst>
                <a:ext uri="{FF2B5EF4-FFF2-40B4-BE49-F238E27FC236}">
                  <a16:creationId xmlns:a16="http://schemas.microsoft.com/office/drawing/2014/main" id="{A2051EF0-4033-459D-9B6E-9372691E59CC}"/>
                </a:ext>
              </a:extLst>
            </p:cNvPr>
            <p:cNvSpPr>
              <a:spLocks/>
            </p:cNvSpPr>
            <p:nvPr/>
          </p:nvSpPr>
          <p:spPr bwMode="auto">
            <a:xfrm>
              <a:off x="4816475" y="2208213"/>
              <a:ext cx="241300" cy="487363"/>
            </a:xfrm>
            <a:custGeom>
              <a:avLst/>
              <a:gdLst>
                <a:gd name="T0" fmla="*/ 71 w 125"/>
                <a:gd name="T1" fmla="*/ 214 h 252"/>
                <a:gd name="T2" fmla="*/ 53 w 125"/>
                <a:gd name="T3" fmla="*/ 188 h 252"/>
                <a:gd name="T4" fmla="*/ 73 w 125"/>
                <a:gd name="T5" fmla="*/ 87 h 252"/>
                <a:gd name="T6" fmla="*/ 117 w 125"/>
                <a:gd name="T7" fmla="*/ 87 h 252"/>
                <a:gd name="T8" fmla="*/ 125 w 125"/>
                <a:gd name="T9" fmla="*/ 51 h 252"/>
                <a:gd name="T10" fmla="*/ 80 w 125"/>
                <a:gd name="T11" fmla="*/ 51 h 252"/>
                <a:gd name="T12" fmla="*/ 90 w 125"/>
                <a:gd name="T13" fmla="*/ 0 h 252"/>
                <a:gd name="T14" fmla="*/ 41 w 125"/>
                <a:gd name="T15" fmla="*/ 14 h 252"/>
                <a:gd name="T16" fmla="*/ 34 w 125"/>
                <a:gd name="T17" fmla="*/ 51 h 252"/>
                <a:gd name="T18" fmla="*/ 7 w 125"/>
                <a:gd name="T19" fmla="*/ 51 h 252"/>
                <a:gd name="T20" fmla="*/ 0 w 125"/>
                <a:gd name="T21" fmla="*/ 87 h 252"/>
                <a:gd name="T22" fmla="*/ 27 w 125"/>
                <a:gd name="T23" fmla="*/ 87 h 252"/>
                <a:gd name="T24" fmla="*/ 7 w 125"/>
                <a:gd name="T25" fmla="*/ 191 h 252"/>
                <a:gd name="T26" fmla="*/ 62 w 125"/>
                <a:gd name="T27" fmla="*/ 252 h 252"/>
                <a:gd name="T28" fmla="*/ 92 w 125"/>
                <a:gd name="T29" fmla="*/ 247 h 252"/>
                <a:gd name="T30" fmla="*/ 94 w 125"/>
                <a:gd name="T31" fmla="*/ 210 h 252"/>
                <a:gd name="T32" fmla="*/ 71 w 125"/>
                <a:gd name="T33" fmla="*/ 214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52">
                  <a:moveTo>
                    <a:pt x="71" y="214"/>
                  </a:moveTo>
                  <a:cubicBezTo>
                    <a:pt x="57" y="214"/>
                    <a:pt x="50" y="205"/>
                    <a:pt x="53" y="188"/>
                  </a:cubicBezTo>
                  <a:cubicBezTo>
                    <a:pt x="73" y="87"/>
                    <a:pt x="73" y="87"/>
                    <a:pt x="73" y="87"/>
                  </a:cubicBezTo>
                  <a:cubicBezTo>
                    <a:pt x="117" y="87"/>
                    <a:pt x="117" y="87"/>
                    <a:pt x="117" y="87"/>
                  </a:cubicBezTo>
                  <a:cubicBezTo>
                    <a:pt x="125" y="51"/>
                    <a:pt x="125" y="51"/>
                    <a:pt x="125" y="51"/>
                  </a:cubicBezTo>
                  <a:cubicBezTo>
                    <a:pt x="80" y="51"/>
                    <a:pt x="80" y="51"/>
                    <a:pt x="80" y="51"/>
                  </a:cubicBezTo>
                  <a:cubicBezTo>
                    <a:pt x="90" y="0"/>
                    <a:pt x="90" y="0"/>
                    <a:pt x="90" y="0"/>
                  </a:cubicBezTo>
                  <a:cubicBezTo>
                    <a:pt x="41" y="14"/>
                    <a:pt x="41" y="14"/>
                    <a:pt x="41" y="14"/>
                  </a:cubicBezTo>
                  <a:cubicBezTo>
                    <a:pt x="34" y="51"/>
                    <a:pt x="34" y="51"/>
                    <a:pt x="34" y="51"/>
                  </a:cubicBezTo>
                  <a:cubicBezTo>
                    <a:pt x="7" y="51"/>
                    <a:pt x="7" y="51"/>
                    <a:pt x="7" y="51"/>
                  </a:cubicBezTo>
                  <a:cubicBezTo>
                    <a:pt x="0" y="87"/>
                    <a:pt x="0" y="87"/>
                    <a:pt x="0" y="87"/>
                  </a:cubicBezTo>
                  <a:cubicBezTo>
                    <a:pt x="27" y="87"/>
                    <a:pt x="27" y="87"/>
                    <a:pt x="27" y="87"/>
                  </a:cubicBezTo>
                  <a:cubicBezTo>
                    <a:pt x="7" y="191"/>
                    <a:pt x="7" y="191"/>
                    <a:pt x="7" y="191"/>
                  </a:cubicBezTo>
                  <a:cubicBezTo>
                    <a:pt x="0" y="228"/>
                    <a:pt x="19" y="252"/>
                    <a:pt x="62" y="252"/>
                  </a:cubicBezTo>
                  <a:cubicBezTo>
                    <a:pt x="71" y="252"/>
                    <a:pt x="82" y="249"/>
                    <a:pt x="92" y="247"/>
                  </a:cubicBezTo>
                  <a:cubicBezTo>
                    <a:pt x="94" y="210"/>
                    <a:pt x="94" y="210"/>
                    <a:pt x="94" y="210"/>
                  </a:cubicBezTo>
                  <a:cubicBezTo>
                    <a:pt x="86" y="212"/>
                    <a:pt x="78" y="214"/>
                    <a:pt x="71" y="21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28" name="Subtitle 1127">
            <a:extLst>
              <a:ext uri="{FF2B5EF4-FFF2-40B4-BE49-F238E27FC236}">
                <a16:creationId xmlns:a16="http://schemas.microsoft.com/office/drawing/2014/main" id="{75441437-099A-18BD-F651-D56C7396FE81}"/>
              </a:ext>
            </a:extLst>
          </p:cNvPr>
          <p:cNvSpPr>
            <a:spLocks noGrp="1"/>
          </p:cNvSpPr>
          <p:nvPr>
            <p:ph type="subTitle" idx="1"/>
          </p:nvPr>
        </p:nvSpPr>
        <p:spPr>
          <a:xfrm>
            <a:off x="338990" y="2478781"/>
            <a:ext cx="4341264" cy="184666"/>
          </a:xfrm>
        </p:spPr>
        <p:txBody>
          <a:bodyPr/>
          <a:lstStyle/>
          <a:p>
            <a:r>
              <a:rPr lang="en-US" sz="1200" dirty="0">
                <a:solidFill>
                  <a:schemeClr val="bg2"/>
                </a:solidFill>
              </a:rPr>
              <a:t>Subhead | Presentation Date in Arial 14pt</a:t>
            </a:r>
          </a:p>
        </p:txBody>
      </p:sp>
      <p:sp>
        <p:nvSpPr>
          <p:cNvPr id="1130" name="Title 1129">
            <a:extLst>
              <a:ext uri="{FF2B5EF4-FFF2-40B4-BE49-F238E27FC236}">
                <a16:creationId xmlns:a16="http://schemas.microsoft.com/office/drawing/2014/main" id="{00A2E2C3-DAF8-E3F6-F59A-9C770847AF54}"/>
              </a:ext>
            </a:extLst>
          </p:cNvPr>
          <p:cNvSpPr>
            <a:spLocks noGrp="1"/>
          </p:cNvSpPr>
          <p:nvPr>
            <p:ph type="title"/>
          </p:nvPr>
        </p:nvSpPr>
        <p:spPr>
          <a:xfrm>
            <a:off x="336854" y="445140"/>
            <a:ext cx="4343400" cy="1817745"/>
          </a:xfrm>
        </p:spPr>
        <p:txBody>
          <a:bodyPr/>
          <a:lstStyle/>
          <a:p>
            <a:r>
              <a:rPr lang="en-US" dirty="0">
                <a:solidFill>
                  <a:schemeClr val="tx2"/>
                </a:solidFill>
              </a:rPr>
              <a:t>Presentation</a:t>
            </a:r>
            <a:br>
              <a:rPr lang="en-US" dirty="0">
                <a:solidFill>
                  <a:schemeClr val="tx2"/>
                </a:solidFill>
              </a:rPr>
            </a:br>
            <a:r>
              <a:rPr lang="en-US" dirty="0">
                <a:solidFill>
                  <a:schemeClr val="tx2"/>
                </a:solidFill>
              </a:rPr>
              <a:t>Title in Arial Bold 48pt</a:t>
            </a:r>
          </a:p>
        </p:txBody>
      </p:sp>
      <p:sp>
        <p:nvSpPr>
          <p:cNvPr id="1131" name="Rectangle: Top Corners Rounded 1130">
            <a:extLst>
              <a:ext uri="{FF2B5EF4-FFF2-40B4-BE49-F238E27FC236}">
                <a16:creationId xmlns:a16="http://schemas.microsoft.com/office/drawing/2014/main" id="{D8D6E268-BD48-4B1D-5B78-F87DBCDCF2BA}"/>
              </a:ext>
            </a:extLst>
          </p:cNvPr>
          <p:cNvSpPr/>
          <p:nvPr/>
        </p:nvSpPr>
        <p:spPr>
          <a:xfrm rot="5400000">
            <a:off x="-988825" y="1467954"/>
            <a:ext cx="2138633"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132" name="Rectangle: Rounded Corners 1131">
            <a:extLst>
              <a:ext uri="{FF2B5EF4-FFF2-40B4-BE49-F238E27FC236}">
                <a16:creationId xmlns:a16="http://schemas.microsoft.com/office/drawing/2014/main" id="{8BFD6842-3497-357C-BA7E-6EEBC0E36374}"/>
              </a:ext>
            </a:extLst>
          </p:cNvPr>
          <p:cNvSpPr/>
          <p:nvPr/>
        </p:nvSpPr>
        <p:spPr>
          <a:xfrm>
            <a:off x="6915934" y="242340"/>
            <a:ext cx="2063750" cy="2784116"/>
          </a:xfrm>
          <a:prstGeom prst="roundRect">
            <a:avLst>
              <a:gd name="adj" fmla="val 2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endParaRPr lang="en-US" altLang="en-US" sz="900" b="1">
              <a:solidFill>
                <a:schemeClr val="bg2"/>
              </a:solidFill>
              <a:ea typeface="ＭＳ Ｐゴシック" pitchFamily="34" charset="-128"/>
            </a:endParaRPr>
          </a:p>
          <a:p>
            <a:pPr>
              <a:lnSpc>
                <a:spcPct val="90000"/>
              </a:lnSpc>
              <a:spcAft>
                <a:spcPts val="300"/>
              </a:spcAft>
            </a:pPr>
            <a:r>
              <a:rPr lang="en-US" altLang="en-US" sz="900" b="1">
                <a:solidFill>
                  <a:schemeClr val="bg2"/>
                </a:solidFill>
                <a:ea typeface="ＭＳ Ｐゴシック" pitchFamily="34" charset="-128"/>
              </a:rPr>
              <a:t>Change Pictures:</a:t>
            </a:r>
          </a:p>
          <a:p>
            <a:pPr>
              <a:lnSpc>
                <a:spcPct val="90000"/>
              </a:lnSpc>
              <a:spcAft>
                <a:spcPts val="300"/>
              </a:spcAft>
            </a:pPr>
            <a:r>
              <a:rPr lang="en-US" altLang="en-US" sz="900">
                <a:solidFill>
                  <a:schemeClr val="bg2"/>
                </a:solidFill>
                <a:ea typeface="ＭＳ Ｐゴシック" pitchFamily="34" charset="-128"/>
              </a:rPr>
              <a:t>To change images in this template, select an image, click delete, then click on the image icon to upload a new picture.</a:t>
            </a:r>
          </a:p>
          <a:p>
            <a:pPr>
              <a:lnSpc>
                <a:spcPct val="90000"/>
              </a:lnSpc>
              <a:spcAft>
                <a:spcPts val="300"/>
              </a:spcAft>
            </a:pPr>
            <a:r>
              <a:rPr lang="en-US" altLang="en-US" sz="900">
                <a:solidFill>
                  <a:schemeClr val="bg2"/>
                </a:solidFill>
                <a:ea typeface="ＭＳ Ｐゴシック" pitchFamily="34" charset="-128"/>
              </a:rPr>
              <a:t>For title page images, once a new image has been placed, right click on the image, and “send to back” to  make the title re-appear.</a:t>
            </a:r>
          </a:p>
          <a:p>
            <a:pPr>
              <a:lnSpc>
                <a:spcPct val="90000"/>
              </a:lnSpc>
              <a:spcAft>
                <a:spcPts val="600"/>
              </a:spcAft>
            </a:pPr>
            <a:r>
              <a:rPr lang="en-US" altLang="en-US" sz="900">
                <a:solidFill>
                  <a:schemeClr val="bg2"/>
                </a:solidFill>
                <a:ea typeface="ＭＳ Ｐゴシック" pitchFamily="34" charset="-128"/>
              </a:rPr>
              <a:t>If the image needs to be cropped or framed differently, click on the image and use the crop button under the “Format” toolbar to adjust it.</a:t>
            </a:r>
          </a:p>
          <a:p>
            <a:pPr>
              <a:lnSpc>
                <a:spcPct val="90000"/>
              </a:lnSpc>
              <a:spcAft>
                <a:spcPts val="600"/>
              </a:spcAft>
            </a:pPr>
            <a:r>
              <a:rPr lang="en-US" altLang="en-US" sz="900" b="1">
                <a:solidFill>
                  <a:schemeClr val="bg2"/>
                </a:solidFill>
                <a:ea typeface="ＭＳ Ｐゴシック" pitchFamily="34" charset="-128"/>
              </a:rPr>
              <a:t>Additional Images:</a:t>
            </a:r>
          </a:p>
          <a:p>
            <a:pPr>
              <a:lnSpc>
                <a:spcPct val="90000"/>
              </a:lnSpc>
              <a:spcAft>
                <a:spcPts val="300"/>
              </a:spcAft>
            </a:pPr>
            <a:r>
              <a:rPr lang="en-US" sz="900">
                <a:solidFill>
                  <a:schemeClr val="bg2"/>
                </a:solidFill>
              </a:rPr>
              <a:t>Be sure to visit </a:t>
            </a:r>
            <a:r>
              <a:rPr lang="en-US" sz="900" u="sng">
                <a:solidFill>
                  <a:schemeClr val="tx2"/>
                </a:solidFill>
                <a:hlinkClick r:id="rId3">
                  <a:extLst>
                    <a:ext uri="{A12FA001-AC4F-418D-AE19-62706E023703}">
                      <ahyp:hlinkClr xmlns:ahyp="http://schemas.microsoft.com/office/drawing/2018/hyperlinkcolor" val="tx"/>
                    </a:ext>
                  </a:extLst>
                </a:hlinkClick>
              </a:rPr>
              <a:t>Brand Central </a:t>
            </a:r>
            <a:r>
              <a:rPr lang="en-US" sz="900">
                <a:solidFill>
                  <a:schemeClr val="bg2"/>
                </a:solidFill>
              </a:rPr>
              <a:t>for a range of Zoetis imagery.</a:t>
            </a:r>
            <a:endParaRPr lang="en-US" altLang="en-US" sz="900">
              <a:solidFill>
                <a:schemeClr val="bg1"/>
              </a:solidFill>
              <a:ea typeface="ＭＳ Ｐゴシック" pitchFamily="34" charset="-128"/>
            </a:endParaRPr>
          </a:p>
        </p:txBody>
      </p:sp>
    </p:spTree>
    <p:extLst>
      <p:ext uri="{BB962C8B-B14F-4D97-AF65-F5344CB8AC3E}">
        <p14:creationId xmlns:p14="http://schemas.microsoft.com/office/powerpoint/2010/main" val="2588573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6CC2E6F-F4F6-DC5D-7B02-8B765B30E138}"/>
              </a:ext>
            </a:extLst>
          </p:cNvPr>
          <p:cNvSpPr>
            <a:spLocks noGrp="1"/>
          </p:cNvSpPr>
          <p:nvPr>
            <p:ph type="subTitle" idx="1"/>
          </p:nvPr>
        </p:nvSpPr>
        <p:spPr/>
        <p:txBody>
          <a:bodyPr/>
          <a:lstStyle/>
          <a:p>
            <a:r>
              <a:rPr lang="en-US"/>
              <a:t>Subhead | Presentation Date in Arial 14pt</a:t>
            </a:r>
          </a:p>
        </p:txBody>
      </p:sp>
      <p:sp>
        <p:nvSpPr>
          <p:cNvPr id="3" name="Title 2">
            <a:extLst>
              <a:ext uri="{FF2B5EF4-FFF2-40B4-BE49-F238E27FC236}">
                <a16:creationId xmlns:a16="http://schemas.microsoft.com/office/drawing/2014/main" id="{861617BB-57D2-5761-0177-CD485F630D2D}"/>
              </a:ext>
            </a:extLst>
          </p:cNvPr>
          <p:cNvSpPr>
            <a:spLocks noGrp="1"/>
          </p:cNvSpPr>
          <p:nvPr>
            <p:ph type="title"/>
          </p:nvPr>
        </p:nvSpPr>
        <p:spPr/>
        <p:txBody>
          <a:bodyPr/>
          <a:lstStyle/>
          <a:p>
            <a:r>
              <a:rPr lang="en-US"/>
              <a:t>Presentation</a:t>
            </a:r>
            <a:br>
              <a:rPr lang="en-US"/>
            </a:br>
            <a:r>
              <a:rPr lang="en-US"/>
              <a:t>Title in Arial Bold 48pt</a:t>
            </a:r>
          </a:p>
        </p:txBody>
      </p:sp>
    </p:spTree>
    <p:extLst>
      <p:ext uri="{BB962C8B-B14F-4D97-AF65-F5344CB8AC3E}">
        <p14:creationId xmlns:p14="http://schemas.microsoft.com/office/powerpoint/2010/main" val="225083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9F3714-0384-1866-6A7D-0D38C28DA489}"/>
              </a:ext>
            </a:extLst>
          </p:cNvPr>
          <p:cNvSpPr>
            <a:spLocks noGrp="1"/>
          </p:cNvSpPr>
          <p:nvPr>
            <p:ph type="ftr" sz="quarter" idx="16"/>
          </p:nvPr>
        </p:nvSpPr>
        <p:spPr/>
        <p:txBody>
          <a:bodyPr/>
          <a:lstStyle/>
          <a:p>
            <a:r>
              <a:rPr lang="en-US"/>
              <a:t>Presentation Name or Footer Copy</a:t>
            </a:r>
          </a:p>
        </p:txBody>
      </p:sp>
      <p:sp>
        <p:nvSpPr>
          <p:cNvPr id="173" name="Rectangle: Rounded Corners 172">
            <a:extLst>
              <a:ext uri="{FF2B5EF4-FFF2-40B4-BE49-F238E27FC236}">
                <a16:creationId xmlns:a16="http://schemas.microsoft.com/office/drawing/2014/main" id="{F0290B8E-879C-79D4-443E-95CDC861FDA4}"/>
              </a:ext>
            </a:extLst>
          </p:cNvPr>
          <p:cNvSpPr/>
          <p:nvPr/>
        </p:nvSpPr>
        <p:spPr>
          <a:xfrm>
            <a:off x="336518"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4" name="Rectangle: Rounded Corners 173">
            <a:extLst>
              <a:ext uri="{FF2B5EF4-FFF2-40B4-BE49-F238E27FC236}">
                <a16:creationId xmlns:a16="http://schemas.microsoft.com/office/drawing/2014/main" id="{39CF9972-EA84-E670-30C7-D997E88B391F}"/>
              </a:ext>
            </a:extLst>
          </p:cNvPr>
          <p:cNvSpPr/>
          <p:nvPr/>
        </p:nvSpPr>
        <p:spPr>
          <a:xfrm>
            <a:off x="7492931"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5" name="Rectangle: Rounded Corners 174">
            <a:extLst>
              <a:ext uri="{FF2B5EF4-FFF2-40B4-BE49-F238E27FC236}">
                <a16:creationId xmlns:a16="http://schemas.microsoft.com/office/drawing/2014/main" id="{4F8C1026-2812-816C-24B0-30212C2576CB}"/>
              </a:ext>
            </a:extLst>
          </p:cNvPr>
          <p:cNvSpPr/>
          <p:nvPr/>
        </p:nvSpPr>
        <p:spPr>
          <a:xfrm>
            <a:off x="6061650"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6" name="Rectangle: Rounded Corners 175">
            <a:extLst>
              <a:ext uri="{FF2B5EF4-FFF2-40B4-BE49-F238E27FC236}">
                <a16:creationId xmlns:a16="http://schemas.microsoft.com/office/drawing/2014/main" id="{70D64E2F-CE90-4D0A-A1C6-2ADC382242F0}"/>
              </a:ext>
            </a:extLst>
          </p:cNvPr>
          <p:cNvSpPr/>
          <p:nvPr/>
        </p:nvSpPr>
        <p:spPr>
          <a:xfrm>
            <a:off x="4630367"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7" name="Rectangle: Rounded Corners 176">
            <a:extLst>
              <a:ext uri="{FF2B5EF4-FFF2-40B4-BE49-F238E27FC236}">
                <a16:creationId xmlns:a16="http://schemas.microsoft.com/office/drawing/2014/main" id="{5F8A0097-3242-B9AE-4964-97AC88373110}"/>
              </a:ext>
            </a:extLst>
          </p:cNvPr>
          <p:cNvSpPr/>
          <p:nvPr/>
        </p:nvSpPr>
        <p:spPr>
          <a:xfrm>
            <a:off x="3199084"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8" name="Rectangle: Rounded Corners 177">
            <a:extLst>
              <a:ext uri="{FF2B5EF4-FFF2-40B4-BE49-F238E27FC236}">
                <a16:creationId xmlns:a16="http://schemas.microsoft.com/office/drawing/2014/main" id="{AA0B3F8B-9DE5-1C97-ABC6-3DB3830B75A8}"/>
              </a:ext>
            </a:extLst>
          </p:cNvPr>
          <p:cNvSpPr/>
          <p:nvPr/>
        </p:nvSpPr>
        <p:spPr>
          <a:xfrm>
            <a:off x="1767801" y="1696232"/>
            <a:ext cx="1308606" cy="2153620"/>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79" name="Title 10">
            <a:extLst>
              <a:ext uri="{FF2B5EF4-FFF2-40B4-BE49-F238E27FC236}">
                <a16:creationId xmlns:a16="http://schemas.microsoft.com/office/drawing/2014/main" id="{B28E386D-11BC-FE00-6CF7-B1F24B1976D7}"/>
              </a:ext>
            </a:extLst>
          </p:cNvPr>
          <p:cNvSpPr txBox="1">
            <a:spLocks/>
          </p:cNvSpPr>
          <p:nvPr/>
        </p:nvSpPr>
        <p:spPr>
          <a:xfrm>
            <a:off x="1844719" y="478617"/>
            <a:ext cx="4318186" cy="506940"/>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a:lstStyle>
          <a:p>
            <a:pPr marL="0" marR="0" lvl="0" indent="0" algn="l" defTabSz="685800" rtl="0" eaLnBrk="1" fontAlgn="auto" latinLnBrk="0" hangingPunct="1">
              <a:lnSpc>
                <a:spcPct val="85000"/>
              </a:lnSpc>
              <a:spcBef>
                <a:spcPct val="0"/>
              </a:spcBef>
              <a:spcAft>
                <a:spcPts val="0"/>
              </a:spcAft>
              <a:buClrTx/>
              <a:buSzTx/>
              <a:buFontTx/>
              <a:buNone/>
              <a:tabLst/>
              <a:defRPr/>
            </a:pP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Strategic </a:t>
            </a:r>
            <a:b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b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Imperatives</a:t>
            </a:r>
            <a:endParaRPr kumimoji="0" lang="en-US" sz="3200" b="1" i="0" u="none" strike="noStrike" kern="1200" cap="none" spc="-50" normalizeH="0" baseline="0" noProof="0" dirty="0">
              <a:ln>
                <a:noFill/>
              </a:ln>
              <a:solidFill>
                <a:srgbClr val="F65C00"/>
              </a:solidFill>
              <a:effectLst/>
              <a:uLnTx/>
              <a:uFillTx/>
              <a:latin typeface="Arial" panose="020B0604020202020204"/>
              <a:ea typeface="+mj-ea"/>
              <a:cs typeface="Arial" panose="020B0604020202020204" pitchFamily="34" charset="0"/>
            </a:endParaRPr>
          </a:p>
        </p:txBody>
      </p:sp>
      <p:sp>
        <p:nvSpPr>
          <p:cNvPr id="180" name="Text Placeholder 13">
            <a:extLst>
              <a:ext uri="{FF2B5EF4-FFF2-40B4-BE49-F238E27FC236}">
                <a16:creationId xmlns:a16="http://schemas.microsoft.com/office/drawing/2014/main" id="{00803220-CBD9-00C4-05AF-1DD3A2E45DE8}"/>
              </a:ext>
            </a:extLst>
          </p:cNvPr>
          <p:cNvSpPr txBox="1">
            <a:spLocks/>
          </p:cNvSpPr>
          <p:nvPr/>
        </p:nvSpPr>
        <p:spPr>
          <a:xfrm>
            <a:off x="336854" y="250372"/>
            <a:ext cx="4085170" cy="167013"/>
          </a:xfrm>
          <a:prstGeom prst="rect">
            <a:avLst/>
          </a:prstGeom>
        </p:spPr>
        <p:txBody>
          <a:bodyPr vert="horz" lIns="36576"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2"/>
                </a:solidFill>
                <a:latin typeface="Arial" panose="020B0604020202020204" pitchFamily="34" charset="0"/>
                <a:ea typeface="+mn-ea"/>
                <a:cs typeface="Arial" panose="020B0604020202020204" pitchFamily="34" charset="0"/>
              </a:defRPr>
            </a:lvl1pPr>
            <a:lvl2pPr marL="173831"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2pPr>
            <a:lvl3pPr marL="3429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3pPr>
            <a:lvl4pPr marL="511968"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u="none" kern="1200">
                <a:solidFill>
                  <a:schemeClr val="bg1">
                    <a:lumMod val="50000"/>
                  </a:schemeClr>
                </a:solidFill>
                <a:latin typeface="Arial" panose="020B0604020202020204" pitchFamily="34" charset="0"/>
                <a:ea typeface="+mn-ea"/>
                <a:cs typeface="Arial" panose="020B0604020202020204" pitchFamily="34" charset="0"/>
              </a:defRPr>
            </a:lvl4pPr>
            <a:lvl5pPr marL="6858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b="0" u="none" kern="1200">
                <a:solidFill>
                  <a:schemeClr val="bg1">
                    <a:lumMod val="50000"/>
                  </a:schemeClr>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600"/>
              </a:spcAft>
              <a:buClr>
                <a:srgbClr val="F65C00"/>
              </a:buClr>
              <a:buSzTx/>
              <a:buFont typeface="Arial" panose="020B0604020202020204" pitchFamily="34" charset="0"/>
              <a:buNone/>
              <a:tabLst/>
              <a:defRPr/>
            </a:pPr>
            <a:r>
              <a:rPr kumimoji="0" lang="en-US" sz="8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OUR PRIORITIES</a:t>
            </a:r>
            <a:endParaRPr kumimoji="0" lang="en-US" sz="800" b="0" i="0" u="none" strike="noStrike" kern="1200" cap="none" spc="0" normalizeH="0" baseline="0" noProof="0" dirty="0">
              <a:ln>
                <a:noFill/>
              </a:ln>
              <a:solidFill>
                <a:srgbClr val="595756"/>
              </a:solidFill>
              <a:effectLst/>
              <a:uLnTx/>
              <a:uFillTx/>
              <a:latin typeface="Arial" panose="020B0604020202020204" pitchFamily="34" charset="0"/>
              <a:ea typeface="+mn-ea"/>
              <a:cs typeface="Arial" panose="020B0604020202020204" pitchFamily="34" charset="0"/>
            </a:endParaRPr>
          </a:p>
        </p:txBody>
      </p:sp>
      <p:sp>
        <p:nvSpPr>
          <p:cNvPr id="181" name="TextBox 180">
            <a:extLst>
              <a:ext uri="{FF2B5EF4-FFF2-40B4-BE49-F238E27FC236}">
                <a16:creationId xmlns:a16="http://schemas.microsoft.com/office/drawing/2014/main" id="{2EFC62AC-E879-8721-CF88-D3D0A0BFCDCE}"/>
              </a:ext>
            </a:extLst>
          </p:cNvPr>
          <p:cNvSpPr txBox="1"/>
          <p:nvPr/>
        </p:nvSpPr>
        <p:spPr>
          <a:xfrm>
            <a:off x="348924"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Adaptive supply chain</a:t>
            </a:r>
          </a:p>
        </p:txBody>
      </p:sp>
      <p:sp>
        <p:nvSpPr>
          <p:cNvPr id="182" name="TextBox 181">
            <a:extLst>
              <a:ext uri="{FF2B5EF4-FFF2-40B4-BE49-F238E27FC236}">
                <a16:creationId xmlns:a16="http://schemas.microsoft.com/office/drawing/2014/main" id="{A8065FB7-55DD-3ED8-EF0A-660E71076A57}"/>
              </a:ext>
            </a:extLst>
          </p:cNvPr>
          <p:cNvSpPr txBox="1"/>
          <p:nvPr/>
        </p:nvSpPr>
        <p:spPr>
          <a:xfrm>
            <a:off x="1775372"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Fit-for-growth network</a:t>
            </a:r>
          </a:p>
        </p:txBody>
      </p:sp>
      <p:sp>
        <p:nvSpPr>
          <p:cNvPr id="183" name="TextBox 182">
            <a:extLst>
              <a:ext uri="{FF2B5EF4-FFF2-40B4-BE49-F238E27FC236}">
                <a16:creationId xmlns:a16="http://schemas.microsoft.com/office/drawing/2014/main" id="{359DE255-48EF-37C2-BB4E-E75271C2802A}"/>
              </a:ext>
            </a:extLst>
          </p:cNvPr>
          <p:cNvSpPr txBox="1"/>
          <p:nvPr/>
        </p:nvSpPr>
        <p:spPr>
          <a:xfrm>
            <a:off x="3201820"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One-team planning</a:t>
            </a:r>
          </a:p>
        </p:txBody>
      </p:sp>
      <p:sp>
        <p:nvSpPr>
          <p:cNvPr id="184" name="TextBox 183">
            <a:extLst>
              <a:ext uri="{FF2B5EF4-FFF2-40B4-BE49-F238E27FC236}">
                <a16:creationId xmlns:a16="http://schemas.microsoft.com/office/drawing/2014/main" id="{1BF0438F-92EF-DB73-F002-99BB1256139C}"/>
              </a:ext>
            </a:extLst>
          </p:cNvPr>
          <p:cNvSpPr txBox="1"/>
          <p:nvPr/>
        </p:nvSpPr>
        <p:spPr>
          <a:xfrm>
            <a:off x="4628268"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Digitally-enabled operations</a:t>
            </a:r>
          </a:p>
        </p:txBody>
      </p:sp>
      <p:sp>
        <p:nvSpPr>
          <p:cNvPr id="185" name="TextBox 184">
            <a:extLst>
              <a:ext uri="{FF2B5EF4-FFF2-40B4-BE49-F238E27FC236}">
                <a16:creationId xmlns:a16="http://schemas.microsoft.com/office/drawing/2014/main" id="{2AF5A9A9-5A2E-29CF-08D6-A249E829565A}"/>
              </a:ext>
            </a:extLst>
          </p:cNvPr>
          <p:cNvSpPr txBox="1"/>
          <p:nvPr/>
        </p:nvSpPr>
        <p:spPr>
          <a:xfrm>
            <a:off x="6054716"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Sustainable operations</a:t>
            </a:r>
          </a:p>
        </p:txBody>
      </p:sp>
      <p:sp>
        <p:nvSpPr>
          <p:cNvPr id="186" name="TextBox 185">
            <a:extLst>
              <a:ext uri="{FF2B5EF4-FFF2-40B4-BE49-F238E27FC236}">
                <a16:creationId xmlns:a16="http://schemas.microsoft.com/office/drawing/2014/main" id="{6F2E8E14-BDD4-3928-0817-822124E9EDA4}"/>
              </a:ext>
            </a:extLst>
          </p:cNvPr>
          <p:cNvSpPr txBox="1"/>
          <p:nvPr/>
        </p:nvSpPr>
        <p:spPr>
          <a:xfrm>
            <a:off x="7481162" y="2162092"/>
            <a:ext cx="1308606" cy="666750"/>
          </a:xfrm>
          <a:prstGeom prst="rect">
            <a:avLst/>
          </a:prstGeom>
          <a:noFill/>
        </p:spPr>
        <p:txBody>
          <a:bodyPr wrap="square" lIns="0" tIns="0" rIns="0" bIns="0" rtlCol="0" anchor="b">
            <a:noAutofit/>
          </a:bodyPr>
          <a:lstStyle/>
          <a:p>
            <a:pPr algn="ctr">
              <a:lnSpc>
                <a:spcPct val="85000"/>
              </a:lnSpc>
              <a:spcAft>
                <a:spcPts val="600"/>
              </a:spcAft>
            </a:pPr>
            <a:r>
              <a:rPr lang="en-US" sz="1400" b="1" dirty="0">
                <a:solidFill>
                  <a:srgbClr val="F65C00"/>
                </a:solidFill>
                <a:cs typeface="Arial" panose="020B0604020202020204" pitchFamily="34" charset="0"/>
              </a:rPr>
              <a:t>Winning </a:t>
            </a:r>
            <a:br>
              <a:rPr lang="en-US" sz="1400" b="1" dirty="0">
                <a:solidFill>
                  <a:srgbClr val="F65C00"/>
                </a:solidFill>
                <a:cs typeface="Arial" panose="020B0604020202020204" pitchFamily="34" charset="0"/>
              </a:rPr>
            </a:br>
            <a:r>
              <a:rPr lang="en-US" sz="1400" b="1" dirty="0">
                <a:solidFill>
                  <a:srgbClr val="F65C00"/>
                </a:solidFill>
                <a:cs typeface="Arial" panose="020B0604020202020204" pitchFamily="34" charset="0"/>
              </a:rPr>
              <a:t>culture </a:t>
            </a:r>
          </a:p>
        </p:txBody>
      </p:sp>
      <p:sp>
        <p:nvSpPr>
          <p:cNvPr id="187" name="Oval 186">
            <a:extLst>
              <a:ext uri="{FF2B5EF4-FFF2-40B4-BE49-F238E27FC236}">
                <a16:creationId xmlns:a16="http://schemas.microsoft.com/office/drawing/2014/main" id="{EFF54D6D-35BE-4C76-38AF-1033DC94FE1C}"/>
              </a:ext>
            </a:extLst>
          </p:cNvPr>
          <p:cNvSpPr/>
          <p:nvPr/>
        </p:nvSpPr>
        <p:spPr>
          <a:xfrm>
            <a:off x="631572"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8" name="Oval 187">
            <a:extLst>
              <a:ext uri="{FF2B5EF4-FFF2-40B4-BE49-F238E27FC236}">
                <a16:creationId xmlns:a16="http://schemas.microsoft.com/office/drawing/2014/main" id="{89103E6D-02C8-EA2D-C615-503915CF6B27}"/>
              </a:ext>
            </a:extLst>
          </p:cNvPr>
          <p:cNvSpPr/>
          <p:nvPr/>
        </p:nvSpPr>
        <p:spPr>
          <a:xfrm>
            <a:off x="2007964"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9" name="Oval 188">
            <a:extLst>
              <a:ext uri="{FF2B5EF4-FFF2-40B4-BE49-F238E27FC236}">
                <a16:creationId xmlns:a16="http://schemas.microsoft.com/office/drawing/2014/main" id="{508D32DB-45BD-C4F5-19B9-9724E2147843}"/>
              </a:ext>
            </a:extLst>
          </p:cNvPr>
          <p:cNvSpPr/>
          <p:nvPr/>
        </p:nvSpPr>
        <p:spPr>
          <a:xfrm>
            <a:off x="3498034"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0" name="Oval 189">
            <a:extLst>
              <a:ext uri="{FF2B5EF4-FFF2-40B4-BE49-F238E27FC236}">
                <a16:creationId xmlns:a16="http://schemas.microsoft.com/office/drawing/2014/main" id="{CCA244CF-9D9B-BB8B-1B6D-DFC7A1F1C47C}"/>
              </a:ext>
            </a:extLst>
          </p:cNvPr>
          <p:cNvSpPr/>
          <p:nvPr/>
        </p:nvSpPr>
        <p:spPr>
          <a:xfrm>
            <a:off x="4903018"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1" name="Oval 190">
            <a:extLst>
              <a:ext uri="{FF2B5EF4-FFF2-40B4-BE49-F238E27FC236}">
                <a16:creationId xmlns:a16="http://schemas.microsoft.com/office/drawing/2014/main" id="{B85AC42E-DFB1-7CF3-0192-742484F7B4FF}"/>
              </a:ext>
            </a:extLst>
          </p:cNvPr>
          <p:cNvSpPr/>
          <p:nvPr/>
        </p:nvSpPr>
        <p:spPr>
          <a:xfrm>
            <a:off x="6337082"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2" name="Oval 191">
            <a:extLst>
              <a:ext uri="{FF2B5EF4-FFF2-40B4-BE49-F238E27FC236}">
                <a16:creationId xmlns:a16="http://schemas.microsoft.com/office/drawing/2014/main" id="{0DCF5A34-3637-C834-816F-B0DED52E79B8}"/>
              </a:ext>
            </a:extLst>
          </p:cNvPr>
          <p:cNvSpPr/>
          <p:nvPr/>
        </p:nvSpPr>
        <p:spPr>
          <a:xfrm>
            <a:off x="7763990"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3" name="TextBox 192">
            <a:extLst>
              <a:ext uri="{FF2B5EF4-FFF2-40B4-BE49-F238E27FC236}">
                <a16:creationId xmlns:a16="http://schemas.microsoft.com/office/drawing/2014/main" id="{D0D41B6A-4817-ED3E-85B4-A290C1CC28C6}"/>
              </a:ext>
            </a:extLst>
          </p:cNvPr>
          <p:cNvSpPr txBox="1"/>
          <p:nvPr/>
        </p:nvSpPr>
        <p:spPr>
          <a:xfrm>
            <a:off x="342463"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Tailor our supply chain model to meet the unique needs of our customers, markets, and businesses</a:t>
            </a:r>
          </a:p>
        </p:txBody>
      </p:sp>
      <p:sp>
        <p:nvSpPr>
          <p:cNvPr id="194" name="TextBox 193">
            <a:extLst>
              <a:ext uri="{FF2B5EF4-FFF2-40B4-BE49-F238E27FC236}">
                <a16:creationId xmlns:a16="http://schemas.microsoft.com/office/drawing/2014/main" id="{BF0D34B1-A7C0-EF5E-229F-B33D59F10FCB}"/>
              </a:ext>
            </a:extLst>
          </p:cNvPr>
          <p:cNvSpPr txBox="1"/>
          <p:nvPr/>
        </p:nvSpPr>
        <p:spPr>
          <a:xfrm>
            <a:off x="1776325"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Design an efficient network to support our future growth ambition</a:t>
            </a:r>
          </a:p>
        </p:txBody>
      </p:sp>
      <p:sp>
        <p:nvSpPr>
          <p:cNvPr id="195" name="TextBox 194">
            <a:extLst>
              <a:ext uri="{FF2B5EF4-FFF2-40B4-BE49-F238E27FC236}">
                <a16:creationId xmlns:a16="http://schemas.microsoft.com/office/drawing/2014/main" id="{A9D7917D-B79E-58E3-A83B-D052A281FA3E}"/>
              </a:ext>
            </a:extLst>
          </p:cNvPr>
          <p:cNvSpPr txBox="1"/>
          <p:nvPr/>
        </p:nvSpPr>
        <p:spPr>
          <a:xfrm>
            <a:off x="3203906"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Re-imagine our process, governance &amp; tools to drive global and cross-functionally aligned plans</a:t>
            </a:r>
          </a:p>
        </p:txBody>
      </p:sp>
      <p:sp>
        <p:nvSpPr>
          <p:cNvPr id="196" name="TextBox 195">
            <a:extLst>
              <a:ext uri="{FF2B5EF4-FFF2-40B4-BE49-F238E27FC236}">
                <a16:creationId xmlns:a16="http://schemas.microsoft.com/office/drawing/2014/main" id="{5BA4999F-E5E3-42FB-E8BF-F0B55EB72D9B}"/>
              </a:ext>
            </a:extLst>
          </p:cNvPr>
          <p:cNvSpPr txBox="1"/>
          <p:nvPr/>
        </p:nvSpPr>
        <p:spPr>
          <a:xfrm>
            <a:off x="4631487"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Embrace digital tools &amp; data analytics for visibility, efficiency, and enhanced decision-making</a:t>
            </a:r>
          </a:p>
        </p:txBody>
      </p:sp>
      <p:sp>
        <p:nvSpPr>
          <p:cNvPr id="197" name="TextBox 196">
            <a:extLst>
              <a:ext uri="{FF2B5EF4-FFF2-40B4-BE49-F238E27FC236}">
                <a16:creationId xmlns:a16="http://schemas.microsoft.com/office/drawing/2014/main" id="{05DD93E4-30EC-F11B-3EF6-78FA2733DA7F}"/>
              </a:ext>
            </a:extLst>
          </p:cNvPr>
          <p:cNvSpPr txBox="1"/>
          <p:nvPr/>
        </p:nvSpPr>
        <p:spPr>
          <a:xfrm>
            <a:off x="6059068"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Future-proof our business by embedding sustainability considerations in our decision-making</a:t>
            </a:r>
          </a:p>
        </p:txBody>
      </p:sp>
      <p:sp>
        <p:nvSpPr>
          <p:cNvPr id="198" name="TextBox 197">
            <a:extLst>
              <a:ext uri="{FF2B5EF4-FFF2-40B4-BE49-F238E27FC236}">
                <a16:creationId xmlns:a16="http://schemas.microsoft.com/office/drawing/2014/main" id="{7A7D1072-53CD-4B5C-A911-E5043F80E930}"/>
              </a:ext>
            </a:extLst>
          </p:cNvPr>
          <p:cNvSpPr txBox="1"/>
          <p:nvPr/>
        </p:nvSpPr>
        <p:spPr>
          <a:xfrm>
            <a:off x="7486650" y="2941269"/>
            <a:ext cx="1308606" cy="666750"/>
          </a:xfrm>
          <a:prstGeom prst="rect">
            <a:avLst/>
          </a:prstGeom>
          <a:noFill/>
        </p:spPr>
        <p:txBody>
          <a:bodyPr wrap="square" lIns="91440" tIns="0" rIns="91440" bIns="0" rtlCol="0" anchor="t">
            <a:noAutofit/>
          </a:bodyPr>
          <a:lstStyle/>
          <a:p>
            <a:pPr algn="ctr">
              <a:lnSpc>
                <a:spcPct val="90000"/>
              </a:lnSpc>
              <a:spcAft>
                <a:spcPts val="600"/>
              </a:spcAft>
            </a:pPr>
            <a:r>
              <a:rPr lang="en-US" sz="900" dirty="0">
                <a:solidFill>
                  <a:srgbClr val="595756"/>
                </a:solidFill>
                <a:cs typeface="Arial" panose="020B0604020202020204" pitchFamily="34" charset="0"/>
              </a:rPr>
              <a:t>Cultivate a high-performing culture based on trust, </a:t>
            </a:r>
            <a:br>
              <a:rPr lang="en-US" sz="900" dirty="0">
                <a:solidFill>
                  <a:srgbClr val="595756"/>
                </a:solidFill>
                <a:cs typeface="Arial" panose="020B0604020202020204" pitchFamily="34" charset="0"/>
              </a:rPr>
            </a:br>
            <a:r>
              <a:rPr lang="en-US" sz="900" dirty="0">
                <a:solidFill>
                  <a:srgbClr val="595756"/>
                </a:solidFill>
                <a:cs typeface="Arial" panose="020B0604020202020204" pitchFamily="34" charset="0"/>
              </a:rPr>
              <a:t>transparency, collaboration &amp; people development</a:t>
            </a:r>
          </a:p>
        </p:txBody>
      </p:sp>
      <p:grpSp>
        <p:nvGrpSpPr>
          <p:cNvPr id="199" name="Group 198">
            <a:extLst>
              <a:ext uri="{FF2B5EF4-FFF2-40B4-BE49-F238E27FC236}">
                <a16:creationId xmlns:a16="http://schemas.microsoft.com/office/drawing/2014/main" id="{9E98F43D-27F8-AF62-6837-9F3FEAB99F0A}"/>
              </a:ext>
            </a:extLst>
          </p:cNvPr>
          <p:cNvGrpSpPr/>
          <p:nvPr/>
        </p:nvGrpSpPr>
        <p:grpSpPr>
          <a:xfrm>
            <a:off x="336518" y="3983788"/>
            <a:ext cx="1320496" cy="718378"/>
            <a:chOff x="336854" y="3983788"/>
            <a:chExt cx="1320496" cy="718378"/>
          </a:xfrm>
        </p:grpSpPr>
        <p:grpSp>
          <p:nvGrpSpPr>
            <p:cNvPr id="200" name="Group 199">
              <a:extLst>
                <a:ext uri="{FF2B5EF4-FFF2-40B4-BE49-F238E27FC236}">
                  <a16:creationId xmlns:a16="http://schemas.microsoft.com/office/drawing/2014/main" id="{EE3C94EC-3391-F623-953B-B4E86063A582}"/>
                </a:ext>
              </a:extLst>
            </p:cNvPr>
            <p:cNvGrpSpPr/>
            <p:nvPr/>
          </p:nvGrpSpPr>
          <p:grpSpPr>
            <a:xfrm>
              <a:off x="845536" y="4228760"/>
              <a:ext cx="811814" cy="228434"/>
              <a:chOff x="845536" y="3983788"/>
              <a:chExt cx="811814" cy="228434"/>
            </a:xfrm>
          </p:grpSpPr>
          <p:sp>
            <p:nvSpPr>
              <p:cNvPr id="210" name="Rectangle: Rounded Corners 209">
                <a:extLst>
                  <a:ext uri="{FF2B5EF4-FFF2-40B4-BE49-F238E27FC236}">
                    <a16:creationId xmlns:a16="http://schemas.microsoft.com/office/drawing/2014/main" id="{FA1CA352-2C89-42DB-4F03-57A9DE2B8C88}"/>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1" name="TextBox 210">
                <a:extLst>
                  <a:ext uri="{FF2B5EF4-FFF2-40B4-BE49-F238E27FC236}">
                    <a16:creationId xmlns:a16="http://schemas.microsoft.com/office/drawing/2014/main" id="{68F26AF8-A843-DF9B-34A9-0315C9EA1295}"/>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&lt;1%</a:t>
                </a:r>
              </a:p>
            </p:txBody>
          </p:sp>
        </p:grpSp>
        <p:grpSp>
          <p:nvGrpSpPr>
            <p:cNvPr id="201" name="Group 200">
              <a:extLst>
                <a:ext uri="{FF2B5EF4-FFF2-40B4-BE49-F238E27FC236}">
                  <a16:creationId xmlns:a16="http://schemas.microsoft.com/office/drawing/2014/main" id="{AFD32F05-4145-9E27-4D72-9066976B5D7D}"/>
                </a:ext>
              </a:extLst>
            </p:cNvPr>
            <p:cNvGrpSpPr/>
            <p:nvPr/>
          </p:nvGrpSpPr>
          <p:grpSpPr>
            <a:xfrm>
              <a:off x="845536" y="4473732"/>
              <a:ext cx="811814" cy="228434"/>
              <a:chOff x="845536" y="3983788"/>
              <a:chExt cx="811814" cy="228434"/>
            </a:xfrm>
          </p:grpSpPr>
          <p:sp>
            <p:nvSpPr>
              <p:cNvPr id="208" name="Rectangle: Rounded Corners 207">
                <a:extLst>
                  <a:ext uri="{FF2B5EF4-FFF2-40B4-BE49-F238E27FC236}">
                    <a16:creationId xmlns:a16="http://schemas.microsoft.com/office/drawing/2014/main" id="{5AA167FA-D7F3-93AB-2960-0932302440B2}"/>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9" name="TextBox 208">
                <a:extLst>
                  <a:ext uri="{FF2B5EF4-FFF2-40B4-BE49-F238E27FC236}">
                    <a16:creationId xmlns:a16="http://schemas.microsoft.com/office/drawing/2014/main" id="{58790953-DFD9-C4EE-4055-CF561CE21E7C}"/>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&lt;$30M</a:t>
                </a:r>
              </a:p>
            </p:txBody>
          </p:sp>
        </p:grpSp>
        <p:grpSp>
          <p:nvGrpSpPr>
            <p:cNvPr id="202" name="Group 201">
              <a:extLst>
                <a:ext uri="{FF2B5EF4-FFF2-40B4-BE49-F238E27FC236}">
                  <a16:creationId xmlns:a16="http://schemas.microsoft.com/office/drawing/2014/main" id="{383DDCD5-E426-300E-C550-3DDCCF399994}"/>
                </a:ext>
              </a:extLst>
            </p:cNvPr>
            <p:cNvGrpSpPr/>
            <p:nvPr/>
          </p:nvGrpSpPr>
          <p:grpSpPr>
            <a:xfrm>
              <a:off x="845536" y="3983788"/>
              <a:ext cx="811814" cy="228434"/>
              <a:chOff x="845536" y="3983788"/>
              <a:chExt cx="811814" cy="228434"/>
            </a:xfrm>
          </p:grpSpPr>
          <p:sp>
            <p:nvSpPr>
              <p:cNvPr id="206" name="Rectangle: Rounded Corners 205">
                <a:extLst>
                  <a:ext uri="{FF2B5EF4-FFF2-40B4-BE49-F238E27FC236}">
                    <a16:creationId xmlns:a16="http://schemas.microsoft.com/office/drawing/2014/main" id="{BFCCB2EA-F75E-5192-0B6D-2E28659740AB}"/>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7" name="TextBox 206">
                <a:extLst>
                  <a:ext uri="{FF2B5EF4-FFF2-40B4-BE49-F238E27FC236}">
                    <a16:creationId xmlns:a16="http://schemas.microsoft.com/office/drawing/2014/main" id="{4344A0EB-AD25-6DDE-8D14-CA4E447587C8}"/>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 92%</a:t>
                </a:r>
              </a:p>
            </p:txBody>
          </p:sp>
        </p:grpSp>
        <p:sp>
          <p:nvSpPr>
            <p:cNvPr id="203" name="Rectangle: Rounded Corners 202">
              <a:extLst>
                <a:ext uri="{FF2B5EF4-FFF2-40B4-BE49-F238E27FC236}">
                  <a16:creationId xmlns:a16="http://schemas.microsoft.com/office/drawing/2014/main" id="{E34E73E8-F358-303A-9362-D26F55A13CFB}"/>
                </a:ext>
              </a:extLst>
            </p:cNvPr>
            <p:cNvSpPr/>
            <p:nvPr/>
          </p:nvSpPr>
          <p:spPr>
            <a:xfrm>
              <a:off x="336854"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OTF</a:t>
              </a:r>
            </a:p>
          </p:txBody>
        </p:sp>
        <p:sp>
          <p:nvSpPr>
            <p:cNvPr id="204" name="Rectangle: Rounded Corners 203">
              <a:extLst>
                <a:ext uri="{FF2B5EF4-FFF2-40B4-BE49-F238E27FC236}">
                  <a16:creationId xmlns:a16="http://schemas.microsoft.com/office/drawing/2014/main" id="{A1E5EE20-5935-6938-FF1B-65F16D635996}"/>
                </a:ext>
              </a:extLst>
            </p:cNvPr>
            <p:cNvSpPr/>
            <p:nvPr/>
          </p:nvSpPr>
          <p:spPr>
            <a:xfrm>
              <a:off x="336854" y="4228760"/>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Lost sales</a:t>
              </a:r>
            </a:p>
          </p:txBody>
        </p:sp>
        <p:sp>
          <p:nvSpPr>
            <p:cNvPr id="205" name="Rectangle: Rounded Corners 204">
              <a:extLst>
                <a:ext uri="{FF2B5EF4-FFF2-40B4-BE49-F238E27FC236}">
                  <a16:creationId xmlns:a16="http://schemas.microsoft.com/office/drawing/2014/main" id="{1344AD5C-E928-8874-89F0-7E408148127D}"/>
                </a:ext>
              </a:extLst>
            </p:cNvPr>
            <p:cNvSpPr/>
            <p:nvPr/>
          </p:nvSpPr>
          <p:spPr>
            <a:xfrm>
              <a:off x="336854" y="4473732"/>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Backorder</a:t>
              </a:r>
            </a:p>
          </p:txBody>
        </p:sp>
      </p:grpSp>
      <p:grpSp>
        <p:nvGrpSpPr>
          <p:cNvPr id="212" name="Group 211">
            <a:extLst>
              <a:ext uri="{FF2B5EF4-FFF2-40B4-BE49-F238E27FC236}">
                <a16:creationId xmlns:a16="http://schemas.microsoft.com/office/drawing/2014/main" id="{1B424C40-BC11-F50E-4059-FED03502937E}"/>
              </a:ext>
            </a:extLst>
          </p:cNvPr>
          <p:cNvGrpSpPr/>
          <p:nvPr/>
        </p:nvGrpSpPr>
        <p:grpSpPr>
          <a:xfrm>
            <a:off x="1764258" y="3983788"/>
            <a:ext cx="1320496" cy="473406"/>
            <a:chOff x="1719191" y="3983788"/>
            <a:chExt cx="1320496" cy="473406"/>
          </a:xfrm>
        </p:grpSpPr>
        <p:grpSp>
          <p:nvGrpSpPr>
            <p:cNvPr id="213" name="Group 212">
              <a:extLst>
                <a:ext uri="{FF2B5EF4-FFF2-40B4-BE49-F238E27FC236}">
                  <a16:creationId xmlns:a16="http://schemas.microsoft.com/office/drawing/2014/main" id="{4FD960D4-090A-DF96-EF2B-EEDB5CF85D05}"/>
                </a:ext>
              </a:extLst>
            </p:cNvPr>
            <p:cNvGrpSpPr/>
            <p:nvPr/>
          </p:nvGrpSpPr>
          <p:grpSpPr>
            <a:xfrm>
              <a:off x="2227873" y="4228760"/>
              <a:ext cx="811814" cy="228434"/>
              <a:chOff x="845536" y="3983788"/>
              <a:chExt cx="811814" cy="228434"/>
            </a:xfrm>
          </p:grpSpPr>
          <p:sp>
            <p:nvSpPr>
              <p:cNvPr id="219" name="Rectangle: Rounded Corners 218">
                <a:extLst>
                  <a:ext uri="{FF2B5EF4-FFF2-40B4-BE49-F238E27FC236}">
                    <a16:creationId xmlns:a16="http://schemas.microsoft.com/office/drawing/2014/main" id="{71B3866F-AC30-2D88-031D-F18F3A1A1852}"/>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0" name="TextBox 219">
                <a:extLst>
                  <a:ext uri="{FF2B5EF4-FFF2-40B4-BE49-F238E27FC236}">
                    <a16:creationId xmlns:a16="http://schemas.microsoft.com/office/drawing/2014/main" id="{8D37F0F8-751E-EBD2-1B9F-DC274A4D3AFF}"/>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$0.00</a:t>
                </a:r>
              </a:p>
            </p:txBody>
          </p:sp>
        </p:grpSp>
        <p:grpSp>
          <p:nvGrpSpPr>
            <p:cNvPr id="214" name="Group 213">
              <a:extLst>
                <a:ext uri="{FF2B5EF4-FFF2-40B4-BE49-F238E27FC236}">
                  <a16:creationId xmlns:a16="http://schemas.microsoft.com/office/drawing/2014/main" id="{28028045-D950-F74B-5A8D-D494C0726043}"/>
                </a:ext>
              </a:extLst>
            </p:cNvPr>
            <p:cNvGrpSpPr/>
            <p:nvPr/>
          </p:nvGrpSpPr>
          <p:grpSpPr>
            <a:xfrm>
              <a:off x="2227873" y="3983788"/>
              <a:ext cx="811814" cy="228434"/>
              <a:chOff x="845536" y="3983788"/>
              <a:chExt cx="811814" cy="228434"/>
            </a:xfrm>
          </p:grpSpPr>
          <p:sp>
            <p:nvSpPr>
              <p:cNvPr id="217" name="Rectangle: Rounded Corners 216">
                <a:extLst>
                  <a:ext uri="{FF2B5EF4-FFF2-40B4-BE49-F238E27FC236}">
                    <a16:creationId xmlns:a16="http://schemas.microsoft.com/office/drawing/2014/main" id="{F17BD358-5804-7E08-112F-46D9AF42B410}"/>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8" name="TextBox 217">
                <a:extLst>
                  <a:ext uri="{FF2B5EF4-FFF2-40B4-BE49-F238E27FC236}">
                    <a16:creationId xmlns:a16="http://schemas.microsoft.com/office/drawing/2014/main" id="{291BA975-785C-45FA-6435-4D6CF85A343C}"/>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$650M</a:t>
                </a:r>
              </a:p>
            </p:txBody>
          </p:sp>
        </p:grpSp>
        <p:sp>
          <p:nvSpPr>
            <p:cNvPr id="215" name="Rectangle: Rounded Corners 214">
              <a:extLst>
                <a:ext uri="{FF2B5EF4-FFF2-40B4-BE49-F238E27FC236}">
                  <a16:creationId xmlns:a16="http://schemas.microsoft.com/office/drawing/2014/main" id="{3D9996AC-1CDE-E426-1A9D-A105D3478D9C}"/>
                </a:ext>
              </a:extLst>
            </p:cNvPr>
            <p:cNvSpPr/>
            <p:nvPr/>
          </p:nvSpPr>
          <p:spPr>
            <a:xfrm>
              <a:off x="1719191"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Capital</a:t>
              </a:r>
            </a:p>
          </p:txBody>
        </p:sp>
        <p:sp>
          <p:nvSpPr>
            <p:cNvPr id="216" name="Rectangle: Rounded Corners 215">
              <a:extLst>
                <a:ext uri="{FF2B5EF4-FFF2-40B4-BE49-F238E27FC236}">
                  <a16:creationId xmlns:a16="http://schemas.microsoft.com/office/drawing/2014/main" id="{7C091E0B-1915-E798-CCFD-DB420993393B}"/>
                </a:ext>
              </a:extLst>
            </p:cNvPr>
            <p:cNvSpPr/>
            <p:nvPr/>
          </p:nvSpPr>
          <p:spPr>
            <a:xfrm>
              <a:off x="1719191" y="4228760"/>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IBA Variance</a:t>
              </a:r>
            </a:p>
          </p:txBody>
        </p:sp>
      </p:grpSp>
      <p:grpSp>
        <p:nvGrpSpPr>
          <p:cNvPr id="221" name="Group 220">
            <a:extLst>
              <a:ext uri="{FF2B5EF4-FFF2-40B4-BE49-F238E27FC236}">
                <a16:creationId xmlns:a16="http://schemas.microsoft.com/office/drawing/2014/main" id="{07F35C25-960E-3299-FA78-F06330789D5A}"/>
              </a:ext>
            </a:extLst>
          </p:cNvPr>
          <p:cNvGrpSpPr/>
          <p:nvPr/>
        </p:nvGrpSpPr>
        <p:grpSpPr>
          <a:xfrm>
            <a:off x="3191998" y="3983788"/>
            <a:ext cx="1320496" cy="473406"/>
            <a:chOff x="3101528" y="3983788"/>
            <a:chExt cx="1320496" cy="473406"/>
          </a:xfrm>
        </p:grpSpPr>
        <p:grpSp>
          <p:nvGrpSpPr>
            <p:cNvPr id="222" name="Group 221">
              <a:extLst>
                <a:ext uri="{FF2B5EF4-FFF2-40B4-BE49-F238E27FC236}">
                  <a16:creationId xmlns:a16="http://schemas.microsoft.com/office/drawing/2014/main" id="{6C3D8048-161D-8F61-2125-5E1F5634D8EA}"/>
                </a:ext>
              </a:extLst>
            </p:cNvPr>
            <p:cNvGrpSpPr/>
            <p:nvPr/>
          </p:nvGrpSpPr>
          <p:grpSpPr>
            <a:xfrm>
              <a:off x="3610210" y="4228760"/>
              <a:ext cx="811814" cy="228434"/>
              <a:chOff x="845536" y="3983788"/>
              <a:chExt cx="811814" cy="228434"/>
            </a:xfrm>
          </p:grpSpPr>
          <p:sp>
            <p:nvSpPr>
              <p:cNvPr id="228" name="Rectangle: Rounded Corners 227">
                <a:extLst>
                  <a:ext uri="{FF2B5EF4-FFF2-40B4-BE49-F238E27FC236}">
                    <a16:creationId xmlns:a16="http://schemas.microsoft.com/office/drawing/2014/main" id="{B2093B6C-6199-6CBD-29B4-FF04ACA2BC9E}"/>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9" name="TextBox 228">
                <a:extLst>
                  <a:ext uri="{FF2B5EF4-FFF2-40B4-BE49-F238E27FC236}">
                    <a16:creationId xmlns:a16="http://schemas.microsoft.com/office/drawing/2014/main" id="{6AB27238-7688-9670-2B8B-5F1DB59FA7CD}"/>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&lt;11.3</a:t>
                </a:r>
              </a:p>
            </p:txBody>
          </p:sp>
        </p:grpSp>
        <p:grpSp>
          <p:nvGrpSpPr>
            <p:cNvPr id="223" name="Group 222">
              <a:extLst>
                <a:ext uri="{FF2B5EF4-FFF2-40B4-BE49-F238E27FC236}">
                  <a16:creationId xmlns:a16="http://schemas.microsoft.com/office/drawing/2014/main" id="{C6FD0FE8-5E2F-D6EB-DD0A-70BFEEFBFC71}"/>
                </a:ext>
              </a:extLst>
            </p:cNvPr>
            <p:cNvGrpSpPr/>
            <p:nvPr/>
          </p:nvGrpSpPr>
          <p:grpSpPr>
            <a:xfrm>
              <a:off x="3610210" y="3983788"/>
              <a:ext cx="811814" cy="228434"/>
              <a:chOff x="845536" y="3983788"/>
              <a:chExt cx="811814" cy="228434"/>
            </a:xfrm>
          </p:grpSpPr>
          <p:sp>
            <p:nvSpPr>
              <p:cNvPr id="226" name="Rectangle: Rounded Corners 225">
                <a:extLst>
                  <a:ext uri="{FF2B5EF4-FFF2-40B4-BE49-F238E27FC236}">
                    <a16:creationId xmlns:a16="http://schemas.microsoft.com/office/drawing/2014/main" id="{EB87AF37-59CE-7E35-01B0-DDCA77E23FC5}"/>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7" name="TextBox 226">
                <a:extLst>
                  <a:ext uri="{FF2B5EF4-FFF2-40B4-BE49-F238E27FC236}">
                    <a16:creationId xmlns:a16="http://schemas.microsoft.com/office/drawing/2014/main" id="{9972FF62-724C-C644-2515-ACDD07C8F06E}"/>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 92%</a:t>
                </a:r>
              </a:p>
            </p:txBody>
          </p:sp>
        </p:grpSp>
        <p:sp>
          <p:nvSpPr>
            <p:cNvPr id="224" name="Rectangle: Rounded Corners 223">
              <a:extLst>
                <a:ext uri="{FF2B5EF4-FFF2-40B4-BE49-F238E27FC236}">
                  <a16:creationId xmlns:a16="http://schemas.microsoft.com/office/drawing/2014/main" id="{CAACC498-145C-06AE-75AC-F7A37F65E759}"/>
                </a:ext>
              </a:extLst>
            </p:cNvPr>
            <p:cNvSpPr/>
            <p:nvPr/>
          </p:nvSpPr>
          <p:spPr>
            <a:xfrm>
              <a:off x="3101528"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85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Schedule Adherence</a:t>
              </a:r>
            </a:p>
          </p:txBody>
        </p:sp>
        <p:sp>
          <p:nvSpPr>
            <p:cNvPr id="225" name="Rectangle: Rounded Corners 224">
              <a:extLst>
                <a:ext uri="{FF2B5EF4-FFF2-40B4-BE49-F238E27FC236}">
                  <a16:creationId xmlns:a16="http://schemas.microsoft.com/office/drawing/2014/main" id="{45ECAF73-D1A9-ED7C-B696-AB58B0BB0549}"/>
                </a:ext>
              </a:extLst>
            </p:cNvPr>
            <p:cNvSpPr/>
            <p:nvPr/>
          </p:nvSpPr>
          <p:spPr>
            <a:xfrm>
              <a:off x="3101528" y="4228760"/>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IE" sz="700" b="0"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rPr>
                <a:t>MOH</a:t>
              </a:r>
            </a:p>
          </p:txBody>
        </p:sp>
      </p:grpSp>
      <p:grpSp>
        <p:nvGrpSpPr>
          <p:cNvPr id="230" name="Group 229">
            <a:extLst>
              <a:ext uri="{FF2B5EF4-FFF2-40B4-BE49-F238E27FC236}">
                <a16:creationId xmlns:a16="http://schemas.microsoft.com/office/drawing/2014/main" id="{FFA6E1EA-D42F-F16F-9507-9D1CED4445C6}"/>
              </a:ext>
            </a:extLst>
          </p:cNvPr>
          <p:cNvGrpSpPr/>
          <p:nvPr/>
        </p:nvGrpSpPr>
        <p:grpSpPr>
          <a:xfrm>
            <a:off x="4619738" y="3983788"/>
            <a:ext cx="1320496" cy="473406"/>
            <a:chOff x="3101528" y="3983788"/>
            <a:chExt cx="1320496" cy="473406"/>
          </a:xfrm>
        </p:grpSpPr>
        <p:grpSp>
          <p:nvGrpSpPr>
            <p:cNvPr id="231" name="Group 230">
              <a:extLst>
                <a:ext uri="{FF2B5EF4-FFF2-40B4-BE49-F238E27FC236}">
                  <a16:creationId xmlns:a16="http://schemas.microsoft.com/office/drawing/2014/main" id="{C6AF74F8-E4C0-1DA0-48F8-19045C8CA43D}"/>
                </a:ext>
              </a:extLst>
            </p:cNvPr>
            <p:cNvGrpSpPr/>
            <p:nvPr/>
          </p:nvGrpSpPr>
          <p:grpSpPr>
            <a:xfrm>
              <a:off x="3610210" y="4228760"/>
              <a:ext cx="811814" cy="228434"/>
              <a:chOff x="845536" y="3983788"/>
              <a:chExt cx="811814" cy="228434"/>
            </a:xfrm>
          </p:grpSpPr>
          <p:sp>
            <p:nvSpPr>
              <p:cNvPr id="237" name="Rectangle: Rounded Corners 236">
                <a:extLst>
                  <a:ext uri="{FF2B5EF4-FFF2-40B4-BE49-F238E27FC236}">
                    <a16:creationId xmlns:a16="http://schemas.microsoft.com/office/drawing/2014/main" id="{E4D6E3B2-E122-F42B-5448-4258C38680C6}"/>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8" name="TextBox 237">
                <a:extLst>
                  <a:ext uri="{FF2B5EF4-FFF2-40B4-BE49-F238E27FC236}">
                    <a16:creationId xmlns:a16="http://schemas.microsoft.com/office/drawing/2014/main" id="{3D93C3B8-21E6-75F7-8D88-34CF6C2B3E84}"/>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&lt;1%</a:t>
                </a:r>
              </a:p>
            </p:txBody>
          </p:sp>
        </p:grpSp>
        <p:grpSp>
          <p:nvGrpSpPr>
            <p:cNvPr id="232" name="Group 231">
              <a:extLst>
                <a:ext uri="{FF2B5EF4-FFF2-40B4-BE49-F238E27FC236}">
                  <a16:creationId xmlns:a16="http://schemas.microsoft.com/office/drawing/2014/main" id="{FEB15610-273F-4F68-7464-C2AFDC2F5B2D}"/>
                </a:ext>
              </a:extLst>
            </p:cNvPr>
            <p:cNvGrpSpPr/>
            <p:nvPr/>
          </p:nvGrpSpPr>
          <p:grpSpPr>
            <a:xfrm>
              <a:off x="3610210" y="3983788"/>
              <a:ext cx="811814" cy="228434"/>
              <a:chOff x="845536" y="3983788"/>
              <a:chExt cx="811814" cy="228434"/>
            </a:xfrm>
          </p:grpSpPr>
          <p:sp>
            <p:nvSpPr>
              <p:cNvPr id="235" name="Rectangle: Rounded Corners 234">
                <a:extLst>
                  <a:ext uri="{FF2B5EF4-FFF2-40B4-BE49-F238E27FC236}">
                    <a16:creationId xmlns:a16="http://schemas.microsoft.com/office/drawing/2014/main" id="{24D81D6D-68D9-7E17-8403-6D9C6A4EF03F}"/>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6" name="TextBox 235">
                <a:extLst>
                  <a:ext uri="{FF2B5EF4-FFF2-40B4-BE49-F238E27FC236}">
                    <a16:creationId xmlns:a16="http://schemas.microsoft.com/office/drawing/2014/main" id="{CC20A7B1-1808-FF61-4001-07B8F94717B8}"/>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 85%</a:t>
                </a:r>
              </a:p>
            </p:txBody>
          </p:sp>
        </p:grpSp>
        <p:sp>
          <p:nvSpPr>
            <p:cNvPr id="233" name="Rectangle: Rounded Corners 232">
              <a:extLst>
                <a:ext uri="{FF2B5EF4-FFF2-40B4-BE49-F238E27FC236}">
                  <a16:creationId xmlns:a16="http://schemas.microsoft.com/office/drawing/2014/main" id="{0C3D00EC-A0BE-1208-43BD-825BCD7B77D1}"/>
                </a:ext>
              </a:extLst>
            </p:cNvPr>
            <p:cNvSpPr/>
            <p:nvPr/>
          </p:nvSpPr>
          <p:spPr>
            <a:xfrm>
              <a:off x="3101528"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IE" sz="700" b="0"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rPr>
                <a:t>RFT</a:t>
              </a:r>
            </a:p>
          </p:txBody>
        </p:sp>
        <p:sp>
          <p:nvSpPr>
            <p:cNvPr id="234" name="Rectangle: Rounded Corners 233">
              <a:extLst>
                <a:ext uri="{FF2B5EF4-FFF2-40B4-BE49-F238E27FC236}">
                  <a16:creationId xmlns:a16="http://schemas.microsoft.com/office/drawing/2014/main" id="{503C1C12-F13E-D093-8347-A2363DB8D384}"/>
                </a:ext>
              </a:extLst>
            </p:cNvPr>
            <p:cNvSpPr/>
            <p:nvPr/>
          </p:nvSpPr>
          <p:spPr>
            <a:xfrm>
              <a:off x="3101528" y="4228760"/>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Scrap</a:t>
              </a:r>
            </a:p>
          </p:txBody>
        </p:sp>
      </p:grpSp>
      <p:grpSp>
        <p:nvGrpSpPr>
          <p:cNvPr id="239" name="Group 238">
            <a:extLst>
              <a:ext uri="{FF2B5EF4-FFF2-40B4-BE49-F238E27FC236}">
                <a16:creationId xmlns:a16="http://schemas.microsoft.com/office/drawing/2014/main" id="{68C589AF-C35E-21B0-75DA-EC7C5040A89D}"/>
              </a:ext>
            </a:extLst>
          </p:cNvPr>
          <p:cNvGrpSpPr/>
          <p:nvPr/>
        </p:nvGrpSpPr>
        <p:grpSpPr>
          <a:xfrm>
            <a:off x="6047478" y="3983788"/>
            <a:ext cx="1320496" cy="228434"/>
            <a:chOff x="3101528" y="3983788"/>
            <a:chExt cx="1320496" cy="228434"/>
          </a:xfrm>
        </p:grpSpPr>
        <p:grpSp>
          <p:nvGrpSpPr>
            <p:cNvPr id="240" name="Group 239">
              <a:extLst>
                <a:ext uri="{FF2B5EF4-FFF2-40B4-BE49-F238E27FC236}">
                  <a16:creationId xmlns:a16="http://schemas.microsoft.com/office/drawing/2014/main" id="{954E495B-7871-9CB4-CD1B-5B8E2961BFB2}"/>
                </a:ext>
              </a:extLst>
            </p:cNvPr>
            <p:cNvGrpSpPr/>
            <p:nvPr/>
          </p:nvGrpSpPr>
          <p:grpSpPr>
            <a:xfrm>
              <a:off x="3610210" y="3983788"/>
              <a:ext cx="811814" cy="228434"/>
              <a:chOff x="845536" y="3983788"/>
              <a:chExt cx="811814" cy="228434"/>
            </a:xfrm>
          </p:grpSpPr>
          <p:sp>
            <p:nvSpPr>
              <p:cNvPr id="242" name="Rectangle: Rounded Corners 241">
                <a:extLst>
                  <a:ext uri="{FF2B5EF4-FFF2-40B4-BE49-F238E27FC236}">
                    <a16:creationId xmlns:a16="http://schemas.microsoft.com/office/drawing/2014/main" id="{88064E3F-F037-39EF-499B-031187074D52}"/>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3" name="TextBox 242">
                <a:extLst>
                  <a:ext uri="{FF2B5EF4-FFF2-40B4-BE49-F238E27FC236}">
                    <a16:creationId xmlns:a16="http://schemas.microsoft.com/office/drawing/2014/main" id="{6E60BCC5-727B-9829-FB8D-11414084C690}"/>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≥1.8%</a:t>
                </a:r>
              </a:p>
            </p:txBody>
          </p:sp>
        </p:grpSp>
        <p:sp>
          <p:nvSpPr>
            <p:cNvPr id="241" name="Rectangle: Rounded Corners 240">
              <a:extLst>
                <a:ext uri="{FF2B5EF4-FFF2-40B4-BE49-F238E27FC236}">
                  <a16:creationId xmlns:a16="http://schemas.microsoft.com/office/drawing/2014/main" id="{3A7260B8-FE7C-22EF-0072-84518930E724}"/>
                </a:ext>
              </a:extLst>
            </p:cNvPr>
            <p:cNvSpPr/>
            <p:nvPr/>
          </p:nvSpPr>
          <p:spPr>
            <a:xfrm>
              <a:off x="3101528"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377" eaLnBrk="1" fontAlgn="auto" latinLnBrk="0" hangingPunct="1">
                <a:lnSpc>
                  <a:spcPct val="85000"/>
                </a:lnSpc>
                <a:spcBef>
                  <a:spcPts val="0"/>
                </a:spcBef>
                <a:spcAft>
                  <a:spcPts val="0"/>
                </a:spcAft>
                <a:buClrTx/>
                <a:buSzTx/>
                <a:buFontTx/>
                <a:buNone/>
                <a:tabLst/>
                <a:defRPr/>
              </a:pPr>
              <a:r>
                <a:rPr kumimoji="0" lang="en-IE" sz="700" b="0"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rPr>
                <a:t>CO</a:t>
              </a:r>
              <a:r>
                <a:rPr kumimoji="0" lang="en-IE" sz="700" b="0" i="0" u="none" strike="noStrike" kern="0" cap="none" spc="0" normalizeH="0" baseline="30000" noProof="0" dirty="0">
                  <a:ln>
                    <a:noFill/>
                  </a:ln>
                  <a:solidFill>
                    <a:prstClr val="white"/>
                  </a:solidFill>
                  <a:effectLst/>
                  <a:uLnTx/>
                  <a:uFillTx/>
                  <a:latin typeface="Arial" panose="020B0604020202020204"/>
                  <a:ea typeface="+mn-ea"/>
                  <a:cs typeface="Arial" panose="020B0604020202020204" pitchFamily="34" charset="0"/>
                </a:rPr>
                <a:t>2</a:t>
              </a:r>
              <a:r>
                <a:rPr kumimoji="0" lang="en-IE" sz="700" b="0"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rPr>
                <a:t> Reduction</a:t>
              </a:r>
            </a:p>
          </p:txBody>
        </p:sp>
      </p:grpSp>
      <p:grpSp>
        <p:nvGrpSpPr>
          <p:cNvPr id="244" name="Group 243">
            <a:extLst>
              <a:ext uri="{FF2B5EF4-FFF2-40B4-BE49-F238E27FC236}">
                <a16:creationId xmlns:a16="http://schemas.microsoft.com/office/drawing/2014/main" id="{AEC1BB3F-AE6C-C0AA-E75C-9DF30E8271B8}"/>
              </a:ext>
            </a:extLst>
          </p:cNvPr>
          <p:cNvGrpSpPr/>
          <p:nvPr/>
        </p:nvGrpSpPr>
        <p:grpSpPr>
          <a:xfrm>
            <a:off x="7475217" y="3983788"/>
            <a:ext cx="1320496" cy="228434"/>
            <a:chOff x="3101528" y="3983788"/>
            <a:chExt cx="1320496" cy="228434"/>
          </a:xfrm>
        </p:grpSpPr>
        <p:grpSp>
          <p:nvGrpSpPr>
            <p:cNvPr id="245" name="Group 244">
              <a:extLst>
                <a:ext uri="{FF2B5EF4-FFF2-40B4-BE49-F238E27FC236}">
                  <a16:creationId xmlns:a16="http://schemas.microsoft.com/office/drawing/2014/main" id="{A867FCDE-742B-9133-C0B4-FF1C3F9FDA37}"/>
                </a:ext>
              </a:extLst>
            </p:cNvPr>
            <p:cNvGrpSpPr/>
            <p:nvPr/>
          </p:nvGrpSpPr>
          <p:grpSpPr>
            <a:xfrm>
              <a:off x="3610210" y="3983788"/>
              <a:ext cx="811814" cy="228434"/>
              <a:chOff x="845536" y="3983788"/>
              <a:chExt cx="811814" cy="228434"/>
            </a:xfrm>
          </p:grpSpPr>
          <p:sp>
            <p:nvSpPr>
              <p:cNvPr id="247" name="Rectangle: Rounded Corners 246">
                <a:extLst>
                  <a:ext uri="{FF2B5EF4-FFF2-40B4-BE49-F238E27FC236}">
                    <a16:creationId xmlns:a16="http://schemas.microsoft.com/office/drawing/2014/main" id="{521428F5-008F-3982-CECE-982915B2F4A1}"/>
                  </a:ext>
                </a:extLst>
              </p:cNvPr>
              <p:cNvSpPr/>
              <p:nvPr/>
            </p:nvSpPr>
            <p:spPr>
              <a:xfrm>
                <a:off x="845536" y="3983788"/>
                <a:ext cx="811814" cy="228434"/>
              </a:xfrm>
              <a:prstGeom prst="roundRect">
                <a:avLst>
                  <a:gd name="adj" fmla="val 12587"/>
                </a:avLst>
              </a:prstGeom>
              <a:solidFill>
                <a:srgbClr val="FFFFFF">
                  <a:lumMod val="9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8" name="TextBox 247">
                <a:extLst>
                  <a:ext uri="{FF2B5EF4-FFF2-40B4-BE49-F238E27FC236}">
                    <a16:creationId xmlns:a16="http://schemas.microsoft.com/office/drawing/2014/main" id="{BC6186C0-95C7-7A20-87E5-2AA3A4C9A762}"/>
                  </a:ext>
                </a:extLst>
              </p:cNvPr>
              <p:cNvSpPr txBox="1"/>
              <p:nvPr/>
            </p:nvSpPr>
            <p:spPr>
              <a:xfrm>
                <a:off x="1219200" y="3992101"/>
                <a:ext cx="438150" cy="211808"/>
              </a:xfrm>
              <a:prstGeom prst="rect">
                <a:avLst/>
              </a:prstGeom>
              <a:noFill/>
            </p:spPr>
            <p:txBody>
              <a:bodyPr wrap="square" lIns="0" tIns="0" rIns="0" bIns="0" rtlCol="0" anchor="ctr">
                <a:noAutofit/>
              </a:bodyPr>
              <a:lstStyle/>
              <a:p>
                <a:pPr marL="0" marR="0" lvl="0" indent="0" algn="ctr" defTabSz="914400" eaLnBrk="1" fontAlgn="auto" latinLnBrk="0" hangingPunct="1">
                  <a:lnSpc>
                    <a:spcPct val="85000"/>
                  </a:lnSpc>
                  <a:spcBef>
                    <a:spcPts val="0"/>
                  </a:spcBef>
                  <a:spcAft>
                    <a:spcPts val="600"/>
                  </a:spcAft>
                  <a:buClrTx/>
                  <a:buSzTx/>
                  <a:buFontTx/>
                  <a:buNone/>
                  <a:tabLst/>
                  <a:defRPr/>
                </a:pPr>
                <a:r>
                  <a:rPr kumimoji="0" lang="en-US" sz="700" b="1" i="0" u="none" strike="noStrike" kern="0" cap="none" spc="0" normalizeH="0" baseline="0" noProof="0" dirty="0">
                    <a:ln>
                      <a:noFill/>
                    </a:ln>
                    <a:solidFill>
                      <a:srgbClr val="F65C00"/>
                    </a:solidFill>
                    <a:effectLst/>
                    <a:uLnTx/>
                    <a:uFillTx/>
                    <a:cs typeface="Arial" panose="020B0604020202020204" pitchFamily="34" charset="0"/>
                  </a:rPr>
                  <a:t>80-85%</a:t>
                </a:r>
              </a:p>
            </p:txBody>
          </p:sp>
        </p:grpSp>
        <p:sp>
          <p:nvSpPr>
            <p:cNvPr id="246" name="Rectangle: Rounded Corners 245">
              <a:extLst>
                <a:ext uri="{FF2B5EF4-FFF2-40B4-BE49-F238E27FC236}">
                  <a16:creationId xmlns:a16="http://schemas.microsoft.com/office/drawing/2014/main" id="{2AE25F6B-C336-8F0C-5280-42A4DC868488}"/>
                </a:ext>
              </a:extLst>
            </p:cNvPr>
            <p:cNvSpPr/>
            <p:nvPr/>
          </p:nvSpPr>
          <p:spPr>
            <a:xfrm>
              <a:off x="3101528" y="3983788"/>
              <a:ext cx="811814" cy="228434"/>
            </a:xfrm>
            <a:prstGeom prst="roundRect">
              <a:avLst>
                <a:gd name="adj" fmla="val 12587"/>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85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FFFFFF"/>
                  </a:solidFill>
                  <a:effectLst/>
                  <a:uLnTx/>
                  <a:uFillTx/>
                  <a:latin typeface="Arial" panose="020B0604020202020204"/>
                  <a:ea typeface="+mn-ea"/>
                  <a:cs typeface="+mn-cs"/>
                </a:rPr>
                <a:t>Colleague Engagement</a:t>
              </a:r>
            </a:p>
          </p:txBody>
        </p:sp>
      </p:grpSp>
      <p:pic>
        <p:nvPicPr>
          <p:cNvPr id="249" name="Graphic 248">
            <a:extLst>
              <a:ext uri="{FF2B5EF4-FFF2-40B4-BE49-F238E27FC236}">
                <a16:creationId xmlns:a16="http://schemas.microsoft.com/office/drawing/2014/main" id="{9CD34A2F-C5CD-41DC-1D1C-C7B09160D5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2803" y="1572510"/>
            <a:ext cx="446258" cy="446258"/>
          </a:xfrm>
          <a:prstGeom prst="rect">
            <a:avLst/>
          </a:prstGeom>
        </p:spPr>
      </p:pic>
      <p:pic>
        <p:nvPicPr>
          <p:cNvPr id="250" name="Graphic 249">
            <a:extLst>
              <a:ext uri="{FF2B5EF4-FFF2-40B4-BE49-F238E27FC236}">
                <a16:creationId xmlns:a16="http://schemas.microsoft.com/office/drawing/2014/main" id="{3B7936C9-7FE4-EE88-784A-41AF26B00C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3797" y="1592795"/>
            <a:ext cx="405689" cy="405689"/>
          </a:xfrm>
          <a:prstGeom prst="rect">
            <a:avLst/>
          </a:prstGeom>
        </p:spPr>
      </p:pic>
      <p:pic>
        <p:nvPicPr>
          <p:cNvPr id="251" name="Graphic 250">
            <a:extLst>
              <a:ext uri="{FF2B5EF4-FFF2-40B4-BE49-F238E27FC236}">
                <a16:creationId xmlns:a16="http://schemas.microsoft.com/office/drawing/2014/main" id="{742625B3-679C-1060-2B46-A9FA562C2F12}"/>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627736" y="1562296"/>
            <a:ext cx="483546" cy="483546"/>
          </a:xfrm>
          <a:prstGeom prst="rect">
            <a:avLst/>
          </a:prstGeom>
        </p:spPr>
      </p:pic>
      <p:pic>
        <p:nvPicPr>
          <p:cNvPr id="252" name="Graphic 20">
            <a:extLst>
              <a:ext uri="{FF2B5EF4-FFF2-40B4-BE49-F238E27FC236}">
                <a16:creationId xmlns:a16="http://schemas.microsoft.com/office/drawing/2014/main" id="{E401589C-C719-1BEC-B479-E9714C96DD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25645" y="1570641"/>
            <a:ext cx="457688" cy="449996"/>
          </a:xfrm>
          <a:prstGeom prst="rect">
            <a:avLst/>
          </a:prstGeom>
        </p:spPr>
      </p:pic>
      <p:pic>
        <p:nvPicPr>
          <p:cNvPr id="253" name="Graphic 252">
            <a:extLst>
              <a:ext uri="{FF2B5EF4-FFF2-40B4-BE49-F238E27FC236}">
                <a16:creationId xmlns:a16="http://schemas.microsoft.com/office/drawing/2014/main" id="{195E5B80-9D25-473F-5E83-B6B0251E3DC2}"/>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66784" y="1570641"/>
            <a:ext cx="483546" cy="483546"/>
          </a:xfrm>
          <a:prstGeom prst="rect">
            <a:avLst/>
          </a:prstGeom>
        </p:spPr>
      </p:pic>
      <p:pic>
        <p:nvPicPr>
          <p:cNvPr id="254" name="Graphic 253">
            <a:extLst>
              <a:ext uri="{FF2B5EF4-FFF2-40B4-BE49-F238E27FC236}">
                <a16:creationId xmlns:a16="http://schemas.microsoft.com/office/drawing/2014/main" id="{C3279FD6-CAA0-A058-4021-0D79E95F7F1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46539" y="1544570"/>
            <a:ext cx="377852" cy="485810"/>
          </a:xfrm>
          <a:prstGeom prst="rect">
            <a:avLst/>
          </a:prstGeom>
        </p:spPr>
      </p:pic>
      <p:pic>
        <p:nvPicPr>
          <p:cNvPr id="255" name="Picture 254" descr="Text, logo&#10;&#10;Description automatically generated with medium confidence">
            <a:extLst>
              <a:ext uri="{FF2B5EF4-FFF2-40B4-BE49-F238E27FC236}">
                <a16:creationId xmlns:a16="http://schemas.microsoft.com/office/drawing/2014/main" id="{47093D61-08DD-CA20-26D9-FC03FE9FE450}"/>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36519" y="409252"/>
            <a:ext cx="1684507" cy="921425"/>
          </a:xfrm>
          <a:prstGeom prst="rect">
            <a:avLst/>
          </a:prstGeom>
        </p:spPr>
      </p:pic>
      <p:cxnSp>
        <p:nvCxnSpPr>
          <p:cNvPr id="256" name="Straight Connector 255">
            <a:extLst>
              <a:ext uri="{FF2B5EF4-FFF2-40B4-BE49-F238E27FC236}">
                <a16:creationId xmlns:a16="http://schemas.microsoft.com/office/drawing/2014/main" id="{12C2AFE5-45A5-1924-F858-4BD426D7B16C}"/>
              </a:ext>
            </a:extLst>
          </p:cNvPr>
          <p:cNvCxnSpPr>
            <a:cxnSpLocks/>
          </p:cNvCxnSpPr>
          <p:nvPr/>
        </p:nvCxnSpPr>
        <p:spPr>
          <a:xfrm>
            <a:off x="1723102" y="478617"/>
            <a:ext cx="0" cy="746498"/>
          </a:xfrm>
          <a:prstGeom prst="line">
            <a:avLst/>
          </a:prstGeom>
          <a:noFill/>
          <a:ln w="6350" cap="flat" cmpd="sng" algn="ctr">
            <a:solidFill>
              <a:srgbClr val="595756"/>
            </a:solidFill>
            <a:prstDash val="solid"/>
            <a:miter lim="800000"/>
          </a:ln>
          <a:effectLst/>
        </p:spPr>
      </p:cxnSp>
    </p:spTree>
    <p:extLst>
      <p:ext uri="{BB962C8B-B14F-4D97-AF65-F5344CB8AC3E}">
        <p14:creationId xmlns:p14="http://schemas.microsoft.com/office/powerpoint/2010/main" val="3619810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9F3714-0384-1866-6A7D-0D38C28DA489}"/>
              </a:ext>
            </a:extLst>
          </p:cNvPr>
          <p:cNvSpPr>
            <a:spLocks noGrp="1"/>
          </p:cNvSpPr>
          <p:nvPr>
            <p:ph type="ftr" sz="quarter" idx="16"/>
          </p:nvPr>
        </p:nvSpPr>
        <p:spPr/>
        <p:txBody>
          <a:bodyPr/>
          <a:lstStyle/>
          <a:p>
            <a:r>
              <a:rPr lang="en-US"/>
              <a:t>Presentation Name or Footer Copy</a:t>
            </a:r>
          </a:p>
        </p:txBody>
      </p:sp>
      <p:sp>
        <p:nvSpPr>
          <p:cNvPr id="179" name="Title 10">
            <a:extLst>
              <a:ext uri="{FF2B5EF4-FFF2-40B4-BE49-F238E27FC236}">
                <a16:creationId xmlns:a16="http://schemas.microsoft.com/office/drawing/2014/main" id="{B28E386D-11BC-FE00-6CF7-B1F24B1976D7}"/>
              </a:ext>
            </a:extLst>
          </p:cNvPr>
          <p:cNvSpPr txBox="1">
            <a:spLocks/>
          </p:cNvSpPr>
          <p:nvPr/>
        </p:nvSpPr>
        <p:spPr>
          <a:xfrm>
            <a:off x="1844719" y="478617"/>
            <a:ext cx="4318186" cy="506940"/>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a:lstStyle>
          <a:p>
            <a:pPr marL="0" marR="0" lvl="0" indent="0" algn="l" defTabSz="685800" rtl="0" eaLnBrk="1" fontAlgn="auto" latinLnBrk="0" hangingPunct="1">
              <a:lnSpc>
                <a:spcPct val="85000"/>
              </a:lnSpc>
              <a:spcBef>
                <a:spcPct val="0"/>
              </a:spcBef>
              <a:spcAft>
                <a:spcPts val="0"/>
              </a:spcAft>
              <a:buClrTx/>
              <a:buSzTx/>
              <a:buFontTx/>
              <a:buNone/>
              <a:tabLst/>
              <a:defRPr/>
            </a:pP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Strategic </a:t>
            </a:r>
            <a:b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b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Imperatives</a:t>
            </a:r>
            <a:endParaRPr kumimoji="0" lang="en-US" sz="3200" b="1" i="0" u="none" strike="noStrike" kern="1200" cap="none" spc="-50" normalizeH="0" baseline="0" noProof="0" dirty="0">
              <a:ln>
                <a:noFill/>
              </a:ln>
              <a:solidFill>
                <a:srgbClr val="F65C00"/>
              </a:solidFill>
              <a:effectLst/>
              <a:uLnTx/>
              <a:uFillTx/>
              <a:latin typeface="Arial" panose="020B0604020202020204"/>
              <a:ea typeface="+mj-ea"/>
              <a:cs typeface="Arial" panose="020B0604020202020204" pitchFamily="34" charset="0"/>
            </a:endParaRPr>
          </a:p>
        </p:txBody>
      </p:sp>
      <p:sp>
        <p:nvSpPr>
          <p:cNvPr id="180" name="Text Placeholder 13">
            <a:extLst>
              <a:ext uri="{FF2B5EF4-FFF2-40B4-BE49-F238E27FC236}">
                <a16:creationId xmlns:a16="http://schemas.microsoft.com/office/drawing/2014/main" id="{00803220-CBD9-00C4-05AF-1DD3A2E45DE8}"/>
              </a:ext>
            </a:extLst>
          </p:cNvPr>
          <p:cNvSpPr txBox="1">
            <a:spLocks/>
          </p:cNvSpPr>
          <p:nvPr/>
        </p:nvSpPr>
        <p:spPr>
          <a:xfrm>
            <a:off x="336854" y="250372"/>
            <a:ext cx="4085170" cy="167013"/>
          </a:xfrm>
          <a:prstGeom prst="rect">
            <a:avLst/>
          </a:prstGeom>
        </p:spPr>
        <p:txBody>
          <a:bodyPr vert="horz" lIns="36576"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2"/>
                </a:solidFill>
                <a:latin typeface="Arial" panose="020B0604020202020204" pitchFamily="34" charset="0"/>
                <a:ea typeface="+mn-ea"/>
                <a:cs typeface="Arial" panose="020B0604020202020204" pitchFamily="34" charset="0"/>
              </a:defRPr>
            </a:lvl1pPr>
            <a:lvl2pPr marL="173831"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2pPr>
            <a:lvl3pPr marL="3429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3pPr>
            <a:lvl4pPr marL="511968"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u="none" kern="1200">
                <a:solidFill>
                  <a:schemeClr val="bg1">
                    <a:lumMod val="50000"/>
                  </a:schemeClr>
                </a:solidFill>
                <a:latin typeface="Arial" panose="020B0604020202020204" pitchFamily="34" charset="0"/>
                <a:ea typeface="+mn-ea"/>
                <a:cs typeface="Arial" panose="020B0604020202020204" pitchFamily="34" charset="0"/>
              </a:defRPr>
            </a:lvl4pPr>
            <a:lvl5pPr marL="6858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b="0" u="none" kern="1200">
                <a:solidFill>
                  <a:schemeClr val="bg1">
                    <a:lumMod val="50000"/>
                  </a:schemeClr>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600"/>
              </a:spcAft>
              <a:buClr>
                <a:srgbClr val="F65C00"/>
              </a:buClr>
              <a:buSzTx/>
              <a:buFont typeface="Arial" panose="020B0604020202020204" pitchFamily="34" charset="0"/>
              <a:buNone/>
              <a:tabLst/>
              <a:defRPr/>
            </a:pPr>
            <a:r>
              <a:rPr kumimoji="0" lang="en-US" sz="8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OUR PRIORITIES</a:t>
            </a:r>
            <a:endParaRPr kumimoji="0" lang="en-US" sz="800" b="0" i="0" u="none" strike="noStrike" kern="1200" cap="none" spc="0" normalizeH="0" baseline="0" noProof="0" dirty="0">
              <a:ln>
                <a:noFill/>
              </a:ln>
              <a:solidFill>
                <a:srgbClr val="595756"/>
              </a:solidFill>
              <a:effectLst/>
              <a:uLnTx/>
              <a:uFillTx/>
              <a:latin typeface="Arial" panose="020B0604020202020204" pitchFamily="34" charset="0"/>
              <a:ea typeface="+mn-ea"/>
              <a:cs typeface="Arial" panose="020B0604020202020204" pitchFamily="34" charset="0"/>
            </a:endParaRPr>
          </a:p>
        </p:txBody>
      </p:sp>
      <p:pic>
        <p:nvPicPr>
          <p:cNvPr id="255" name="Picture 254" descr="Text, logo&#10;&#10;Description automatically generated with medium confidence">
            <a:extLst>
              <a:ext uri="{FF2B5EF4-FFF2-40B4-BE49-F238E27FC236}">
                <a16:creationId xmlns:a16="http://schemas.microsoft.com/office/drawing/2014/main" id="{47093D61-08DD-CA20-26D9-FC03FE9FE4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6519" y="409252"/>
            <a:ext cx="1684507" cy="921425"/>
          </a:xfrm>
          <a:prstGeom prst="rect">
            <a:avLst/>
          </a:prstGeom>
        </p:spPr>
      </p:pic>
      <p:cxnSp>
        <p:nvCxnSpPr>
          <p:cNvPr id="256" name="Straight Connector 255">
            <a:extLst>
              <a:ext uri="{FF2B5EF4-FFF2-40B4-BE49-F238E27FC236}">
                <a16:creationId xmlns:a16="http://schemas.microsoft.com/office/drawing/2014/main" id="{12C2AFE5-45A5-1924-F858-4BD426D7B16C}"/>
              </a:ext>
            </a:extLst>
          </p:cNvPr>
          <p:cNvCxnSpPr>
            <a:cxnSpLocks/>
          </p:cNvCxnSpPr>
          <p:nvPr/>
        </p:nvCxnSpPr>
        <p:spPr>
          <a:xfrm>
            <a:off x="1723102" y="478617"/>
            <a:ext cx="0" cy="746498"/>
          </a:xfrm>
          <a:prstGeom prst="line">
            <a:avLst/>
          </a:prstGeom>
          <a:noFill/>
          <a:ln w="6350" cap="flat" cmpd="sng" algn="ctr">
            <a:solidFill>
              <a:srgbClr val="595756"/>
            </a:solidFill>
            <a:prstDash val="solid"/>
            <a:miter lim="800000"/>
          </a:ln>
          <a:effectLst/>
        </p:spPr>
      </p:cxnSp>
      <p:sp>
        <p:nvSpPr>
          <p:cNvPr id="24" name="Rectangle: Rounded Corners 23">
            <a:extLst>
              <a:ext uri="{FF2B5EF4-FFF2-40B4-BE49-F238E27FC236}">
                <a16:creationId xmlns:a16="http://schemas.microsoft.com/office/drawing/2014/main" id="{6A51F705-DAD8-89BA-E284-880ACD2D8903}"/>
              </a:ext>
            </a:extLst>
          </p:cNvPr>
          <p:cNvSpPr/>
          <p:nvPr/>
        </p:nvSpPr>
        <p:spPr>
          <a:xfrm>
            <a:off x="336518"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6DD87B47-8D44-96C8-C6D6-24BD531FDA9C}"/>
              </a:ext>
            </a:extLst>
          </p:cNvPr>
          <p:cNvSpPr txBox="1"/>
          <p:nvPr/>
        </p:nvSpPr>
        <p:spPr>
          <a:xfrm>
            <a:off x="1235209"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Digitally-enabled operations</a:t>
            </a:r>
          </a:p>
        </p:txBody>
      </p:sp>
      <p:sp>
        <p:nvSpPr>
          <p:cNvPr id="26" name="TextBox 25">
            <a:extLst>
              <a:ext uri="{FF2B5EF4-FFF2-40B4-BE49-F238E27FC236}">
                <a16:creationId xmlns:a16="http://schemas.microsoft.com/office/drawing/2014/main" id="{2F670BAA-324C-B534-D0F5-6F14C2FB9F82}"/>
              </a:ext>
            </a:extLst>
          </p:cNvPr>
          <p:cNvSpPr txBox="1"/>
          <p:nvPr/>
        </p:nvSpPr>
        <p:spPr>
          <a:xfrm>
            <a:off x="342462"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Embrace digital tools &amp; data analytics for visibility, efficiency, and enhanced decision-making</a:t>
            </a:r>
          </a:p>
        </p:txBody>
      </p:sp>
      <p:sp>
        <p:nvSpPr>
          <p:cNvPr id="27" name="Rectangle: Rounded Corners 26">
            <a:extLst>
              <a:ext uri="{FF2B5EF4-FFF2-40B4-BE49-F238E27FC236}">
                <a16:creationId xmlns:a16="http://schemas.microsoft.com/office/drawing/2014/main" id="{11DCD14D-00E5-0FF5-C841-9005B58A54C7}"/>
              </a:ext>
            </a:extLst>
          </p:cNvPr>
          <p:cNvSpPr/>
          <p:nvPr/>
        </p:nvSpPr>
        <p:spPr>
          <a:xfrm>
            <a:off x="3274106"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747DC6D8-7141-9542-6764-9A59884B6448}"/>
              </a:ext>
            </a:extLst>
          </p:cNvPr>
          <p:cNvSpPr txBox="1"/>
          <p:nvPr/>
        </p:nvSpPr>
        <p:spPr>
          <a:xfrm>
            <a:off x="4172797"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Sustainable operations</a:t>
            </a:r>
          </a:p>
        </p:txBody>
      </p:sp>
      <p:sp>
        <p:nvSpPr>
          <p:cNvPr id="29" name="TextBox 28">
            <a:extLst>
              <a:ext uri="{FF2B5EF4-FFF2-40B4-BE49-F238E27FC236}">
                <a16:creationId xmlns:a16="http://schemas.microsoft.com/office/drawing/2014/main" id="{36300EE5-F27D-05F2-E7CF-6C374570AEB7}"/>
              </a:ext>
            </a:extLst>
          </p:cNvPr>
          <p:cNvSpPr txBox="1"/>
          <p:nvPr/>
        </p:nvSpPr>
        <p:spPr>
          <a:xfrm>
            <a:off x="3280050"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Future-proof our business by embedding sustainability considerations in our decision-making</a:t>
            </a:r>
          </a:p>
        </p:txBody>
      </p:sp>
      <p:sp>
        <p:nvSpPr>
          <p:cNvPr id="30" name="Rectangle: Rounded Corners 29">
            <a:extLst>
              <a:ext uri="{FF2B5EF4-FFF2-40B4-BE49-F238E27FC236}">
                <a16:creationId xmlns:a16="http://schemas.microsoft.com/office/drawing/2014/main" id="{BA489342-7C79-0D44-3009-207819CB201E}"/>
              </a:ext>
            </a:extLst>
          </p:cNvPr>
          <p:cNvSpPr/>
          <p:nvPr/>
        </p:nvSpPr>
        <p:spPr>
          <a:xfrm>
            <a:off x="6221188"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E3E738F8-75AC-B833-DD96-74E7E1C78B2E}"/>
              </a:ext>
            </a:extLst>
          </p:cNvPr>
          <p:cNvSpPr txBox="1"/>
          <p:nvPr/>
        </p:nvSpPr>
        <p:spPr>
          <a:xfrm>
            <a:off x="7119879"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Winning </a:t>
            </a:r>
            <a:br>
              <a:rPr lang="en-US" sz="1400" b="1" dirty="0">
                <a:solidFill>
                  <a:srgbClr val="F65C00"/>
                </a:solidFill>
                <a:cs typeface="Arial" panose="020B0604020202020204" pitchFamily="34" charset="0"/>
              </a:rPr>
            </a:br>
            <a:r>
              <a:rPr lang="en-US" sz="1400" b="1" dirty="0">
                <a:solidFill>
                  <a:srgbClr val="F65C00"/>
                </a:solidFill>
                <a:cs typeface="Arial" panose="020B0604020202020204" pitchFamily="34" charset="0"/>
              </a:rPr>
              <a:t>culture </a:t>
            </a:r>
          </a:p>
        </p:txBody>
      </p:sp>
      <p:sp>
        <p:nvSpPr>
          <p:cNvPr id="257" name="TextBox 256">
            <a:extLst>
              <a:ext uri="{FF2B5EF4-FFF2-40B4-BE49-F238E27FC236}">
                <a16:creationId xmlns:a16="http://schemas.microsoft.com/office/drawing/2014/main" id="{6121D10A-2308-ABA8-DB66-27CC8D38301D}"/>
              </a:ext>
            </a:extLst>
          </p:cNvPr>
          <p:cNvSpPr txBox="1"/>
          <p:nvPr/>
        </p:nvSpPr>
        <p:spPr>
          <a:xfrm>
            <a:off x="6227132"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Cultivate a high-performing culture based on trust, </a:t>
            </a:r>
            <a:br>
              <a:rPr lang="en-US" sz="800" dirty="0">
                <a:solidFill>
                  <a:srgbClr val="595756"/>
                </a:solidFill>
                <a:cs typeface="Arial" panose="020B0604020202020204" pitchFamily="34" charset="0"/>
              </a:rPr>
            </a:br>
            <a:r>
              <a:rPr lang="en-US" sz="800" dirty="0">
                <a:solidFill>
                  <a:srgbClr val="595756"/>
                </a:solidFill>
                <a:cs typeface="Arial" panose="020B0604020202020204" pitchFamily="34" charset="0"/>
              </a:rPr>
              <a:t>transparency, collaboration &amp; people development</a:t>
            </a:r>
          </a:p>
        </p:txBody>
      </p:sp>
      <p:sp>
        <p:nvSpPr>
          <p:cNvPr id="258" name="TextBox 257">
            <a:extLst>
              <a:ext uri="{FF2B5EF4-FFF2-40B4-BE49-F238E27FC236}">
                <a16:creationId xmlns:a16="http://schemas.microsoft.com/office/drawing/2014/main" id="{6E7CE151-0F37-4E1B-0C4B-BE189D18EDCC}"/>
              </a:ext>
            </a:extLst>
          </p:cNvPr>
          <p:cNvSpPr txBox="1"/>
          <p:nvPr/>
        </p:nvSpPr>
        <p:spPr>
          <a:xfrm>
            <a:off x="348744"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Defined business priorities for full portfolio.</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Defined SC categories, assigned levers to categories as key differentiators.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Identified a potential digital system to operationalize the tools &amp; data.</a:t>
            </a:r>
          </a:p>
          <a:p>
            <a:pPr marL="171450" indent="-171450">
              <a:lnSpc>
                <a:spcPct val="90000"/>
              </a:lnSpc>
              <a:spcAft>
                <a:spcPts val="300"/>
              </a:spcAft>
              <a:buClr>
                <a:srgbClr val="F65C00"/>
              </a:buClr>
              <a:buFont typeface="Arial" panose="020B0604020202020204" pitchFamily="34" charset="0"/>
              <a:buChar char="•"/>
            </a:pPr>
            <a:r>
              <a:rPr lang="en-US" sz="1100" dirty="0" err="1">
                <a:solidFill>
                  <a:srgbClr val="595756"/>
                </a:solidFill>
                <a:cs typeface="Arial" panose="020B0604020202020204" pitchFamily="34" charset="0"/>
              </a:rPr>
              <a:t>mAbs</a:t>
            </a:r>
            <a:r>
              <a:rPr lang="en-US" sz="1100" dirty="0">
                <a:solidFill>
                  <a:srgbClr val="595756"/>
                </a:solidFill>
                <a:cs typeface="Arial" panose="020B0604020202020204" pitchFamily="34" charset="0"/>
              </a:rPr>
              <a:t> Strategy to be completed APR 2023</a:t>
            </a:r>
          </a:p>
        </p:txBody>
      </p:sp>
      <p:sp>
        <p:nvSpPr>
          <p:cNvPr id="259" name="TextBox 258">
            <a:extLst>
              <a:ext uri="{FF2B5EF4-FFF2-40B4-BE49-F238E27FC236}">
                <a16:creationId xmlns:a16="http://schemas.microsoft.com/office/drawing/2014/main" id="{0AB5570E-394E-307C-ADB6-A1A142825CC6}"/>
              </a:ext>
            </a:extLst>
          </p:cNvPr>
          <p:cNvSpPr txBox="1"/>
          <p:nvPr/>
        </p:nvSpPr>
        <p:spPr>
          <a:xfrm>
            <a:off x="3280219"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Wingdings" panose="05000000000000000000" pitchFamily="2" charset="2"/>
              <a:buChar char="ü"/>
            </a:pPr>
            <a:r>
              <a:rPr lang="en-US" sz="1100" dirty="0">
                <a:solidFill>
                  <a:srgbClr val="595756"/>
                </a:solidFill>
                <a:cs typeface="Arial" panose="020B0604020202020204" pitchFamily="34" charset="0"/>
              </a:rPr>
              <a:t>Network Strategy Workshop completed in MAR</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Unit cost optimization and capital avoidance for certain platforms through consolidation of capacity</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Revenue protection / share of future revenue with firm capacity plans to support growth</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Capital plans aligned with network strategy funded</a:t>
            </a:r>
          </a:p>
        </p:txBody>
      </p:sp>
      <p:sp>
        <p:nvSpPr>
          <p:cNvPr id="260" name="TextBox 259">
            <a:extLst>
              <a:ext uri="{FF2B5EF4-FFF2-40B4-BE49-F238E27FC236}">
                <a16:creationId xmlns:a16="http://schemas.microsoft.com/office/drawing/2014/main" id="{C1D527B4-6D7B-BAAA-3457-4122AD960B19}"/>
              </a:ext>
            </a:extLst>
          </p:cNvPr>
          <p:cNvSpPr txBox="1"/>
          <p:nvPr/>
        </p:nvSpPr>
        <p:spPr>
          <a:xfrm>
            <a:off x="6233414"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Demand capability building: +/- 400 colleagues trained globally (50 CDMs, 150 PMs, 200 X-Functional leadership roles).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S&amp;OE: pilot in Lincoln complete.</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Planning Performance Dashboard: exception report rolled out. </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Automatically generating statistical forecasting for up to 70% C items.</a:t>
            </a:r>
          </a:p>
        </p:txBody>
      </p:sp>
      <p:grpSp>
        <p:nvGrpSpPr>
          <p:cNvPr id="261" name="Group 260">
            <a:extLst>
              <a:ext uri="{FF2B5EF4-FFF2-40B4-BE49-F238E27FC236}">
                <a16:creationId xmlns:a16="http://schemas.microsoft.com/office/drawing/2014/main" id="{FF33D0A8-3719-47E2-41A3-1D26208A0BAB}"/>
              </a:ext>
            </a:extLst>
          </p:cNvPr>
          <p:cNvGrpSpPr/>
          <p:nvPr/>
        </p:nvGrpSpPr>
        <p:grpSpPr>
          <a:xfrm>
            <a:off x="450816" y="1447076"/>
            <a:ext cx="675409" cy="675409"/>
            <a:chOff x="4903018" y="1437798"/>
            <a:chExt cx="742950" cy="742950"/>
          </a:xfrm>
        </p:grpSpPr>
        <p:sp>
          <p:nvSpPr>
            <p:cNvPr id="262" name="Oval 261">
              <a:extLst>
                <a:ext uri="{FF2B5EF4-FFF2-40B4-BE49-F238E27FC236}">
                  <a16:creationId xmlns:a16="http://schemas.microsoft.com/office/drawing/2014/main" id="{68413FCF-1491-2727-82BC-3F85BC00402B}"/>
                </a:ext>
              </a:extLst>
            </p:cNvPr>
            <p:cNvSpPr/>
            <p:nvPr/>
          </p:nvSpPr>
          <p:spPr>
            <a:xfrm>
              <a:off x="4903018"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63" name="Graphic 20">
              <a:extLst>
                <a:ext uri="{FF2B5EF4-FFF2-40B4-BE49-F238E27FC236}">
                  <a16:creationId xmlns:a16="http://schemas.microsoft.com/office/drawing/2014/main" id="{C0CC76FA-D793-BA7B-4200-A198FDA093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5645" y="1570641"/>
              <a:ext cx="457688" cy="449996"/>
            </a:xfrm>
            <a:prstGeom prst="rect">
              <a:avLst/>
            </a:prstGeom>
          </p:spPr>
        </p:pic>
      </p:grpSp>
      <p:grpSp>
        <p:nvGrpSpPr>
          <p:cNvPr id="264" name="Group 263">
            <a:extLst>
              <a:ext uri="{FF2B5EF4-FFF2-40B4-BE49-F238E27FC236}">
                <a16:creationId xmlns:a16="http://schemas.microsoft.com/office/drawing/2014/main" id="{19E9105F-DEFB-F641-1183-154D8E22CD4A}"/>
              </a:ext>
            </a:extLst>
          </p:cNvPr>
          <p:cNvGrpSpPr/>
          <p:nvPr/>
        </p:nvGrpSpPr>
        <p:grpSpPr>
          <a:xfrm>
            <a:off x="3400867" y="1447076"/>
            <a:ext cx="675409" cy="675409"/>
            <a:chOff x="6337082" y="1437798"/>
            <a:chExt cx="742950" cy="742950"/>
          </a:xfrm>
        </p:grpSpPr>
        <p:sp>
          <p:nvSpPr>
            <p:cNvPr id="265" name="Oval 264">
              <a:extLst>
                <a:ext uri="{FF2B5EF4-FFF2-40B4-BE49-F238E27FC236}">
                  <a16:creationId xmlns:a16="http://schemas.microsoft.com/office/drawing/2014/main" id="{66542EA2-B9CF-8B36-C304-084CA195C694}"/>
                </a:ext>
              </a:extLst>
            </p:cNvPr>
            <p:cNvSpPr/>
            <p:nvPr/>
          </p:nvSpPr>
          <p:spPr>
            <a:xfrm>
              <a:off x="6337082"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66" name="Graphic 265">
              <a:extLst>
                <a:ext uri="{FF2B5EF4-FFF2-40B4-BE49-F238E27FC236}">
                  <a16:creationId xmlns:a16="http://schemas.microsoft.com/office/drawing/2014/main" id="{E3A50AC2-28ED-88A0-2E83-018C4B28C7C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466784" y="1570641"/>
              <a:ext cx="483546" cy="483546"/>
            </a:xfrm>
            <a:prstGeom prst="rect">
              <a:avLst/>
            </a:prstGeom>
          </p:spPr>
        </p:pic>
      </p:grpSp>
      <p:grpSp>
        <p:nvGrpSpPr>
          <p:cNvPr id="267" name="Group 266">
            <a:extLst>
              <a:ext uri="{FF2B5EF4-FFF2-40B4-BE49-F238E27FC236}">
                <a16:creationId xmlns:a16="http://schemas.microsoft.com/office/drawing/2014/main" id="{35489A1F-215F-C886-58E8-60E2BF024574}"/>
              </a:ext>
            </a:extLst>
          </p:cNvPr>
          <p:cNvGrpSpPr/>
          <p:nvPr/>
        </p:nvGrpSpPr>
        <p:grpSpPr>
          <a:xfrm>
            <a:off x="6344182" y="1441217"/>
            <a:ext cx="675409" cy="675409"/>
            <a:chOff x="7763990" y="1437798"/>
            <a:chExt cx="742950" cy="742950"/>
          </a:xfrm>
        </p:grpSpPr>
        <p:sp>
          <p:nvSpPr>
            <p:cNvPr id="268" name="Oval 267">
              <a:extLst>
                <a:ext uri="{FF2B5EF4-FFF2-40B4-BE49-F238E27FC236}">
                  <a16:creationId xmlns:a16="http://schemas.microsoft.com/office/drawing/2014/main" id="{EEE5BD22-3F07-E3B9-92FA-5EBE8ED0A314}"/>
                </a:ext>
              </a:extLst>
            </p:cNvPr>
            <p:cNvSpPr/>
            <p:nvPr/>
          </p:nvSpPr>
          <p:spPr>
            <a:xfrm>
              <a:off x="7763990"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69" name="Graphic 268">
              <a:extLst>
                <a:ext uri="{FF2B5EF4-FFF2-40B4-BE49-F238E27FC236}">
                  <a16:creationId xmlns:a16="http://schemas.microsoft.com/office/drawing/2014/main" id="{E9E6530C-0973-2B7E-5152-07A967661B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46539" y="1544570"/>
              <a:ext cx="377852" cy="485810"/>
            </a:xfrm>
            <a:prstGeom prst="rect">
              <a:avLst/>
            </a:prstGeom>
          </p:spPr>
        </p:pic>
      </p:grpSp>
    </p:spTree>
    <p:extLst>
      <p:ext uri="{BB962C8B-B14F-4D97-AF65-F5344CB8AC3E}">
        <p14:creationId xmlns:p14="http://schemas.microsoft.com/office/powerpoint/2010/main" val="2881497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9F3714-0384-1866-6A7D-0D38C28DA489}"/>
              </a:ext>
            </a:extLst>
          </p:cNvPr>
          <p:cNvSpPr>
            <a:spLocks noGrp="1"/>
          </p:cNvSpPr>
          <p:nvPr>
            <p:ph type="ftr" sz="quarter" idx="16"/>
          </p:nvPr>
        </p:nvSpPr>
        <p:spPr/>
        <p:txBody>
          <a:bodyPr/>
          <a:lstStyle/>
          <a:p>
            <a:r>
              <a:rPr lang="en-US"/>
              <a:t>Presentation Name or Footer Copy</a:t>
            </a:r>
          </a:p>
        </p:txBody>
      </p:sp>
      <p:sp>
        <p:nvSpPr>
          <p:cNvPr id="179" name="Title 10">
            <a:extLst>
              <a:ext uri="{FF2B5EF4-FFF2-40B4-BE49-F238E27FC236}">
                <a16:creationId xmlns:a16="http://schemas.microsoft.com/office/drawing/2014/main" id="{B28E386D-11BC-FE00-6CF7-B1F24B1976D7}"/>
              </a:ext>
            </a:extLst>
          </p:cNvPr>
          <p:cNvSpPr txBox="1">
            <a:spLocks/>
          </p:cNvSpPr>
          <p:nvPr/>
        </p:nvSpPr>
        <p:spPr>
          <a:xfrm>
            <a:off x="1844719" y="478617"/>
            <a:ext cx="4318186" cy="506940"/>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a:lstStyle>
          <a:p>
            <a:pPr marL="0" marR="0" lvl="0" indent="0" algn="l" defTabSz="685800" rtl="0" eaLnBrk="1" fontAlgn="auto" latinLnBrk="0" hangingPunct="1">
              <a:lnSpc>
                <a:spcPct val="85000"/>
              </a:lnSpc>
              <a:spcBef>
                <a:spcPct val="0"/>
              </a:spcBef>
              <a:spcAft>
                <a:spcPts val="0"/>
              </a:spcAft>
              <a:buClrTx/>
              <a:buSzTx/>
              <a:buFontTx/>
              <a:buNone/>
              <a:tabLst/>
              <a:defRPr/>
            </a:pP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Strategic </a:t>
            </a:r>
            <a:b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br>
            <a:r>
              <a:rPr kumimoji="0" lang="en-US" sz="3200" b="1" i="0" u="none" strike="noStrike" kern="1200" cap="none" spc="-50" normalizeH="0" baseline="0" noProof="0">
                <a:ln>
                  <a:noFill/>
                </a:ln>
                <a:solidFill>
                  <a:srgbClr val="F65B00"/>
                </a:solidFill>
                <a:effectLst/>
                <a:uLnTx/>
                <a:uFillTx/>
                <a:latin typeface="Arial" panose="020B0604020202020204" pitchFamily="34" charset="0"/>
                <a:ea typeface="+mj-ea"/>
                <a:cs typeface="Arial" panose="020B0604020202020204" pitchFamily="34" charset="0"/>
              </a:rPr>
              <a:t>Imperatives</a:t>
            </a:r>
            <a:endParaRPr kumimoji="0" lang="en-US" sz="3200" b="1" i="0" u="none" strike="noStrike" kern="1200" cap="none" spc="-50" normalizeH="0" baseline="0" noProof="0" dirty="0">
              <a:ln>
                <a:noFill/>
              </a:ln>
              <a:solidFill>
                <a:srgbClr val="F65C00"/>
              </a:solidFill>
              <a:effectLst/>
              <a:uLnTx/>
              <a:uFillTx/>
              <a:latin typeface="Arial" panose="020B0604020202020204"/>
              <a:ea typeface="+mj-ea"/>
              <a:cs typeface="Arial" panose="020B0604020202020204" pitchFamily="34" charset="0"/>
            </a:endParaRPr>
          </a:p>
        </p:txBody>
      </p:sp>
      <p:sp>
        <p:nvSpPr>
          <p:cNvPr id="180" name="Text Placeholder 13">
            <a:extLst>
              <a:ext uri="{FF2B5EF4-FFF2-40B4-BE49-F238E27FC236}">
                <a16:creationId xmlns:a16="http://schemas.microsoft.com/office/drawing/2014/main" id="{00803220-CBD9-00C4-05AF-1DD3A2E45DE8}"/>
              </a:ext>
            </a:extLst>
          </p:cNvPr>
          <p:cNvSpPr txBox="1">
            <a:spLocks/>
          </p:cNvSpPr>
          <p:nvPr/>
        </p:nvSpPr>
        <p:spPr>
          <a:xfrm>
            <a:off x="336854" y="250372"/>
            <a:ext cx="4085170" cy="167013"/>
          </a:xfrm>
          <a:prstGeom prst="rect">
            <a:avLst/>
          </a:prstGeom>
        </p:spPr>
        <p:txBody>
          <a:bodyPr vert="horz" lIns="36576"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2"/>
                </a:solidFill>
                <a:latin typeface="Arial" panose="020B0604020202020204" pitchFamily="34" charset="0"/>
                <a:ea typeface="+mn-ea"/>
                <a:cs typeface="Arial" panose="020B0604020202020204" pitchFamily="34" charset="0"/>
              </a:defRPr>
            </a:lvl1pPr>
            <a:lvl2pPr marL="173831"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2pPr>
            <a:lvl3pPr marL="3429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3pPr>
            <a:lvl4pPr marL="511968"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u="none" kern="1200">
                <a:solidFill>
                  <a:schemeClr val="bg1">
                    <a:lumMod val="50000"/>
                  </a:schemeClr>
                </a:solidFill>
                <a:latin typeface="Arial" panose="020B0604020202020204" pitchFamily="34" charset="0"/>
                <a:ea typeface="+mn-ea"/>
                <a:cs typeface="Arial" panose="020B0604020202020204" pitchFamily="34" charset="0"/>
              </a:defRPr>
            </a:lvl4pPr>
            <a:lvl5pPr marL="6858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b="0" u="none" kern="1200">
                <a:solidFill>
                  <a:schemeClr val="bg1">
                    <a:lumMod val="50000"/>
                  </a:schemeClr>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600"/>
              </a:spcAft>
              <a:buClr>
                <a:srgbClr val="F65C00"/>
              </a:buClr>
              <a:buSzTx/>
              <a:buFont typeface="Arial" panose="020B0604020202020204" pitchFamily="34" charset="0"/>
              <a:buNone/>
              <a:tabLst/>
              <a:defRPr/>
            </a:pPr>
            <a:r>
              <a:rPr kumimoji="0" lang="en-US" sz="8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OUR PRIORITIES</a:t>
            </a:r>
            <a:endParaRPr kumimoji="0" lang="en-US" sz="800" b="0" i="0" u="none" strike="noStrike" kern="1200" cap="none" spc="0" normalizeH="0" baseline="0" noProof="0" dirty="0">
              <a:ln>
                <a:noFill/>
              </a:ln>
              <a:solidFill>
                <a:srgbClr val="595756"/>
              </a:solidFill>
              <a:effectLst/>
              <a:uLnTx/>
              <a:uFillTx/>
              <a:latin typeface="Arial" panose="020B0604020202020204" pitchFamily="34" charset="0"/>
              <a:ea typeface="+mn-ea"/>
              <a:cs typeface="Arial" panose="020B0604020202020204" pitchFamily="34" charset="0"/>
            </a:endParaRPr>
          </a:p>
        </p:txBody>
      </p:sp>
      <p:pic>
        <p:nvPicPr>
          <p:cNvPr id="255" name="Picture 254" descr="Text, logo&#10;&#10;Description automatically generated with medium confidence">
            <a:extLst>
              <a:ext uri="{FF2B5EF4-FFF2-40B4-BE49-F238E27FC236}">
                <a16:creationId xmlns:a16="http://schemas.microsoft.com/office/drawing/2014/main" id="{47093D61-08DD-CA20-26D9-FC03FE9FE4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6519" y="409252"/>
            <a:ext cx="1684507" cy="921425"/>
          </a:xfrm>
          <a:prstGeom prst="rect">
            <a:avLst/>
          </a:prstGeom>
        </p:spPr>
      </p:pic>
      <p:cxnSp>
        <p:nvCxnSpPr>
          <p:cNvPr id="256" name="Straight Connector 255">
            <a:extLst>
              <a:ext uri="{FF2B5EF4-FFF2-40B4-BE49-F238E27FC236}">
                <a16:creationId xmlns:a16="http://schemas.microsoft.com/office/drawing/2014/main" id="{12C2AFE5-45A5-1924-F858-4BD426D7B16C}"/>
              </a:ext>
            </a:extLst>
          </p:cNvPr>
          <p:cNvCxnSpPr>
            <a:cxnSpLocks/>
          </p:cNvCxnSpPr>
          <p:nvPr/>
        </p:nvCxnSpPr>
        <p:spPr>
          <a:xfrm>
            <a:off x="1723102" y="478617"/>
            <a:ext cx="0" cy="746498"/>
          </a:xfrm>
          <a:prstGeom prst="line">
            <a:avLst/>
          </a:prstGeom>
          <a:noFill/>
          <a:ln w="6350" cap="flat" cmpd="sng" algn="ctr">
            <a:solidFill>
              <a:srgbClr val="595756"/>
            </a:solidFill>
            <a:prstDash val="solid"/>
            <a:miter lim="800000"/>
          </a:ln>
          <a:effectLst/>
        </p:spPr>
      </p:cxnSp>
      <p:sp>
        <p:nvSpPr>
          <p:cNvPr id="23" name="Rectangle: Rounded Corners 22">
            <a:extLst>
              <a:ext uri="{FF2B5EF4-FFF2-40B4-BE49-F238E27FC236}">
                <a16:creationId xmlns:a16="http://schemas.microsoft.com/office/drawing/2014/main" id="{23877454-2793-00BC-4ADF-899A399C3BDA}"/>
              </a:ext>
            </a:extLst>
          </p:cNvPr>
          <p:cNvSpPr/>
          <p:nvPr/>
        </p:nvSpPr>
        <p:spPr>
          <a:xfrm>
            <a:off x="336518"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4" name="TextBox 223">
            <a:extLst>
              <a:ext uri="{FF2B5EF4-FFF2-40B4-BE49-F238E27FC236}">
                <a16:creationId xmlns:a16="http://schemas.microsoft.com/office/drawing/2014/main" id="{270A543C-7ACD-C147-C796-27356F8EF59C}"/>
              </a:ext>
            </a:extLst>
          </p:cNvPr>
          <p:cNvSpPr txBox="1"/>
          <p:nvPr/>
        </p:nvSpPr>
        <p:spPr>
          <a:xfrm>
            <a:off x="1235209"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Adaptive supply chain</a:t>
            </a:r>
          </a:p>
        </p:txBody>
      </p:sp>
      <p:sp>
        <p:nvSpPr>
          <p:cNvPr id="225" name="TextBox 224">
            <a:extLst>
              <a:ext uri="{FF2B5EF4-FFF2-40B4-BE49-F238E27FC236}">
                <a16:creationId xmlns:a16="http://schemas.microsoft.com/office/drawing/2014/main" id="{2CB5D392-CC6F-33E9-28FB-4A23302AF979}"/>
              </a:ext>
            </a:extLst>
          </p:cNvPr>
          <p:cNvSpPr txBox="1"/>
          <p:nvPr/>
        </p:nvSpPr>
        <p:spPr>
          <a:xfrm>
            <a:off x="342462"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Tailor our supply chain model to meet the unique needs of our customers, markets, and businesses</a:t>
            </a:r>
          </a:p>
        </p:txBody>
      </p:sp>
      <p:sp>
        <p:nvSpPr>
          <p:cNvPr id="226" name="Oval 225">
            <a:extLst>
              <a:ext uri="{FF2B5EF4-FFF2-40B4-BE49-F238E27FC236}">
                <a16:creationId xmlns:a16="http://schemas.microsoft.com/office/drawing/2014/main" id="{C0C47B8F-E2FA-507D-04CC-DA223865CD5B}"/>
              </a:ext>
            </a:extLst>
          </p:cNvPr>
          <p:cNvSpPr/>
          <p:nvPr/>
        </p:nvSpPr>
        <p:spPr>
          <a:xfrm>
            <a:off x="462069" y="1447077"/>
            <a:ext cx="675409" cy="675409"/>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27" name="Graphic 226">
            <a:extLst>
              <a:ext uri="{FF2B5EF4-FFF2-40B4-BE49-F238E27FC236}">
                <a16:creationId xmlns:a16="http://schemas.microsoft.com/office/drawing/2014/main" id="{76A3806B-090E-8213-203E-41BBA93CFF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929" y="1582522"/>
            <a:ext cx="405689" cy="405689"/>
          </a:xfrm>
          <a:prstGeom prst="rect">
            <a:avLst/>
          </a:prstGeom>
        </p:spPr>
      </p:pic>
      <p:sp>
        <p:nvSpPr>
          <p:cNvPr id="228" name="Rectangle: Rounded Corners 227">
            <a:extLst>
              <a:ext uri="{FF2B5EF4-FFF2-40B4-BE49-F238E27FC236}">
                <a16:creationId xmlns:a16="http://schemas.microsoft.com/office/drawing/2014/main" id="{4605D7B0-BBB1-0028-489E-56179BC92FE9}"/>
              </a:ext>
            </a:extLst>
          </p:cNvPr>
          <p:cNvSpPr/>
          <p:nvPr/>
        </p:nvSpPr>
        <p:spPr>
          <a:xfrm>
            <a:off x="3274106"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9" name="TextBox 228">
            <a:extLst>
              <a:ext uri="{FF2B5EF4-FFF2-40B4-BE49-F238E27FC236}">
                <a16:creationId xmlns:a16="http://schemas.microsoft.com/office/drawing/2014/main" id="{9EC15D24-D622-0D25-9AE1-AEFB6FADE896}"/>
              </a:ext>
            </a:extLst>
          </p:cNvPr>
          <p:cNvSpPr txBox="1"/>
          <p:nvPr/>
        </p:nvSpPr>
        <p:spPr>
          <a:xfrm>
            <a:off x="4172797"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Fit-for-growth network</a:t>
            </a:r>
          </a:p>
        </p:txBody>
      </p:sp>
      <p:sp>
        <p:nvSpPr>
          <p:cNvPr id="230" name="TextBox 229">
            <a:extLst>
              <a:ext uri="{FF2B5EF4-FFF2-40B4-BE49-F238E27FC236}">
                <a16:creationId xmlns:a16="http://schemas.microsoft.com/office/drawing/2014/main" id="{D28187DC-6647-5411-9FE7-3A3FD9175BF2}"/>
              </a:ext>
            </a:extLst>
          </p:cNvPr>
          <p:cNvSpPr txBox="1"/>
          <p:nvPr/>
        </p:nvSpPr>
        <p:spPr>
          <a:xfrm>
            <a:off x="3280050"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Design an efficient network to support our future growth ambition</a:t>
            </a:r>
          </a:p>
        </p:txBody>
      </p:sp>
      <p:grpSp>
        <p:nvGrpSpPr>
          <p:cNvPr id="231" name="Group 230">
            <a:extLst>
              <a:ext uri="{FF2B5EF4-FFF2-40B4-BE49-F238E27FC236}">
                <a16:creationId xmlns:a16="http://schemas.microsoft.com/office/drawing/2014/main" id="{B4D70CAF-A003-7737-B2DB-4145B65622EE}"/>
              </a:ext>
            </a:extLst>
          </p:cNvPr>
          <p:cNvGrpSpPr/>
          <p:nvPr/>
        </p:nvGrpSpPr>
        <p:grpSpPr>
          <a:xfrm>
            <a:off x="3397100" y="1447077"/>
            <a:ext cx="675409" cy="675409"/>
            <a:chOff x="4159158" y="1437798"/>
            <a:chExt cx="742950" cy="742950"/>
          </a:xfrm>
        </p:grpSpPr>
        <p:sp>
          <p:nvSpPr>
            <p:cNvPr id="232" name="Oval 231">
              <a:extLst>
                <a:ext uri="{FF2B5EF4-FFF2-40B4-BE49-F238E27FC236}">
                  <a16:creationId xmlns:a16="http://schemas.microsoft.com/office/drawing/2014/main" id="{04C1E147-DBE1-CFB6-9EA1-04CAE81C9858}"/>
                </a:ext>
              </a:extLst>
            </p:cNvPr>
            <p:cNvSpPr/>
            <p:nvPr/>
          </p:nvSpPr>
          <p:spPr>
            <a:xfrm>
              <a:off x="4159158" y="1437798"/>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33" name="Graphic 232">
              <a:extLst>
                <a:ext uri="{FF2B5EF4-FFF2-40B4-BE49-F238E27FC236}">
                  <a16:creationId xmlns:a16="http://schemas.microsoft.com/office/drawing/2014/main" id="{E0C6FA4F-131D-914E-EAFC-2826813E43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4991" y="1592795"/>
              <a:ext cx="405689" cy="405689"/>
            </a:xfrm>
            <a:prstGeom prst="rect">
              <a:avLst/>
            </a:prstGeom>
          </p:spPr>
        </p:pic>
      </p:grpSp>
      <p:sp>
        <p:nvSpPr>
          <p:cNvPr id="234" name="Rectangle: Rounded Corners 233">
            <a:extLst>
              <a:ext uri="{FF2B5EF4-FFF2-40B4-BE49-F238E27FC236}">
                <a16:creationId xmlns:a16="http://schemas.microsoft.com/office/drawing/2014/main" id="{52D8F35D-118C-A7C0-2F11-DE1661146121}"/>
              </a:ext>
            </a:extLst>
          </p:cNvPr>
          <p:cNvSpPr/>
          <p:nvPr/>
        </p:nvSpPr>
        <p:spPr>
          <a:xfrm>
            <a:off x="6221188" y="1671740"/>
            <a:ext cx="2586296" cy="875518"/>
          </a:xfrm>
          <a:prstGeom prst="roundRect">
            <a:avLst>
              <a:gd name="adj" fmla="val 5437"/>
            </a:avLst>
          </a:prstGeom>
          <a:solidFill>
            <a:srgbClr val="FFFFFF">
              <a:lumMod val="95000"/>
              <a:alpha val="50000"/>
            </a:srgbClr>
          </a:solidFill>
          <a:ln w="6350" cap="flat" cmpd="sng" algn="ctr">
            <a:solidFill>
              <a:srgbClr val="F65C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5" name="TextBox 234">
            <a:extLst>
              <a:ext uri="{FF2B5EF4-FFF2-40B4-BE49-F238E27FC236}">
                <a16:creationId xmlns:a16="http://schemas.microsoft.com/office/drawing/2014/main" id="{A6C5C776-842F-3260-5953-20FA909C9B2B}"/>
              </a:ext>
            </a:extLst>
          </p:cNvPr>
          <p:cNvSpPr txBox="1"/>
          <p:nvPr/>
        </p:nvSpPr>
        <p:spPr>
          <a:xfrm>
            <a:off x="7119879" y="1758045"/>
            <a:ext cx="1573305" cy="346166"/>
          </a:xfrm>
          <a:prstGeom prst="rect">
            <a:avLst/>
          </a:prstGeom>
          <a:noFill/>
        </p:spPr>
        <p:txBody>
          <a:bodyPr wrap="square" lIns="0" tIns="0" rIns="0" bIns="0" rtlCol="0" anchor="t">
            <a:noAutofit/>
          </a:bodyPr>
          <a:lstStyle/>
          <a:p>
            <a:pPr>
              <a:lnSpc>
                <a:spcPct val="85000"/>
              </a:lnSpc>
              <a:spcAft>
                <a:spcPts val="600"/>
              </a:spcAft>
            </a:pPr>
            <a:r>
              <a:rPr lang="en-US" sz="1400" b="1" dirty="0">
                <a:solidFill>
                  <a:srgbClr val="F65C00"/>
                </a:solidFill>
                <a:cs typeface="Arial" panose="020B0604020202020204" pitchFamily="34" charset="0"/>
              </a:rPr>
              <a:t>One-team planning</a:t>
            </a:r>
          </a:p>
        </p:txBody>
      </p:sp>
      <p:sp>
        <p:nvSpPr>
          <p:cNvPr id="236" name="TextBox 235">
            <a:extLst>
              <a:ext uri="{FF2B5EF4-FFF2-40B4-BE49-F238E27FC236}">
                <a16:creationId xmlns:a16="http://schemas.microsoft.com/office/drawing/2014/main" id="{69D3F54B-B335-F354-5203-BC3FDAF059B9}"/>
              </a:ext>
            </a:extLst>
          </p:cNvPr>
          <p:cNvSpPr txBox="1"/>
          <p:nvPr/>
        </p:nvSpPr>
        <p:spPr>
          <a:xfrm>
            <a:off x="6227132" y="2200335"/>
            <a:ext cx="2580351" cy="263214"/>
          </a:xfrm>
          <a:prstGeom prst="rect">
            <a:avLst/>
          </a:prstGeom>
          <a:noFill/>
        </p:spPr>
        <p:txBody>
          <a:bodyPr wrap="square" lIns="91440" tIns="0" rIns="91440" bIns="0" rtlCol="0" anchor="t">
            <a:noAutofit/>
          </a:bodyPr>
          <a:lstStyle/>
          <a:p>
            <a:pPr algn="ctr">
              <a:lnSpc>
                <a:spcPct val="90000"/>
              </a:lnSpc>
              <a:spcAft>
                <a:spcPts val="600"/>
              </a:spcAft>
            </a:pPr>
            <a:r>
              <a:rPr lang="en-US" sz="800" dirty="0">
                <a:solidFill>
                  <a:srgbClr val="595756"/>
                </a:solidFill>
                <a:cs typeface="Arial" panose="020B0604020202020204" pitchFamily="34" charset="0"/>
              </a:rPr>
              <a:t>Re-imagine our process, governance &amp; tools to drive global and cross-functionally aligned plans</a:t>
            </a:r>
          </a:p>
        </p:txBody>
      </p:sp>
      <p:grpSp>
        <p:nvGrpSpPr>
          <p:cNvPr id="237" name="Group 236">
            <a:extLst>
              <a:ext uri="{FF2B5EF4-FFF2-40B4-BE49-F238E27FC236}">
                <a16:creationId xmlns:a16="http://schemas.microsoft.com/office/drawing/2014/main" id="{D23307F9-CC86-F283-4F8A-A7B460A618B5}"/>
              </a:ext>
            </a:extLst>
          </p:cNvPr>
          <p:cNvGrpSpPr/>
          <p:nvPr/>
        </p:nvGrpSpPr>
        <p:grpSpPr>
          <a:xfrm>
            <a:off x="6344182" y="1447076"/>
            <a:ext cx="675409" cy="675409"/>
            <a:chOff x="6293533" y="3357519"/>
            <a:chExt cx="742950" cy="742950"/>
          </a:xfrm>
        </p:grpSpPr>
        <p:sp>
          <p:nvSpPr>
            <p:cNvPr id="238" name="Oval 237">
              <a:extLst>
                <a:ext uri="{FF2B5EF4-FFF2-40B4-BE49-F238E27FC236}">
                  <a16:creationId xmlns:a16="http://schemas.microsoft.com/office/drawing/2014/main" id="{8FD2E946-BDA4-C792-7A53-8B453DCEFB1A}"/>
                </a:ext>
              </a:extLst>
            </p:cNvPr>
            <p:cNvSpPr/>
            <p:nvPr/>
          </p:nvSpPr>
          <p:spPr>
            <a:xfrm>
              <a:off x="6293533" y="3357519"/>
              <a:ext cx="742950" cy="742950"/>
            </a:xfrm>
            <a:prstGeom prst="ellipse">
              <a:avLst/>
            </a:prstGeom>
            <a:solidFill>
              <a:srgbClr val="F65C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pic>
          <p:nvPicPr>
            <p:cNvPr id="239" name="Graphic 238">
              <a:extLst>
                <a:ext uri="{FF2B5EF4-FFF2-40B4-BE49-F238E27FC236}">
                  <a16:creationId xmlns:a16="http://schemas.microsoft.com/office/drawing/2014/main" id="{6FF8A646-8DAF-8BC1-FE56-BF7D038073C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23235" y="3482017"/>
              <a:ext cx="483546" cy="483546"/>
            </a:xfrm>
            <a:prstGeom prst="rect">
              <a:avLst/>
            </a:prstGeom>
          </p:spPr>
        </p:pic>
      </p:grpSp>
      <p:sp>
        <p:nvSpPr>
          <p:cNvPr id="240" name="TextBox 239">
            <a:extLst>
              <a:ext uri="{FF2B5EF4-FFF2-40B4-BE49-F238E27FC236}">
                <a16:creationId xmlns:a16="http://schemas.microsoft.com/office/drawing/2014/main" id="{13A9BD28-6447-4CBC-2177-78DA512FC883}"/>
              </a:ext>
            </a:extLst>
          </p:cNvPr>
          <p:cNvSpPr txBox="1"/>
          <p:nvPr/>
        </p:nvSpPr>
        <p:spPr>
          <a:xfrm>
            <a:off x="348744"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Arial" panose="020B0604020202020204" pitchFamily="34" charset="0"/>
              <a:buChar char="•"/>
            </a:pPr>
            <a:r>
              <a:rPr lang="en-US" sz="1100" dirty="0" err="1">
                <a:solidFill>
                  <a:srgbClr val="595756"/>
                </a:solidFill>
                <a:cs typeface="Arial" panose="020B0604020202020204" pitchFamily="34" charset="0"/>
              </a:rPr>
              <a:t>Visuant</a:t>
            </a:r>
            <a:r>
              <a:rPr lang="en-US" sz="1100" dirty="0">
                <a:solidFill>
                  <a:srgbClr val="595756"/>
                </a:solidFill>
                <a:cs typeface="Arial" panose="020B0604020202020204" pitchFamily="34" charset="0"/>
              </a:rPr>
              <a:t>: Set up Tier 4 across 5 platforms and 30 sites.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Multi-echelon inventory is complete: Soft launch to 7 sites (5 GMS + 2 GES).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S&amp;OE dashboards: QA release and is used by Business. Currently in hyper care and move to Prod is planned in May/June with possibly Aera data replaced by SAP data.</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Continuous Process Verification &amp; Controls Charts Pilot</a:t>
            </a:r>
          </a:p>
        </p:txBody>
      </p:sp>
      <p:sp>
        <p:nvSpPr>
          <p:cNvPr id="241" name="TextBox 240">
            <a:extLst>
              <a:ext uri="{FF2B5EF4-FFF2-40B4-BE49-F238E27FC236}">
                <a16:creationId xmlns:a16="http://schemas.microsoft.com/office/drawing/2014/main" id="{6AC0DE1C-41EB-6B7C-4B7D-467401C126A2}"/>
              </a:ext>
            </a:extLst>
          </p:cNvPr>
          <p:cNvSpPr txBox="1"/>
          <p:nvPr/>
        </p:nvSpPr>
        <p:spPr>
          <a:xfrm>
            <a:off x="3280219"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Sustainability metrics established and cascaded with platform/site targets.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Add sustainability metric capture in CDB, CIP and PMO project databases.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Tracking of 2023 sustainability projects across top 10 sites. To reach carbon reduction target </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Willow island workshop + Visit – BSM confirm language</a:t>
            </a:r>
          </a:p>
        </p:txBody>
      </p:sp>
      <p:sp>
        <p:nvSpPr>
          <p:cNvPr id="242" name="TextBox 241">
            <a:extLst>
              <a:ext uri="{FF2B5EF4-FFF2-40B4-BE49-F238E27FC236}">
                <a16:creationId xmlns:a16="http://schemas.microsoft.com/office/drawing/2014/main" id="{ABCEBA18-D892-973A-3C1C-1F8BCF9FD80F}"/>
              </a:ext>
            </a:extLst>
          </p:cNvPr>
          <p:cNvSpPr txBox="1"/>
          <p:nvPr/>
        </p:nvSpPr>
        <p:spPr>
          <a:xfrm>
            <a:off x="6233414" y="2703875"/>
            <a:ext cx="2574069" cy="2035803"/>
          </a:xfrm>
          <a:prstGeom prst="rect">
            <a:avLst/>
          </a:prstGeom>
          <a:noFill/>
        </p:spPr>
        <p:txBody>
          <a:bodyPr wrap="square" lIns="0" tIns="0" rIns="0" bIns="0" rtlCol="0">
            <a:noAutofit/>
          </a:bodyPr>
          <a:lstStyle/>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Performance Management 2.0 Phase 1 Launch, Set up PMS: rolled out operational metrics to all internal sites w/ metrics &amp; definitions.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Trained all internal sites on </a:t>
            </a:r>
            <a:r>
              <a:rPr lang="en-US" sz="1100" dirty="0" err="1">
                <a:solidFill>
                  <a:srgbClr val="595756"/>
                </a:solidFill>
                <a:cs typeface="Arial" panose="020B0604020202020204" pitchFamily="34" charset="0"/>
              </a:rPr>
              <a:t>Visuant</a:t>
            </a:r>
            <a:r>
              <a:rPr lang="en-US" sz="1100" dirty="0">
                <a:solidFill>
                  <a:srgbClr val="595756"/>
                </a:solidFill>
                <a:cs typeface="Arial" panose="020B0604020202020204" pitchFamily="34" charset="0"/>
              </a:rPr>
              <a:t>.</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Social Contract with LT sign-on implemented.</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Implement Future GMS Awards.</a:t>
            </a:r>
          </a:p>
          <a:p>
            <a:pPr marL="171450" indent="-171450">
              <a:lnSpc>
                <a:spcPct val="90000"/>
              </a:lnSpc>
              <a:spcAft>
                <a:spcPts val="300"/>
              </a:spcAft>
              <a:buClr>
                <a:srgbClr val="F65C00"/>
              </a:buClr>
              <a:buFont typeface="Arial" panose="020B0604020202020204" pitchFamily="34" charset="0"/>
              <a:buChar char="•"/>
            </a:pPr>
            <a:r>
              <a:rPr lang="en-US" sz="1100" dirty="0">
                <a:solidFill>
                  <a:srgbClr val="595756"/>
                </a:solidFill>
                <a:cs typeface="Arial" panose="020B0604020202020204" pitchFamily="34" charset="0"/>
              </a:rPr>
              <a:t>Implement Leadership Council (held 2 sessions).</a:t>
            </a:r>
          </a:p>
        </p:txBody>
      </p:sp>
    </p:spTree>
    <p:extLst>
      <p:ext uri="{BB962C8B-B14F-4D97-AF65-F5344CB8AC3E}">
        <p14:creationId xmlns:p14="http://schemas.microsoft.com/office/powerpoint/2010/main" val="3086043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D7F65B8C-E2DA-CC86-F9D6-3803D96BF8A9}"/>
              </a:ext>
            </a:extLst>
          </p:cNvPr>
          <p:cNvPicPr>
            <a:picLocks noGrp="1" noChangeAspect="1" noChangeArrowheads="1"/>
          </p:cNvPicPr>
          <p:nvPr>
            <p:ph type="pic" sz="quarter" idx="10"/>
          </p:nvPr>
        </p:nvPicPr>
        <p:blipFill rotWithShape="1">
          <a:blip r:embed="rId3" cstate="email">
            <a:extLst>
              <a:ext uri="{28A0092B-C50C-407E-A947-70E740481C1C}">
                <a14:useLocalDpi xmlns:a14="http://schemas.microsoft.com/office/drawing/2010/main"/>
              </a:ext>
            </a:extLst>
          </a:blip>
          <a:src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767DCC9C-9353-9C27-0CF4-37C4BA83AF9A}"/>
              </a:ext>
            </a:extLst>
          </p:cNvPr>
          <p:cNvSpPr/>
          <p:nvPr/>
        </p:nvSpPr>
        <p:spPr>
          <a:xfrm rot="5400000">
            <a:off x="2000248" y="-2000252"/>
            <a:ext cx="5143500" cy="9144000"/>
          </a:xfrm>
          <a:prstGeom prst="rect">
            <a:avLst/>
          </a:prstGeom>
          <a:gradFill flip="none" rotWithShape="1">
            <a:gsLst>
              <a:gs pos="0">
                <a:srgbClr val="000000">
                  <a:alpha val="0"/>
                </a:srgbClr>
              </a:gs>
              <a:gs pos="31000">
                <a:srgbClr val="000000">
                  <a:alpha val="4805"/>
                </a:srgbClr>
              </a:gs>
              <a:gs pos="98000">
                <a:srgbClr val="000000">
                  <a:alpha val="40000"/>
                </a:srgbClr>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10" name="Footer Placeholder 9">
            <a:extLst>
              <a:ext uri="{FF2B5EF4-FFF2-40B4-BE49-F238E27FC236}">
                <a16:creationId xmlns:a16="http://schemas.microsoft.com/office/drawing/2014/main" id="{1496D281-34F8-1548-B9F6-CB73933F3D4F}"/>
              </a:ext>
            </a:extLst>
          </p:cNvPr>
          <p:cNvSpPr>
            <a:spLocks noGrp="1"/>
          </p:cNvSpPr>
          <p:nvPr>
            <p:ph type="ftr" sz="quarter" idx="16"/>
          </p:nvPr>
        </p:nvSpPr>
        <p:spPr>
          <a:xfrm>
            <a:off x="574006" y="4842034"/>
            <a:ext cx="2468429" cy="123111"/>
          </a:xfrm>
        </p:spPr>
        <p:txBody>
          <a:bodyPr/>
          <a:lstStyle/>
          <a:p>
            <a:r>
              <a:rPr lang="en-US"/>
              <a:t>Presentation Name or Footer Copy</a:t>
            </a:r>
          </a:p>
        </p:txBody>
      </p:sp>
      <p:sp>
        <p:nvSpPr>
          <p:cNvPr id="21" name="TextBox 20">
            <a:extLst>
              <a:ext uri="{FF2B5EF4-FFF2-40B4-BE49-F238E27FC236}">
                <a16:creationId xmlns:a16="http://schemas.microsoft.com/office/drawing/2014/main" id="{87AF8D0B-06A9-D3C3-F84E-7527F8745E20}"/>
              </a:ext>
            </a:extLst>
          </p:cNvPr>
          <p:cNvSpPr txBox="1">
            <a:spLocks noGrp="1" noRot="1" noMove="1" noResize="1" noEditPoints="1" noAdjustHandles="1" noChangeArrowheads="1" noChangeShapeType="1"/>
          </p:cNvSpPr>
          <p:nvPr/>
        </p:nvSpPr>
        <p:spPr>
          <a:xfrm>
            <a:off x="347472" y="4844415"/>
            <a:ext cx="18288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22</a:t>
            </a:fld>
            <a:endParaRPr lang="en-US" sz="900" b="1" i="0">
              <a:solidFill>
                <a:schemeClr val="bg1"/>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7EEAA22D-0658-A301-C11C-E1E613EDBEA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24" name="Title 4">
            <a:extLst>
              <a:ext uri="{FF2B5EF4-FFF2-40B4-BE49-F238E27FC236}">
                <a16:creationId xmlns:a16="http://schemas.microsoft.com/office/drawing/2014/main" id="{F1EAFE47-8424-586F-60F2-CC6D03014091}"/>
              </a:ext>
            </a:extLst>
          </p:cNvPr>
          <p:cNvSpPr txBox="1">
            <a:spLocks/>
          </p:cNvSpPr>
          <p:nvPr/>
        </p:nvSpPr>
        <p:spPr>
          <a:xfrm>
            <a:off x="336854" y="455350"/>
            <a:ext cx="4381196" cy="1249680"/>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4800" b="1" i="0" kern="1200" spc="-100" baseline="0">
                <a:solidFill>
                  <a:schemeClr val="bg1"/>
                </a:solidFill>
                <a:latin typeface="+mj-lt"/>
                <a:ea typeface="+mj-ea"/>
                <a:cs typeface="Arial" panose="020B0604020202020204" pitchFamily="34" charset="0"/>
              </a:defRPr>
            </a:lvl1pPr>
          </a:lstStyle>
          <a:p>
            <a:pPr marL="0" marR="0" lvl="0" indent="0" algn="l" defTabSz="685800" rtl="0" eaLnBrk="1" fontAlgn="auto" latinLnBrk="0" hangingPunct="1">
              <a:lnSpc>
                <a:spcPct val="85000"/>
              </a:lnSpc>
              <a:spcBef>
                <a:spcPct val="0"/>
              </a:spcBef>
              <a:spcAft>
                <a:spcPts val="0"/>
              </a:spcAft>
              <a:buClrTx/>
              <a:buSzTx/>
              <a:buFontTx/>
              <a:buNone/>
              <a:tabLst/>
              <a:defRPr/>
            </a:pPr>
            <a:r>
              <a:rPr kumimoji="0" lang="en-US" sz="3200" b="1" i="0" u="none" strike="noStrike" kern="1200" cap="none" spc="-100" normalizeH="0" baseline="0" noProof="0">
                <a:ln>
                  <a:noFill/>
                </a:ln>
                <a:solidFill>
                  <a:srgbClr val="FFFFFF"/>
                </a:solidFill>
                <a:effectLst/>
                <a:uLnTx/>
                <a:uFillTx/>
                <a:latin typeface="Arial" panose="020B0604020202020204"/>
                <a:ea typeface="+mj-ea"/>
                <a:cs typeface="Arial" panose="020B0604020202020204" pitchFamily="34" charset="0"/>
              </a:rPr>
              <a:t>Reminders for Individual Development Plans (IDPs)</a:t>
            </a:r>
            <a:br>
              <a:rPr kumimoji="0" lang="en-US" sz="3200" b="1" i="0" u="none" strike="noStrike" kern="1200" cap="none" spc="-100" normalizeH="0" baseline="0" noProof="0">
                <a:ln>
                  <a:noFill/>
                </a:ln>
                <a:solidFill>
                  <a:srgbClr val="FFFFFF"/>
                </a:solidFill>
                <a:effectLst/>
                <a:uLnTx/>
                <a:uFillTx/>
                <a:latin typeface="Arial" panose="020B0604020202020204"/>
                <a:ea typeface="+mj-ea"/>
                <a:cs typeface="Arial" panose="020B0604020202020204" pitchFamily="34" charset="0"/>
              </a:rPr>
            </a:br>
            <a:endParaRPr kumimoji="0" lang="en-US" sz="3200" b="1" i="0" u="none" strike="noStrike" kern="1200" cap="none" spc="-100" normalizeH="0" baseline="0" noProof="0" dirty="0">
              <a:ln>
                <a:noFill/>
              </a:ln>
              <a:solidFill>
                <a:srgbClr val="FFFFFF"/>
              </a:solidFill>
              <a:effectLst/>
              <a:uLnTx/>
              <a:uFillTx/>
              <a:latin typeface="Arial" panose="020B0604020202020204"/>
              <a:ea typeface="+mj-ea"/>
              <a:cs typeface="Arial" panose="020B0604020202020204" pitchFamily="34" charset="0"/>
            </a:endParaRPr>
          </a:p>
        </p:txBody>
      </p:sp>
      <p:sp>
        <p:nvSpPr>
          <p:cNvPr id="25" name="Rectangle: Rounded Corners 24">
            <a:extLst>
              <a:ext uri="{FF2B5EF4-FFF2-40B4-BE49-F238E27FC236}">
                <a16:creationId xmlns:a16="http://schemas.microsoft.com/office/drawing/2014/main" id="{19859090-8828-A5A0-7696-0203218E066B}"/>
              </a:ext>
            </a:extLst>
          </p:cNvPr>
          <p:cNvSpPr/>
          <p:nvPr/>
        </p:nvSpPr>
        <p:spPr>
          <a:xfrm>
            <a:off x="612321" y="1842339"/>
            <a:ext cx="3290208" cy="839059"/>
          </a:xfrm>
          <a:prstGeom prst="roundRect">
            <a:avLst>
              <a:gd name="adj" fmla="val 6474"/>
            </a:avLst>
          </a:prstGeom>
          <a:solidFill>
            <a:srgbClr val="FFFFFF"/>
          </a:solidFill>
          <a:ln w="12700" cap="flat" cmpd="sng" algn="ctr">
            <a:solidFill>
              <a:srgbClr val="F65C00"/>
            </a:solidFill>
            <a:prstDash val="solid"/>
            <a:miter lim="800000"/>
          </a:ln>
          <a:effectLst/>
        </p:spPr>
        <p:txBody>
          <a:bodyPr lIns="457200" rIns="18288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65C00"/>
                </a:solidFill>
                <a:effectLst/>
                <a:uLnTx/>
                <a:uFillTx/>
                <a:latin typeface="Arial" panose="020B0604020202020204"/>
                <a:ea typeface="+mn-ea"/>
                <a:cs typeface="+mn-cs"/>
              </a:rPr>
              <a:t>Discuss</a:t>
            </a:r>
            <a:r>
              <a:rPr kumimoji="0" lang="en-US" sz="1600" b="1" i="0" u="none" strike="noStrike" kern="0" cap="none" spc="0" normalizeH="0" baseline="0" noProof="0" dirty="0">
                <a:ln>
                  <a:noFill/>
                </a:ln>
                <a:solidFill>
                  <a:srgbClr val="595756"/>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595756"/>
                </a:solidFill>
                <a:effectLst/>
                <a:uLnTx/>
                <a:uFillTx/>
                <a:latin typeface="Arial" panose="020B0604020202020204"/>
                <a:ea typeface="+mn-ea"/>
                <a:cs typeface="+mn-cs"/>
              </a:rPr>
              <a:t>goals with your manager &amp; team members</a:t>
            </a:r>
          </a:p>
        </p:txBody>
      </p:sp>
      <p:sp>
        <p:nvSpPr>
          <p:cNvPr id="26" name="Oval 25">
            <a:extLst>
              <a:ext uri="{FF2B5EF4-FFF2-40B4-BE49-F238E27FC236}">
                <a16:creationId xmlns:a16="http://schemas.microsoft.com/office/drawing/2014/main" id="{494A45F9-0B4F-1492-8F00-606F2C01A9D1}"/>
              </a:ext>
            </a:extLst>
          </p:cNvPr>
          <p:cNvSpPr/>
          <p:nvPr/>
        </p:nvSpPr>
        <p:spPr>
          <a:xfrm>
            <a:off x="348744" y="1993329"/>
            <a:ext cx="537081" cy="537081"/>
          </a:xfrm>
          <a:prstGeom prst="ellipse">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FFFF"/>
                </a:solidFill>
                <a:effectLst/>
                <a:uLnTx/>
                <a:uFillTx/>
                <a:latin typeface="Arial" panose="020B0604020202020204"/>
                <a:ea typeface="+mn-ea"/>
                <a:cs typeface="+mn-cs"/>
              </a:rPr>
              <a:t>1</a:t>
            </a:r>
          </a:p>
        </p:txBody>
      </p:sp>
      <p:sp>
        <p:nvSpPr>
          <p:cNvPr id="27" name="Rectangle: Rounded Corners 26">
            <a:extLst>
              <a:ext uri="{FF2B5EF4-FFF2-40B4-BE49-F238E27FC236}">
                <a16:creationId xmlns:a16="http://schemas.microsoft.com/office/drawing/2014/main" id="{6A7BEE37-ED37-24DA-AF06-B3757960BA88}"/>
              </a:ext>
            </a:extLst>
          </p:cNvPr>
          <p:cNvSpPr/>
          <p:nvPr/>
        </p:nvSpPr>
        <p:spPr>
          <a:xfrm>
            <a:off x="612321" y="2852032"/>
            <a:ext cx="3290208" cy="839059"/>
          </a:xfrm>
          <a:prstGeom prst="roundRect">
            <a:avLst>
              <a:gd name="adj" fmla="val 6474"/>
            </a:avLst>
          </a:prstGeom>
          <a:solidFill>
            <a:srgbClr val="FFFFFF"/>
          </a:solidFill>
          <a:ln w="12700" cap="flat" cmpd="sng" algn="ctr">
            <a:solidFill>
              <a:srgbClr val="F65C00"/>
            </a:solidFill>
            <a:prstDash val="solid"/>
            <a:miter lim="800000"/>
          </a:ln>
          <a:effectLst/>
        </p:spPr>
        <p:txBody>
          <a:bodyPr lIns="457200" rIns="18288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65C00"/>
                </a:solidFill>
                <a:effectLst/>
                <a:uLnTx/>
                <a:uFillTx/>
                <a:latin typeface="Arial" panose="020B0604020202020204"/>
                <a:ea typeface="+mn-ea"/>
                <a:cs typeface="+mn-cs"/>
              </a:rPr>
              <a:t>Record </a:t>
            </a:r>
            <a:r>
              <a:rPr kumimoji="0" lang="en-US" sz="1600" b="0" i="0" u="none" strike="noStrike" kern="0" cap="none" spc="0" normalizeH="0" baseline="0" noProof="0" dirty="0">
                <a:ln>
                  <a:noFill/>
                </a:ln>
                <a:solidFill>
                  <a:srgbClr val="595756"/>
                </a:solidFill>
                <a:effectLst/>
                <a:uLnTx/>
                <a:uFillTx/>
                <a:latin typeface="Arial" panose="020B0604020202020204"/>
                <a:ea typeface="+mn-ea"/>
                <a:cs typeface="+mn-cs"/>
              </a:rPr>
              <a:t>agreed actions into Workday by July 19</a:t>
            </a:r>
          </a:p>
        </p:txBody>
      </p:sp>
      <p:sp>
        <p:nvSpPr>
          <p:cNvPr id="28" name="Rectangle: Rounded Corners 27">
            <a:extLst>
              <a:ext uri="{FF2B5EF4-FFF2-40B4-BE49-F238E27FC236}">
                <a16:creationId xmlns:a16="http://schemas.microsoft.com/office/drawing/2014/main" id="{6B7E926D-03FE-5475-1232-8CC09B6510F0}"/>
              </a:ext>
            </a:extLst>
          </p:cNvPr>
          <p:cNvSpPr/>
          <p:nvPr/>
        </p:nvSpPr>
        <p:spPr>
          <a:xfrm>
            <a:off x="612321" y="3867063"/>
            <a:ext cx="3290208" cy="839059"/>
          </a:xfrm>
          <a:prstGeom prst="roundRect">
            <a:avLst>
              <a:gd name="adj" fmla="val 6474"/>
            </a:avLst>
          </a:prstGeom>
          <a:solidFill>
            <a:srgbClr val="FFFFFF"/>
          </a:solidFill>
          <a:ln w="12700" cap="flat" cmpd="sng" algn="ctr">
            <a:solidFill>
              <a:srgbClr val="F65C00"/>
            </a:solidFill>
            <a:prstDash val="solid"/>
            <a:miter lim="800000"/>
          </a:ln>
          <a:effectLst/>
        </p:spPr>
        <p:txBody>
          <a:bodyPr lIns="457200" rIns="18288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65C00"/>
                </a:solidFill>
                <a:effectLst/>
                <a:uLnTx/>
                <a:uFillTx/>
                <a:latin typeface="Arial" panose="020B0604020202020204"/>
                <a:ea typeface="+mn-ea"/>
                <a:cs typeface="+mn-cs"/>
              </a:rPr>
              <a:t>Revisit </a:t>
            </a:r>
            <a:r>
              <a:rPr kumimoji="0" lang="en-US" sz="1600" b="0" i="0" u="none" strike="noStrike" kern="0" cap="none" spc="0" normalizeH="0" baseline="0" noProof="0" dirty="0">
                <a:ln>
                  <a:noFill/>
                </a:ln>
                <a:solidFill>
                  <a:srgbClr val="595756"/>
                </a:solidFill>
                <a:effectLst/>
                <a:uLnTx/>
                <a:uFillTx/>
                <a:latin typeface="Arial" panose="020B0604020202020204"/>
                <a:ea typeface="+mn-ea"/>
                <a:cs typeface="+mn-cs"/>
              </a:rPr>
              <a:t>plan throughout the year and adjust as needed </a:t>
            </a:r>
          </a:p>
        </p:txBody>
      </p:sp>
      <p:sp>
        <p:nvSpPr>
          <p:cNvPr id="29" name="Oval 28">
            <a:extLst>
              <a:ext uri="{FF2B5EF4-FFF2-40B4-BE49-F238E27FC236}">
                <a16:creationId xmlns:a16="http://schemas.microsoft.com/office/drawing/2014/main" id="{431223C0-ACFA-419A-BDA1-39B78EF5B1B3}"/>
              </a:ext>
            </a:extLst>
          </p:cNvPr>
          <p:cNvSpPr/>
          <p:nvPr/>
        </p:nvSpPr>
        <p:spPr>
          <a:xfrm>
            <a:off x="348744" y="2976045"/>
            <a:ext cx="537081" cy="537081"/>
          </a:xfrm>
          <a:prstGeom prst="ellipse">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FFFF"/>
                </a:solidFill>
                <a:effectLst/>
                <a:uLnTx/>
                <a:uFillTx/>
                <a:latin typeface="Arial" panose="020B0604020202020204"/>
                <a:ea typeface="+mn-ea"/>
                <a:cs typeface="+mn-cs"/>
              </a:rPr>
              <a:t>2</a:t>
            </a:r>
          </a:p>
        </p:txBody>
      </p:sp>
      <p:sp>
        <p:nvSpPr>
          <p:cNvPr id="30" name="Oval 29">
            <a:extLst>
              <a:ext uri="{FF2B5EF4-FFF2-40B4-BE49-F238E27FC236}">
                <a16:creationId xmlns:a16="http://schemas.microsoft.com/office/drawing/2014/main" id="{DD3F08AC-C8FC-DD81-732D-4FC485DE9973}"/>
              </a:ext>
            </a:extLst>
          </p:cNvPr>
          <p:cNvSpPr/>
          <p:nvPr/>
        </p:nvSpPr>
        <p:spPr>
          <a:xfrm>
            <a:off x="348744" y="3995912"/>
            <a:ext cx="537081" cy="537081"/>
          </a:xfrm>
          <a:prstGeom prst="ellipse">
            <a:avLst/>
          </a:prstGeom>
          <a:solidFill>
            <a:srgbClr val="F65C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FFFF"/>
                </a:solidFill>
                <a:effectLst/>
                <a:uLnTx/>
                <a:uFillTx/>
                <a:latin typeface="Arial" panose="020B0604020202020204"/>
                <a:ea typeface="+mn-ea"/>
                <a:cs typeface="+mn-cs"/>
              </a:rPr>
              <a:t>3</a:t>
            </a:r>
          </a:p>
        </p:txBody>
      </p:sp>
    </p:spTree>
    <p:extLst>
      <p:ext uri="{BB962C8B-B14F-4D97-AF65-F5344CB8AC3E}">
        <p14:creationId xmlns:p14="http://schemas.microsoft.com/office/powerpoint/2010/main" val="3115968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D5B9-6D3F-E547-B778-7F4A10806230}"/>
              </a:ext>
            </a:extLst>
          </p:cNvPr>
          <p:cNvSpPr>
            <a:spLocks noGrp="1"/>
          </p:cNvSpPr>
          <p:nvPr>
            <p:ph type="title"/>
          </p:nvPr>
        </p:nvSpPr>
        <p:spPr/>
        <p:txBody>
          <a:bodyPr/>
          <a:lstStyle/>
          <a:p>
            <a:r>
              <a:rPr lang="en-US"/>
              <a:t>Agenda</a:t>
            </a:r>
          </a:p>
        </p:txBody>
      </p:sp>
      <p:sp>
        <p:nvSpPr>
          <p:cNvPr id="3" name="Footer Placeholder 2">
            <a:extLst>
              <a:ext uri="{FF2B5EF4-FFF2-40B4-BE49-F238E27FC236}">
                <a16:creationId xmlns:a16="http://schemas.microsoft.com/office/drawing/2014/main" id="{9D54C996-1E4C-D34D-A04F-5317F38885C4}"/>
              </a:ext>
            </a:extLst>
          </p:cNvPr>
          <p:cNvSpPr>
            <a:spLocks noGrp="1"/>
          </p:cNvSpPr>
          <p:nvPr>
            <p:ph type="ftr" sz="quarter" idx="16"/>
          </p:nvPr>
        </p:nvSpPr>
        <p:spPr/>
        <p:txBody>
          <a:bodyPr/>
          <a:lstStyle/>
          <a:p>
            <a:r>
              <a:rPr lang="en-US"/>
              <a:t>Presentation Name or Footer Copy</a:t>
            </a:r>
          </a:p>
        </p:txBody>
      </p:sp>
      <p:graphicFrame>
        <p:nvGraphicFramePr>
          <p:cNvPr id="18" name="Table Placeholder 10">
            <a:extLst>
              <a:ext uri="{FF2B5EF4-FFF2-40B4-BE49-F238E27FC236}">
                <a16:creationId xmlns:a16="http://schemas.microsoft.com/office/drawing/2014/main" id="{3DC41EF3-E8DB-CFFE-EFD7-178CE7CB64E7}"/>
              </a:ext>
            </a:extLst>
          </p:cNvPr>
          <p:cNvGraphicFramePr>
            <a:graphicFrameLocks/>
          </p:cNvGraphicFramePr>
          <p:nvPr>
            <p:extLst>
              <p:ext uri="{D42A27DB-BD31-4B8C-83A1-F6EECF244321}">
                <p14:modId xmlns:p14="http://schemas.microsoft.com/office/powerpoint/2010/main" val="2596904440"/>
              </p:ext>
            </p:extLst>
          </p:nvPr>
        </p:nvGraphicFramePr>
        <p:xfrm>
          <a:off x="3421959" y="318338"/>
          <a:ext cx="5243739" cy="4208860"/>
        </p:xfrm>
        <a:graphic>
          <a:graphicData uri="http://schemas.openxmlformats.org/drawingml/2006/table">
            <a:tbl>
              <a:tblPr firstRow="1" bandRow="1">
                <a:tableStyleId>{5C22544A-7EE6-4342-B048-85BDC9FD1C3A}</a:tableStyleId>
              </a:tblPr>
              <a:tblGrid>
                <a:gridCol w="615469">
                  <a:extLst>
                    <a:ext uri="{9D8B030D-6E8A-4147-A177-3AD203B41FA5}">
                      <a16:colId xmlns:a16="http://schemas.microsoft.com/office/drawing/2014/main" val="20000"/>
                    </a:ext>
                  </a:extLst>
                </a:gridCol>
                <a:gridCol w="4628270">
                  <a:extLst>
                    <a:ext uri="{9D8B030D-6E8A-4147-A177-3AD203B41FA5}">
                      <a16:colId xmlns:a16="http://schemas.microsoft.com/office/drawing/2014/main" val="20001"/>
                    </a:ext>
                  </a:extLst>
                </a:gridCol>
              </a:tblGrid>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01</a:t>
                      </a:r>
                    </a:p>
                  </a:txBody>
                  <a:tcPr marL="0" marR="68580"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02</a:t>
                      </a:r>
                    </a:p>
                  </a:txBody>
                  <a:tcPr marL="0" marR="68580"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03</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04</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2514473"/>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05</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400" b="0" i="0">
                          <a:solidFill>
                            <a:schemeClr val="bg2"/>
                          </a:solidFill>
                          <a:latin typeface="Arial" panose="020B0604020202020204" pitchFamily="34" charset="0"/>
                          <a:cs typeface="Arial" panose="020B0604020202020204" pitchFamily="34" charset="0"/>
                        </a:rPr>
                        <a:t>Add or delete rows based on presentation needs</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40983563"/>
                  </a:ext>
                </a:extLst>
              </a:tr>
            </a:tbl>
          </a:graphicData>
        </a:graphic>
      </p:graphicFrame>
      <p:grpSp>
        <p:nvGrpSpPr>
          <p:cNvPr id="7" name="Group 6">
            <a:extLst>
              <a:ext uri="{FF2B5EF4-FFF2-40B4-BE49-F238E27FC236}">
                <a16:creationId xmlns:a16="http://schemas.microsoft.com/office/drawing/2014/main" id="{E9608A0C-128E-3D95-BEB3-FABF1100DD6D}"/>
              </a:ext>
            </a:extLst>
          </p:cNvPr>
          <p:cNvGrpSpPr/>
          <p:nvPr/>
        </p:nvGrpSpPr>
        <p:grpSpPr>
          <a:xfrm>
            <a:off x="6915934" y="242340"/>
            <a:ext cx="2063750" cy="2744700"/>
            <a:chOff x="6915934" y="242340"/>
            <a:chExt cx="2063750" cy="2744700"/>
          </a:xfrm>
        </p:grpSpPr>
        <p:sp>
          <p:nvSpPr>
            <p:cNvPr id="6" name="Rectangle: Rounded Corners 5">
              <a:extLst>
                <a:ext uri="{FF2B5EF4-FFF2-40B4-BE49-F238E27FC236}">
                  <a16:creationId xmlns:a16="http://schemas.microsoft.com/office/drawing/2014/main" id="{C9C60DB3-D19C-8469-8C8B-14BECADD6D47}"/>
                </a:ext>
              </a:extLst>
            </p:cNvPr>
            <p:cNvSpPr/>
            <p:nvPr/>
          </p:nvSpPr>
          <p:spPr>
            <a:xfrm>
              <a:off x="6915934" y="242340"/>
              <a:ext cx="2063750" cy="2744700"/>
            </a:xfrm>
            <a:prstGeom prst="roundRect">
              <a:avLst>
                <a:gd name="adj" fmla="val 22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p>
            <a:p>
              <a:pPr>
                <a:lnSpc>
                  <a:spcPct val="90000"/>
                </a:lnSpc>
                <a:spcAft>
                  <a:spcPts val="300"/>
                </a:spcAft>
              </a:pPr>
              <a:r>
                <a:rPr lang="en-US" altLang="en-US" sz="900" b="1">
                  <a:solidFill>
                    <a:schemeClr val="bg2"/>
                  </a:solidFill>
                  <a:ea typeface="ＭＳ Ｐゴシック" pitchFamily="34" charset="-128"/>
                </a:rPr>
                <a:t>Add a line item to your agenda</a:t>
              </a:r>
            </a:p>
            <a:p>
              <a:pPr>
                <a:lnSpc>
                  <a:spcPct val="90000"/>
                </a:lnSpc>
                <a:spcAft>
                  <a:spcPts val="300"/>
                </a:spcAft>
              </a:pPr>
              <a:r>
                <a:rPr lang="en-US" altLang="en-US" sz="900">
                  <a:solidFill>
                    <a:schemeClr val="bg2"/>
                  </a:solidFill>
                  <a:ea typeface="ＭＳ Ｐゴシック" pitchFamily="34" charset="-128"/>
                </a:rPr>
                <a:t>Put your cursor in the last line item. From the top menu, select </a:t>
              </a:r>
              <a:r>
                <a:rPr lang="en-US" altLang="en-US" sz="900" b="1">
                  <a:solidFill>
                    <a:schemeClr val="bg2"/>
                  </a:solidFill>
                  <a:ea typeface="ＭＳ Ｐゴシック" pitchFamily="34" charset="-128"/>
                </a:rPr>
                <a:t>layout</a:t>
              </a:r>
              <a:r>
                <a:rPr lang="en-US" altLang="en-US" sz="900">
                  <a:solidFill>
                    <a:schemeClr val="bg2"/>
                  </a:solidFill>
                  <a:ea typeface="ＭＳ Ｐゴシック" pitchFamily="34" charset="-128"/>
                </a:rPr>
                <a:t> then </a:t>
              </a:r>
              <a:r>
                <a:rPr lang="en-US" altLang="en-US" sz="900" b="1">
                  <a:solidFill>
                    <a:schemeClr val="bg2"/>
                  </a:solidFill>
                  <a:ea typeface="ＭＳ Ｐゴシック" pitchFamily="34" charset="-128"/>
                </a:rPr>
                <a:t>enter below</a:t>
              </a:r>
              <a:r>
                <a:rPr lang="en-US" altLang="en-US" sz="900">
                  <a:solidFill>
                    <a:schemeClr val="bg2"/>
                  </a:solidFill>
                  <a:ea typeface="ＭＳ Ｐゴシック" pitchFamily="34" charset="-128"/>
                </a:rPr>
                <a:t>. </a:t>
              </a:r>
            </a:p>
            <a:p>
              <a:pPr>
                <a:lnSpc>
                  <a:spcPct val="90000"/>
                </a:lnSpc>
                <a:spcAft>
                  <a:spcPts val="300"/>
                </a:spcAft>
              </a:pPr>
              <a:r>
                <a:rPr lang="en-US" altLang="en-US" sz="900">
                  <a:solidFill>
                    <a:schemeClr val="bg2"/>
                  </a:solidFill>
                  <a:ea typeface="ＭＳ Ｐゴシック" pitchFamily="34" charset="-128"/>
                </a:rPr>
                <a:t>You can adjust the height of your agenda by selecting the table, clicking on </a:t>
              </a:r>
              <a:r>
                <a:rPr lang="en-US" altLang="en-US" sz="900" b="1">
                  <a:solidFill>
                    <a:schemeClr val="bg2"/>
                  </a:solidFill>
                  <a:ea typeface="ＭＳ Ｐゴシック" pitchFamily="34" charset="-128"/>
                </a:rPr>
                <a:t>layout</a:t>
              </a:r>
              <a:r>
                <a:rPr lang="en-US" altLang="en-US" sz="900">
                  <a:solidFill>
                    <a:schemeClr val="bg2"/>
                  </a:solidFill>
                  <a:ea typeface="ＭＳ Ｐゴシック" pitchFamily="34" charset="-128"/>
                </a:rPr>
                <a:t> in the top menu then </a:t>
              </a:r>
              <a:r>
                <a:rPr lang="en-US" altLang="en-US" sz="900" b="1">
                  <a:solidFill>
                    <a:schemeClr val="bg2"/>
                  </a:solidFill>
                  <a:ea typeface="ＭＳ Ｐゴシック" pitchFamily="34" charset="-128"/>
                </a:rPr>
                <a:t>toggling</a:t>
              </a:r>
              <a:r>
                <a:rPr lang="en-US" altLang="en-US" sz="900">
                  <a:solidFill>
                    <a:schemeClr val="bg2"/>
                  </a:solidFill>
                  <a:ea typeface="ＭＳ Ｐゴシック" pitchFamily="34" charset="-128"/>
                </a:rPr>
                <a:t> the up and down arrows on row height.</a:t>
              </a:r>
            </a:p>
            <a:p>
              <a:pPr>
                <a:lnSpc>
                  <a:spcPct val="90000"/>
                </a:lnSpc>
                <a:spcAft>
                  <a:spcPts val="600"/>
                </a:spcAft>
              </a:pPr>
              <a:endParaRPr lang="en-US" altLang="en-US" sz="900" b="1">
                <a:solidFill>
                  <a:schemeClr val="bg2"/>
                </a:solidFill>
                <a:ea typeface="ＭＳ Ｐゴシック" pitchFamily="34" charset="-128"/>
              </a:endParaRPr>
            </a:p>
          </p:txBody>
        </p:sp>
        <p:pic>
          <p:nvPicPr>
            <p:cNvPr id="16" name="Picture 15">
              <a:extLst>
                <a:ext uri="{FF2B5EF4-FFF2-40B4-BE49-F238E27FC236}">
                  <a16:creationId xmlns:a16="http://schemas.microsoft.com/office/drawing/2014/main" id="{7E74085B-B55C-79BA-CEE7-ED2EB5CEAD3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3778"/>
            <a:stretch/>
          </p:blipFill>
          <p:spPr>
            <a:xfrm>
              <a:off x="7033409" y="1844040"/>
              <a:ext cx="1813024" cy="1011519"/>
            </a:xfrm>
            <a:prstGeom prst="rect">
              <a:avLst/>
            </a:prstGeom>
          </p:spPr>
        </p:pic>
      </p:grpSp>
    </p:spTree>
    <p:extLst>
      <p:ext uri="{BB962C8B-B14F-4D97-AF65-F5344CB8AC3E}">
        <p14:creationId xmlns:p14="http://schemas.microsoft.com/office/powerpoint/2010/main" val="2974167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6B1F5410-527D-4AE2-441D-EA45EE84E255}"/>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a:off x="0" y="0"/>
            <a:ext cx="3036888" cy="51482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C31D9EF-024B-0888-D126-878D10DCC32F}"/>
              </a:ext>
            </a:extLst>
          </p:cNvPr>
          <p:cNvSpPr/>
          <p:nvPr/>
        </p:nvSpPr>
        <p:spPr>
          <a:xfrm rot="5400000">
            <a:off x="-1055574" y="1055574"/>
            <a:ext cx="5148688" cy="3037540"/>
          </a:xfrm>
          <a:prstGeom prst="rect">
            <a:avLst/>
          </a:prstGeom>
          <a:gradFill flip="none" rotWithShape="1">
            <a:gsLst>
              <a:gs pos="24000">
                <a:srgbClr val="000000">
                  <a:alpha val="0"/>
                </a:srgbClr>
              </a:gs>
              <a:gs pos="0">
                <a:srgbClr val="000000">
                  <a:alpha val="0"/>
                </a:srgbClr>
              </a:gs>
              <a:gs pos="48000">
                <a:srgbClr val="000000">
                  <a:alpha val="1410"/>
                </a:srgbClr>
              </a:gs>
              <a:gs pos="92000">
                <a:srgbClr val="000000">
                  <a:alpha val="51000"/>
                </a:srgb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2" name="Title 1">
            <a:extLst>
              <a:ext uri="{FF2B5EF4-FFF2-40B4-BE49-F238E27FC236}">
                <a16:creationId xmlns:a16="http://schemas.microsoft.com/office/drawing/2014/main" id="{59B6D5B9-6D3F-E547-B778-7F4A10806230}"/>
              </a:ext>
            </a:extLst>
          </p:cNvPr>
          <p:cNvSpPr>
            <a:spLocks noGrp="1"/>
          </p:cNvSpPr>
          <p:nvPr>
            <p:ph type="title"/>
          </p:nvPr>
        </p:nvSpPr>
        <p:spPr/>
        <p:txBody>
          <a:bodyPr/>
          <a:lstStyle/>
          <a:p>
            <a:r>
              <a:rPr lang="en-US" sz="4400"/>
              <a:t>Table of Contents</a:t>
            </a:r>
          </a:p>
        </p:txBody>
      </p:sp>
      <p:graphicFrame>
        <p:nvGraphicFramePr>
          <p:cNvPr id="9" name="Table Placeholder 10">
            <a:extLst>
              <a:ext uri="{FF2B5EF4-FFF2-40B4-BE49-F238E27FC236}">
                <a16:creationId xmlns:a16="http://schemas.microsoft.com/office/drawing/2014/main" id="{B715848D-AFB2-6C4A-A336-5EF8240FBC45}"/>
              </a:ext>
            </a:extLst>
          </p:cNvPr>
          <p:cNvGraphicFramePr>
            <a:graphicFrameLocks/>
          </p:cNvGraphicFramePr>
          <p:nvPr>
            <p:extLst>
              <p:ext uri="{D42A27DB-BD31-4B8C-83A1-F6EECF244321}">
                <p14:modId xmlns:p14="http://schemas.microsoft.com/office/powerpoint/2010/main" val="2404242189"/>
              </p:ext>
            </p:extLst>
          </p:nvPr>
        </p:nvGraphicFramePr>
        <p:xfrm>
          <a:off x="3421959" y="318338"/>
          <a:ext cx="5243739" cy="4208860"/>
        </p:xfrm>
        <a:graphic>
          <a:graphicData uri="http://schemas.openxmlformats.org/drawingml/2006/table">
            <a:tbl>
              <a:tblPr firstRow="1" bandRow="1">
                <a:tableStyleId>{5C22544A-7EE6-4342-B048-85BDC9FD1C3A}</a:tableStyleId>
              </a:tblPr>
              <a:tblGrid>
                <a:gridCol w="615469">
                  <a:extLst>
                    <a:ext uri="{9D8B030D-6E8A-4147-A177-3AD203B41FA5}">
                      <a16:colId xmlns:a16="http://schemas.microsoft.com/office/drawing/2014/main" val="20000"/>
                    </a:ext>
                  </a:extLst>
                </a:gridCol>
                <a:gridCol w="4628270">
                  <a:extLst>
                    <a:ext uri="{9D8B030D-6E8A-4147-A177-3AD203B41FA5}">
                      <a16:colId xmlns:a16="http://schemas.microsoft.com/office/drawing/2014/main" val="20001"/>
                    </a:ext>
                  </a:extLst>
                </a:gridCol>
              </a:tblGrid>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01</a:t>
                      </a:r>
                    </a:p>
                  </a:txBody>
                  <a:tcPr marL="0" marR="68580"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02</a:t>
                      </a:r>
                    </a:p>
                  </a:txBody>
                  <a:tcPr marL="0" marR="68580"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03</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04</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00000"/>
                        </a:lnSpc>
                        <a:spcBef>
                          <a:spcPts val="0"/>
                        </a:spcBef>
                      </a:pPr>
                      <a:r>
                        <a:rPr lang="en-US" sz="1400" b="0" i="0">
                          <a:solidFill>
                            <a:schemeClr val="bg2"/>
                          </a:solidFill>
                          <a:latin typeface="Arial" panose="020B0604020202020204" pitchFamily="34" charset="0"/>
                          <a:cs typeface="Arial" panose="020B0604020202020204" pitchFamily="34" charset="0"/>
                        </a:rPr>
                        <a:t>Section title in Arial Regular 14 pt</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2514473"/>
                  </a:ext>
                </a:extLst>
              </a:tr>
              <a:tr h="841772">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rPr>
                        <a:t>05</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400" b="0" i="0">
                          <a:solidFill>
                            <a:schemeClr val="bg2"/>
                          </a:solidFill>
                          <a:latin typeface="Arial" panose="020B0604020202020204" pitchFamily="34" charset="0"/>
                          <a:cs typeface="Arial" panose="020B0604020202020204" pitchFamily="34" charset="0"/>
                        </a:rPr>
                        <a:t>Add or delete rows based on presentation needs</a:t>
                      </a:r>
                    </a:p>
                  </a:txBody>
                  <a:tcPr marL="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40983563"/>
                  </a:ext>
                </a:extLst>
              </a:tr>
            </a:tbl>
          </a:graphicData>
        </a:graphic>
      </p:graphicFrame>
      <p:sp>
        <p:nvSpPr>
          <p:cNvPr id="11" name="Rectangle: Top Corners Rounded 10">
            <a:extLst>
              <a:ext uri="{FF2B5EF4-FFF2-40B4-BE49-F238E27FC236}">
                <a16:creationId xmlns:a16="http://schemas.microsoft.com/office/drawing/2014/main" id="{B863C988-ACC6-C324-41B8-F8ACB3D89CCA}"/>
              </a:ext>
            </a:extLst>
          </p:cNvPr>
          <p:cNvSpPr/>
          <p:nvPr/>
        </p:nvSpPr>
        <p:spPr>
          <a:xfrm rot="5400000">
            <a:off x="-406785" y="883035"/>
            <a:ext cx="987306" cy="173735"/>
          </a:xfrm>
          <a:prstGeom prst="round2SameRect">
            <a:avLst>
              <a:gd name="adj1" fmla="val 8442"/>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3" name="TextBox 12">
            <a:extLst>
              <a:ext uri="{FF2B5EF4-FFF2-40B4-BE49-F238E27FC236}">
                <a16:creationId xmlns:a16="http://schemas.microsoft.com/office/drawing/2014/main" id="{1ECFE89A-082A-9389-BF80-9800D956A983}"/>
              </a:ext>
            </a:extLst>
          </p:cNvPr>
          <p:cNvSpPr txBox="1">
            <a:spLocks noGrp="1" noRot="1" noMove="1" noResize="1" noEditPoints="1" noAdjustHandles="1" noChangeArrowheads="1" noChangeShapeType="1"/>
          </p:cNvSpPr>
          <p:nvPr/>
        </p:nvSpPr>
        <p:spPr>
          <a:xfrm>
            <a:off x="347472" y="4844415"/>
            <a:ext cx="18288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24</a:t>
            </a:fld>
            <a:endParaRPr lang="en-US" sz="900" b="1" i="0">
              <a:solidFill>
                <a:schemeClr val="bg1"/>
              </a:solidFill>
              <a:latin typeface="Arial" panose="020B0604020202020204" pitchFamily="34" charset="0"/>
              <a:cs typeface="Arial" panose="020B0604020202020204" pitchFamily="34" charset="0"/>
            </a:endParaRPr>
          </a:p>
        </p:txBody>
      </p:sp>
      <p:sp>
        <p:nvSpPr>
          <p:cNvPr id="20" name="Footer Placeholder 1">
            <a:extLst>
              <a:ext uri="{FF2B5EF4-FFF2-40B4-BE49-F238E27FC236}">
                <a16:creationId xmlns:a16="http://schemas.microsoft.com/office/drawing/2014/main" id="{35E8E90D-7D4E-29DE-CC45-377B3021FDBF}"/>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4112372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Placeholder 6">
            <a:extLst>
              <a:ext uri="{FF2B5EF4-FFF2-40B4-BE49-F238E27FC236}">
                <a16:creationId xmlns:a16="http://schemas.microsoft.com/office/drawing/2014/main" id="{EB9B079F-5FD2-643A-0F25-F246FAB1E7F6}"/>
              </a:ext>
            </a:extLst>
          </p:cNvPr>
          <p:cNvSpPr>
            <a:spLocks noGrp="1"/>
          </p:cNvSpPr>
          <p:nvPr>
            <p:ph type="body" sz="quarter" idx="40"/>
          </p:nvPr>
        </p:nvSpPr>
        <p:spPr>
          <a:xfrm>
            <a:off x="336854" y="2019300"/>
            <a:ext cx="2023784" cy="2451700"/>
          </a:xfrm>
        </p:spPr>
        <p:txBody>
          <a:bodyPr/>
          <a:lstStyle/>
          <a:p>
            <a:r>
              <a:rPr lang="en-US"/>
              <a:t>Text goes here</a:t>
            </a:r>
          </a:p>
          <a:p>
            <a:endParaRPr lang="en-US"/>
          </a:p>
        </p:txBody>
      </p:sp>
      <p:sp>
        <p:nvSpPr>
          <p:cNvPr id="123" name="Text Placeholder 7">
            <a:extLst>
              <a:ext uri="{FF2B5EF4-FFF2-40B4-BE49-F238E27FC236}">
                <a16:creationId xmlns:a16="http://schemas.microsoft.com/office/drawing/2014/main" id="{D5609242-1EEE-2003-4376-B4BE3602F81E}"/>
              </a:ext>
            </a:extLst>
          </p:cNvPr>
          <p:cNvSpPr>
            <a:spLocks noGrp="1"/>
          </p:cNvSpPr>
          <p:nvPr>
            <p:ph type="body" sz="quarter" idx="41"/>
          </p:nvPr>
        </p:nvSpPr>
        <p:spPr>
          <a:xfrm>
            <a:off x="2499850" y="2019300"/>
            <a:ext cx="2023784" cy="2451700"/>
          </a:xfrm>
        </p:spPr>
        <p:txBody>
          <a:bodyPr/>
          <a:lstStyle/>
          <a:p>
            <a:r>
              <a:rPr lang="en-US"/>
              <a:t>Text goes here</a:t>
            </a:r>
          </a:p>
          <a:p>
            <a:endParaRPr lang="en-US"/>
          </a:p>
        </p:txBody>
      </p:sp>
      <p:sp>
        <p:nvSpPr>
          <p:cNvPr id="124" name="Text Placeholder 8">
            <a:extLst>
              <a:ext uri="{FF2B5EF4-FFF2-40B4-BE49-F238E27FC236}">
                <a16:creationId xmlns:a16="http://schemas.microsoft.com/office/drawing/2014/main" id="{E6CD9A5C-D0CE-BB41-D0F6-3BB8921290A4}"/>
              </a:ext>
            </a:extLst>
          </p:cNvPr>
          <p:cNvSpPr>
            <a:spLocks noGrp="1"/>
          </p:cNvSpPr>
          <p:nvPr>
            <p:ph type="body" sz="quarter" idx="42"/>
          </p:nvPr>
        </p:nvSpPr>
        <p:spPr>
          <a:xfrm>
            <a:off x="4649213" y="2019300"/>
            <a:ext cx="2023784" cy="2451700"/>
          </a:xfrm>
        </p:spPr>
        <p:txBody>
          <a:bodyPr/>
          <a:lstStyle/>
          <a:p>
            <a:r>
              <a:rPr lang="en-US"/>
              <a:t>Text goes here</a:t>
            </a:r>
          </a:p>
          <a:p>
            <a:endParaRPr lang="en-US"/>
          </a:p>
        </p:txBody>
      </p:sp>
      <p:sp>
        <p:nvSpPr>
          <p:cNvPr id="125" name="Text Placeholder 24">
            <a:extLst>
              <a:ext uri="{FF2B5EF4-FFF2-40B4-BE49-F238E27FC236}">
                <a16:creationId xmlns:a16="http://schemas.microsoft.com/office/drawing/2014/main" id="{9C70FE00-53C5-AA13-F3ED-E7F58A6C196F}"/>
              </a:ext>
            </a:extLst>
          </p:cNvPr>
          <p:cNvSpPr>
            <a:spLocks noGrp="1"/>
          </p:cNvSpPr>
          <p:nvPr>
            <p:ph type="body" sz="quarter" idx="43"/>
          </p:nvPr>
        </p:nvSpPr>
        <p:spPr>
          <a:xfrm>
            <a:off x="6798577" y="2019300"/>
            <a:ext cx="2023784" cy="2451700"/>
          </a:xfrm>
        </p:spPr>
        <p:txBody>
          <a:bodyPr/>
          <a:lstStyle/>
          <a:p>
            <a:r>
              <a:rPr lang="en-US"/>
              <a:t>Text goes here</a:t>
            </a:r>
          </a:p>
          <a:p>
            <a:endParaRPr lang="en-US"/>
          </a:p>
          <a:p>
            <a:endParaRPr lang="en-US"/>
          </a:p>
        </p:txBody>
      </p:sp>
      <p:sp>
        <p:nvSpPr>
          <p:cNvPr id="126" name="Text Placeholder 5">
            <a:extLst>
              <a:ext uri="{FF2B5EF4-FFF2-40B4-BE49-F238E27FC236}">
                <a16:creationId xmlns:a16="http://schemas.microsoft.com/office/drawing/2014/main" id="{6ABAF036-B2C0-00A9-4269-2B05276B9186}"/>
              </a:ext>
            </a:extLst>
          </p:cNvPr>
          <p:cNvSpPr>
            <a:spLocks noGrp="1"/>
          </p:cNvSpPr>
          <p:nvPr>
            <p:ph type="body" sz="quarter" idx="15"/>
          </p:nvPr>
        </p:nvSpPr>
        <p:spPr>
          <a:xfrm>
            <a:off x="336854" y="1124351"/>
            <a:ext cx="2023784" cy="220204"/>
          </a:xfrm>
        </p:spPr>
        <p:txBody>
          <a:bodyPr/>
          <a:lstStyle/>
          <a:p>
            <a:r>
              <a:rPr lang="en-US"/>
              <a:t>01.</a:t>
            </a:r>
          </a:p>
        </p:txBody>
      </p:sp>
      <p:sp>
        <p:nvSpPr>
          <p:cNvPr id="127" name="Text Placeholder 9">
            <a:extLst>
              <a:ext uri="{FF2B5EF4-FFF2-40B4-BE49-F238E27FC236}">
                <a16:creationId xmlns:a16="http://schemas.microsoft.com/office/drawing/2014/main" id="{6C404722-CF08-1C2E-DDCC-1789AF10535E}"/>
              </a:ext>
            </a:extLst>
          </p:cNvPr>
          <p:cNvSpPr>
            <a:spLocks noGrp="1"/>
          </p:cNvSpPr>
          <p:nvPr>
            <p:ph type="body" sz="quarter" idx="29"/>
          </p:nvPr>
        </p:nvSpPr>
        <p:spPr>
          <a:xfrm>
            <a:off x="2499850" y="1124351"/>
            <a:ext cx="2023784" cy="220204"/>
          </a:xfrm>
        </p:spPr>
        <p:txBody>
          <a:bodyPr/>
          <a:lstStyle/>
          <a:p>
            <a:r>
              <a:rPr lang="en-US"/>
              <a:t>02.</a:t>
            </a:r>
          </a:p>
        </p:txBody>
      </p:sp>
      <p:sp>
        <p:nvSpPr>
          <p:cNvPr id="128" name="Text Placeholder 10">
            <a:extLst>
              <a:ext uri="{FF2B5EF4-FFF2-40B4-BE49-F238E27FC236}">
                <a16:creationId xmlns:a16="http://schemas.microsoft.com/office/drawing/2014/main" id="{D0387E8A-8D0D-146C-AE14-A2BAD5A6785D}"/>
              </a:ext>
            </a:extLst>
          </p:cNvPr>
          <p:cNvSpPr>
            <a:spLocks noGrp="1"/>
          </p:cNvSpPr>
          <p:nvPr>
            <p:ph type="body" sz="quarter" idx="30"/>
          </p:nvPr>
        </p:nvSpPr>
        <p:spPr>
          <a:xfrm>
            <a:off x="4649213" y="1124351"/>
            <a:ext cx="2023784" cy="220204"/>
          </a:xfrm>
        </p:spPr>
        <p:txBody>
          <a:bodyPr/>
          <a:lstStyle/>
          <a:p>
            <a:r>
              <a:rPr lang="en-US"/>
              <a:t>03.</a:t>
            </a:r>
          </a:p>
        </p:txBody>
      </p:sp>
      <p:sp>
        <p:nvSpPr>
          <p:cNvPr id="129" name="Text Placeholder 11">
            <a:extLst>
              <a:ext uri="{FF2B5EF4-FFF2-40B4-BE49-F238E27FC236}">
                <a16:creationId xmlns:a16="http://schemas.microsoft.com/office/drawing/2014/main" id="{58A5F9CF-7ED9-259C-0317-3671B0BAEF86}"/>
              </a:ext>
            </a:extLst>
          </p:cNvPr>
          <p:cNvSpPr>
            <a:spLocks noGrp="1"/>
          </p:cNvSpPr>
          <p:nvPr>
            <p:ph type="body" sz="quarter" idx="31"/>
          </p:nvPr>
        </p:nvSpPr>
        <p:spPr>
          <a:xfrm>
            <a:off x="6798577" y="1124351"/>
            <a:ext cx="2023784" cy="220204"/>
          </a:xfrm>
        </p:spPr>
        <p:txBody>
          <a:bodyPr/>
          <a:lstStyle/>
          <a:p>
            <a:r>
              <a:rPr lang="en-US"/>
              <a:t>04.</a:t>
            </a:r>
          </a:p>
        </p:txBody>
      </p:sp>
      <p:sp>
        <p:nvSpPr>
          <p:cNvPr id="130" name="Text Placeholder 12">
            <a:extLst>
              <a:ext uri="{FF2B5EF4-FFF2-40B4-BE49-F238E27FC236}">
                <a16:creationId xmlns:a16="http://schemas.microsoft.com/office/drawing/2014/main" id="{1134198A-1104-712A-65E5-2E81F0C55287}"/>
              </a:ext>
            </a:extLst>
          </p:cNvPr>
          <p:cNvSpPr>
            <a:spLocks noGrp="1"/>
          </p:cNvSpPr>
          <p:nvPr>
            <p:ph type="body" sz="quarter" idx="32"/>
          </p:nvPr>
        </p:nvSpPr>
        <p:spPr>
          <a:xfrm>
            <a:off x="336854" y="1392710"/>
            <a:ext cx="2023784" cy="540558"/>
          </a:xfrm>
        </p:spPr>
        <p:txBody>
          <a:bodyPr/>
          <a:lstStyle/>
          <a:p>
            <a:r>
              <a:rPr lang="en-US" sz="2000">
                <a:solidFill>
                  <a:schemeClr val="tx2"/>
                </a:solidFill>
              </a:rPr>
              <a:t>Agenda main </a:t>
            </a:r>
            <a:br>
              <a:rPr lang="en-US" sz="2000">
                <a:solidFill>
                  <a:schemeClr val="tx2"/>
                </a:solidFill>
              </a:rPr>
            </a:br>
            <a:r>
              <a:rPr lang="en-US" sz="2000">
                <a:solidFill>
                  <a:schemeClr val="tx2"/>
                </a:solidFill>
              </a:rPr>
              <a:t>text one</a:t>
            </a:r>
          </a:p>
        </p:txBody>
      </p:sp>
      <p:sp>
        <p:nvSpPr>
          <p:cNvPr id="131" name="Text Placeholder 13">
            <a:extLst>
              <a:ext uri="{FF2B5EF4-FFF2-40B4-BE49-F238E27FC236}">
                <a16:creationId xmlns:a16="http://schemas.microsoft.com/office/drawing/2014/main" id="{7E944A3E-2934-AB2D-75AD-03921DBD858A}"/>
              </a:ext>
            </a:extLst>
          </p:cNvPr>
          <p:cNvSpPr>
            <a:spLocks noGrp="1"/>
          </p:cNvSpPr>
          <p:nvPr>
            <p:ph type="body" sz="quarter" idx="37"/>
          </p:nvPr>
        </p:nvSpPr>
        <p:spPr>
          <a:xfrm>
            <a:off x="4649213" y="1392710"/>
            <a:ext cx="2023784" cy="549565"/>
          </a:xfrm>
        </p:spPr>
        <p:txBody>
          <a:bodyPr/>
          <a:lstStyle/>
          <a:p>
            <a:r>
              <a:rPr lang="en-US" sz="2000">
                <a:solidFill>
                  <a:schemeClr val="tx2"/>
                </a:solidFill>
              </a:rPr>
              <a:t>Agenda main </a:t>
            </a:r>
            <a:br>
              <a:rPr lang="en-US" sz="2000">
                <a:solidFill>
                  <a:schemeClr val="tx2"/>
                </a:solidFill>
              </a:rPr>
            </a:br>
            <a:r>
              <a:rPr lang="en-US" sz="2000">
                <a:solidFill>
                  <a:schemeClr val="tx2"/>
                </a:solidFill>
              </a:rPr>
              <a:t>text three</a:t>
            </a:r>
          </a:p>
        </p:txBody>
      </p:sp>
      <p:sp>
        <p:nvSpPr>
          <p:cNvPr id="132" name="Text Placeholder 14">
            <a:extLst>
              <a:ext uri="{FF2B5EF4-FFF2-40B4-BE49-F238E27FC236}">
                <a16:creationId xmlns:a16="http://schemas.microsoft.com/office/drawing/2014/main" id="{F12980EF-ADF5-E70F-CAC7-34F2A04A3AD2}"/>
              </a:ext>
            </a:extLst>
          </p:cNvPr>
          <p:cNvSpPr>
            <a:spLocks noGrp="1"/>
          </p:cNvSpPr>
          <p:nvPr>
            <p:ph type="body" sz="quarter" idx="38"/>
          </p:nvPr>
        </p:nvSpPr>
        <p:spPr>
          <a:xfrm>
            <a:off x="6798577" y="1392710"/>
            <a:ext cx="2023784" cy="549565"/>
          </a:xfrm>
        </p:spPr>
        <p:txBody>
          <a:bodyPr/>
          <a:lstStyle/>
          <a:p>
            <a:r>
              <a:rPr lang="en-US" sz="2000">
                <a:solidFill>
                  <a:schemeClr val="tx2"/>
                </a:solidFill>
              </a:rPr>
              <a:t>Agenda main </a:t>
            </a:r>
            <a:br>
              <a:rPr lang="en-US" sz="2000">
                <a:solidFill>
                  <a:schemeClr val="tx2"/>
                </a:solidFill>
              </a:rPr>
            </a:br>
            <a:r>
              <a:rPr lang="en-US" sz="2000">
                <a:solidFill>
                  <a:schemeClr val="tx2"/>
                </a:solidFill>
              </a:rPr>
              <a:t>text four</a:t>
            </a:r>
          </a:p>
        </p:txBody>
      </p:sp>
      <p:sp>
        <p:nvSpPr>
          <p:cNvPr id="133" name="Text Placeholder 15">
            <a:extLst>
              <a:ext uri="{FF2B5EF4-FFF2-40B4-BE49-F238E27FC236}">
                <a16:creationId xmlns:a16="http://schemas.microsoft.com/office/drawing/2014/main" id="{B8E604BE-5DE5-4B2C-AE45-D29F96A7DAF6}"/>
              </a:ext>
            </a:extLst>
          </p:cNvPr>
          <p:cNvSpPr>
            <a:spLocks noGrp="1"/>
          </p:cNvSpPr>
          <p:nvPr>
            <p:ph type="body" sz="quarter" idx="39"/>
          </p:nvPr>
        </p:nvSpPr>
        <p:spPr>
          <a:xfrm>
            <a:off x="2499850" y="1392710"/>
            <a:ext cx="2023784" cy="549565"/>
          </a:xfrm>
        </p:spPr>
        <p:txBody>
          <a:bodyPr/>
          <a:lstStyle/>
          <a:p>
            <a:r>
              <a:rPr lang="en-US" sz="2000">
                <a:solidFill>
                  <a:schemeClr val="tx2"/>
                </a:solidFill>
              </a:rPr>
              <a:t>Agenda main </a:t>
            </a:r>
            <a:br>
              <a:rPr lang="en-US" sz="2000">
                <a:solidFill>
                  <a:schemeClr val="tx2"/>
                </a:solidFill>
              </a:rPr>
            </a:br>
            <a:r>
              <a:rPr lang="en-US" sz="2000">
                <a:solidFill>
                  <a:schemeClr val="tx2"/>
                </a:solidFill>
              </a:rPr>
              <a:t>text two</a:t>
            </a:r>
          </a:p>
        </p:txBody>
      </p:sp>
      <p:sp>
        <p:nvSpPr>
          <p:cNvPr id="134" name="Title 16">
            <a:extLst>
              <a:ext uri="{FF2B5EF4-FFF2-40B4-BE49-F238E27FC236}">
                <a16:creationId xmlns:a16="http://schemas.microsoft.com/office/drawing/2014/main" id="{8B336842-C641-D849-3BCE-10FB7C932F78}"/>
              </a:ext>
            </a:extLst>
          </p:cNvPr>
          <p:cNvSpPr>
            <a:spLocks noGrp="1"/>
          </p:cNvSpPr>
          <p:nvPr>
            <p:ph type="title"/>
          </p:nvPr>
        </p:nvSpPr>
        <p:spPr>
          <a:xfrm>
            <a:off x="348743" y="445961"/>
            <a:ext cx="8458027" cy="591444"/>
          </a:xfrm>
        </p:spPr>
        <p:txBody>
          <a:bodyPr/>
          <a:lstStyle/>
          <a:p>
            <a:r>
              <a:rPr lang="en-US"/>
              <a:t>Agenda</a:t>
            </a:r>
          </a:p>
        </p:txBody>
      </p:sp>
      <p:sp>
        <p:nvSpPr>
          <p:cNvPr id="135" name="Text Placeholder 9">
            <a:extLst>
              <a:ext uri="{FF2B5EF4-FFF2-40B4-BE49-F238E27FC236}">
                <a16:creationId xmlns:a16="http://schemas.microsoft.com/office/drawing/2014/main" id="{50939D65-C43E-2659-B1BE-461B9DA852B5}"/>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6" name="Footer Placeholder 1">
            <a:extLst>
              <a:ext uri="{FF2B5EF4-FFF2-40B4-BE49-F238E27FC236}">
                <a16:creationId xmlns:a16="http://schemas.microsoft.com/office/drawing/2014/main" id="{2FAE6582-5B46-EB53-92C6-BBD18AD549BC}"/>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179079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794EB048-44BB-E92B-81FC-475E4B21673A}"/>
              </a:ext>
            </a:extLst>
          </p:cNvPr>
          <p:cNvSpPr>
            <a:spLocks noGrp="1"/>
          </p:cNvSpPr>
          <p:nvPr>
            <p:ph type="body" sz="quarter" idx="20"/>
          </p:nvPr>
        </p:nvSpPr>
        <p:spPr/>
        <p:txBody>
          <a:bodyPr/>
          <a:lstStyle/>
          <a:p>
            <a:r>
              <a:rPr lang="en-US"/>
              <a:t>OVERLINE/SECTION (OPTIONAL) IN ARIAL 8PT ALL CAPS</a:t>
            </a:r>
          </a:p>
        </p:txBody>
      </p:sp>
      <p:sp>
        <p:nvSpPr>
          <p:cNvPr id="46" name="Title 45">
            <a:extLst>
              <a:ext uri="{FF2B5EF4-FFF2-40B4-BE49-F238E27FC236}">
                <a16:creationId xmlns:a16="http://schemas.microsoft.com/office/drawing/2014/main" id="{D91F4730-A404-83CD-649A-4AB35D9CC5C7}"/>
              </a:ext>
            </a:extLst>
          </p:cNvPr>
          <p:cNvSpPr>
            <a:spLocks noGrp="1"/>
          </p:cNvSpPr>
          <p:nvPr>
            <p:ph type="title"/>
          </p:nvPr>
        </p:nvSpPr>
        <p:spPr/>
        <p:txBody>
          <a:bodyPr/>
          <a:lstStyle/>
          <a:p>
            <a:r>
              <a:rPr lang="en-US"/>
              <a:t>Editable Executive Summary</a:t>
            </a:r>
          </a:p>
        </p:txBody>
      </p:sp>
      <p:sp>
        <p:nvSpPr>
          <p:cNvPr id="48" name="Text Placeholder 47">
            <a:extLst>
              <a:ext uri="{FF2B5EF4-FFF2-40B4-BE49-F238E27FC236}">
                <a16:creationId xmlns:a16="http://schemas.microsoft.com/office/drawing/2014/main" id="{FCB27C88-F417-6C4E-667D-B300B781B9D3}"/>
              </a:ext>
            </a:extLst>
          </p:cNvPr>
          <p:cNvSpPr>
            <a:spLocks noGrp="1"/>
          </p:cNvSpPr>
          <p:nvPr>
            <p:ph type="body" sz="quarter" idx="23"/>
          </p:nvPr>
        </p:nvSpPr>
        <p:spPr/>
        <p:txBody>
          <a:bodyPr/>
          <a:lstStyle/>
          <a:p>
            <a:r>
              <a:rPr lang="en-US"/>
              <a:t>Type response here.</a:t>
            </a:r>
          </a:p>
          <a:p>
            <a:endParaRPr lang="en-US"/>
          </a:p>
        </p:txBody>
      </p:sp>
      <p:sp>
        <p:nvSpPr>
          <p:cNvPr id="49" name="Text Placeholder 48">
            <a:extLst>
              <a:ext uri="{FF2B5EF4-FFF2-40B4-BE49-F238E27FC236}">
                <a16:creationId xmlns:a16="http://schemas.microsoft.com/office/drawing/2014/main" id="{AE12E484-AF93-B5AF-273C-9A0BF73F46F9}"/>
              </a:ext>
            </a:extLst>
          </p:cNvPr>
          <p:cNvSpPr>
            <a:spLocks noGrp="1"/>
          </p:cNvSpPr>
          <p:nvPr>
            <p:ph type="body" sz="quarter" idx="24"/>
          </p:nvPr>
        </p:nvSpPr>
        <p:spPr/>
        <p:txBody>
          <a:bodyPr/>
          <a:lstStyle/>
          <a:p>
            <a:r>
              <a:rPr lang="en-US"/>
              <a:t>Type response here.</a:t>
            </a:r>
          </a:p>
          <a:p>
            <a:endParaRPr lang="en-US"/>
          </a:p>
        </p:txBody>
      </p:sp>
      <p:sp>
        <p:nvSpPr>
          <p:cNvPr id="50" name="Text Placeholder 49">
            <a:extLst>
              <a:ext uri="{FF2B5EF4-FFF2-40B4-BE49-F238E27FC236}">
                <a16:creationId xmlns:a16="http://schemas.microsoft.com/office/drawing/2014/main" id="{92C17701-F22E-AC5C-A4F0-CC4C15F9503C}"/>
              </a:ext>
            </a:extLst>
          </p:cNvPr>
          <p:cNvSpPr>
            <a:spLocks noGrp="1"/>
          </p:cNvSpPr>
          <p:nvPr>
            <p:ph type="body" sz="quarter" idx="25"/>
          </p:nvPr>
        </p:nvSpPr>
        <p:spPr/>
        <p:txBody>
          <a:bodyPr/>
          <a:lstStyle/>
          <a:p>
            <a:r>
              <a:rPr lang="en-US"/>
              <a:t>Type response here.</a:t>
            </a:r>
          </a:p>
          <a:p>
            <a:endParaRPr lang="en-US"/>
          </a:p>
        </p:txBody>
      </p:sp>
      <p:sp>
        <p:nvSpPr>
          <p:cNvPr id="51" name="Text Placeholder 50">
            <a:extLst>
              <a:ext uri="{FF2B5EF4-FFF2-40B4-BE49-F238E27FC236}">
                <a16:creationId xmlns:a16="http://schemas.microsoft.com/office/drawing/2014/main" id="{3BAA5780-1505-8498-CE75-4B4916A9A69E}"/>
              </a:ext>
            </a:extLst>
          </p:cNvPr>
          <p:cNvSpPr>
            <a:spLocks noGrp="1"/>
          </p:cNvSpPr>
          <p:nvPr>
            <p:ph type="body" sz="quarter" idx="26"/>
          </p:nvPr>
        </p:nvSpPr>
        <p:spPr/>
        <p:txBody>
          <a:bodyPr/>
          <a:lstStyle/>
          <a:p>
            <a:r>
              <a:rPr lang="en-US"/>
              <a:t>Type response here.</a:t>
            </a:r>
          </a:p>
          <a:p>
            <a:endParaRPr lang="en-US"/>
          </a:p>
        </p:txBody>
      </p:sp>
      <p:sp>
        <p:nvSpPr>
          <p:cNvPr id="52" name="Text Placeholder 51">
            <a:extLst>
              <a:ext uri="{FF2B5EF4-FFF2-40B4-BE49-F238E27FC236}">
                <a16:creationId xmlns:a16="http://schemas.microsoft.com/office/drawing/2014/main" id="{AC6ED970-E9E0-EA2B-4F3A-AB617F25B81E}"/>
              </a:ext>
            </a:extLst>
          </p:cNvPr>
          <p:cNvSpPr>
            <a:spLocks noGrp="1"/>
          </p:cNvSpPr>
          <p:nvPr>
            <p:ph type="body" sz="quarter" idx="27"/>
          </p:nvPr>
        </p:nvSpPr>
        <p:spPr/>
        <p:txBody>
          <a:bodyPr/>
          <a:lstStyle/>
          <a:p>
            <a:r>
              <a:rPr lang="en-US"/>
              <a:t>Type response here.</a:t>
            </a:r>
          </a:p>
        </p:txBody>
      </p:sp>
      <p:sp>
        <p:nvSpPr>
          <p:cNvPr id="53" name="Text Placeholder 52">
            <a:extLst>
              <a:ext uri="{FF2B5EF4-FFF2-40B4-BE49-F238E27FC236}">
                <a16:creationId xmlns:a16="http://schemas.microsoft.com/office/drawing/2014/main" id="{DE980121-F309-5677-8BD9-92B0BF094548}"/>
              </a:ext>
            </a:extLst>
          </p:cNvPr>
          <p:cNvSpPr>
            <a:spLocks noGrp="1"/>
          </p:cNvSpPr>
          <p:nvPr>
            <p:ph type="body" sz="quarter" idx="28"/>
          </p:nvPr>
        </p:nvSpPr>
        <p:spPr/>
        <p:txBody>
          <a:bodyPr/>
          <a:lstStyle/>
          <a:p>
            <a:r>
              <a:rPr lang="en-US"/>
              <a:t>Add topic or question here in Arial Bold, 9pt, orange or gray.</a:t>
            </a:r>
          </a:p>
        </p:txBody>
      </p:sp>
      <p:sp>
        <p:nvSpPr>
          <p:cNvPr id="54" name="Text Placeholder 53">
            <a:extLst>
              <a:ext uri="{FF2B5EF4-FFF2-40B4-BE49-F238E27FC236}">
                <a16:creationId xmlns:a16="http://schemas.microsoft.com/office/drawing/2014/main" id="{A4363675-5FAF-69C5-F03F-65DCA7E567C3}"/>
              </a:ext>
            </a:extLst>
          </p:cNvPr>
          <p:cNvSpPr>
            <a:spLocks noGrp="1"/>
          </p:cNvSpPr>
          <p:nvPr>
            <p:ph type="body" sz="quarter" idx="29"/>
          </p:nvPr>
        </p:nvSpPr>
        <p:spPr/>
        <p:txBody>
          <a:bodyPr/>
          <a:lstStyle/>
          <a:p>
            <a:r>
              <a:rPr lang="en-US"/>
              <a:t>Add topic or question here in Arial Bold, 9pt, orange or gray.</a:t>
            </a:r>
          </a:p>
        </p:txBody>
      </p:sp>
      <p:sp>
        <p:nvSpPr>
          <p:cNvPr id="55" name="Text Placeholder 54">
            <a:extLst>
              <a:ext uri="{FF2B5EF4-FFF2-40B4-BE49-F238E27FC236}">
                <a16:creationId xmlns:a16="http://schemas.microsoft.com/office/drawing/2014/main" id="{E0C876A7-A69C-6525-2A48-409E57B82BFA}"/>
              </a:ext>
            </a:extLst>
          </p:cNvPr>
          <p:cNvSpPr>
            <a:spLocks noGrp="1"/>
          </p:cNvSpPr>
          <p:nvPr>
            <p:ph type="body" sz="quarter" idx="30"/>
          </p:nvPr>
        </p:nvSpPr>
        <p:spPr/>
        <p:txBody>
          <a:bodyPr/>
          <a:lstStyle/>
          <a:p>
            <a:r>
              <a:rPr lang="en-US"/>
              <a:t>Add topic or question here in Arial Bold, 9pt, orange or gray.</a:t>
            </a:r>
          </a:p>
        </p:txBody>
      </p:sp>
      <p:sp>
        <p:nvSpPr>
          <p:cNvPr id="56" name="Text Placeholder 55">
            <a:extLst>
              <a:ext uri="{FF2B5EF4-FFF2-40B4-BE49-F238E27FC236}">
                <a16:creationId xmlns:a16="http://schemas.microsoft.com/office/drawing/2014/main" id="{30B8C069-646E-6132-8BAE-E42D72CF4CBA}"/>
              </a:ext>
            </a:extLst>
          </p:cNvPr>
          <p:cNvSpPr>
            <a:spLocks noGrp="1"/>
          </p:cNvSpPr>
          <p:nvPr>
            <p:ph type="body" sz="quarter" idx="31"/>
          </p:nvPr>
        </p:nvSpPr>
        <p:spPr/>
        <p:txBody>
          <a:bodyPr/>
          <a:lstStyle/>
          <a:p>
            <a:r>
              <a:rPr lang="en-US"/>
              <a:t>Add topic or question here in Arial Bold, 9pt, orange or gray.</a:t>
            </a:r>
          </a:p>
        </p:txBody>
      </p:sp>
      <p:sp>
        <p:nvSpPr>
          <p:cNvPr id="57" name="Text Placeholder 56">
            <a:extLst>
              <a:ext uri="{FF2B5EF4-FFF2-40B4-BE49-F238E27FC236}">
                <a16:creationId xmlns:a16="http://schemas.microsoft.com/office/drawing/2014/main" id="{24DA277A-4C70-04F3-EB1B-77A8A023DBDB}"/>
              </a:ext>
            </a:extLst>
          </p:cNvPr>
          <p:cNvSpPr>
            <a:spLocks noGrp="1"/>
          </p:cNvSpPr>
          <p:nvPr>
            <p:ph type="body" sz="quarter" idx="32"/>
          </p:nvPr>
        </p:nvSpPr>
        <p:spPr/>
        <p:txBody>
          <a:bodyPr/>
          <a:lstStyle/>
          <a:p>
            <a:r>
              <a:rPr lang="en-US"/>
              <a:t>Add topic or question here in Arial Bold, 9pt, orange or gray.</a:t>
            </a:r>
          </a:p>
        </p:txBody>
      </p:sp>
      <p:sp>
        <p:nvSpPr>
          <p:cNvPr id="3" name="Footer Placeholder 2">
            <a:extLst>
              <a:ext uri="{FF2B5EF4-FFF2-40B4-BE49-F238E27FC236}">
                <a16:creationId xmlns:a16="http://schemas.microsoft.com/office/drawing/2014/main" id="{21CFF208-DB60-6390-B4ED-F4B6F2BCD28B}"/>
              </a:ext>
            </a:extLst>
          </p:cNvPr>
          <p:cNvSpPr>
            <a:spLocks noGrp="1"/>
          </p:cNvSpPr>
          <p:nvPr>
            <p:ph type="ftr" sz="quarter" idx="16"/>
          </p:nvPr>
        </p:nvSpPr>
        <p:spPr/>
        <p:txBody>
          <a:bodyPr/>
          <a:lstStyle/>
          <a:p>
            <a:r>
              <a:rPr lang="en-US"/>
              <a:t>Presentation Name or Footer Copy</a:t>
            </a:r>
          </a:p>
        </p:txBody>
      </p:sp>
      <p:pic>
        <p:nvPicPr>
          <p:cNvPr id="76" name="Graphic 75">
            <a:extLst>
              <a:ext uri="{FF2B5EF4-FFF2-40B4-BE49-F238E27FC236}">
                <a16:creationId xmlns:a16="http://schemas.microsoft.com/office/drawing/2014/main" id="{5FF4EA85-DAC4-7C0F-DFCA-8C28E52E040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983" y="1162150"/>
            <a:ext cx="338088" cy="350163"/>
          </a:xfrm>
          <a:prstGeom prst="rect">
            <a:avLst/>
          </a:prstGeom>
        </p:spPr>
      </p:pic>
      <p:pic>
        <p:nvPicPr>
          <p:cNvPr id="77" name="Graphic 76">
            <a:extLst>
              <a:ext uri="{FF2B5EF4-FFF2-40B4-BE49-F238E27FC236}">
                <a16:creationId xmlns:a16="http://schemas.microsoft.com/office/drawing/2014/main" id="{3DC65145-667C-734C-EB49-5A076B82D6F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7683" y="3368632"/>
            <a:ext cx="330688" cy="310732"/>
          </a:xfrm>
          <a:prstGeom prst="rect">
            <a:avLst/>
          </a:prstGeom>
        </p:spPr>
      </p:pic>
      <p:pic>
        <p:nvPicPr>
          <p:cNvPr id="78" name="Graphic 77">
            <a:extLst>
              <a:ext uri="{FF2B5EF4-FFF2-40B4-BE49-F238E27FC236}">
                <a16:creationId xmlns:a16="http://schemas.microsoft.com/office/drawing/2014/main" id="{BDB67964-44C6-CBFF-ADDC-712BC348449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74520" y="2632262"/>
            <a:ext cx="357014" cy="363750"/>
          </a:xfrm>
          <a:prstGeom prst="rect">
            <a:avLst/>
          </a:prstGeom>
        </p:spPr>
      </p:pic>
      <p:pic>
        <p:nvPicPr>
          <p:cNvPr id="79" name="Graphic 78">
            <a:extLst>
              <a:ext uri="{FF2B5EF4-FFF2-40B4-BE49-F238E27FC236}">
                <a16:creationId xmlns:a16="http://schemas.microsoft.com/office/drawing/2014/main" id="{BE296B37-9023-1FC9-5DE4-D8406D4D7B9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6422" y="4056864"/>
            <a:ext cx="358930" cy="403796"/>
          </a:xfrm>
          <a:prstGeom prst="rect">
            <a:avLst/>
          </a:prstGeom>
        </p:spPr>
      </p:pic>
      <p:pic>
        <p:nvPicPr>
          <p:cNvPr id="2" name="Graphic 1">
            <a:extLst>
              <a:ext uri="{FF2B5EF4-FFF2-40B4-BE49-F238E27FC236}">
                <a16:creationId xmlns:a16="http://schemas.microsoft.com/office/drawing/2014/main" id="{F54DC821-1CA6-6966-F795-F98D3C33348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80043" y="1924651"/>
            <a:ext cx="338328" cy="338328"/>
          </a:xfrm>
          <a:prstGeom prst="rect">
            <a:avLst/>
          </a:prstGeom>
        </p:spPr>
      </p:pic>
    </p:spTree>
    <p:extLst>
      <p:ext uri="{BB962C8B-B14F-4D97-AF65-F5344CB8AC3E}">
        <p14:creationId xmlns:p14="http://schemas.microsoft.com/office/powerpoint/2010/main" val="27172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9C01AA-E679-251A-B25B-84C53B711A39}"/>
              </a:ext>
            </a:extLst>
          </p:cNvPr>
          <p:cNvSpPr>
            <a:spLocks noGrp="1"/>
          </p:cNvSpPr>
          <p:nvPr>
            <p:ph type="body" sz="quarter" idx="20"/>
          </p:nvPr>
        </p:nvSpPr>
        <p:spPr/>
        <p:txBody>
          <a:bodyPr/>
          <a:lstStyle/>
          <a:p>
            <a:r>
              <a:rPr lang="en-US"/>
              <a:t>OVERLINE/SECTION (OPTIONAL) IN ARIAL 8PT ALL CAPS</a:t>
            </a:r>
          </a:p>
        </p:txBody>
      </p:sp>
      <p:sp>
        <p:nvSpPr>
          <p:cNvPr id="4" name="Title 3">
            <a:extLst>
              <a:ext uri="{FF2B5EF4-FFF2-40B4-BE49-F238E27FC236}">
                <a16:creationId xmlns:a16="http://schemas.microsoft.com/office/drawing/2014/main" id="{4216F57F-2F1E-8FF3-8C59-50CF12D41C2C}"/>
              </a:ext>
            </a:extLst>
          </p:cNvPr>
          <p:cNvSpPr>
            <a:spLocks noGrp="1"/>
          </p:cNvSpPr>
          <p:nvPr>
            <p:ph type="title"/>
          </p:nvPr>
        </p:nvSpPr>
        <p:spPr/>
        <p:txBody>
          <a:bodyPr/>
          <a:lstStyle/>
          <a:p>
            <a:r>
              <a:rPr lang="en-US"/>
              <a:t>Editable Executive Summary</a:t>
            </a:r>
          </a:p>
        </p:txBody>
      </p:sp>
      <p:sp>
        <p:nvSpPr>
          <p:cNvPr id="5" name="Text Placeholder 4">
            <a:extLst>
              <a:ext uri="{FF2B5EF4-FFF2-40B4-BE49-F238E27FC236}">
                <a16:creationId xmlns:a16="http://schemas.microsoft.com/office/drawing/2014/main" id="{D7BEFF1F-41E2-FE5C-8EFC-3515B6303A29}"/>
              </a:ext>
            </a:extLst>
          </p:cNvPr>
          <p:cNvSpPr>
            <a:spLocks noGrp="1"/>
          </p:cNvSpPr>
          <p:nvPr>
            <p:ph type="body" sz="quarter" idx="28"/>
          </p:nvPr>
        </p:nvSpPr>
        <p:spPr/>
        <p:txBody>
          <a:bodyPr/>
          <a:lstStyle/>
          <a:p>
            <a:r>
              <a:rPr lang="en-US"/>
              <a:t>Type response here.</a:t>
            </a:r>
          </a:p>
        </p:txBody>
      </p:sp>
      <p:sp>
        <p:nvSpPr>
          <p:cNvPr id="6" name="Text Placeholder 5">
            <a:extLst>
              <a:ext uri="{FF2B5EF4-FFF2-40B4-BE49-F238E27FC236}">
                <a16:creationId xmlns:a16="http://schemas.microsoft.com/office/drawing/2014/main" id="{25BAB111-3B7C-9F64-FF92-4FA905E76283}"/>
              </a:ext>
            </a:extLst>
          </p:cNvPr>
          <p:cNvSpPr>
            <a:spLocks noGrp="1"/>
          </p:cNvSpPr>
          <p:nvPr>
            <p:ph type="body" sz="quarter" idx="29"/>
          </p:nvPr>
        </p:nvSpPr>
        <p:spPr/>
        <p:txBody>
          <a:bodyPr/>
          <a:lstStyle/>
          <a:p>
            <a:r>
              <a:rPr lang="en-US"/>
              <a:t>Type response here.</a:t>
            </a:r>
          </a:p>
          <a:p>
            <a:endParaRPr lang="en-US"/>
          </a:p>
        </p:txBody>
      </p:sp>
      <p:sp>
        <p:nvSpPr>
          <p:cNvPr id="7" name="Text Placeholder 6">
            <a:extLst>
              <a:ext uri="{FF2B5EF4-FFF2-40B4-BE49-F238E27FC236}">
                <a16:creationId xmlns:a16="http://schemas.microsoft.com/office/drawing/2014/main" id="{B098B027-8DD6-6A92-6FB3-E3C4BB0D02F2}"/>
              </a:ext>
            </a:extLst>
          </p:cNvPr>
          <p:cNvSpPr>
            <a:spLocks noGrp="1"/>
          </p:cNvSpPr>
          <p:nvPr>
            <p:ph type="body" sz="quarter" idx="30"/>
          </p:nvPr>
        </p:nvSpPr>
        <p:spPr/>
        <p:txBody>
          <a:bodyPr/>
          <a:lstStyle/>
          <a:p>
            <a:r>
              <a:rPr lang="en-US"/>
              <a:t>Type response here.</a:t>
            </a:r>
          </a:p>
          <a:p>
            <a:endParaRPr lang="en-US"/>
          </a:p>
        </p:txBody>
      </p:sp>
      <p:sp>
        <p:nvSpPr>
          <p:cNvPr id="8" name="Text Placeholder 7">
            <a:extLst>
              <a:ext uri="{FF2B5EF4-FFF2-40B4-BE49-F238E27FC236}">
                <a16:creationId xmlns:a16="http://schemas.microsoft.com/office/drawing/2014/main" id="{627ECF74-9EAD-8B65-D9AF-2BFEFBD3DB24}"/>
              </a:ext>
            </a:extLst>
          </p:cNvPr>
          <p:cNvSpPr>
            <a:spLocks noGrp="1"/>
          </p:cNvSpPr>
          <p:nvPr>
            <p:ph type="body" sz="quarter" idx="31"/>
          </p:nvPr>
        </p:nvSpPr>
        <p:spPr/>
        <p:txBody>
          <a:bodyPr/>
          <a:lstStyle/>
          <a:p>
            <a:r>
              <a:rPr lang="en-US"/>
              <a:t>Type response here.</a:t>
            </a:r>
          </a:p>
          <a:p>
            <a:endParaRPr lang="en-US"/>
          </a:p>
        </p:txBody>
      </p:sp>
      <p:sp>
        <p:nvSpPr>
          <p:cNvPr id="9" name="Text Placeholder 8">
            <a:extLst>
              <a:ext uri="{FF2B5EF4-FFF2-40B4-BE49-F238E27FC236}">
                <a16:creationId xmlns:a16="http://schemas.microsoft.com/office/drawing/2014/main" id="{EE414F7E-3716-57D7-67FD-B79EBC8D377C}"/>
              </a:ext>
            </a:extLst>
          </p:cNvPr>
          <p:cNvSpPr>
            <a:spLocks noGrp="1"/>
          </p:cNvSpPr>
          <p:nvPr>
            <p:ph type="body" sz="quarter" idx="32"/>
          </p:nvPr>
        </p:nvSpPr>
        <p:spPr/>
        <p:txBody>
          <a:bodyPr/>
          <a:lstStyle/>
          <a:p>
            <a:r>
              <a:rPr lang="en-US"/>
              <a:t>Type response here.</a:t>
            </a:r>
          </a:p>
          <a:p>
            <a:endParaRPr lang="en-US"/>
          </a:p>
        </p:txBody>
      </p:sp>
      <p:sp>
        <p:nvSpPr>
          <p:cNvPr id="10" name="Text Placeholder 9">
            <a:extLst>
              <a:ext uri="{FF2B5EF4-FFF2-40B4-BE49-F238E27FC236}">
                <a16:creationId xmlns:a16="http://schemas.microsoft.com/office/drawing/2014/main" id="{E20537A7-D9FA-453A-E03B-74970FBA56B0}"/>
              </a:ext>
            </a:extLst>
          </p:cNvPr>
          <p:cNvSpPr>
            <a:spLocks noGrp="1"/>
          </p:cNvSpPr>
          <p:nvPr>
            <p:ph type="body" sz="quarter" idx="33"/>
          </p:nvPr>
        </p:nvSpPr>
        <p:spPr/>
        <p:txBody>
          <a:bodyPr/>
          <a:lstStyle/>
          <a:p>
            <a:r>
              <a:rPr lang="en-US"/>
              <a:t>Add topic or question here in Arial Bold, 9pt, orange or gray.</a:t>
            </a:r>
          </a:p>
        </p:txBody>
      </p:sp>
      <p:sp>
        <p:nvSpPr>
          <p:cNvPr id="11" name="Text Placeholder 10">
            <a:extLst>
              <a:ext uri="{FF2B5EF4-FFF2-40B4-BE49-F238E27FC236}">
                <a16:creationId xmlns:a16="http://schemas.microsoft.com/office/drawing/2014/main" id="{087CAB5E-A8F8-CFC0-B5DE-9C6842459C5E}"/>
              </a:ext>
            </a:extLst>
          </p:cNvPr>
          <p:cNvSpPr>
            <a:spLocks noGrp="1"/>
          </p:cNvSpPr>
          <p:nvPr>
            <p:ph type="body" sz="quarter" idx="34"/>
          </p:nvPr>
        </p:nvSpPr>
        <p:spPr/>
        <p:txBody>
          <a:bodyPr/>
          <a:lstStyle/>
          <a:p>
            <a:r>
              <a:rPr lang="en-US"/>
              <a:t>Add topic or question here in Arial Bold, 9pt, orange or gray.</a:t>
            </a:r>
          </a:p>
          <a:p>
            <a:endParaRPr lang="en-US"/>
          </a:p>
        </p:txBody>
      </p:sp>
      <p:sp>
        <p:nvSpPr>
          <p:cNvPr id="12" name="Text Placeholder 11">
            <a:extLst>
              <a:ext uri="{FF2B5EF4-FFF2-40B4-BE49-F238E27FC236}">
                <a16:creationId xmlns:a16="http://schemas.microsoft.com/office/drawing/2014/main" id="{F38D6472-6986-927D-B8D0-CAE8281CA734}"/>
              </a:ext>
            </a:extLst>
          </p:cNvPr>
          <p:cNvSpPr>
            <a:spLocks noGrp="1"/>
          </p:cNvSpPr>
          <p:nvPr>
            <p:ph type="body" sz="quarter" idx="35"/>
          </p:nvPr>
        </p:nvSpPr>
        <p:spPr/>
        <p:txBody>
          <a:bodyPr/>
          <a:lstStyle/>
          <a:p>
            <a:r>
              <a:rPr lang="en-US"/>
              <a:t>Add topic or question here in Arial Bold, 9pt, orange or gray.</a:t>
            </a:r>
          </a:p>
          <a:p>
            <a:endParaRPr lang="en-US"/>
          </a:p>
        </p:txBody>
      </p:sp>
      <p:sp>
        <p:nvSpPr>
          <p:cNvPr id="13" name="Text Placeholder 12">
            <a:extLst>
              <a:ext uri="{FF2B5EF4-FFF2-40B4-BE49-F238E27FC236}">
                <a16:creationId xmlns:a16="http://schemas.microsoft.com/office/drawing/2014/main" id="{24D57ECD-725F-7CE5-B94D-6F666C1E7B12}"/>
              </a:ext>
            </a:extLst>
          </p:cNvPr>
          <p:cNvSpPr>
            <a:spLocks noGrp="1"/>
          </p:cNvSpPr>
          <p:nvPr>
            <p:ph type="body" sz="quarter" idx="36"/>
          </p:nvPr>
        </p:nvSpPr>
        <p:spPr/>
        <p:txBody>
          <a:bodyPr/>
          <a:lstStyle/>
          <a:p>
            <a:r>
              <a:rPr lang="en-US"/>
              <a:t>Add topic or question here in Arial Bold, 9pt, orange or gray.</a:t>
            </a:r>
          </a:p>
          <a:p>
            <a:endParaRPr lang="en-US"/>
          </a:p>
        </p:txBody>
      </p:sp>
      <p:sp>
        <p:nvSpPr>
          <p:cNvPr id="14" name="Text Placeholder 13">
            <a:extLst>
              <a:ext uri="{FF2B5EF4-FFF2-40B4-BE49-F238E27FC236}">
                <a16:creationId xmlns:a16="http://schemas.microsoft.com/office/drawing/2014/main" id="{2E5F9913-E613-A0B4-2FD8-9FC19FA94E77}"/>
              </a:ext>
            </a:extLst>
          </p:cNvPr>
          <p:cNvSpPr>
            <a:spLocks noGrp="1"/>
          </p:cNvSpPr>
          <p:nvPr>
            <p:ph type="body" sz="quarter" idx="37"/>
          </p:nvPr>
        </p:nvSpPr>
        <p:spPr/>
        <p:txBody>
          <a:bodyPr/>
          <a:lstStyle/>
          <a:p>
            <a:r>
              <a:rPr lang="en-US"/>
              <a:t>Add topic or question here in Arial Bold, 9pt, orange or gray.</a:t>
            </a:r>
          </a:p>
          <a:p>
            <a:endParaRPr lang="en-US"/>
          </a:p>
        </p:txBody>
      </p:sp>
      <p:pic>
        <p:nvPicPr>
          <p:cNvPr id="16" name="Graphic 15">
            <a:extLst>
              <a:ext uri="{FF2B5EF4-FFF2-40B4-BE49-F238E27FC236}">
                <a16:creationId xmlns:a16="http://schemas.microsoft.com/office/drawing/2014/main" id="{1DCCAB84-F42A-208B-88B7-4BECBA52DC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93211" y="1141489"/>
            <a:ext cx="409087" cy="423697"/>
          </a:xfrm>
          <a:prstGeom prst="rect">
            <a:avLst/>
          </a:prstGeom>
        </p:spPr>
      </p:pic>
      <p:pic>
        <p:nvPicPr>
          <p:cNvPr id="17" name="Graphic 16">
            <a:extLst>
              <a:ext uri="{FF2B5EF4-FFF2-40B4-BE49-F238E27FC236}">
                <a16:creationId xmlns:a16="http://schemas.microsoft.com/office/drawing/2014/main" id="{04967354-E694-A4F8-F37A-14EE77E2209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088025" y="1173836"/>
            <a:ext cx="400133" cy="375986"/>
          </a:xfrm>
          <a:prstGeom prst="rect">
            <a:avLst/>
          </a:prstGeom>
        </p:spPr>
      </p:pic>
      <p:pic>
        <p:nvPicPr>
          <p:cNvPr id="18" name="Graphic 17">
            <a:extLst>
              <a:ext uri="{FF2B5EF4-FFF2-40B4-BE49-F238E27FC236}">
                <a16:creationId xmlns:a16="http://schemas.microsoft.com/office/drawing/2014/main" id="{20A7575D-E398-4270-824E-771476C6277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84539" y="1128268"/>
            <a:ext cx="431987" cy="440138"/>
          </a:xfrm>
          <a:prstGeom prst="rect">
            <a:avLst/>
          </a:prstGeom>
        </p:spPr>
      </p:pic>
      <p:pic>
        <p:nvPicPr>
          <p:cNvPr id="19" name="Graphic 18">
            <a:extLst>
              <a:ext uri="{FF2B5EF4-FFF2-40B4-BE49-F238E27FC236}">
                <a16:creationId xmlns:a16="http://schemas.microsoft.com/office/drawing/2014/main" id="{7DB8B89F-5B42-7584-FC2C-F2CBB8C79A2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801633" y="1141489"/>
            <a:ext cx="394823" cy="444176"/>
          </a:xfrm>
          <a:prstGeom prst="rect">
            <a:avLst/>
          </a:prstGeom>
        </p:spPr>
      </p:pic>
      <p:sp>
        <p:nvSpPr>
          <p:cNvPr id="20" name="Footer Placeholder 2">
            <a:extLst>
              <a:ext uri="{FF2B5EF4-FFF2-40B4-BE49-F238E27FC236}">
                <a16:creationId xmlns:a16="http://schemas.microsoft.com/office/drawing/2014/main" id="{69C046B2-33DB-BECB-16F0-775CB1E2209D}"/>
              </a:ext>
            </a:extLst>
          </p:cNvPr>
          <p:cNvSpPr>
            <a:spLocks noGrp="1"/>
          </p:cNvSpPr>
          <p:nvPr>
            <p:ph type="ftr" sz="quarter" idx="16"/>
          </p:nvPr>
        </p:nvSpPr>
        <p:spPr>
          <a:xfrm>
            <a:off x="574006" y="4839652"/>
            <a:ext cx="2468429" cy="123111"/>
          </a:xfrm>
        </p:spPr>
        <p:txBody>
          <a:bodyPr/>
          <a:lstStyle/>
          <a:p>
            <a:r>
              <a:rPr lang="en-US"/>
              <a:t>Presentation Name or Footer Copy</a:t>
            </a:r>
          </a:p>
        </p:txBody>
      </p:sp>
      <p:pic>
        <p:nvPicPr>
          <p:cNvPr id="3" name="Graphic 2">
            <a:extLst>
              <a:ext uri="{FF2B5EF4-FFF2-40B4-BE49-F238E27FC236}">
                <a16:creationId xmlns:a16="http://schemas.microsoft.com/office/drawing/2014/main" id="{8E6F71B1-15DF-1FD7-C966-00809134C09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692651" y="1173836"/>
            <a:ext cx="411480" cy="411480"/>
          </a:xfrm>
          <a:prstGeom prst="rect">
            <a:avLst/>
          </a:prstGeom>
        </p:spPr>
      </p:pic>
    </p:spTree>
    <p:extLst>
      <p:ext uri="{BB962C8B-B14F-4D97-AF65-F5344CB8AC3E}">
        <p14:creationId xmlns:p14="http://schemas.microsoft.com/office/powerpoint/2010/main" val="576038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447AFD-D5C3-2042-9BCD-1015BD315632}"/>
              </a:ext>
            </a:extLst>
          </p:cNvPr>
          <p:cNvSpPr>
            <a:spLocks noGrp="1"/>
          </p:cNvSpPr>
          <p:nvPr>
            <p:ph type="title"/>
          </p:nvPr>
        </p:nvSpPr>
        <p:spPr/>
        <p:txBody>
          <a:bodyPr/>
          <a:lstStyle/>
          <a:p>
            <a:r>
              <a:rPr lang="en-US"/>
              <a:t>Section Title in Arial Bold 48pt</a:t>
            </a:r>
          </a:p>
        </p:txBody>
      </p:sp>
      <p:sp>
        <p:nvSpPr>
          <p:cNvPr id="12" name="Text Placeholder 11">
            <a:extLst>
              <a:ext uri="{FF2B5EF4-FFF2-40B4-BE49-F238E27FC236}">
                <a16:creationId xmlns:a16="http://schemas.microsoft.com/office/drawing/2014/main" id="{24186092-018E-F642-99E5-93186DD1072A}"/>
              </a:ext>
            </a:extLst>
          </p:cNvPr>
          <p:cNvSpPr>
            <a:spLocks noGrp="1"/>
          </p:cNvSpPr>
          <p:nvPr>
            <p:ph type="body" sz="quarter" idx="15"/>
          </p:nvPr>
        </p:nvSpPr>
        <p:spPr/>
        <p:txBody>
          <a:bodyPr/>
          <a:lstStyle/>
          <a:p>
            <a:r>
              <a:rPr lang="en-US"/>
              <a:t>Optional subtitle in Arial Regular 14pt</a:t>
            </a:r>
          </a:p>
        </p:txBody>
      </p:sp>
      <p:sp>
        <p:nvSpPr>
          <p:cNvPr id="3" name="Footer Placeholder 2">
            <a:extLst>
              <a:ext uri="{FF2B5EF4-FFF2-40B4-BE49-F238E27FC236}">
                <a16:creationId xmlns:a16="http://schemas.microsoft.com/office/drawing/2014/main" id="{F01FF3F7-A07D-0747-A09A-43554AC12DB6}"/>
              </a:ext>
            </a:extLst>
          </p:cNvPr>
          <p:cNvSpPr>
            <a:spLocks noGrp="1"/>
          </p:cNvSpPr>
          <p:nvPr>
            <p:ph type="ftr" sz="quarter" idx="16"/>
          </p:nvPr>
        </p:nvSpPr>
        <p:spPr/>
        <p:txBody>
          <a:bodyPr/>
          <a:lstStyle/>
          <a:p>
            <a:r>
              <a:rPr lang="en-US"/>
              <a:t>Presentation Name or Footer Copy</a:t>
            </a:r>
          </a:p>
        </p:txBody>
      </p:sp>
      <p:sp>
        <p:nvSpPr>
          <p:cNvPr id="2" name="Rectangle: Rounded Corners 1">
            <a:extLst>
              <a:ext uri="{FF2B5EF4-FFF2-40B4-BE49-F238E27FC236}">
                <a16:creationId xmlns:a16="http://schemas.microsoft.com/office/drawing/2014/main" id="{A30F2EB8-4961-0ED5-89F1-811CEFDE844D}"/>
              </a:ext>
            </a:extLst>
          </p:cNvPr>
          <p:cNvSpPr/>
          <p:nvPr/>
        </p:nvSpPr>
        <p:spPr>
          <a:xfrm>
            <a:off x="6915934" y="242340"/>
            <a:ext cx="2063750" cy="1249680"/>
          </a:xfrm>
          <a:prstGeom prst="roundRect">
            <a:avLst>
              <a:gd name="adj" fmla="val 2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endParaRPr lang="en-US" altLang="en-US" sz="900" b="1">
              <a:solidFill>
                <a:schemeClr val="bg2"/>
              </a:solidFill>
              <a:ea typeface="ＭＳ Ｐゴシック" pitchFamily="34" charset="-128"/>
            </a:endParaRPr>
          </a:p>
          <a:p>
            <a:pPr>
              <a:lnSpc>
                <a:spcPct val="90000"/>
              </a:lnSpc>
              <a:spcAft>
                <a:spcPts val="300"/>
              </a:spcAft>
            </a:pPr>
            <a:r>
              <a:rPr lang="en-US" altLang="en-US" sz="900">
                <a:solidFill>
                  <a:schemeClr val="bg2"/>
                </a:solidFill>
                <a:ea typeface="ＭＳ Ｐゴシック" pitchFamily="34" charset="-128"/>
              </a:rPr>
              <a:t>Choose one of the following styles of section divider slides to use consistently throughout your presentation for a cohesive feel. If using our over imagery layout, be sure to select an image that supports the deck topic.</a:t>
            </a:r>
          </a:p>
        </p:txBody>
      </p:sp>
    </p:spTree>
    <p:extLst>
      <p:ext uri="{BB962C8B-B14F-4D97-AF65-F5344CB8AC3E}">
        <p14:creationId xmlns:p14="http://schemas.microsoft.com/office/powerpoint/2010/main" val="3681144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CDDEA394-0BCE-7EAA-F4BF-F69C8AD89A6A}"/>
              </a:ext>
            </a:extLst>
          </p:cNvPr>
          <p:cNvPicPr>
            <a:picLocks noGrp="1" noChangeAspect="1" noChangeArrowheads="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DF8992B-9588-09E6-D664-CA77962005A8}"/>
              </a:ext>
            </a:extLst>
          </p:cNvPr>
          <p:cNvSpPr/>
          <p:nvPr/>
        </p:nvSpPr>
        <p:spPr>
          <a:xfrm rot="5400000">
            <a:off x="2000250" y="-2000250"/>
            <a:ext cx="5143500" cy="914400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5" name="Title 4">
            <a:extLst>
              <a:ext uri="{FF2B5EF4-FFF2-40B4-BE49-F238E27FC236}">
                <a16:creationId xmlns:a16="http://schemas.microsoft.com/office/drawing/2014/main" id="{E1447AFD-D5C3-2042-9BCD-1015BD315632}"/>
              </a:ext>
            </a:extLst>
          </p:cNvPr>
          <p:cNvSpPr>
            <a:spLocks noGrp="1"/>
          </p:cNvSpPr>
          <p:nvPr>
            <p:ph type="title"/>
          </p:nvPr>
        </p:nvSpPr>
        <p:spPr/>
        <p:txBody>
          <a:bodyPr/>
          <a:lstStyle/>
          <a:p>
            <a:r>
              <a:rPr lang="en-US"/>
              <a:t>Section Title in Arial Bold 48pt</a:t>
            </a:r>
          </a:p>
        </p:txBody>
      </p:sp>
      <p:sp>
        <p:nvSpPr>
          <p:cNvPr id="7" name="Text Placeholder 6">
            <a:extLst>
              <a:ext uri="{FF2B5EF4-FFF2-40B4-BE49-F238E27FC236}">
                <a16:creationId xmlns:a16="http://schemas.microsoft.com/office/drawing/2014/main" id="{D912452C-7EEC-F349-A190-78A75743CAC6}"/>
              </a:ext>
            </a:extLst>
          </p:cNvPr>
          <p:cNvSpPr>
            <a:spLocks noGrp="1"/>
          </p:cNvSpPr>
          <p:nvPr>
            <p:ph type="body" sz="quarter" idx="15"/>
          </p:nvPr>
        </p:nvSpPr>
        <p:spPr/>
        <p:txBody>
          <a:bodyPr/>
          <a:lstStyle/>
          <a:p>
            <a:r>
              <a:rPr lang="en-US"/>
              <a:t>Optional subtitle in Arial Regular 14pt</a:t>
            </a:r>
          </a:p>
        </p:txBody>
      </p:sp>
      <p:sp>
        <p:nvSpPr>
          <p:cNvPr id="10" name="Footer Placeholder 9">
            <a:extLst>
              <a:ext uri="{FF2B5EF4-FFF2-40B4-BE49-F238E27FC236}">
                <a16:creationId xmlns:a16="http://schemas.microsoft.com/office/drawing/2014/main" id="{1496D281-34F8-1548-B9F6-CB73933F3D4F}"/>
              </a:ext>
            </a:extLst>
          </p:cNvPr>
          <p:cNvSpPr>
            <a:spLocks noGrp="1"/>
          </p:cNvSpPr>
          <p:nvPr>
            <p:ph type="ftr" sz="quarter" idx="16"/>
          </p:nvPr>
        </p:nvSpPr>
        <p:spPr>
          <a:xfrm>
            <a:off x="574006" y="4842034"/>
            <a:ext cx="2468429" cy="123111"/>
          </a:xfrm>
        </p:spPr>
        <p:txBody>
          <a:bodyPr/>
          <a:lstStyle/>
          <a:p>
            <a:r>
              <a:rPr lang="en-US"/>
              <a:t>Presentation Name or Footer Copy</a:t>
            </a:r>
          </a:p>
        </p:txBody>
      </p:sp>
      <p:sp>
        <p:nvSpPr>
          <p:cNvPr id="21" name="TextBox 20">
            <a:extLst>
              <a:ext uri="{FF2B5EF4-FFF2-40B4-BE49-F238E27FC236}">
                <a16:creationId xmlns:a16="http://schemas.microsoft.com/office/drawing/2014/main" id="{87AF8D0B-06A9-D3C3-F84E-7527F8745E20}"/>
              </a:ext>
            </a:extLst>
          </p:cNvPr>
          <p:cNvSpPr txBox="1">
            <a:spLocks noGrp="1" noRot="1" noMove="1" noResize="1" noEditPoints="1" noAdjustHandles="1" noChangeArrowheads="1" noChangeShapeType="1"/>
          </p:cNvSpPr>
          <p:nvPr/>
        </p:nvSpPr>
        <p:spPr>
          <a:xfrm>
            <a:off x="347472" y="4844415"/>
            <a:ext cx="18288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29</a:t>
            </a:fld>
            <a:endParaRPr lang="en-US" sz="900" b="1" i="0">
              <a:solidFill>
                <a:schemeClr val="bg1"/>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7EEAA22D-0658-A301-C11C-E1E613EDBEA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3" name="Rectangle: Rounded Corners 2">
            <a:extLst>
              <a:ext uri="{FF2B5EF4-FFF2-40B4-BE49-F238E27FC236}">
                <a16:creationId xmlns:a16="http://schemas.microsoft.com/office/drawing/2014/main" id="{706578C9-12A8-AEB0-51F2-ABBC601BEA3D}"/>
              </a:ext>
            </a:extLst>
          </p:cNvPr>
          <p:cNvSpPr/>
          <p:nvPr/>
        </p:nvSpPr>
        <p:spPr>
          <a:xfrm>
            <a:off x="6915934" y="242340"/>
            <a:ext cx="2063750" cy="1982700"/>
          </a:xfrm>
          <a:prstGeom prst="roundRect">
            <a:avLst>
              <a:gd name="adj" fmla="val 2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endParaRPr lang="en-US" altLang="en-US" sz="900" b="1">
              <a:solidFill>
                <a:schemeClr val="bg2"/>
              </a:solidFill>
              <a:ea typeface="ＭＳ Ｐゴシック" pitchFamily="34" charset="-128"/>
            </a:endParaRPr>
          </a:p>
          <a:p>
            <a:pPr>
              <a:lnSpc>
                <a:spcPct val="90000"/>
              </a:lnSpc>
              <a:spcAft>
                <a:spcPts val="300"/>
              </a:spcAft>
            </a:pPr>
            <a:r>
              <a:rPr lang="en-US" altLang="en-US" sz="900" b="1">
                <a:solidFill>
                  <a:schemeClr val="bg2"/>
                </a:solidFill>
                <a:ea typeface="ＭＳ Ｐゴシック" pitchFamily="34" charset="-128"/>
              </a:rPr>
              <a:t>To change images </a:t>
            </a:r>
            <a:r>
              <a:rPr lang="en-US" altLang="en-US" sz="900">
                <a:solidFill>
                  <a:schemeClr val="bg2"/>
                </a:solidFill>
                <a:ea typeface="ＭＳ Ｐゴシック" pitchFamily="34" charset="-128"/>
              </a:rPr>
              <a:t>in this template, select an image, click delete, then click on the image icon to upload a new picture.</a:t>
            </a:r>
          </a:p>
          <a:p>
            <a:pPr>
              <a:lnSpc>
                <a:spcPct val="90000"/>
              </a:lnSpc>
              <a:spcAft>
                <a:spcPts val="300"/>
              </a:spcAft>
            </a:pPr>
            <a:r>
              <a:rPr lang="en-US" altLang="en-US" sz="900">
                <a:solidFill>
                  <a:schemeClr val="bg2"/>
                </a:solidFill>
                <a:ea typeface="ＭＳ Ｐゴシック" pitchFamily="34" charset="-128"/>
              </a:rPr>
              <a:t>Once a new image has been placed, right click on the image, and “send to back” to  make the title re-appear.</a:t>
            </a:r>
          </a:p>
          <a:p>
            <a:pPr>
              <a:lnSpc>
                <a:spcPct val="90000"/>
              </a:lnSpc>
              <a:spcAft>
                <a:spcPts val="300"/>
              </a:spcAft>
            </a:pPr>
            <a:r>
              <a:rPr lang="en-US" altLang="en-US" sz="900">
                <a:solidFill>
                  <a:schemeClr val="bg2"/>
                </a:solidFill>
                <a:ea typeface="ＭＳ Ｐゴシック" pitchFamily="34" charset="-128"/>
              </a:rPr>
              <a:t>If the image needs to be cropped or framed differently, click on the image and use the crop button under the “Format” toolbar to adjust it.</a:t>
            </a:r>
          </a:p>
        </p:txBody>
      </p:sp>
    </p:spTree>
    <p:extLst>
      <p:ext uri="{BB962C8B-B14F-4D97-AF65-F5344CB8AC3E}">
        <p14:creationId xmlns:p14="http://schemas.microsoft.com/office/powerpoint/2010/main" val="1276849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447AFD-D5C3-2042-9BCD-1015BD315632}"/>
              </a:ext>
            </a:extLst>
          </p:cNvPr>
          <p:cNvSpPr>
            <a:spLocks noGrp="1"/>
          </p:cNvSpPr>
          <p:nvPr>
            <p:ph type="title"/>
          </p:nvPr>
        </p:nvSpPr>
        <p:spPr/>
        <p:txBody>
          <a:bodyPr/>
          <a:lstStyle/>
          <a:p>
            <a:r>
              <a:rPr lang="en-US"/>
              <a:t>Section Title in Arial Bold 48pt</a:t>
            </a:r>
          </a:p>
        </p:txBody>
      </p:sp>
      <p:sp>
        <p:nvSpPr>
          <p:cNvPr id="3" name="Text Placeholder 2">
            <a:extLst>
              <a:ext uri="{FF2B5EF4-FFF2-40B4-BE49-F238E27FC236}">
                <a16:creationId xmlns:a16="http://schemas.microsoft.com/office/drawing/2014/main" id="{4A342744-80BD-B040-B126-69D0C8513411}"/>
              </a:ext>
            </a:extLst>
          </p:cNvPr>
          <p:cNvSpPr>
            <a:spLocks noGrp="1"/>
          </p:cNvSpPr>
          <p:nvPr>
            <p:ph type="body" sz="quarter" idx="15"/>
          </p:nvPr>
        </p:nvSpPr>
        <p:spPr/>
        <p:txBody>
          <a:bodyPr/>
          <a:lstStyle/>
          <a:p>
            <a:r>
              <a:rPr lang="en-US"/>
              <a:t>Optional subtitle in Arial Regular 14pt</a:t>
            </a:r>
          </a:p>
        </p:txBody>
      </p:sp>
      <p:sp>
        <p:nvSpPr>
          <p:cNvPr id="8" name="Footer Placeholder 7">
            <a:extLst>
              <a:ext uri="{FF2B5EF4-FFF2-40B4-BE49-F238E27FC236}">
                <a16:creationId xmlns:a16="http://schemas.microsoft.com/office/drawing/2014/main" id="{00533219-5390-DB42-BD65-878746F7FED3}"/>
              </a:ext>
            </a:extLst>
          </p:cNvPr>
          <p:cNvSpPr>
            <a:spLocks noGrp="1"/>
          </p:cNvSpPr>
          <p:nvPr>
            <p:ph type="ftr" sz="quarter" idx="16"/>
          </p:nvPr>
        </p:nvSpPr>
        <p:spPr>
          <a:xfrm>
            <a:off x="574006" y="4842034"/>
            <a:ext cx="2468429" cy="123111"/>
          </a:xfrm>
        </p:spPr>
        <p:txBody>
          <a:bodyPr/>
          <a:lstStyle/>
          <a:p>
            <a:r>
              <a:rPr lang="en-US"/>
              <a:t>Presentation Name or Footer Copy</a:t>
            </a:r>
          </a:p>
        </p:txBody>
      </p:sp>
    </p:spTree>
    <p:extLst>
      <p:ext uri="{BB962C8B-B14F-4D97-AF65-F5344CB8AC3E}">
        <p14:creationId xmlns:p14="http://schemas.microsoft.com/office/powerpoint/2010/main" val="2409519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447AFD-D5C3-2042-9BCD-1015BD315632}"/>
              </a:ext>
            </a:extLst>
          </p:cNvPr>
          <p:cNvSpPr>
            <a:spLocks noGrp="1"/>
          </p:cNvSpPr>
          <p:nvPr>
            <p:ph type="title"/>
          </p:nvPr>
        </p:nvSpPr>
        <p:spPr/>
        <p:txBody>
          <a:bodyPr/>
          <a:lstStyle/>
          <a:p>
            <a:r>
              <a:rPr lang="en-US"/>
              <a:t>Section Title in Arial Bold 48pt</a:t>
            </a:r>
          </a:p>
        </p:txBody>
      </p:sp>
      <p:sp>
        <p:nvSpPr>
          <p:cNvPr id="3" name="Text Placeholder 2">
            <a:extLst>
              <a:ext uri="{FF2B5EF4-FFF2-40B4-BE49-F238E27FC236}">
                <a16:creationId xmlns:a16="http://schemas.microsoft.com/office/drawing/2014/main" id="{4A342744-80BD-B040-B126-69D0C8513411}"/>
              </a:ext>
            </a:extLst>
          </p:cNvPr>
          <p:cNvSpPr>
            <a:spLocks noGrp="1"/>
          </p:cNvSpPr>
          <p:nvPr>
            <p:ph type="body" sz="quarter" idx="15"/>
          </p:nvPr>
        </p:nvSpPr>
        <p:spPr/>
        <p:txBody>
          <a:bodyPr/>
          <a:lstStyle/>
          <a:p>
            <a:r>
              <a:rPr lang="en-US"/>
              <a:t>Optional subtitle in Arial Regular 14pt</a:t>
            </a:r>
          </a:p>
        </p:txBody>
      </p:sp>
      <p:sp>
        <p:nvSpPr>
          <p:cNvPr id="14" name="Footer Placeholder 1">
            <a:extLst>
              <a:ext uri="{FF2B5EF4-FFF2-40B4-BE49-F238E27FC236}">
                <a16:creationId xmlns:a16="http://schemas.microsoft.com/office/drawing/2014/main" id="{95125EDC-30BA-26DC-3331-64C3923CE1DD}"/>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3240779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5770-405D-F2AE-EF2C-39CC8F928B3A}"/>
              </a:ext>
            </a:extLst>
          </p:cNvPr>
          <p:cNvSpPr>
            <a:spLocks noGrp="1"/>
          </p:cNvSpPr>
          <p:nvPr>
            <p:ph type="title"/>
          </p:nvPr>
        </p:nvSpPr>
        <p:spPr/>
        <p:txBody>
          <a:bodyPr/>
          <a:lstStyle/>
          <a:p>
            <a:r>
              <a:rPr lang="en-US"/>
              <a:t>Section Title in Arial Bold 48pt</a:t>
            </a:r>
          </a:p>
        </p:txBody>
      </p:sp>
      <p:sp>
        <p:nvSpPr>
          <p:cNvPr id="3" name="Text Placeholder 2">
            <a:extLst>
              <a:ext uri="{FF2B5EF4-FFF2-40B4-BE49-F238E27FC236}">
                <a16:creationId xmlns:a16="http://schemas.microsoft.com/office/drawing/2014/main" id="{8D1EC2F0-AA40-122A-EB13-C0303EE66994}"/>
              </a:ext>
            </a:extLst>
          </p:cNvPr>
          <p:cNvSpPr>
            <a:spLocks noGrp="1"/>
          </p:cNvSpPr>
          <p:nvPr>
            <p:ph type="body" sz="quarter" idx="15"/>
          </p:nvPr>
        </p:nvSpPr>
        <p:spPr/>
        <p:txBody>
          <a:bodyPr/>
          <a:lstStyle/>
          <a:p>
            <a:r>
              <a:rPr lang="en-US"/>
              <a:t>Optional subtitle in Arial Regular 14pt</a:t>
            </a:r>
          </a:p>
        </p:txBody>
      </p:sp>
      <p:sp>
        <p:nvSpPr>
          <p:cNvPr id="4" name="Footer Placeholder 3">
            <a:extLst>
              <a:ext uri="{FF2B5EF4-FFF2-40B4-BE49-F238E27FC236}">
                <a16:creationId xmlns:a16="http://schemas.microsoft.com/office/drawing/2014/main" id="{A3B07B9F-1BBE-2EB3-1B76-C2EFC70FA651}"/>
              </a:ext>
            </a:extLst>
          </p:cNvPr>
          <p:cNvSpPr>
            <a:spLocks noGrp="1"/>
          </p:cNvSpPr>
          <p:nvPr>
            <p:ph type="ftr" sz="quarter" idx="16"/>
          </p:nvPr>
        </p:nvSpPr>
        <p:spPr>
          <a:xfrm>
            <a:off x="574006" y="4842034"/>
            <a:ext cx="2468429" cy="123111"/>
          </a:xfrm>
        </p:spPr>
        <p:txBody>
          <a:bodyPr/>
          <a:lstStyle/>
          <a:p>
            <a:r>
              <a:rPr lang="en-US"/>
              <a:t>Presentation Name or Footer Copy</a:t>
            </a:r>
          </a:p>
        </p:txBody>
      </p:sp>
    </p:spTree>
    <p:extLst>
      <p:ext uri="{BB962C8B-B14F-4D97-AF65-F5344CB8AC3E}">
        <p14:creationId xmlns:p14="http://schemas.microsoft.com/office/powerpoint/2010/main" val="3607761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32C8CA-9E7D-9D8D-9AA3-B4EB248E40A0}"/>
              </a:ext>
            </a:extLst>
          </p:cNvPr>
          <p:cNvSpPr>
            <a:spLocks noGrp="1"/>
          </p:cNvSpPr>
          <p:nvPr>
            <p:ph type="title"/>
          </p:nvPr>
        </p:nvSpPr>
        <p:spPr/>
        <p:txBody>
          <a:bodyPr/>
          <a:lstStyle/>
          <a:p>
            <a:r>
              <a:rPr lang="en-US"/>
              <a:t>Section Title in Arial Bold 48pt</a:t>
            </a:r>
          </a:p>
        </p:txBody>
      </p:sp>
      <p:sp>
        <p:nvSpPr>
          <p:cNvPr id="4" name="Text Placeholder 3">
            <a:extLst>
              <a:ext uri="{FF2B5EF4-FFF2-40B4-BE49-F238E27FC236}">
                <a16:creationId xmlns:a16="http://schemas.microsoft.com/office/drawing/2014/main" id="{58FFD7C6-7015-418E-B701-4C08CE26694E}"/>
              </a:ext>
            </a:extLst>
          </p:cNvPr>
          <p:cNvSpPr>
            <a:spLocks noGrp="1"/>
          </p:cNvSpPr>
          <p:nvPr>
            <p:ph type="body" sz="quarter" idx="15"/>
          </p:nvPr>
        </p:nvSpPr>
        <p:spPr/>
        <p:txBody>
          <a:bodyPr/>
          <a:lstStyle/>
          <a:p>
            <a:r>
              <a:rPr lang="en-US"/>
              <a:t>Optional subtitle in Arial Regular 14pt</a:t>
            </a:r>
          </a:p>
        </p:txBody>
      </p:sp>
      <p:sp>
        <p:nvSpPr>
          <p:cNvPr id="2" name="Footer Placeholder 1">
            <a:extLst>
              <a:ext uri="{FF2B5EF4-FFF2-40B4-BE49-F238E27FC236}">
                <a16:creationId xmlns:a16="http://schemas.microsoft.com/office/drawing/2014/main" id="{BF3C25A9-C8CD-04FD-BF8A-50CE33462608}"/>
              </a:ext>
            </a:extLst>
          </p:cNvPr>
          <p:cNvSpPr>
            <a:spLocks noGrp="1"/>
          </p:cNvSpPr>
          <p:nvPr>
            <p:ph type="ftr" sz="quarter" idx="16"/>
          </p:nvPr>
        </p:nvSpPr>
        <p:spPr>
          <a:xfrm>
            <a:off x="574006" y="4842034"/>
            <a:ext cx="2468429" cy="123111"/>
          </a:xfrm>
        </p:spPr>
        <p:txBody>
          <a:bodyPr/>
          <a:lstStyle/>
          <a:p>
            <a:r>
              <a:rPr lang="en-US"/>
              <a:t>Presentation Name or Footer Copy</a:t>
            </a:r>
          </a:p>
        </p:txBody>
      </p:sp>
    </p:spTree>
    <p:extLst>
      <p:ext uri="{BB962C8B-B14F-4D97-AF65-F5344CB8AC3E}">
        <p14:creationId xmlns:p14="http://schemas.microsoft.com/office/powerpoint/2010/main" val="2987408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C55CE0-CA7B-36C2-E1A0-8BD5A4ACA507}"/>
              </a:ext>
            </a:extLst>
          </p:cNvPr>
          <p:cNvSpPr>
            <a:spLocks noGrp="1"/>
          </p:cNvSpPr>
          <p:nvPr>
            <p:ph type="title"/>
          </p:nvPr>
        </p:nvSpPr>
        <p:spPr/>
        <p:txBody>
          <a:bodyPr/>
          <a:lstStyle/>
          <a:p>
            <a:r>
              <a:rPr lang="en-US"/>
              <a:t>Section Title in Arial Bold 48pt</a:t>
            </a:r>
          </a:p>
        </p:txBody>
      </p:sp>
      <p:sp>
        <p:nvSpPr>
          <p:cNvPr id="4" name="Text Placeholder 3">
            <a:extLst>
              <a:ext uri="{FF2B5EF4-FFF2-40B4-BE49-F238E27FC236}">
                <a16:creationId xmlns:a16="http://schemas.microsoft.com/office/drawing/2014/main" id="{40F61A6B-1EAF-502B-1045-76893745DB6F}"/>
              </a:ext>
            </a:extLst>
          </p:cNvPr>
          <p:cNvSpPr>
            <a:spLocks noGrp="1"/>
          </p:cNvSpPr>
          <p:nvPr>
            <p:ph type="body" sz="quarter" idx="15"/>
          </p:nvPr>
        </p:nvSpPr>
        <p:spPr/>
        <p:txBody>
          <a:bodyPr/>
          <a:lstStyle/>
          <a:p>
            <a:r>
              <a:rPr lang="en-US"/>
              <a:t>Optional subtitle in Arial Regular 14pt</a:t>
            </a:r>
          </a:p>
        </p:txBody>
      </p:sp>
      <p:sp>
        <p:nvSpPr>
          <p:cNvPr id="2" name="Footer Placeholder 1">
            <a:extLst>
              <a:ext uri="{FF2B5EF4-FFF2-40B4-BE49-F238E27FC236}">
                <a16:creationId xmlns:a16="http://schemas.microsoft.com/office/drawing/2014/main" id="{7886F20F-6608-54EC-B27B-E3AE26736896}"/>
              </a:ext>
            </a:extLst>
          </p:cNvPr>
          <p:cNvSpPr>
            <a:spLocks noGrp="1"/>
          </p:cNvSpPr>
          <p:nvPr>
            <p:ph type="ftr" sz="quarter" idx="16"/>
          </p:nvPr>
        </p:nvSpPr>
        <p:spPr>
          <a:xfrm>
            <a:off x="574006" y="4842034"/>
            <a:ext cx="2468429" cy="123111"/>
          </a:xfrm>
        </p:spPr>
        <p:txBody>
          <a:bodyPr/>
          <a:lstStyle/>
          <a:p>
            <a:r>
              <a:rPr lang="en-US"/>
              <a:t>Presentation Name or Footer Copy</a:t>
            </a:r>
          </a:p>
        </p:txBody>
      </p:sp>
    </p:spTree>
    <p:extLst>
      <p:ext uri="{BB962C8B-B14F-4D97-AF65-F5344CB8AC3E}">
        <p14:creationId xmlns:p14="http://schemas.microsoft.com/office/powerpoint/2010/main" val="1607596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FCF3D8BE-D424-887B-78BC-EB0921F61992}"/>
              </a:ext>
            </a:extLst>
          </p:cNvPr>
          <p:cNvPicPr>
            <a:picLocks noGrp="1" noChangeAspect="1" noChangeArrowheads="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A85FEC51-3683-544D-9852-08A67CA16F9A}"/>
              </a:ext>
            </a:extLst>
          </p:cNvPr>
          <p:cNvSpPr/>
          <p:nvPr/>
        </p:nvSpPr>
        <p:spPr>
          <a:xfrm rot="5400000">
            <a:off x="1460498" y="-1460501"/>
            <a:ext cx="5143504" cy="8064501"/>
          </a:xfrm>
          <a:prstGeom prst="rect">
            <a:avLst/>
          </a:prstGeom>
          <a:gradFill flip="none" rotWithShape="1">
            <a:gsLst>
              <a:gs pos="0">
                <a:srgbClr val="000000">
                  <a:alpha val="0"/>
                </a:srgbClr>
              </a:gs>
              <a:gs pos="33000">
                <a:srgbClr val="000000">
                  <a:alpha val="4805"/>
                </a:srgbClr>
              </a:gs>
              <a:gs pos="74000">
                <a:srgbClr val="000000">
                  <a:alpha val="4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12" name="Text Placeholder 11">
            <a:extLst>
              <a:ext uri="{FF2B5EF4-FFF2-40B4-BE49-F238E27FC236}">
                <a16:creationId xmlns:a16="http://schemas.microsoft.com/office/drawing/2014/main" id="{E5FF14C5-BB02-274B-98FD-BE6DC6BE015C}"/>
              </a:ext>
            </a:extLst>
          </p:cNvPr>
          <p:cNvSpPr>
            <a:spLocks noGrp="1"/>
          </p:cNvSpPr>
          <p:nvPr>
            <p:ph type="body" sz="quarter" idx="16"/>
          </p:nvPr>
        </p:nvSpPr>
        <p:spPr/>
        <p:txBody>
          <a:bodyPr/>
          <a:lstStyle/>
          <a:p>
            <a:r>
              <a:rPr lang="en-US" dirty="0"/>
              <a:t>OVERLINE/SECTION (OPTIONAL) IN ARIAL 8PT ALL CAPS</a:t>
            </a:r>
          </a:p>
          <a:p>
            <a:endParaRPr lang="en-US" dirty="0"/>
          </a:p>
          <a:p>
            <a:endParaRPr lang="en-US" dirty="0"/>
          </a:p>
          <a:p>
            <a:endParaRPr lang="en-US" dirty="0"/>
          </a:p>
        </p:txBody>
      </p:sp>
      <p:sp>
        <p:nvSpPr>
          <p:cNvPr id="10" name="Title 9">
            <a:extLst>
              <a:ext uri="{FF2B5EF4-FFF2-40B4-BE49-F238E27FC236}">
                <a16:creationId xmlns:a16="http://schemas.microsoft.com/office/drawing/2014/main" id="{27993CF3-87B3-9948-B48B-94F9B77BDF87}"/>
              </a:ext>
            </a:extLst>
          </p:cNvPr>
          <p:cNvSpPr>
            <a:spLocks noGrp="1"/>
          </p:cNvSpPr>
          <p:nvPr>
            <p:ph type="title"/>
          </p:nvPr>
        </p:nvSpPr>
        <p:spPr>
          <a:xfrm>
            <a:off x="350488" y="444501"/>
            <a:ext cx="4738963" cy="2672182"/>
          </a:xfrm>
        </p:spPr>
        <p:txBody>
          <a:bodyPr>
            <a:normAutofit/>
          </a:bodyPr>
          <a:lstStyle/>
          <a:p>
            <a:r>
              <a:rPr lang="en-US" dirty="0"/>
              <a:t>Headline copy over image</a:t>
            </a:r>
          </a:p>
        </p:txBody>
      </p:sp>
      <p:sp>
        <p:nvSpPr>
          <p:cNvPr id="19" name="Text Placeholder 18">
            <a:extLst>
              <a:ext uri="{FF2B5EF4-FFF2-40B4-BE49-F238E27FC236}">
                <a16:creationId xmlns:a16="http://schemas.microsoft.com/office/drawing/2014/main" id="{FA84D330-504B-4113-B657-09DD9EF10BCA}"/>
              </a:ext>
            </a:extLst>
          </p:cNvPr>
          <p:cNvSpPr>
            <a:spLocks noGrp="1"/>
          </p:cNvSpPr>
          <p:nvPr>
            <p:ph type="body" sz="quarter" idx="15"/>
          </p:nvPr>
        </p:nvSpPr>
        <p:spPr>
          <a:xfrm>
            <a:off x="336854" y="1826878"/>
            <a:ext cx="4085169" cy="859871"/>
          </a:xfrm>
        </p:spPr>
        <p:txBody>
          <a:bodyPr/>
          <a:lstStyle/>
          <a:p>
            <a:r>
              <a:rPr lang="en-US" dirty="0"/>
              <a:t>Subhead (optional) in Arial Regular 14pt. When using this layout be sure to use the proper sized rail to match the height of headline and subtitle copy (available on slide 69).</a:t>
            </a:r>
          </a:p>
          <a:p>
            <a:endParaRPr lang="en-US" dirty="0"/>
          </a:p>
        </p:txBody>
      </p:sp>
      <p:sp>
        <p:nvSpPr>
          <p:cNvPr id="8" name="Text Placeholder 6">
            <a:extLst>
              <a:ext uri="{FF2B5EF4-FFF2-40B4-BE49-F238E27FC236}">
                <a16:creationId xmlns:a16="http://schemas.microsoft.com/office/drawing/2014/main" id="{55BDE750-D00C-1B4A-80FC-1D890EFF2948}"/>
              </a:ext>
            </a:extLst>
          </p:cNvPr>
          <p:cNvSpPr txBox="1">
            <a:spLocks/>
          </p:cNvSpPr>
          <p:nvPr/>
        </p:nvSpPr>
        <p:spPr>
          <a:xfrm>
            <a:off x="432000" y="297000"/>
            <a:ext cx="4139999" cy="270000"/>
          </a:xfrm>
          <a:prstGeom prst="rect">
            <a:avLst/>
          </a:prstGeom>
        </p:spPr>
        <p:txBody>
          <a:bodyPr lIns="0" tIns="0" rIns="0" bIns="0"/>
          <a:lstStyle>
            <a:lvl1pPr marL="0" indent="0" algn="l" defTabSz="914377" rtl="0" eaLnBrk="1" latinLnBrk="0" hangingPunct="1">
              <a:lnSpc>
                <a:spcPct val="90000"/>
              </a:lnSpc>
              <a:spcBef>
                <a:spcPts val="0"/>
              </a:spcBef>
              <a:buFont typeface="Arial" panose="020B0604020202020204" pitchFamily="34" charset="0"/>
              <a:buNone/>
              <a:defRPr sz="3200" b="0" i="0" kern="1200" spc="0" baseline="0">
                <a:solidFill>
                  <a:schemeClr val="tx1"/>
                </a:solidFill>
                <a:latin typeface="Arial" panose="020B0604020202020204" pitchFamily="34" charset="0"/>
                <a:ea typeface="+mn-ea"/>
                <a:cs typeface="+mn-cs"/>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sz="2000" b="0" i="0" kern="1200" spc="0" baseline="0">
                <a:solidFill>
                  <a:schemeClr val="tx1"/>
                </a:solidFill>
                <a:latin typeface="Arial" panose="020B0604020202020204" pitchFamily="34" charset="0"/>
                <a:ea typeface="+mn-ea"/>
                <a:cs typeface="+mn-cs"/>
              </a:defRPr>
            </a:lvl2pPr>
            <a:lvl3pPr marL="0" indent="0" algn="l" defTabSz="914377" rtl="0" eaLnBrk="1" latinLnBrk="0" hangingPunct="1">
              <a:lnSpc>
                <a:spcPct val="110000"/>
              </a:lnSpc>
              <a:spcBef>
                <a:spcPts val="0"/>
              </a:spcBef>
              <a:buFont typeface="Arial" panose="020B0604020202020204" pitchFamily="34" charset="0"/>
              <a:buNone/>
              <a:defRPr sz="1000" b="1" i="0" kern="1200" cap="all" spc="0" baseline="0">
                <a:solidFill>
                  <a:schemeClr val="tx2"/>
                </a:solidFill>
                <a:latin typeface="Arial" panose="020B0604020202020204" pitchFamily="34" charset="0"/>
                <a:ea typeface="+mn-ea"/>
                <a:cs typeface="+mn-cs"/>
              </a:defRPr>
            </a:lvl3pPr>
            <a:lvl4pPr marL="0" indent="0" algn="l" defTabSz="914377" rtl="0" eaLnBrk="1" latinLnBrk="0" hangingPunct="1">
              <a:lnSpc>
                <a:spcPct val="110000"/>
              </a:lnSpc>
              <a:spcBef>
                <a:spcPts val="0"/>
              </a:spcBef>
              <a:buFont typeface="Arial" panose="020B0604020202020204" pitchFamily="34" charset="0"/>
              <a:buNone/>
              <a:defRPr sz="1400" b="0" i="0" kern="1200" spc="0">
                <a:solidFill>
                  <a:schemeClr val="tx1"/>
                </a:solidFill>
                <a:latin typeface="Arial" panose="020B0604020202020204" pitchFamily="34" charset="0"/>
                <a:ea typeface="+mn-ea"/>
                <a:cs typeface="+mn-cs"/>
              </a:defRPr>
            </a:lvl4pPr>
            <a:lvl5pPr marL="0" indent="0" algn="l" defTabSz="914377" rtl="0" eaLnBrk="1" latinLnBrk="0" hangingPunct="1">
              <a:lnSpc>
                <a:spcPct val="110000"/>
              </a:lnSpc>
              <a:spcBef>
                <a:spcPts val="0"/>
              </a:spcBef>
              <a:buFont typeface="Arial" panose="020B0604020202020204" pitchFamily="34" charset="0"/>
              <a:buNone/>
              <a:defRPr sz="1000" b="0" i="0" kern="1200" spc="0">
                <a:solidFill>
                  <a:schemeClr val="tx1"/>
                </a:solidFill>
                <a:latin typeface="Arial" panose="020B0604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750">
              <a:solidFill>
                <a:schemeClr val="bg1"/>
              </a:solidFill>
            </a:endParaRPr>
          </a:p>
        </p:txBody>
      </p:sp>
      <p:pic>
        <p:nvPicPr>
          <p:cNvPr id="2" name="Picture 1">
            <a:extLst>
              <a:ext uri="{FF2B5EF4-FFF2-40B4-BE49-F238E27FC236}">
                <a16:creationId xmlns:a16="http://schemas.microsoft.com/office/drawing/2014/main" id="{DAA2EEA4-3353-A591-C6A4-12C157C431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15" name="Footer Placeholder 4">
            <a:extLst>
              <a:ext uri="{FF2B5EF4-FFF2-40B4-BE49-F238E27FC236}">
                <a16:creationId xmlns:a16="http://schemas.microsoft.com/office/drawing/2014/main" id="{A7DDF7CF-C72B-765F-6A7F-3645CB85CE0E}"/>
              </a:ext>
            </a:extLst>
          </p:cNvPr>
          <p:cNvSpPr>
            <a:spLocks noGrp="1"/>
          </p:cNvSpPr>
          <p:nvPr>
            <p:ph type="ftr" sz="quarter" idx="17"/>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7" name="TextBox 16">
            <a:extLst>
              <a:ext uri="{FF2B5EF4-FFF2-40B4-BE49-F238E27FC236}">
                <a16:creationId xmlns:a16="http://schemas.microsoft.com/office/drawing/2014/main" id="{5B071E52-F84C-0B60-83AD-056C4BBAA55D}"/>
              </a:ext>
            </a:extLst>
          </p:cNvPr>
          <p:cNvSpPr txBox="1">
            <a:spLocks noGrp="1" noRot="1" noMove="1" noResize="1" noEditPoints="1" noAdjustHandles="1" noChangeArrowheads="1" noChangeShapeType="1"/>
          </p:cNvSpPr>
          <p:nvPr/>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35</a:t>
            </a:fld>
            <a:endParaRPr lang="en-US" sz="900" b="1" i="0">
              <a:solidFill>
                <a:schemeClr val="bg1"/>
              </a:solidFill>
              <a:latin typeface="Arial" panose="020B0604020202020204" pitchFamily="34" charset="0"/>
              <a:cs typeface="Arial" panose="020B0604020202020204" pitchFamily="34" charset="0"/>
            </a:endParaRPr>
          </a:p>
        </p:txBody>
      </p:sp>
      <p:sp>
        <p:nvSpPr>
          <p:cNvPr id="6" name="Rectangle: Top Corners Rounded 5">
            <a:extLst>
              <a:ext uri="{FF2B5EF4-FFF2-40B4-BE49-F238E27FC236}">
                <a16:creationId xmlns:a16="http://schemas.microsoft.com/office/drawing/2014/main" id="{EA966D41-EA61-2260-01F7-08EFBE16A204}"/>
              </a:ext>
            </a:extLst>
          </p:cNvPr>
          <p:cNvSpPr/>
          <p:nvPr/>
        </p:nvSpPr>
        <p:spPr>
          <a:xfrm rot="5400000">
            <a:off x="-945090" y="1429195"/>
            <a:ext cx="2066925"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418777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38873BA2-AF36-8F4D-8C0F-4CDC988672EB}"/>
              </a:ext>
            </a:extLst>
          </p:cNvPr>
          <p:cNvSpPr>
            <a:spLocks noGrp="1"/>
          </p:cNvSpPr>
          <p:nvPr>
            <p:ph type="body" sz="quarter" idx="12"/>
          </p:nvPr>
        </p:nvSpPr>
        <p:spPr/>
        <p:txBody>
          <a:bodyPr/>
          <a:lstStyle/>
          <a:p>
            <a:r>
              <a:rPr lang="en-US"/>
              <a:t>OVERLINE/SECTION (OPTIONAL) IN ARIAL 8PT ALL CAPS</a:t>
            </a:r>
          </a:p>
        </p:txBody>
      </p:sp>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p:txBody>
          <a:bodyPr/>
          <a:lstStyle/>
          <a:p>
            <a:r>
              <a:rPr lang="en-US"/>
              <a:t>Split layout with headline on white</a:t>
            </a:r>
          </a:p>
        </p:txBody>
      </p:sp>
      <p:sp>
        <p:nvSpPr>
          <p:cNvPr id="4" name="Text Placeholder 3">
            <a:extLst>
              <a:ext uri="{FF2B5EF4-FFF2-40B4-BE49-F238E27FC236}">
                <a16:creationId xmlns:a16="http://schemas.microsoft.com/office/drawing/2014/main" id="{04FED93B-6EA1-8949-BFE1-1EBEDD0245DE}"/>
              </a:ext>
            </a:extLst>
          </p:cNvPr>
          <p:cNvSpPr>
            <a:spLocks noGrp="1"/>
          </p:cNvSpPr>
          <p:nvPr>
            <p:ph type="body" sz="quarter" idx="15"/>
          </p:nvPr>
        </p:nvSpPr>
        <p:spPr/>
        <p:txBody>
          <a:bodyPr/>
          <a:lstStyle/>
          <a:p>
            <a:r>
              <a:rPr lang="en-US"/>
              <a:t>Subhead (optional) in Arial Regular 14pt.</a:t>
            </a:r>
          </a:p>
          <a:p>
            <a:endParaRPr lang="en-US"/>
          </a:p>
        </p:txBody>
      </p:sp>
      <p:sp>
        <p:nvSpPr>
          <p:cNvPr id="22" name="Footer Placeholder 4">
            <a:extLst>
              <a:ext uri="{FF2B5EF4-FFF2-40B4-BE49-F238E27FC236}">
                <a16:creationId xmlns:a16="http://schemas.microsoft.com/office/drawing/2014/main" id="{044EA66B-C53B-67EE-547A-E069A15040F3}"/>
              </a:ext>
            </a:extLst>
          </p:cNvPr>
          <p:cNvSpPr>
            <a:spLocks noGrp="1"/>
          </p:cNvSpPr>
          <p:nvPr>
            <p:ph type="ftr" sz="quarter" idx="16"/>
          </p:nvPr>
        </p:nvSpPr>
        <p:spPr/>
        <p:txBody>
          <a:bodyPr/>
          <a:lstStyle>
            <a:lvl1pPr>
              <a:defRPr>
                <a:solidFill>
                  <a:schemeClr val="bg1">
                    <a:lumMod val="50000"/>
                  </a:schemeClr>
                </a:solidFill>
              </a:defRPr>
            </a:lvl1pPr>
          </a:lstStyle>
          <a:p>
            <a:r>
              <a:rPr lang="en-US">
                <a:solidFill>
                  <a:schemeClr val="bg1"/>
                </a:solidFill>
              </a:rPr>
              <a:t>Presentation Name or Footer Copy</a:t>
            </a:r>
          </a:p>
        </p:txBody>
      </p:sp>
      <p:sp>
        <p:nvSpPr>
          <p:cNvPr id="23" name="TextBox 22">
            <a:extLst>
              <a:ext uri="{FF2B5EF4-FFF2-40B4-BE49-F238E27FC236}">
                <a16:creationId xmlns:a16="http://schemas.microsoft.com/office/drawing/2014/main" id="{6441B76D-4171-655F-D106-5FB648CCEE98}"/>
              </a:ext>
            </a:extLst>
          </p:cNvPr>
          <p:cNvSpPr txBox="1"/>
          <p:nvPr/>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36</a:t>
            </a:fld>
            <a:endParaRPr lang="en-US" sz="900" b="1" i="0">
              <a:solidFill>
                <a:schemeClr val="bg1"/>
              </a:solidFill>
              <a:latin typeface="Arial" panose="020B0604020202020204" pitchFamily="34" charset="0"/>
              <a:cs typeface="Arial" panose="020B0604020202020204" pitchFamily="34" charset="0"/>
            </a:endParaRPr>
          </a:p>
        </p:txBody>
      </p:sp>
      <p:pic>
        <p:nvPicPr>
          <p:cNvPr id="3" name="Picture Placeholder 2">
            <a:extLst>
              <a:ext uri="{FF2B5EF4-FFF2-40B4-BE49-F238E27FC236}">
                <a16:creationId xmlns:a16="http://schemas.microsoft.com/office/drawing/2014/main" id="{613A5DE8-1BFC-D2BD-D873-047C4DDD4B5F}"/>
              </a:ext>
            </a:extLst>
          </p:cNvPr>
          <p:cNvPicPr>
            <a:picLocks noGrp="1" noChangeAspect="1" noChangeArrowheads="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bwMode="auto">
          <a:xfrm>
            <a:off x="-19050" y="0"/>
            <a:ext cx="459105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133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272027B-9B17-8842-B411-2DBC4AB335C8}"/>
              </a:ext>
            </a:extLst>
          </p:cNvPr>
          <p:cNvSpPr>
            <a:spLocks noGrp="1"/>
          </p:cNvSpPr>
          <p:nvPr>
            <p:ph sz="quarter" idx="18"/>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 </a:t>
            </a:r>
          </a:p>
          <a:p>
            <a:r>
              <a:rPr lang="en-US"/>
              <a:t>This content area can also be used for charts or data visualization. See later slide in template for some helpful tips</a:t>
            </a:r>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35"/>
          </p:nvPr>
        </p:nvSpPr>
        <p:spPr/>
        <p:txBody>
          <a:bodyPr/>
          <a:lstStyle/>
          <a:p>
            <a:r>
              <a:rPr lang="en-US"/>
              <a:t>Subtitle in Arial Regular 20pt (optional)</a:t>
            </a:r>
          </a:p>
        </p:txBody>
      </p:sp>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Headline in Arial Bold 32pt</a:t>
            </a:r>
          </a:p>
        </p:txBody>
      </p:sp>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OVERLINE/SECTION (OPTIONAL) IN ARIAL 8PT ALL CAPS</a:t>
            </a:r>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521862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a:extLst>
              <a:ext uri="{FF2B5EF4-FFF2-40B4-BE49-F238E27FC236}">
                <a16:creationId xmlns:a16="http://schemas.microsoft.com/office/drawing/2014/main" id="{53812AD6-E674-35FE-845A-491B0D3C65A4}"/>
              </a:ext>
            </a:extLst>
          </p:cNvPr>
          <p:cNvPicPr>
            <a:picLocks noGrp="1" noChangeAspect="1" noChangeArrowheads="1"/>
          </p:cNvPicPr>
          <p:nvPr>
            <p:ph type="pic" sz="quarter" idx="18"/>
          </p:nvPr>
        </p:nvPicPr>
        <p:blipFill rotWithShape="1">
          <a:blip r:embed="rId2" cstate="email">
            <a:extLst>
              <a:ext uri="{28A0092B-C50C-407E-A947-70E740481C1C}">
                <a14:useLocalDpi xmlns:a14="http://schemas.microsoft.com/office/drawing/2010/main"/>
              </a:ext>
            </a:extLst>
          </a:blip>
          <a:srcRect/>
          <a:stretch/>
        </p:blipFill>
        <p:spPr bwMode="auto">
          <a:xfrm>
            <a:off x="6096000" y="0"/>
            <a:ext cx="304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One Column Layout + Image</a:t>
            </a:r>
          </a:p>
        </p:txBody>
      </p:sp>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OVERLINE/SECTION (OPTIONAL) IN ARIAL 8PT ALL CAPS</a:t>
            </a:r>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35"/>
          </p:nvPr>
        </p:nvSpPr>
        <p:spPr/>
        <p:txBody>
          <a:bodyPr/>
          <a:lstStyle/>
          <a:p>
            <a:r>
              <a:rPr lang="en-US"/>
              <a:t>Subtitle in Arial Regular 20pt (optional)</a:t>
            </a:r>
          </a:p>
        </p:txBody>
      </p:sp>
      <p:sp>
        <p:nvSpPr>
          <p:cNvPr id="13" name="Text Placeholder 12">
            <a:extLst>
              <a:ext uri="{FF2B5EF4-FFF2-40B4-BE49-F238E27FC236}">
                <a16:creationId xmlns:a16="http://schemas.microsoft.com/office/drawing/2014/main" id="{9272027B-9B17-8842-B411-2DBC4AB335C8}"/>
              </a:ext>
            </a:extLst>
          </p:cNvPr>
          <p:cNvSpPr>
            <a:spLocks noGrp="1"/>
          </p:cNvSpPr>
          <p:nvPr>
            <p:ph type="body" sz="quarter" idx="36"/>
          </p:nvPr>
        </p:nvSpPr>
        <p:spPr/>
        <p:txBody>
          <a:bodyPr/>
          <a:lstStyle/>
          <a:p>
            <a:r>
              <a:rPr lang="en-US"/>
              <a:t>Bullet point or body copy here set in Arial Regular 14pt, </a:t>
            </a:r>
            <a:br>
              <a:rPr lang="en-US"/>
            </a:br>
            <a:r>
              <a:rPr lang="en-US"/>
              <a:t>select text and type to replace. </a:t>
            </a:r>
          </a:p>
          <a:p>
            <a:r>
              <a:rPr lang="en-US"/>
              <a:t>Another bullet point or body copy here set in Arial Regular 14pt, </a:t>
            </a:r>
            <a:br>
              <a:rPr lang="en-US"/>
            </a:br>
            <a:r>
              <a:rPr lang="en-US"/>
              <a:t>select text and type to replace. </a:t>
            </a:r>
          </a:p>
          <a:p>
            <a:r>
              <a:rPr lang="en-US"/>
              <a:t>This content area can also be used for charts or data visualization. </a:t>
            </a:r>
            <a:br>
              <a:rPr lang="en-US"/>
            </a:br>
            <a:r>
              <a:rPr lang="en-US"/>
              <a:t>See later slide in template for some helpful tips</a:t>
            </a:r>
          </a:p>
          <a:p>
            <a:endParaRPr lang="en-US"/>
          </a:p>
          <a:p>
            <a:endParaRPr lang="en-US"/>
          </a:p>
          <a:p>
            <a:endParaRPr lang="en-US"/>
          </a:p>
          <a:p>
            <a:endParaRPr lang="en-US"/>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Presentation Name or Footer Copy</a:t>
            </a:r>
          </a:p>
        </p:txBody>
      </p:sp>
      <p:pic>
        <p:nvPicPr>
          <p:cNvPr id="3" name="Picture 2">
            <a:extLst>
              <a:ext uri="{FF2B5EF4-FFF2-40B4-BE49-F238E27FC236}">
                <a16:creationId xmlns:a16="http://schemas.microsoft.com/office/drawing/2014/main" id="{056EC476-7EE9-049F-75BC-F53E2CC252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Tree>
    <p:extLst>
      <p:ext uri="{BB962C8B-B14F-4D97-AF65-F5344CB8AC3E}">
        <p14:creationId xmlns:p14="http://schemas.microsoft.com/office/powerpoint/2010/main" val="488913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5FD574-CA24-AD4C-8EFE-C06E4D069BBF}"/>
              </a:ext>
            </a:extLst>
          </p:cNvPr>
          <p:cNvSpPr>
            <a:spLocks noGrp="1"/>
          </p:cNvSpPr>
          <p:nvPr>
            <p:ph type="body" sz="quarter" idx="36"/>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 </a:t>
            </a:r>
          </a:p>
          <a:p>
            <a:r>
              <a:rPr lang="en-US"/>
              <a:t>This content area can also be used for charts or data visualization. See later slide in template for some helpful tips</a:t>
            </a:r>
          </a:p>
          <a:p>
            <a:endParaRPr lang="en-US"/>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15"/>
          </p:nvPr>
        </p:nvSpPr>
        <p:spPr/>
        <p:txBody>
          <a:bodyPr/>
          <a:lstStyle/>
          <a:p>
            <a:r>
              <a:rPr lang="en-US"/>
              <a:t>Column 1 Heading</a:t>
            </a:r>
          </a:p>
        </p:txBody>
      </p:sp>
      <p:sp>
        <p:nvSpPr>
          <p:cNvPr id="6" name="Text Placeholder 5">
            <a:extLst>
              <a:ext uri="{FF2B5EF4-FFF2-40B4-BE49-F238E27FC236}">
                <a16:creationId xmlns:a16="http://schemas.microsoft.com/office/drawing/2014/main" id="{CF5E7CBA-1276-1844-B31B-A7A654AD327D}"/>
              </a:ext>
            </a:extLst>
          </p:cNvPr>
          <p:cNvSpPr>
            <a:spLocks noGrp="1"/>
          </p:cNvSpPr>
          <p:nvPr>
            <p:ph type="body" sz="quarter" idx="37"/>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 </a:t>
            </a:r>
          </a:p>
          <a:p>
            <a:r>
              <a:rPr lang="en-US"/>
              <a:t>This content area can also be used for charts or data visualization. See later slide in template for some helpful tips</a:t>
            </a:r>
          </a:p>
          <a:p>
            <a:endParaRPr lang="en-US"/>
          </a:p>
        </p:txBody>
      </p:sp>
      <p:sp>
        <p:nvSpPr>
          <p:cNvPr id="7" name="Text Placeholder 6">
            <a:extLst>
              <a:ext uri="{FF2B5EF4-FFF2-40B4-BE49-F238E27FC236}">
                <a16:creationId xmlns:a16="http://schemas.microsoft.com/office/drawing/2014/main" id="{4909C983-FCE3-C04A-9700-A1FB2A86E088}"/>
              </a:ext>
            </a:extLst>
          </p:cNvPr>
          <p:cNvSpPr>
            <a:spLocks noGrp="1"/>
          </p:cNvSpPr>
          <p:nvPr>
            <p:ph type="body" sz="quarter" idx="38"/>
          </p:nvPr>
        </p:nvSpPr>
        <p:spPr/>
        <p:txBody>
          <a:bodyPr/>
          <a:lstStyle/>
          <a:p>
            <a:r>
              <a:rPr lang="en-US"/>
              <a:t>Column 2 Heading</a:t>
            </a:r>
          </a:p>
        </p:txBody>
      </p:sp>
      <p:sp>
        <p:nvSpPr>
          <p:cNvPr id="13" name="Text Placeholder 12">
            <a:extLst>
              <a:ext uri="{FF2B5EF4-FFF2-40B4-BE49-F238E27FC236}">
                <a16:creationId xmlns:a16="http://schemas.microsoft.com/office/drawing/2014/main" id="{9272027B-9B17-8842-B411-2DBC4AB335C8}"/>
              </a:ext>
            </a:extLst>
          </p:cNvPr>
          <p:cNvSpPr>
            <a:spLocks noGrp="1"/>
          </p:cNvSpPr>
          <p:nvPr>
            <p:ph type="body" sz="quarter" idx="35"/>
          </p:nvPr>
        </p:nvSpPr>
        <p:spPr/>
        <p:txBody>
          <a:bodyPr/>
          <a:lstStyle/>
          <a:p>
            <a:r>
              <a:rPr lang="en-US"/>
              <a:t>Subtitle in Arial Regular 20pt (optional)</a:t>
            </a:r>
          </a:p>
        </p:txBody>
      </p:sp>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Two Column Layout</a:t>
            </a:r>
          </a:p>
        </p:txBody>
      </p:sp>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OVERLINE/SECTION (OPTIONAL) IN ARIAL 8PT ALL CAPS</a:t>
            </a:r>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278186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CB58A6E2-AB89-52C2-D43D-FAC8BDEB1081}"/>
              </a:ext>
            </a:extLst>
          </p:cNvPr>
          <p:cNvPicPr>
            <a:picLocks noGrp="1" noChangeAspect="1" noChangeArrowheads="1"/>
          </p:cNvPicPr>
          <p:nvPr>
            <p:ph type="pic" sz="quarter" idx="18"/>
          </p:nvPr>
        </p:nvPicPr>
        <p:blipFill rotWithShape="1">
          <a:blip r:embed="rId2" cstate="email">
            <a:extLst>
              <a:ext uri="{28A0092B-C50C-407E-A947-70E740481C1C}">
                <a14:useLocalDpi xmlns:a14="http://schemas.microsoft.com/office/drawing/2010/main"/>
              </a:ext>
            </a:extLst>
          </a:blip>
          <a:srcRect/>
          <a:stretch/>
        </p:blipFill>
        <p:spPr bwMode="auto">
          <a:xfrm>
            <a:off x="6096000" y="0"/>
            <a:ext cx="304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OVERLINE/SECTION (OPTIONAL) IN ARIAL 8PT ALL CAPS</a:t>
            </a:r>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13"/>
          </p:nvPr>
        </p:nvSpPr>
        <p:spPr/>
        <p:txBody>
          <a:bodyPr/>
          <a:lstStyle/>
          <a:p>
            <a:r>
              <a:rPr lang="en-US"/>
              <a:t>Column one body copy or bullet points set in Arial Regular 14pt, select text and type to replace. </a:t>
            </a:r>
          </a:p>
          <a:p>
            <a:r>
              <a:rPr lang="en-US"/>
              <a:t>Lorem ipsum dolor sit </a:t>
            </a:r>
            <a:r>
              <a:rPr lang="en-US" err="1"/>
              <a:t>amet</a:t>
            </a:r>
            <a:r>
              <a:rPr lang="en-US"/>
              <a:t>, </a:t>
            </a:r>
            <a:r>
              <a:rPr lang="en-US" err="1"/>
              <a:t>consect</a:t>
            </a:r>
            <a:r>
              <a:rPr lang="en-US"/>
              <a:t> etur </a:t>
            </a:r>
            <a:r>
              <a:rPr lang="en-US" err="1"/>
              <a:t>adipiscing</a:t>
            </a:r>
            <a:r>
              <a:rPr lang="en-US"/>
              <a:t> </a:t>
            </a:r>
            <a:r>
              <a:rPr lang="en-US" err="1"/>
              <a:t>elit</a:t>
            </a:r>
            <a:r>
              <a:rPr lang="en-US"/>
              <a:t>. Morbi </a:t>
            </a:r>
            <a:r>
              <a:rPr lang="en-US" err="1"/>
              <a:t>eu</a:t>
            </a:r>
            <a:r>
              <a:rPr lang="en-US"/>
              <a:t> </a:t>
            </a:r>
            <a:r>
              <a:rPr lang="en-US" err="1"/>
              <a:t>turpis</a:t>
            </a:r>
            <a:r>
              <a:rPr lang="en-US"/>
              <a:t> in </a:t>
            </a:r>
            <a:r>
              <a:rPr lang="en-US" err="1"/>
              <a:t>metus</a:t>
            </a:r>
            <a:r>
              <a:rPr lang="en-US"/>
              <a:t> </a:t>
            </a:r>
            <a:r>
              <a:rPr lang="en-US" err="1"/>
              <a:t>efficitur</a:t>
            </a:r>
            <a:r>
              <a:rPr lang="en-US"/>
              <a:t> </a:t>
            </a:r>
            <a:r>
              <a:rPr lang="en-US" err="1"/>
              <a:t>feugiat</a:t>
            </a:r>
            <a:r>
              <a:rPr lang="en-US"/>
              <a:t> </a:t>
            </a:r>
            <a:r>
              <a:rPr lang="en-US" err="1"/>
              <a:t>nec</a:t>
            </a:r>
            <a:r>
              <a:rPr lang="en-US"/>
              <a:t> id eros.</a:t>
            </a:r>
          </a:p>
        </p:txBody>
      </p:sp>
      <p:sp>
        <p:nvSpPr>
          <p:cNvPr id="13" name="Text Placeholder 12">
            <a:extLst>
              <a:ext uri="{FF2B5EF4-FFF2-40B4-BE49-F238E27FC236}">
                <a16:creationId xmlns:a16="http://schemas.microsoft.com/office/drawing/2014/main" id="{9272027B-9B17-8842-B411-2DBC4AB335C8}"/>
              </a:ext>
            </a:extLst>
          </p:cNvPr>
          <p:cNvSpPr>
            <a:spLocks noGrp="1"/>
          </p:cNvSpPr>
          <p:nvPr>
            <p:ph type="body" sz="quarter" idx="15"/>
          </p:nvPr>
        </p:nvSpPr>
        <p:spPr/>
        <p:txBody>
          <a:bodyPr/>
          <a:lstStyle/>
          <a:p>
            <a:r>
              <a:rPr lang="en-US"/>
              <a:t>Column 1 Heading</a:t>
            </a:r>
          </a:p>
        </p:txBody>
      </p:sp>
      <p:sp>
        <p:nvSpPr>
          <p:cNvPr id="7" name="Text Placeholder 6">
            <a:extLst>
              <a:ext uri="{FF2B5EF4-FFF2-40B4-BE49-F238E27FC236}">
                <a16:creationId xmlns:a16="http://schemas.microsoft.com/office/drawing/2014/main" id="{4909C983-FCE3-C04A-9700-A1FB2A86E088}"/>
              </a:ext>
            </a:extLst>
          </p:cNvPr>
          <p:cNvSpPr>
            <a:spLocks noGrp="1"/>
          </p:cNvSpPr>
          <p:nvPr>
            <p:ph type="body" sz="quarter" idx="22"/>
          </p:nvPr>
        </p:nvSpPr>
        <p:spPr/>
        <p:txBody>
          <a:bodyPr/>
          <a:lstStyle/>
          <a:p>
            <a:r>
              <a:rPr lang="en-US"/>
              <a:t>Column 2 Heading</a:t>
            </a:r>
          </a:p>
        </p:txBody>
      </p:sp>
      <p:sp>
        <p:nvSpPr>
          <p:cNvPr id="6" name="Text Placeholder 5">
            <a:extLst>
              <a:ext uri="{FF2B5EF4-FFF2-40B4-BE49-F238E27FC236}">
                <a16:creationId xmlns:a16="http://schemas.microsoft.com/office/drawing/2014/main" id="{CF5E7CBA-1276-1844-B31B-A7A654AD327D}"/>
              </a:ext>
            </a:extLst>
          </p:cNvPr>
          <p:cNvSpPr>
            <a:spLocks noGrp="1"/>
          </p:cNvSpPr>
          <p:nvPr>
            <p:ph type="body" sz="quarter" idx="23"/>
          </p:nvPr>
        </p:nvSpPr>
        <p:spPr/>
        <p:txBody>
          <a:bodyPr/>
          <a:lstStyle/>
          <a:p>
            <a:r>
              <a:rPr lang="en-US"/>
              <a:t>Column two body copy or bullet points set in Arial Regular 14pt, select text and type to replace. </a:t>
            </a:r>
          </a:p>
          <a:p>
            <a:r>
              <a:rPr lang="en-US"/>
              <a:t>Lorem ipsum dolor sit </a:t>
            </a:r>
            <a:r>
              <a:rPr lang="en-US" err="1"/>
              <a:t>amet</a:t>
            </a:r>
            <a:r>
              <a:rPr lang="en-US"/>
              <a:t>, </a:t>
            </a:r>
            <a:r>
              <a:rPr lang="en-US" err="1"/>
              <a:t>consect</a:t>
            </a:r>
            <a:r>
              <a:rPr lang="en-US"/>
              <a:t> etur </a:t>
            </a:r>
            <a:r>
              <a:rPr lang="en-US" err="1"/>
              <a:t>adipiscing</a:t>
            </a:r>
            <a:r>
              <a:rPr lang="en-US"/>
              <a:t> </a:t>
            </a:r>
            <a:r>
              <a:rPr lang="en-US" err="1"/>
              <a:t>elit</a:t>
            </a:r>
            <a:r>
              <a:rPr lang="en-US"/>
              <a:t>. Morbi </a:t>
            </a:r>
            <a:r>
              <a:rPr lang="en-US" err="1"/>
              <a:t>eu</a:t>
            </a:r>
            <a:r>
              <a:rPr lang="en-US"/>
              <a:t> </a:t>
            </a:r>
            <a:r>
              <a:rPr lang="en-US" err="1"/>
              <a:t>turpis</a:t>
            </a:r>
            <a:r>
              <a:rPr lang="en-US"/>
              <a:t> in </a:t>
            </a:r>
            <a:r>
              <a:rPr lang="en-US" err="1"/>
              <a:t>metus</a:t>
            </a:r>
            <a:r>
              <a:rPr lang="en-US"/>
              <a:t> </a:t>
            </a:r>
            <a:r>
              <a:rPr lang="en-US" err="1"/>
              <a:t>efficitur</a:t>
            </a:r>
            <a:r>
              <a:rPr lang="en-US"/>
              <a:t> </a:t>
            </a:r>
            <a:r>
              <a:rPr lang="en-US" err="1"/>
              <a:t>feugiat</a:t>
            </a:r>
            <a:r>
              <a:rPr lang="en-US"/>
              <a:t> </a:t>
            </a:r>
            <a:r>
              <a:rPr lang="en-US" err="1"/>
              <a:t>nec</a:t>
            </a:r>
            <a:r>
              <a:rPr lang="en-US"/>
              <a:t> id eros.</a:t>
            </a:r>
          </a:p>
        </p:txBody>
      </p:sp>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Two Column Layout + Image</a:t>
            </a:r>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Presentation Name or Footer Copy</a:t>
            </a:r>
          </a:p>
        </p:txBody>
      </p:sp>
      <p:pic>
        <p:nvPicPr>
          <p:cNvPr id="3" name="Picture 2">
            <a:extLst>
              <a:ext uri="{FF2B5EF4-FFF2-40B4-BE49-F238E27FC236}">
                <a16:creationId xmlns:a16="http://schemas.microsoft.com/office/drawing/2014/main" id="{76938D04-899C-4989-E28E-306CB688B4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Tree>
    <p:extLst>
      <p:ext uri="{BB962C8B-B14F-4D97-AF65-F5344CB8AC3E}">
        <p14:creationId xmlns:p14="http://schemas.microsoft.com/office/powerpoint/2010/main" val="1026440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8E0273B-63AA-C942-8925-AA81F2667012}"/>
              </a:ext>
            </a:extLst>
          </p:cNvPr>
          <p:cNvSpPr>
            <a:spLocks noGrp="1"/>
          </p:cNvSpPr>
          <p:nvPr>
            <p:ph type="body" sz="quarter" idx="13"/>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a:t>
            </a:r>
          </a:p>
          <a:p>
            <a:r>
              <a:rPr lang="en-US"/>
              <a:t>Another bullet point or body copy here set in Arial Regular 14pt, select text and type to replace </a:t>
            </a:r>
          </a:p>
          <a:p>
            <a:endParaRPr lang="en-US"/>
          </a:p>
        </p:txBody>
      </p:sp>
      <p:sp>
        <p:nvSpPr>
          <p:cNvPr id="12" name="Text Placeholder 11">
            <a:extLst>
              <a:ext uri="{FF2B5EF4-FFF2-40B4-BE49-F238E27FC236}">
                <a16:creationId xmlns:a16="http://schemas.microsoft.com/office/drawing/2014/main" id="{34C080D6-8742-6241-AFD1-394AD20207AF}"/>
              </a:ext>
            </a:extLst>
          </p:cNvPr>
          <p:cNvSpPr>
            <a:spLocks noGrp="1"/>
          </p:cNvSpPr>
          <p:nvPr>
            <p:ph type="body" sz="quarter" idx="15"/>
          </p:nvPr>
        </p:nvSpPr>
        <p:spPr/>
        <p:txBody>
          <a:bodyPr/>
          <a:lstStyle/>
          <a:p>
            <a:r>
              <a:rPr lang="en-US"/>
              <a:t>Column 1 Heading</a:t>
            </a:r>
          </a:p>
          <a:p>
            <a:endParaRPr lang="en-US"/>
          </a:p>
          <a:p>
            <a:endParaRPr lang="en-US"/>
          </a:p>
        </p:txBody>
      </p:sp>
      <p:sp>
        <p:nvSpPr>
          <p:cNvPr id="14" name="Text Placeholder 13">
            <a:extLst>
              <a:ext uri="{FF2B5EF4-FFF2-40B4-BE49-F238E27FC236}">
                <a16:creationId xmlns:a16="http://schemas.microsoft.com/office/drawing/2014/main" id="{D468C2D0-3CF8-134F-BD49-918A88E44098}"/>
              </a:ext>
            </a:extLst>
          </p:cNvPr>
          <p:cNvSpPr>
            <a:spLocks noGrp="1"/>
          </p:cNvSpPr>
          <p:nvPr>
            <p:ph type="body" sz="quarter" idx="22"/>
          </p:nvPr>
        </p:nvSpPr>
        <p:spPr/>
        <p:txBody>
          <a:bodyPr/>
          <a:lstStyle/>
          <a:p>
            <a:r>
              <a:rPr lang="en-US"/>
              <a:t>Column 2 Heading</a:t>
            </a:r>
          </a:p>
        </p:txBody>
      </p:sp>
      <p:sp>
        <p:nvSpPr>
          <p:cNvPr id="15" name="Text Placeholder 14">
            <a:extLst>
              <a:ext uri="{FF2B5EF4-FFF2-40B4-BE49-F238E27FC236}">
                <a16:creationId xmlns:a16="http://schemas.microsoft.com/office/drawing/2014/main" id="{90BB9C16-3256-5B4B-A195-784E18081554}"/>
              </a:ext>
            </a:extLst>
          </p:cNvPr>
          <p:cNvSpPr>
            <a:spLocks noGrp="1"/>
          </p:cNvSpPr>
          <p:nvPr>
            <p:ph type="body" sz="quarter" idx="23"/>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a:t>
            </a:r>
          </a:p>
          <a:p>
            <a:endParaRPr lang="en-US"/>
          </a:p>
        </p:txBody>
      </p:sp>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Two Column + Headline on Left</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OVERLINE/SECTION IN ARIAL 8PT ALL CAPS</a:t>
            </a:r>
          </a:p>
        </p:txBody>
      </p:sp>
      <p:sp>
        <p:nvSpPr>
          <p:cNvPr id="13" name="Text Placeholder 12">
            <a:extLst>
              <a:ext uri="{FF2B5EF4-FFF2-40B4-BE49-F238E27FC236}">
                <a16:creationId xmlns:a16="http://schemas.microsoft.com/office/drawing/2014/main" id="{C11C3D84-459F-864D-B2D7-DCB57FBCE94C}"/>
              </a:ext>
            </a:extLst>
          </p:cNvPr>
          <p:cNvSpPr>
            <a:spLocks noGrp="1"/>
          </p:cNvSpPr>
          <p:nvPr>
            <p:ph type="body" sz="quarter" idx="17"/>
          </p:nvPr>
        </p:nvSpPr>
        <p:spPr/>
        <p:txBody>
          <a:bodyPr/>
          <a:lstStyle/>
          <a:p>
            <a:r>
              <a:rPr lang="en-US"/>
              <a:t>Make the visual narrative more interesting with a neutral background on the left.</a:t>
            </a:r>
          </a:p>
          <a:p>
            <a:endParaRPr lang="en-US"/>
          </a:p>
          <a:p>
            <a:endParaRPr lang="en-US"/>
          </a:p>
        </p:txBody>
      </p:sp>
      <p:sp>
        <p:nvSpPr>
          <p:cNvPr id="2" name="Footer Placeholder 1">
            <a:extLst>
              <a:ext uri="{FF2B5EF4-FFF2-40B4-BE49-F238E27FC236}">
                <a16:creationId xmlns:a16="http://schemas.microsoft.com/office/drawing/2014/main" id="{218511B5-DF3A-3543-99D2-BE5A06CAF661}"/>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8280104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8E0273B-63AA-C942-8925-AA81F2667012}"/>
              </a:ext>
            </a:extLst>
          </p:cNvPr>
          <p:cNvSpPr>
            <a:spLocks noGrp="1"/>
          </p:cNvSpPr>
          <p:nvPr>
            <p:ph type="body" sz="quarter" idx="13"/>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a:t>
            </a:r>
          </a:p>
          <a:p>
            <a:r>
              <a:rPr lang="en-US"/>
              <a:t>Another bullet point or body copy here set in Arial Regular 14pt, select text and type to replace </a:t>
            </a:r>
          </a:p>
          <a:p>
            <a:endParaRPr lang="en-US"/>
          </a:p>
        </p:txBody>
      </p:sp>
      <p:sp>
        <p:nvSpPr>
          <p:cNvPr id="15" name="Text Placeholder 14">
            <a:extLst>
              <a:ext uri="{FF2B5EF4-FFF2-40B4-BE49-F238E27FC236}">
                <a16:creationId xmlns:a16="http://schemas.microsoft.com/office/drawing/2014/main" id="{90BB9C16-3256-5B4B-A195-784E18081554}"/>
              </a:ext>
            </a:extLst>
          </p:cNvPr>
          <p:cNvSpPr>
            <a:spLocks noGrp="1"/>
          </p:cNvSpPr>
          <p:nvPr>
            <p:ph type="body" sz="quarter" idx="23"/>
          </p:nvPr>
        </p:nvSpPr>
        <p:spPr/>
        <p:txBody>
          <a:bodyPr/>
          <a:lstStyle/>
          <a:p>
            <a:r>
              <a:rPr lang="en-US"/>
              <a:t>Bullet point or body copy here set in Arial Regular 14pt, select text and type to replace. </a:t>
            </a:r>
          </a:p>
          <a:p>
            <a:r>
              <a:rPr lang="en-US"/>
              <a:t>Another bullet point or body copy here set in Arial Regular 14pt, select text and type to replace.</a:t>
            </a:r>
          </a:p>
          <a:p>
            <a:endParaRPr lang="en-US"/>
          </a:p>
        </p:txBody>
      </p:sp>
      <p:sp>
        <p:nvSpPr>
          <p:cNvPr id="13" name="Text Placeholder 12">
            <a:extLst>
              <a:ext uri="{FF2B5EF4-FFF2-40B4-BE49-F238E27FC236}">
                <a16:creationId xmlns:a16="http://schemas.microsoft.com/office/drawing/2014/main" id="{C11C3D84-459F-864D-B2D7-DCB57FBCE94C}"/>
              </a:ext>
            </a:extLst>
          </p:cNvPr>
          <p:cNvSpPr>
            <a:spLocks noGrp="1"/>
          </p:cNvSpPr>
          <p:nvPr>
            <p:ph type="body" sz="quarter" idx="15"/>
          </p:nvPr>
        </p:nvSpPr>
        <p:spPr/>
        <p:txBody>
          <a:bodyPr/>
          <a:lstStyle/>
          <a:p>
            <a:r>
              <a:rPr lang="en-US"/>
              <a:t>Column 1 Heading</a:t>
            </a:r>
          </a:p>
          <a:p>
            <a:endParaRPr lang="en-US"/>
          </a:p>
        </p:txBody>
      </p:sp>
      <p:sp>
        <p:nvSpPr>
          <p:cNvPr id="14" name="Text Placeholder 13">
            <a:extLst>
              <a:ext uri="{FF2B5EF4-FFF2-40B4-BE49-F238E27FC236}">
                <a16:creationId xmlns:a16="http://schemas.microsoft.com/office/drawing/2014/main" id="{D468C2D0-3CF8-134F-BD49-918A88E44098}"/>
              </a:ext>
            </a:extLst>
          </p:cNvPr>
          <p:cNvSpPr>
            <a:spLocks noGrp="1"/>
          </p:cNvSpPr>
          <p:nvPr>
            <p:ph type="body" sz="quarter" idx="22"/>
          </p:nvPr>
        </p:nvSpPr>
        <p:spPr/>
        <p:txBody>
          <a:bodyPr/>
          <a:lstStyle/>
          <a:p>
            <a:r>
              <a:rPr lang="en-US"/>
              <a:t>Column 2 Heading</a:t>
            </a:r>
          </a:p>
        </p:txBody>
      </p:sp>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Two Column + Headline on Left</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OVERLINE/SECTION IN ARIAL 8PT ALL CAPS</a:t>
            </a:r>
          </a:p>
        </p:txBody>
      </p:sp>
      <p:sp>
        <p:nvSpPr>
          <p:cNvPr id="12" name="Text Placeholder 11">
            <a:extLst>
              <a:ext uri="{FF2B5EF4-FFF2-40B4-BE49-F238E27FC236}">
                <a16:creationId xmlns:a16="http://schemas.microsoft.com/office/drawing/2014/main" id="{34C080D6-8742-6241-AFD1-394AD20207AF}"/>
              </a:ext>
            </a:extLst>
          </p:cNvPr>
          <p:cNvSpPr>
            <a:spLocks noGrp="1"/>
          </p:cNvSpPr>
          <p:nvPr>
            <p:ph type="body" sz="quarter" idx="17"/>
          </p:nvPr>
        </p:nvSpPr>
        <p:spPr/>
        <p:txBody>
          <a:bodyPr/>
          <a:lstStyle/>
          <a:p>
            <a:r>
              <a:rPr lang="en-US"/>
              <a:t>Make the visual narrative more interesting with an orange background on the left.</a:t>
            </a:r>
          </a:p>
          <a:p>
            <a:endParaRPr lang="en-US"/>
          </a:p>
        </p:txBody>
      </p:sp>
      <p:sp>
        <p:nvSpPr>
          <p:cNvPr id="2" name="Footer Placeholder 1">
            <a:extLst>
              <a:ext uri="{FF2B5EF4-FFF2-40B4-BE49-F238E27FC236}">
                <a16:creationId xmlns:a16="http://schemas.microsoft.com/office/drawing/2014/main" id="{218511B5-DF3A-3543-99D2-BE5A06CAF661}"/>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303502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853FEA45-DBF8-8144-8B33-4B855D7E1456}"/>
              </a:ext>
            </a:extLst>
          </p:cNvPr>
          <p:cNvSpPr>
            <a:spLocks noGrp="1"/>
          </p:cNvSpPr>
          <p:nvPr>
            <p:ph type="body" sz="quarter" idx="36"/>
          </p:nvPr>
        </p:nvSpPr>
        <p:spPr/>
        <p:txBody>
          <a:bodyPr/>
          <a:lstStyle/>
          <a:p>
            <a:r>
              <a:rPr lang="en-US"/>
              <a:t>Bullet point or body copy here set in Arial Regular 14pt, select text and type to replace. </a:t>
            </a:r>
          </a:p>
          <a:p>
            <a:r>
              <a:rPr lang="en-US"/>
              <a:t>Another bullet point set in Arial Regular 14pt, select text and type to replace</a:t>
            </a:r>
          </a:p>
        </p:txBody>
      </p:sp>
      <p:sp>
        <p:nvSpPr>
          <p:cNvPr id="13" name="Text Placeholder 12">
            <a:extLst>
              <a:ext uri="{FF2B5EF4-FFF2-40B4-BE49-F238E27FC236}">
                <a16:creationId xmlns:a16="http://schemas.microsoft.com/office/drawing/2014/main" id="{58F33A04-AECD-984D-9A41-FD67505E8418}"/>
              </a:ext>
            </a:extLst>
          </p:cNvPr>
          <p:cNvSpPr>
            <a:spLocks noGrp="1"/>
          </p:cNvSpPr>
          <p:nvPr>
            <p:ph type="body" sz="quarter" idx="15"/>
          </p:nvPr>
        </p:nvSpPr>
        <p:spPr/>
        <p:txBody>
          <a:bodyPr/>
          <a:lstStyle/>
          <a:p>
            <a:r>
              <a:rPr lang="en-US"/>
              <a:t>Column 1 Heading</a:t>
            </a:r>
          </a:p>
        </p:txBody>
      </p:sp>
      <p:sp>
        <p:nvSpPr>
          <p:cNvPr id="16" name="Text Placeholder 15">
            <a:extLst>
              <a:ext uri="{FF2B5EF4-FFF2-40B4-BE49-F238E27FC236}">
                <a16:creationId xmlns:a16="http://schemas.microsoft.com/office/drawing/2014/main" id="{0F9CAAC4-1176-7344-A2AE-265B4C7D0306}"/>
              </a:ext>
            </a:extLst>
          </p:cNvPr>
          <p:cNvSpPr>
            <a:spLocks noGrp="1"/>
          </p:cNvSpPr>
          <p:nvPr>
            <p:ph type="body" sz="quarter" idx="37"/>
          </p:nvPr>
        </p:nvSpPr>
        <p:spPr/>
        <p:txBody>
          <a:bodyPr/>
          <a:lstStyle/>
          <a:p>
            <a:r>
              <a:rPr lang="en-US"/>
              <a:t>Bullet point or body copy here set in Arial Regular 14pt, select text and type to replace. </a:t>
            </a:r>
          </a:p>
          <a:p>
            <a:r>
              <a:rPr lang="en-US"/>
              <a:t>Another bullet point set in Arial Regular 14pt, select text and type to replace</a:t>
            </a:r>
          </a:p>
        </p:txBody>
      </p:sp>
      <p:sp>
        <p:nvSpPr>
          <p:cNvPr id="17" name="Text Placeholder 16">
            <a:extLst>
              <a:ext uri="{FF2B5EF4-FFF2-40B4-BE49-F238E27FC236}">
                <a16:creationId xmlns:a16="http://schemas.microsoft.com/office/drawing/2014/main" id="{8170F3F4-641C-FF46-B89C-9AD170FF388D}"/>
              </a:ext>
            </a:extLst>
          </p:cNvPr>
          <p:cNvSpPr>
            <a:spLocks noGrp="1"/>
          </p:cNvSpPr>
          <p:nvPr>
            <p:ph type="body" sz="quarter" idx="38"/>
          </p:nvPr>
        </p:nvSpPr>
        <p:spPr/>
        <p:txBody>
          <a:bodyPr/>
          <a:lstStyle/>
          <a:p>
            <a:r>
              <a:rPr lang="en-US"/>
              <a:t>Column 2 Heading</a:t>
            </a:r>
          </a:p>
        </p:txBody>
      </p:sp>
      <p:sp>
        <p:nvSpPr>
          <p:cNvPr id="18" name="Text Placeholder 17">
            <a:extLst>
              <a:ext uri="{FF2B5EF4-FFF2-40B4-BE49-F238E27FC236}">
                <a16:creationId xmlns:a16="http://schemas.microsoft.com/office/drawing/2014/main" id="{2AD39FF0-7DC2-B340-8A8B-8414714503EC}"/>
              </a:ext>
            </a:extLst>
          </p:cNvPr>
          <p:cNvSpPr>
            <a:spLocks noGrp="1"/>
          </p:cNvSpPr>
          <p:nvPr>
            <p:ph type="body" sz="quarter" idx="39"/>
          </p:nvPr>
        </p:nvSpPr>
        <p:spPr/>
        <p:txBody>
          <a:bodyPr/>
          <a:lstStyle/>
          <a:p>
            <a:r>
              <a:rPr lang="en-US"/>
              <a:t>These column content area can may also be used for graphs and data visualization.</a:t>
            </a:r>
          </a:p>
          <a:p>
            <a:endParaRPr lang="en-US"/>
          </a:p>
        </p:txBody>
      </p:sp>
      <p:sp>
        <p:nvSpPr>
          <p:cNvPr id="19" name="Text Placeholder 18">
            <a:extLst>
              <a:ext uri="{FF2B5EF4-FFF2-40B4-BE49-F238E27FC236}">
                <a16:creationId xmlns:a16="http://schemas.microsoft.com/office/drawing/2014/main" id="{4163E899-FE2D-764D-B24F-D052C9A4A539}"/>
              </a:ext>
            </a:extLst>
          </p:cNvPr>
          <p:cNvSpPr>
            <a:spLocks noGrp="1"/>
          </p:cNvSpPr>
          <p:nvPr>
            <p:ph type="body" sz="quarter" idx="40"/>
          </p:nvPr>
        </p:nvSpPr>
        <p:spPr/>
        <p:txBody>
          <a:bodyPr/>
          <a:lstStyle/>
          <a:p>
            <a:r>
              <a:rPr lang="en-US"/>
              <a:t>Column 3 Heading</a:t>
            </a:r>
          </a:p>
        </p:txBody>
      </p:sp>
      <p:sp>
        <p:nvSpPr>
          <p:cNvPr id="14" name="Text Placeholder 13">
            <a:extLst>
              <a:ext uri="{FF2B5EF4-FFF2-40B4-BE49-F238E27FC236}">
                <a16:creationId xmlns:a16="http://schemas.microsoft.com/office/drawing/2014/main" id="{273CD4ED-344F-9C43-BB62-FF369682A1BF}"/>
              </a:ext>
            </a:extLst>
          </p:cNvPr>
          <p:cNvSpPr>
            <a:spLocks noGrp="1"/>
          </p:cNvSpPr>
          <p:nvPr>
            <p:ph type="body" sz="quarter" idx="35"/>
          </p:nvPr>
        </p:nvSpPr>
        <p:spPr/>
        <p:txBody>
          <a:bodyPr/>
          <a:lstStyle/>
          <a:p>
            <a:r>
              <a:rPr lang="en-US"/>
              <a:t>Subtitle in Arial Regular 20pt (optional)</a:t>
            </a:r>
          </a:p>
        </p:txBody>
      </p:sp>
      <p:sp>
        <p:nvSpPr>
          <p:cNvPr id="11" name="Title 10">
            <a:extLst>
              <a:ext uri="{FF2B5EF4-FFF2-40B4-BE49-F238E27FC236}">
                <a16:creationId xmlns:a16="http://schemas.microsoft.com/office/drawing/2014/main" id="{82AB7A03-EDB3-AB43-8431-2291389CFC94}"/>
              </a:ext>
            </a:extLst>
          </p:cNvPr>
          <p:cNvSpPr>
            <a:spLocks noGrp="1"/>
          </p:cNvSpPr>
          <p:nvPr>
            <p:ph type="title"/>
          </p:nvPr>
        </p:nvSpPr>
        <p:spPr/>
        <p:txBody>
          <a:bodyPr/>
          <a:lstStyle/>
          <a:p>
            <a:r>
              <a:rPr lang="en-US"/>
              <a:t>Three Column Layout</a:t>
            </a:r>
          </a:p>
        </p:txBody>
      </p:sp>
      <p:sp>
        <p:nvSpPr>
          <p:cNvPr id="12" name="Text Placeholder 11">
            <a:extLst>
              <a:ext uri="{FF2B5EF4-FFF2-40B4-BE49-F238E27FC236}">
                <a16:creationId xmlns:a16="http://schemas.microsoft.com/office/drawing/2014/main" id="{AE282685-CCA5-534F-8E0A-A409B3153387}"/>
              </a:ext>
            </a:extLst>
          </p:cNvPr>
          <p:cNvSpPr>
            <a:spLocks noGrp="1"/>
          </p:cNvSpPr>
          <p:nvPr>
            <p:ph type="body" sz="quarter" idx="41"/>
          </p:nvPr>
        </p:nvSpPr>
        <p:spPr/>
        <p:txBody>
          <a:bodyPr/>
          <a:lstStyle/>
          <a:p>
            <a:r>
              <a:rPr lang="en-US"/>
              <a:t>OVERLINE/SECTION (OPTIONAL) IN ARIAL 8PT ALL CAPS</a:t>
            </a:r>
          </a:p>
        </p:txBody>
      </p:sp>
      <p:sp>
        <p:nvSpPr>
          <p:cNvPr id="4" name="Footer Placeholder 3">
            <a:extLst>
              <a:ext uri="{FF2B5EF4-FFF2-40B4-BE49-F238E27FC236}">
                <a16:creationId xmlns:a16="http://schemas.microsoft.com/office/drawing/2014/main" id="{CEDA8566-1163-864C-9FD1-F165EFC8A03B}"/>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07002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FF285B57-3948-DD46-B69E-D3BFE3317A88}"/>
              </a:ext>
            </a:extLst>
          </p:cNvPr>
          <p:cNvSpPr>
            <a:spLocks noGrp="1"/>
          </p:cNvSpPr>
          <p:nvPr>
            <p:ph type="body" sz="quarter" idx="15"/>
          </p:nvPr>
        </p:nvSpPr>
        <p:spPr/>
        <p:txBody>
          <a:bodyPr/>
          <a:lstStyle/>
          <a:p>
            <a:r>
              <a:rPr lang="en-US"/>
              <a:t>Column 1 Heading</a:t>
            </a:r>
          </a:p>
        </p:txBody>
      </p:sp>
      <p:sp>
        <p:nvSpPr>
          <p:cNvPr id="19" name="Text Placeholder 18">
            <a:extLst>
              <a:ext uri="{FF2B5EF4-FFF2-40B4-BE49-F238E27FC236}">
                <a16:creationId xmlns:a16="http://schemas.microsoft.com/office/drawing/2014/main" id="{8D9B4BEC-6A65-9B4A-AB73-1AE57644B68E}"/>
              </a:ext>
            </a:extLst>
          </p:cNvPr>
          <p:cNvSpPr>
            <a:spLocks noGrp="1"/>
          </p:cNvSpPr>
          <p:nvPr>
            <p:ph type="body" sz="quarter" idx="36"/>
          </p:nvPr>
        </p:nvSpPr>
        <p:spPr/>
        <p:txBody>
          <a:bodyPr/>
          <a:lstStyle/>
          <a:p>
            <a:r>
              <a:rPr lang="en-US"/>
              <a:t>01</a:t>
            </a:r>
          </a:p>
        </p:txBody>
      </p:sp>
      <p:sp>
        <p:nvSpPr>
          <p:cNvPr id="16" name="Text Placeholder 15">
            <a:extLst>
              <a:ext uri="{FF2B5EF4-FFF2-40B4-BE49-F238E27FC236}">
                <a16:creationId xmlns:a16="http://schemas.microsoft.com/office/drawing/2014/main" id="{5D9FCD1F-4463-EE43-82C1-CAE023F0F1C6}"/>
              </a:ext>
            </a:extLst>
          </p:cNvPr>
          <p:cNvSpPr>
            <a:spLocks noGrp="1"/>
          </p:cNvSpPr>
          <p:nvPr>
            <p:ph type="body" sz="quarter" idx="13"/>
          </p:nvPr>
        </p:nvSpPr>
        <p:spPr/>
        <p:txBody>
          <a:bodyPr/>
          <a:lstStyle/>
          <a:p>
            <a:r>
              <a:rPr lang="en-US"/>
              <a:t>Bullet point or body copy here set in Arial Regular 14pt, select text and type to replace. </a:t>
            </a:r>
          </a:p>
          <a:p>
            <a:r>
              <a:rPr lang="en-US"/>
              <a:t>Another bullet point set in Arial Regular 14pt, select text and type to replace</a:t>
            </a:r>
          </a:p>
        </p:txBody>
      </p:sp>
      <p:sp>
        <p:nvSpPr>
          <p:cNvPr id="20" name="Text Placeholder 19">
            <a:extLst>
              <a:ext uri="{FF2B5EF4-FFF2-40B4-BE49-F238E27FC236}">
                <a16:creationId xmlns:a16="http://schemas.microsoft.com/office/drawing/2014/main" id="{6E46314B-20B3-CD4D-A5BD-346E19E47DB3}"/>
              </a:ext>
            </a:extLst>
          </p:cNvPr>
          <p:cNvSpPr>
            <a:spLocks noGrp="1"/>
          </p:cNvSpPr>
          <p:nvPr>
            <p:ph type="body" sz="quarter" idx="37"/>
          </p:nvPr>
        </p:nvSpPr>
        <p:spPr/>
        <p:txBody>
          <a:bodyPr/>
          <a:lstStyle/>
          <a:p>
            <a:r>
              <a:rPr lang="en-US"/>
              <a:t>Column 2 Heading</a:t>
            </a:r>
          </a:p>
        </p:txBody>
      </p:sp>
      <p:sp>
        <p:nvSpPr>
          <p:cNvPr id="21" name="Text Placeholder 20">
            <a:extLst>
              <a:ext uri="{FF2B5EF4-FFF2-40B4-BE49-F238E27FC236}">
                <a16:creationId xmlns:a16="http://schemas.microsoft.com/office/drawing/2014/main" id="{3E871B7C-9F60-6B49-A146-20210C383EC0}"/>
              </a:ext>
            </a:extLst>
          </p:cNvPr>
          <p:cNvSpPr>
            <a:spLocks noGrp="1"/>
          </p:cNvSpPr>
          <p:nvPr>
            <p:ph type="body" sz="quarter" idx="38"/>
          </p:nvPr>
        </p:nvSpPr>
        <p:spPr/>
        <p:txBody>
          <a:bodyPr/>
          <a:lstStyle/>
          <a:p>
            <a:r>
              <a:rPr lang="en-US"/>
              <a:t>02.</a:t>
            </a:r>
          </a:p>
        </p:txBody>
      </p:sp>
      <p:sp>
        <p:nvSpPr>
          <p:cNvPr id="22" name="Text Placeholder 21">
            <a:extLst>
              <a:ext uri="{FF2B5EF4-FFF2-40B4-BE49-F238E27FC236}">
                <a16:creationId xmlns:a16="http://schemas.microsoft.com/office/drawing/2014/main" id="{C67511E2-500F-E847-B1EE-ED003FE5E620}"/>
              </a:ext>
            </a:extLst>
          </p:cNvPr>
          <p:cNvSpPr>
            <a:spLocks noGrp="1"/>
          </p:cNvSpPr>
          <p:nvPr>
            <p:ph type="body" sz="quarter" idx="39"/>
          </p:nvPr>
        </p:nvSpPr>
        <p:spPr/>
        <p:txBody>
          <a:bodyPr/>
          <a:lstStyle/>
          <a:p>
            <a:r>
              <a:rPr lang="en-US"/>
              <a:t>Bullet point or body copy here set in Arial Regular 14pt, select text and type to replace. </a:t>
            </a:r>
          </a:p>
          <a:p>
            <a:r>
              <a:rPr lang="en-US"/>
              <a:t>Another bullet point set in Arial Regular 14pt, select text and type to replace</a:t>
            </a:r>
          </a:p>
          <a:p>
            <a:endParaRPr lang="en-US"/>
          </a:p>
        </p:txBody>
      </p:sp>
      <p:sp>
        <p:nvSpPr>
          <p:cNvPr id="23" name="Text Placeholder 22">
            <a:extLst>
              <a:ext uri="{FF2B5EF4-FFF2-40B4-BE49-F238E27FC236}">
                <a16:creationId xmlns:a16="http://schemas.microsoft.com/office/drawing/2014/main" id="{D24CC2AE-DE23-F94A-9D34-5944ABE52A1B}"/>
              </a:ext>
            </a:extLst>
          </p:cNvPr>
          <p:cNvSpPr>
            <a:spLocks noGrp="1"/>
          </p:cNvSpPr>
          <p:nvPr>
            <p:ph type="body" sz="quarter" idx="40"/>
          </p:nvPr>
        </p:nvSpPr>
        <p:spPr/>
        <p:txBody>
          <a:bodyPr/>
          <a:lstStyle/>
          <a:p>
            <a:r>
              <a:rPr lang="en-US"/>
              <a:t>Column 3 Heading</a:t>
            </a:r>
          </a:p>
        </p:txBody>
      </p:sp>
      <p:sp>
        <p:nvSpPr>
          <p:cNvPr id="24" name="Text Placeholder 23">
            <a:extLst>
              <a:ext uri="{FF2B5EF4-FFF2-40B4-BE49-F238E27FC236}">
                <a16:creationId xmlns:a16="http://schemas.microsoft.com/office/drawing/2014/main" id="{26AD08E3-9881-D840-8603-EFFDE0618E45}"/>
              </a:ext>
            </a:extLst>
          </p:cNvPr>
          <p:cNvSpPr>
            <a:spLocks noGrp="1"/>
          </p:cNvSpPr>
          <p:nvPr>
            <p:ph type="body" sz="quarter" idx="41"/>
          </p:nvPr>
        </p:nvSpPr>
        <p:spPr/>
        <p:txBody>
          <a:bodyPr/>
          <a:lstStyle/>
          <a:p>
            <a:r>
              <a:rPr lang="en-US"/>
              <a:t>03.</a:t>
            </a:r>
          </a:p>
        </p:txBody>
      </p:sp>
      <p:sp>
        <p:nvSpPr>
          <p:cNvPr id="25" name="Text Placeholder 24">
            <a:extLst>
              <a:ext uri="{FF2B5EF4-FFF2-40B4-BE49-F238E27FC236}">
                <a16:creationId xmlns:a16="http://schemas.microsoft.com/office/drawing/2014/main" id="{4DC77D1A-ECA2-8F45-9997-768C3761A77E}"/>
              </a:ext>
            </a:extLst>
          </p:cNvPr>
          <p:cNvSpPr>
            <a:spLocks noGrp="1"/>
          </p:cNvSpPr>
          <p:nvPr>
            <p:ph type="body" sz="quarter" idx="42"/>
          </p:nvPr>
        </p:nvSpPr>
        <p:spPr/>
        <p:txBody>
          <a:bodyPr/>
          <a:lstStyle/>
          <a:p>
            <a:r>
              <a:rPr lang="en-US"/>
              <a:t>Bullet point or body copy here set in Arial Regular 14pt, select text and type to replace. </a:t>
            </a:r>
          </a:p>
          <a:p>
            <a:r>
              <a:rPr lang="en-US"/>
              <a:t>Another bullet point set in Arial Regular 14pt, select text and type to replace</a:t>
            </a:r>
          </a:p>
          <a:p>
            <a:endParaRPr lang="en-US"/>
          </a:p>
        </p:txBody>
      </p:sp>
      <p:sp>
        <p:nvSpPr>
          <p:cNvPr id="18" name="Text Placeholder 17">
            <a:extLst>
              <a:ext uri="{FF2B5EF4-FFF2-40B4-BE49-F238E27FC236}">
                <a16:creationId xmlns:a16="http://schemas.microsoft.com/office/drawing/2014/main" id="{77DD1EB9-475E-1D43-ACE7-837B301D2B33}"/>
              </a:ext>
            </a:extLst>
          </p:cNvPr>
          <p:cNvSpPr>
            <a:spLocks noGrp="1"/>
          </p:cNvSpPr>
          <p:nvPr>
            <p:ph type="body" sz="quarter" idx="12"/>
          </p:nvPr>
        </p:nvSpPr>
        <p:spPr/>
        <p:txBody>
          <a:bodyPr/>
          <a:lstStyle/>
          <a:p>
            <a:r>
              <a:rPr lang="en-US"/>
              <a:t>OVERLINE/SECTION (OPTIONAL) IN ARIAL 8PT ALL CAPS</a:t>
            </a:r>
          </a:p>
        </p:txBody>
      </p:sp>
      <p:sp>
        <p:nvSpPr>
          <p:cNvPr id="14" name="Title 13">
            <a:extLst>
              <a:ext uri="{FF2B5EF4-FFF2-40B4-BE49-F238E27FC236}">
                <a16:creationId xmlns:a16="http://schemas.microsoft.com/office/drawing/2014/main" id="{AA29B522-BD42-AF4E-AFE2-232C4F82036C}"/>
              </a:ext>
            </a:extLst>
          </p:cNvPr>
          <p:cNvSpPr>
            <a:spLocks noGrp="1"/>
          </p:cNvSpPr>
          <p:nvPr>
            <p:ph type="title"/>
          </p:nvPr>
        </p:nvSpPr>
        <p:spPr/>
        <p:txBody>
          <a:bodyPr/>
          <a:lstStyle/>
          <a:p>
            <a:r>
              <a:rPr lang="en-US"/>
              <a:t>Three Column Layout</a:t>
            </a:r>
          </a:p>
        </p:txBody>
      </p:sp>
      <p:sp>
        <p:nvSpPr>
          <p:cNvPr id="5" name="Text Placeholder 4">
            <a:extLst>
              <a:ext uri="{FF2B5EF4-FFF2-40B4-BE49-F238E27FC236}">
                <a16:creationId xmlns:a16="http://schemas.microsoft.com/office/drawing/2014/main" id="{6F590F7F-80CA-214A-8DB5-C1B85991B121}"/>
              </a:ext>
            </a:extLst>
          </p:cNvPr>
          <p:cNvSpPr>
            <a:spLocks noGrp="1"/>
          </p:cNvSpPr>
          <p:nvPr>
            <p:ph type="body" sz="quarter" idx="35"/>
          </p:nvPr>
        </p:nvSpPr>
        <p:spPr/>
        <p:txBody>
          <a:bodyPr/>
          <a:lstStyle/>
          <a:p>
            <a:r>
              <a:rPr lang="en-US"/>
              <a:t>Subtitle in Arial Regular 20pt (optional)</a:t>
            </a:r>
          </a:p>
        </p:txBody>
      </p:sp>
      <p:sp>
        <p:nvSpPr>
          <p:cNvPr id="2" name="Footer Placeholder 1">
            <a:extLst>
              <a:ext uri="{FF2B5EF4-FFF2-40B4-BE49-F238E27FC236}">
                <a16:creationId xmlns:a16="http://schemas.microsoft.com/office/drawing/2014/main" id="{215BCFA5-677D-524A-A064-DB6AC2414C56}"/>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4027692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7C81EE83-49C1-A448-80EB-7D43D6072BC4}"/>
              </a:ext>
            </a:extLst>
          </p:cNvPr>
          <p:cNvSpPr>
            <a:spLocks noGrp="1"/>
          </p:cNvSpPr>
          <p:nvPr>
            <p:ph type="body" sz="quarter" idx="15"/>
          </p:nvPr>
        </p:nvSpPr>
        <p:spPr/>
        <p:txBody>
          <a:bodyPr/>
          <a:lstStyle/>
          <a:p>
            <a:r>
              <a:rPr lang="en-US"/>
              <a:t>Column 1 Heading</a:t>
            </a:r>
          </a:p>
        </p:txBody>
      </p:sp>
      <p:sp>
        <p:nvSpPr>
          <p:cNvPr id="17" name="Text Placeholder 16">
            <a:extLst>
              <a:ext uri="{FF2B5EF4-FFF2-40B4-BE49-F238E27FC236}">
                <a16:creationId xmlns:a16="http://schemas.microsoft.com/office/drawing/2014/main" id="{BBE9701F-FAB1-FA45-B7D2-67D9CB259EEC}"/>
              </a:ext>
            </a:extLst>
          </p:cNvPr>
          <p:cNvSpPr>
            <a:spLocks noGrp="1"/>
          </p:cNvSpPr>
          <p:nvPr>
            <p:ph type="body" sz="quarter" idx="13"/>
          </p:nvPr>
        </p:nvSpPr>
        <p:spPr/>
        <p:txBody>
          <a:bodyPr/>
          <a:lstStyle/>
          <a:p>
            <a:r>
              <a:rPr lang="en-US"/>
              <a:t>Column one body copy or bullet points set in Arial Regular 14pt, select text and type to replace. </a:t>
            </a:r>
          </a:p>
        </p:txBody>
      </p:sp>
      <p:sp>
        <p:nvSpPr>
          <p:cNvPr id="22" name="Text Placeholder 21">
            <a:extLst>
              <a:ext uri="{FF2B5EF4-FFF2-40B4-BE49-F238E27FC236}">
                <a16:creationId xmlns:a16="http://schemas.microsoft.com/office/drawing/2014/main" id="{69D79C5C-42E4-1C41-85DB-455F56201B3D}"/>
              </a:ext>
            </a:extLst>
          </p:cNvPr>
          <p:cNvSpPr>
            <a:spLocks noGrp="1"/>
          </p:cNvSpPr>
          <p:nvPr>
            <p:ph type="body" sz="quarter" idx="29"/>
          </p:nvPr>
        </p:nvSpPr>
        <p:spPr/>
        <p:txBody>
          <a:bodyPr/>
          <a:lstStyle/>
          <a:p>
            <a:r>
              <a:rPr lang="en-US"/>
              <a:t>Column 3 Heading</a:t>
            </a:r>
          </a:p>
        </p:txBody>
      </p:sp>
      <p:sp>
        <p:nvSpPr>
          <p:cNvPr id="23" name="Text Placeholder 22">
            <a:extLst>
              <a:ext uri="{FF2B5EF4-FFF2-40B4-BE49-F238E27FC236}">
                <a16:creationId xmlns:a16="http://schemas.microsoft.com/office/drawing/2014/main" id="{CC898BE0-9413-3541-BA1E-5C8798442E52}"/>
              </a:ext>
            </a:extLst>
          </p:cNvPr>
          <p:cNvSpPr>
            <a:spLocks noGrp="1"/>
          </p:cNvSpPr>
          <p:nvPr>
            <p:ph type="body" sz="quarter" idx="30"/>
          </p:nvPr>
        </p:nvSpPr>
        <p:spPr/>
        <p:txBody>
          <a:bodyPr/>
          <a:lstStyle/>
          <a:p>
            <a:r>
              <a:rPr lang="en-US"/>
              <a:t>Column three body copy or bullet points set in Arial Regular 14pt, select text and type to replace. </a:t>
            </a:r>
          </a:p>
        </p:txBody>
      </p:sp>
      <p:sp>
        <p:nvSpPr>
          <p:cNvPr id="24" name="Text Placeholder 23">
            <a:extLst>
              <a:ext uri="{FF2B5EF4-FFF2-40B4-BE49-F238E27FC236}">
                <a16:creationId xmlns:a16="http://schemas.microsoft.com/office/drawing/2014/main" id="{CD0F8EE0-1CCD-9C47-8953-B80E71DAFEA9}"/>
              </a:ext>
            </a:extLst>
          </p:cNvPr>
          <p:cNvSpPr>
            <a:spLocks noGrp="1"/>
          </p:cNvSpPr>
          <p:nvPr>
            <p:ph type="body" sz="quarter" idx="31"/>
          </p:nvPr>
        </p:nvSpPr>
        <p:spPr/>
        <p:txBody>
          <a:bodyPr/>
          <a:lstStyle/>
          <a:p>
            <a:r>
              <a:rPr lang="en-US"/>
              <a:t>Column 2 Heading</a:t>
            </a:r>
          </a:p>
        </p:txBody>
      </p:sp>
      <p:sp>
        <p:nvSpPr>
          <p:cNvPr id="25" name="Text Placeholder 24">
            <a:extLst>
              <a:ext uri="{FF2B5EF4-FFF2-40B4-BE49-F238E27FC236}">
                <a16:creationId xmlns:a16="http://schemas.microsoft.com/office/drawing/2014/main" id="{B655F2F6-46D2-624B-89D3-0F28D2EBAEAA}"/>
              </a:ext>
            </a:extLst>
          </p:cNvPr>
          <p:cNvSpPr>
            <a:spLocks noGrp="1"/>
          </p:cNvSpPr>
          <p:nvPr>
            <p:ph type="body" sz="quarter" idx="32"/>
          </p:nvPr>
        </p:nvSpPr>
        <p:spPr/>
        <p:txBody>
          <a:bodyPr/>
          <a:lstStyle/>
          <a:p>
            <a:r>
              <a:rPr lang="en-US"/>
              <a:t>Column two body copy or bullet points set in Arial Regular 14pt, select text and type to replace. </a:t>
            </a:r>
          </a:p>
        </p:txBody>
      </p:sp>
      <p:sp>
        <p:nvSpPr>
          <p:cNvPr id="16" name="Title 15">
            <a:extLst>
              <a:ext uri="{FF2B5EF4-FFF2-40B4-BE49-F238E27FC236}">
                <a16:creationId xmlns:a16="http://schemas.microsoft.com/office/drawing/2014/main" id="{931707C9-3303-4043-97F0-21B747BAE122}"/>
              </a:ext>
            </a:extLst>
          </p:cNvPr>
          <p:cNvSpPr>
            <a:spLocks noGrp="1"/>
          </p:cNvSpPr>
          <p:nvPr>
            <p:ph type="title"/>
          </p:nvPr>
        </p:nvSpPr>
        <p:spPr/>
        <p:txBody>
          <a:bodyPr/>
          <a:lstStyle/>
          <a:p>
            <a:r>
              <a:rPr lang="en-US"/>
              <a:t>Three Column Layout</a:t>
            </a:r>
          </a:p>
        </p:txBody>
      </p:sp>
      <p:sp>
        <p:nvSpPr>
          <p:cNvPr id="26" name="Text Placeholder 25">
            <a:extLst>
              <a:ext uri="{FF2B5EF4-FFF2-40B4-BE49-F238E27FC236}">
                <a16:creationId xmlns:a16="http://schemas.microsoft.com/office/drawing/2014/main" id="{55AEADE3-A08B-CC41-B78F-2A715AFD84B7}"/>
              </a:ext>
            </a:extLst>
          </p:cNvPr>
          <p:cNvSpPr>
            <a:spLocks noGrp="1"/>
          </p:cNvSpPr>
          <p:nvPr>
            <p:ph type="body" sz="quarter" idx="36"/>
          </p:nvPr>
        </p:nvSpPr>
        <p:spPr/>
        <p:txBody>
          <a:bodyPr/>
          <a:lstStyle/>
          <a:p>
            <a:r>
              <a:rPr lang="en-US"/>
              <a:t>OVERLINE/SECTION (OPTIONAL) IN ARIAL 8PT ALL CAPS</a:t>
            </a:r>
          </a:p>
        </p:txBody>
      </p:sp>
      <p:sp>
        <p:nvSpPr>
          <p:cNvPr id="2" name="Footer Placeholder 1">
            <a:extLst>
              <a:ext uri="{FF2B5EF4-FFF2-40B4-BE49-F238E27FC236}">
                <a16:creationId xmlns:a16="http://schemas.microsoft.com/office/drawing/2014/main" id="{37E15F9C-8033-7243-B587-F529E13B9801}"/>
              </a:ext>
            </a:extLst>
          </p:cNvPr>
          <p:cNvSpPr>
            <a:spLocks noGrp="1"/>
          </p:cNvSpPr>
          <p:nvPr>
            <p:ph type="ftr" sz="quarter" idx="16"/>
          </p:nvPr>
        </p:nvSpPr>
        <p:spPr/>
        <p:txBody>
          <a:bodyPr/>
          <a:lstStyle/>
          <a:p>
            <a:r>
              <a:rPr lang="en-US"/>
              <a:t>Presentation Name or Footer Copy</a:t>
            </a:r>
          </a:p>
        </p:txBody>
      </p:sp>
      <p:pic>
        <p:nvPicPr>
          <p:cNvPr id="6" name="Picture 2">
            <a:extLst>
              <a:ext uri="{FF2B5EF4-FFF2-40B4-BE49-F238E27FC236}">
                <a16:creationId xmlns:a16="http://schemas.microsoft.com/office/drawing/2014/main" id="{53CE49B3-0CED-5E4A-BB39-C559874591C5}"/>
              </a:ext>
            </a:extLst>
          </p:cNvPr>
          <p:cNvPicPr>
            <a:picLocks noGrp="1" noChangeAspect="1" noChangeArrowheads="1"/>
          </p:cNvPicPr>
          <p:nvPr>
            <p:ph type="pic" sz="quarter" idx="26"/>
          </p:nvPr>
        </p:nvPicPr>
        <p:blipFill rotWithShape="1">
          <a:blip r:embed="rId2" cstate="email">
            <a:extLst>
              <a:ext uri="{28A0092B-C50C-407E-A947-70E740481C1C}">
                <a14:useLocalDpi xmlns:a14="http://schemas.microsoft.com/office/drawing/2010/main"/>
              </a:ext>
            </a:extLst>
          </a:blip>
          <a:srcRect/>
          <a:stretch/>
        </p:blipFill>
        <p:spPr bwMode="auto">
          <a:xfrm>
            <a:off x="336550" y="1231900"/>
            <a:ext cx="2697163" cy="16287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30924D1-9A2E-DD3E-E83E-F553F1A7F817}"/>
              </a:ext>
            </a:extLst>
          </p:cNvPr>
          <p:cNvPicPr>
            <a:picLocks noGrp="1" noChangeAspect="1" noChangeArrowheads="1"/>
          </p:cNvPicPr>
          <p:nvPr>
            <p:ph type="pic" sz="quarter" idx="27"/>
          </p:nvPr>
        </p:nvPicPr>
        <p:blipFill rotWithShape="1">
          <a:blip r:embed="rId3" cstate="email">
            <a:extLst>
              <a:ext uri="{28A0092B-C50C-407E-A947-70E740481C1C}">
                <a14:useLocalDpi xmlns:a14="http://schemas.microsoft.com/office/drawing/2010/main"/>
              </a:ext>
            </a:extLst>
          </a:blip>
          <a:srcRect/>
          <a:stretch/>
        </p:blipFill>
        <p:spPr bwMode="auto">
          <a:xfrm>
            <a:off x="3217863" y="1231900"/>
            <a:ext cx="2697162" cy="16287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7391544E-1616-1994-1C0C-531C43786593}"/>
              </a:ext>
            </a:extLst>
          </p:cNvPr>
          <p:cNvPicPr>
            <a:picLocks noGrp="1" noChangeAspect="1" noChangeArrowheads="1"/>
          </p:cNvPicPr>
          <p:nvPr>
            <p:ph type="pic" sz="quarter" idx="28"/>
          </p:nvPr>
        </p:nvPicPr>
        <p:blipFill rotWithShape="1">
          <a:blip r:embed="rId4" cstate="email">
            <a:extLst>
              <a:ext uri="{28A0092B-C50C-407E-A947-70E740481C1C}">
                <a14:useLocalDpi xmlns:a14="http://schemas.microsoft.com/office/drawing/2010/main"/>
              </a:ext>
            </a:extLst>
          </a:blip>
          <a:srcRect/>
          <a:stretch/>
        </p:blipFill>
        <p:spPr bwMode="auto">
          <a:xfrm>
            <a:off x="6099175" y="1231900"/>
            <a:ext cx="2697163" cy="162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766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7C81EE83-49C1-A448-80EB-7D43D6072BC4}"/>
              </a:ext>
            </a:extLst>
          </p:cNvPr>
          <p:cNvSpPr>
            <a:spLocks noGrp="1"/>
          </p:cNvSpPr>
          <p:nvPr>
            <p:ph type="body" sz="quarter" idx="15"/>
          </p:nvPr>
        </p:nvSpPr>
        <p:spPr/>
        <p:txBody>
          <a:bodyPr/>
          <a:lstStyle/>
          <a:p>
            <a:r>
              <a:rPr lang="en-US"/>
              <a:t>Column 1 Heading</a:t>
            </a:r>
          </a:p>
        </p:txBody>
      </p:sp>
      <p:sp>
        <p:nvSpPr>
          <p:cNvPr id="17" name="Text Placeholder 16">
            <a:extLst>
              <a:ext uri="{FF2B5EF4-FFF2-40B4-BE49-F238E27FC236}">
                <a16:creationId xmlns:a16="http://schemas.microsoft.com/office/drawing/2014/main" id="{BBE9701F-FAB1-FA45-B7D2-67D9CB259EEC}"/>
              </a:ext>
            </a:extLst>
          </p:cNvPr>
          <p:cNvSpPr>
            <a:spLocks noGrp="1"/>
          </p:cNvSpPr>
          <p:nvPr>
            <p:ph type="body" sz="quarter" idx="13"/>
          </p:nvPr>
        </p:nvSpPr>
        <p:spPr/>
        <p:txBody>
          <a:bodyPr/>
          <a:lstStyle/>
          <a:p>
            <a:r>
              <a:rPr lang="en-US"/>
              <a:t>Column one body copy or bullet points set in Arial Regular 14pt, select text and type to replace. </a:t>
            </a:r>
          </a:p>
        </p:txBody>
      </p:sp>
      <p:sp>
        <p:nvSpPr>
          <p:cNvPr id="22" name="Text Placeholder 21">
            <a:extLst>
              <a:ext uri="{FF2B5EF4-FFF2-40B4-BE49-F238E27FC236}">
                <a16:creationId xmlns:a16="http://schemas.microsoft.com/office/drawing/2014/main" id="{69D79C5C-42E4-1C41-85DB-455F56201B3D}"/>
              </a:ext>
            </a:extLst>
          </p:cNvPr>
          <p:cNvSpPr>
            <a:spLocks noGrp="1"/>
          </p:cNvSpPr>
          <p:nvPr>
            <p:ph type="body" sz="quarter" idx="29"/>
          </p:nvPr>
        </p:nvSpPr>
        <p:spPr/>
        <p:txBody>
          <a:bodyPr/>
          <a:lstStyle/>
          <a:p>
            <a:r>
              <a:rPr lang="en-US"/>
              <a:t>Column 3 Heading</a:t>
            </a:r>
          </a:p>
        </p:txBody>
      </p:sp>
      <p:sp>
        <p:nvSpPr>
          <p:cNvPr id="23" name="Text Placeholder 22">
            <a:extLst>
              <a:ext uri="{FF2B5EF4-FFF2-40B4-BE49-F238E27FC236}">
                <a16:creationId xmlns:a16="http://schemas.microsoft.com/office/drawing/2014/main" id="{CC898BE0-9413-3541-BA1E-5C8798442E52}"/>
              </a:ext>
            </a:extLst>
          </p:cNvPr>
          <p:cNvSpPr>
            <a:spLocks noGrp="1"/>
          </p:cNvSpPr>
          <p:nvPr>
            <p:ph type="body" sz="quarter" idx="30"/>
          </p:nvPr>
        </p:nvSpPr>
        <p:spPr/>
        <p:txBody>
          <a:bodyPr/>
          <a:lstStyle/>
          <a:p>
            <a:r>
              <a:rPr lang="en-US"/>
              <a:t>Column three body copy or bullet points set in Arial Regular 14pt, select text and type to replace. </a:t>
            </a:r>
          </a:p>
        </p:txBody>
      </p:sp>
      <p:sp>
        <p:nvSpPr>
          <p:cNvPr id="24" name="Text Placeholder 23">
            <a:extLst>
              <a:ext uri="{FF2B5EF4-FFF2-40B4-BE49-F238E27FC236}">
                <a16:creationId xmlns:a16="http://schemas.microsoft.com/office/drawing/2014/main" id="{CD0F8EE0-1CCD-9C47-8953-B80E71DAFEA9}"/>
              </a:ext>
            </a:extLst>
          </p:cNvPr>
          <p:cNvSpPr>
            <a:spLocks noGrp="1"/>
          </p:cNvSpPr>
          <p:nvPr>
            <p:ph type="body" sz="quarter" idx="31"/>
          </p:nvPr>
        </p:nvSpPr>
        <p:spPr/>
        <p:txBody>
          <a:bodyPr/>
          <a:lstStyle/>
          <a:p>
            <a:r>
              <a:rPr lang="en-US"/>
              <a:t>Column 2 Heading</a:t>
            </a:r>
          </a:p>
        </p:txBody>
      </p:sp>
      <p:sp>
        <p:nvSpPr>
          <p:cNvPr id="25" name="Text Placeholder 24">
            <a:extLst>
              <a:ext uri="{FF2B5EF4-FFF2-40B4-BE49-F238E27FC236}">
                <a16:creationId xmlns:a16="http://schemas.microsoft.com/office/drawing/2014/main" id="{B655F2F6-46D2-624B-89D3-0F28D2EBAEAA}"/>
              </a:ext>
            </a:extLst>
          </p:cNvPr>
          <p:cNvSpPr>
            <a:spLocks noGrp="1"/>
          </p:cNvSpPr>
          <p:nvPr>
            <p:ph type="body" sz="quarter" idx="32"/>
          </p:nvPr>
        </p:nvSpPr>
        <p:spPr/>
        <p:txBody>
          <a:bodyPr/>
          <a:lstStyle/>
          <a:p>
            <a:r>
              <a:rPr lang="en-US"/>
              <a:t>Column two body copy or bullet points set in Arial Regular 14pt, select text and type to replace. </a:t>
            </a:r>
          </a:p>
        </p:txBody>
      </p:sp>
      <p:sp>
        <p:nvSpPr>
          <p:cNvPr id="16" name="Title 15">
            <a:extLst>
              <a:ext uri="{FF2B5EF4-FFF2-40B4-BE49-F238E27FC236}">
                <a16:creationId xmlns:a16="http://schemas.microsoft.com/office/drawing/2014/main" id="{931707C9-3303-4043-97F0-21B747BAE122}"/>
              </a:ext>
            </a:extLst>
          </p:cNvPr>
          <p:cNvSpPr>
            <a:spLocks noGrp="1"/>
          </p:cNvSpPr>
          <p:nvPr>
            <p:ph type="title"/>
          </p:nvPr>
        </p:nvSpPr>
        <p:spPr/>
        <p:txBody>
          <a:bodyPr/>
          <a:lstStyle/>
          <a:p>
            <a:r>
              <a:rPr lang="en-US"/>
              <a:t>Three Column + Icon Use Layout</a:t>
            </a:r>
          </a:p>
        </p:txBody>
      </p:sp>
      <p:sp>
        <p:nvSpPr>
          <p:cNvPr id="26" name="Text Placeholder 25">
            <a:extLst>
              <a:ext uri="{FF2B5EF4-FFF2-40B4-BE49-F238E27FC236}">
                <a16:creationId xmlns:a16="http://schemas.microsoft.com/office/drawing/2014/main" id="{55AEADE3-A08B-CC41-B78F-2A715AFD84B7}"/>
              </a:ext>
            </a:extLst>
          </p:cNvPr>
          <p:cNvSpPr>
            <a:spLocks noGrp="1"/>
          </p:cNvSpPr>
          <p:nvPr>
            <p:ph type="body" sz="quarter" idx="36"/>
          </p:nvPr>
        </p:nvSpPr>
        <p:spPr/>
        <p:txBody>
          <a:bodyPr/>
          <a:lstStyle/>
          <a:p>
            <a:endParaRPr lang="en-US"/>
          </a:p>
        </p:txBody>
      </p:sp>
      <p:pic>
        <p:nvPicPr>
          <p:cNvPr id="21" name="Graphic 20">
            <a:extLst>
              <a:ext uri="{FF2B5EF4-FFF2-40B4-BE49-F238E27FC236}">
                <a16:creationId xmlns:a16="http://schemas.microsoft.com/office/drawing/2014/main" id="{F72AA780-1731-40AD-86E1-49C14349D59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744" y="1602509"/>
            <a:ext cx="850838" cy="850838"/>
          </a:xfrm>
          <a:prstGeom prst="rect">
            <a:avLst/>
          </a:prstGeom>
        </p:spPr>
      </p:pic>
      <p:pic>
        <p:nvPicPr>
          <p:cNvPr id="27" name="Graphic 26">
            <a:extLst>
              <a:ext uri="{FF2B5EF4-FFF2-40B4-BE49-F238E27FC236}">
                <a16:creationId xmlns:a16="http://schemas.microsoft.com/office/drawing/2014/main" id="{A22FAC3A-60A7-47AF-BF4A-91DD0A408B6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218048" y="1557112"/>
            <a:ext cx="850838" cy="850838"/>
          </a:xfrm>
          <a:prstGeom prst="rect">
            <a:avLst/>
          </a:prstGeom>
        </p:spPr>
      </p:pic>
      <p:pic>
        <p:nvPicPr>
          <p:cNvPr id="28" name="Graphic 27">
            <a:extLst>
              <a:ext uri="{FF2B5EF4-FFF2-40B4-BE49-F238E27FC236}">
                <a16:creationId xmlns:a16="http://schemas.microsoft.com/office/drawing/2014/main" id="{1A7C16B7-C31B-4934-96AB-DCF7461F7BF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120412" y="1595365"/>
            <a:ext cx="850838" cy="850838"/>
          </a:xfrm>
          <a:prstGeom prst="rect">
            <a:avLst/>
          </a:prstGeom>
        </p:spPr>
      </p:pic>
      <p:sp>
        <p:nvSpPr>
          <p:cNvPr id="3" name="Footer Placeholder 4">
            <a:extLst>
              <a:ext uri="{FF2B5EF4-FFF2-40B4-BE49-F238E27FC236}">
                <a16:creationId xmlns:a16="http://schemas.microsoft.com/office/drawing/2014/main" id="{EB1C2868-9ED2-58F2-93F0-3C2ADBF76B1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 name="Rectangle: Rounded Corners 1">
            <a:extLst>
              <a:ext uri="{FF2B5EF4-FFF2-40B4-BE49-F238E27FC236}">
                <a16:creationId xmlns:a16="http://schemas.microsoft.com/office/drawing/2014/main" id="{3662DD2E-BB60-96D2-4112-B5FCAB58840E}"/>
              </a:ext>
            </a:extLst>
          </p:cNvPr>
          <p:cNvSpPr/>
          <p:nvPr/>
        </p:nvSpPr>
        <p:spPr>
          <a:xfrm>
            <a:off x="6915934" y="310437"/>
            <a:ext cx="2063750" cy="633960"/>
          </a:xfrm>
          <a:prstGeom prst="roundRect">
            <a:avLst>
              <a:gd name="adj" fmla="val 639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dirty="0">
                <a:solidFill>
                  <a:schemeClr val="tx2"/>
                </a:solidFill>
                <a:ea typeface="ＭＳ Ｐゴシック" pitchFamily="34" charset="-128"/>
              </a:rPr>
              <a:t>Design Tip!</a:t>
            </a:r>
            <a:endParaRPr lang="en-US" altLang="en-US" sz="900" b="1" dirty="0">
              <a:solidFill>
                <a:schemeClr val="bg2"/>
              </a:solidFill>
              <a:ea typeface="ＭＳ Ｐゴシック" pitchFamily="34" charset="-128"/>
            </a:endParaRPr>
          </a:p>
          <a:p>
            <a:pPr>
              <a:lnSpc>
                <a:spcPct val="90000"/>
              </a:lnSpc>
              <a:spcAft>
                <a:spcPts val="300"/>
              </a:spcAft>
            </a:pPr>
            <a:r>
              <a:rPr lang="en-US" altLang="en-US" sz="900" dirty="0">
                <a:solidFill>
                  <a:schemeClr val="bg2"/>
                </a:solidFill>
                <a:ea typeface="ＭＳ Ｐゴシック" pitchFamily="34" charset="-128"/>
              </a:rPr>
              <a:t>Be sure to check out our library of icons on slides 90-105.</a:t>
            </a:r>
            <a:endParaRPr lang="en-US" altLang="en-US" sz="900" dirty="0">
              <a:solidFill>
                <a:schemeClr val="bg1"/>
              </a:solidFill>
              <a:ea typeface="ＭＳ Ｐゴシック" pitchFamily="34" charset="-128"/>
            </a:endParaRPr>
          </a:p>
        </p:txBody>
      </p:sp>
    </p:spTree>
    <p:extLst>
      <p:ext uri="{BB962C8B-B14F-4D97-AF65-F5344CB8AC3E}">
        <p14:creationId xmlns:p14="http://schemas.microsoft.com/office/powerpoint/2010/main" val="2765030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B30FBAD8-27E2-4D83-9FCB-07538C876642}"/>
              </a:ext>
            </a:extLst>
          </p:cNvPr>
          <p:cNvSpPr/>
          <p:nvPr/>
        </p:nvSpPr>
        <p:spPr>
          <a:xfrm>
            <a:off x="6891723" y="15775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6" name="Oval 25">
            <a:extLst>
              <a:ext uri="{FF2B5EF4-FFF2-40B4-BE49-F238E27FC236}">
                <a16:creationId xmlns:a16="http://schemas.microsoft.com/office/drawing/2014/main" id="{7AD1B139-7188-4CB1-8401-BEB70C323C1B}"/>
              </a:ext>
            </a:extLst>
          </p:cNvPr>
          <p:cNvSpPr/>
          <p:nvPr/>
        </p:nvSpPr>
        <p:spPr>
          <a:xfrm>
            <a:off x="4014266" y="1557515"/>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4" name="Oval 3">
            <a:extLst>
              <a:ext uri="{FF2B5EF4-FFF2-40B4-BE49-F238E27FC236}">
                <a16:creationId xmlns:a16="http://schemas.microsoft.com/office/drawing/2014/main" id="{FD4E48AD-F98F-4CCF-AF3A-126E747FEB3A}"/>
              </a:ext>
            </a:extLst>
          </p:cNvPr>
          <p:cNvSpPr/>
          <p:nvPr/>
        </p:nvSpPr>
        <p:spPr>
          <a:xfrm>
            <a:off x="1117156" y="15540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18" name="Text Placeholder 17">
            <a:extLst>
              <a:ext uri="{FF2B5EF4-FFF2-40B4-BE49-F238E27FC236}">
                <a16:creationId xmlns:a16="http://schemas.microsoft.com/office/drawing/2014/main" id="{77DD1EB9-475E-1D43-ACE7-837B301D2B33}"/>
              </a:ext>
            </a:extLst>
          </p:cNvPr>
          <p:cNvSpPr>
            <a:spLocks noGrp="1"/>
          </p:cNvSpPr>
          <p:nvPr>
            <p:ph type="body" sz="quarter" idx="12"/>
          </p:nvPr>
        </p:nvSpPr>
        <p:spPr/>
        <p:txBody>
          <a:bodyPr/>
          <a:lstStyle/>
          <a:p>
            <a:endParaRPr lang="en-US"/>
          </a:p>
        </p:txBody>
      </p:sp>
      <p:sp>
        <p:nvSpPr>
          <p:cNvPr id="14" name="Title 13">
            <a:extLst>
              <a:ext uri="{FF2B5EF4-FFF2-40B4-BE49-F238E27FC236}">
                <a16:creationId xmlns:a16="http://schemas.microsoft.com/office/drawing/2014/main" id="{AA29B522-BD42-AF4E-AFE2-232C4F82036C}"/>
              </a:ext>
            </a:extLst>
          </p:cNvPr>
          <p:cNvSpPr>
            <a:spLocks noGrp="1"/>
          </p:cNvSpPr>
          <p:nvPr>
            <p:ph type="title"/>
          </p:nvPr>
        </p:nvSpPr>
        <p:spPr/>
        <p:txBody>
          <a:bodyPr/>
          <a:lstStyle/>
          <a:p>
            <a:r>
              <a:rPr lang="en-US"/>
              <a:t>Three Column + Icon Use Layout</a:t>
            </a:r>
          </a:p>
        </p:txBody>
      </p:sp>
      <p:sp>
        <p:nvSpPr>
          <p:cNvPr id="5" name="Text Placeholder 4">
            <a:extLst>
              <a:ext uri="{FF2B5EF4-FFF2-40B4-BE49-F238E27FC236}">
                <a16:creationId xmlns:a16="http://schemas.microsoft.com/office/drawing/2014/main" id="{6F590F7F-80CA-214A-8DB5-C1B85991B121}"/>
              </a:ext>
            </a:extLst>
          </p:cNvPr>
          <p:cNvSpPr>
            <a:spLocks noGrp="1"/>
          </p:cNvSpPr>
          <p:nvPr>
            <p:ph type="body" sz="quarter" idx="35"/>
          </p:nvPr>
        </p:nvSpPr>
        <p:spPr/>
        <p:txBody>
          <a:bodyPr/>
          <a:lstStyle/>
          <a:p>
            <a:endParaRPr lang="en-US"/>
          </a:p>
        </p:txBody>
      </p:sp>
      <p:sp>
        <p:nvSpPr>
          <p:cNvPr id="2" name="Footer Placeholder 1">
            <a:extLst>
              <a:ext uri="{FF2B5EF4-FFF2-40B4-BE49-F238E27FC236}">
                <a16:creationId xmlns:a16="http://schemas.microsoft.com/office/drawing/2014/main" id="{215BCFA5-677D-524A-A064-DB6AC2414C56}"/>
              </a:ext>
            </a:extLst>
          </p:cNvPr>
          <p:cNvSpPr>
            <a:spLocks noGrp="1"/>
          </p:cNvSpPr>
          <p:nvPr>
            <p:ph type="ftr" sz="quarter" idx="16"/>
          </p:nvPr>
        </p:nvSpPr>
        <p:spPr/>
        <p:txBody>
          <a:bodyPr/>
          <a:lstStyle/>
          <a:p>
            <a:r>
              <a:rPr lang="en-US"/>
              <a:t>Presentation Name or Footer Copy</a:t>
            </a:r>
          </a:p>
        </p:txBody>
      </p:sp>
      <p:pic>
        <p:nvPicPr>
          <p:cNvPr id="24" name="Graphic 23">
            <a:extLst>
              <a:ext uri="{FF2B5EF4-FFF2-40B4-BE49-F238E27FC236}">
                <a16:creationId xmlns:a16="http://schemas.microsoft.com/office/drawing/2014/main" id="{35310F55-0901-4991-A446-6458D6C5CCA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19008" y="1810339"/>
            <a:ext cx="703094" cy="703094"/>
          </a:xfrm>
          <a:prstGeom prst="rect">
            <a:avLst/>
          </a:prstGeom>
        </p:spPr>
      </p:pic>
      <p:pic>
        <p:nvPicPr>
          <p:cNvPr id="28" name="Graphic 27">
            <a:extLst>
              <a:ext uri="{FF2B5EF4-FFF2-40B4-BE49-F238E27FC236}">
                <a16:creationId xmlns:a16="http://schemas.microsoft.com/office/drawing/2014/main" id="{B94625B8-41E1-4613-AA18-664EE9C578C4}"/>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41551" y="1774147"/>
            <a:ext cx="703094" cy="703094"/>
          </a:xfrm>
          <a:prstGeom prst="rect">
            <a:avLst/>
          </a:prstGeom>
        </p:spPr>
      </p:pic>
      <p:sp>
        <p:nvSpPr>
          <p:cNvPr id="34" name="Text Placeholder 16">
            <a:extLst>
              <a:ext uri="{FF2B5EF4-FFF2-40B4-BE49-F238E27FC236}">
                <a16:creationId xmlns:a16="http://schemas.microsoft.com/office/drawing/2014/main" id="{545D2AE5-46EC-4A2C-8523-9782D5C0F495}"/>
              </a:ext>
            </a:extLst>
          </p:cNvPr>
          <p:cNvSpPr txBox="1">
            <a:spLocks/>
          </p:cNvSpPr>
          <p:nvPr/>
        </p:nvSpPr>
        <p:spPr>
          <a:xfrm>
            <a:off x="49486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Recognition</a:t>
            </a:r>
          </a:p>
        </p:txBody>
      </p:sp>
      <p:sp>
        <p:nvSpPr>
          <p:cNvPr id="35" name="Text Placeholder 15">
            <a:extLst>
              <a:ext uri="{FF2B5EF4-FFF2-40B4-BE49-F238E27FC236}">
                <a16:creationId xmlns:a16="http://schemas.microsoft.com/office/drawing/2014/main" id="{CAF52740-0BC2-704E-4301-2840E8BD3E9E}"/>
              </a:ext>
            </a:extLst>
          </p:cNvPr>
          <p:cNvSpPr txBox="1">
            <a:spLocks/>
          </p:cNvSpPr>
          <p:nvPr/>
        </p:nvSpPr>
        <p:spPr>
          <a:xfrm>
            <a:off x="49486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a:t>Vestibulum</a:t>
            </a:r>
            <a:r>
              <a:rPr lang="fr-FR"/>
              <a:t> </a:t>
            </a:r>
            <a:r>
              <a:rPr lang="fr-FR" err="1"/>
              <a:t>risus</a:t>
            </a:r>
            <a:r>
              <a:rPr lang="fr-FR"/>
              <a:t> nunc, </a:t>
            </a:r>
            <a:r>
              <a:rPr lang="fr-FR" err="1"/>
              <a:t>aliquet</a:t>
            </a:r>
            <a:r>
              <a:rPr lang="fr-FR"/>
              <a:t> </a:t>
            </a:r>
            <a:r>
              <a:rPr lang="fr-FR" err="1"/>
              <a:t>feugiat</a:t>
            </a:r>
            <a:r>
              <a:rPr lang="fr-FR"/>
              <a:t> </a:t>
            </a:r>
            <a:r>
              <a:rPr lang="fr-FR" err="1"/>
              <a:t>nisi</a:t>
            </a:r>
            <a:r>
              <a:rPr lang="fr-FR"/>
              <a:t> </a:t>
            </a:r>
            <a:r>
              <a:rPr lang="fr-FR" err="1"/>
              <a:t>vulputate</a:t>
            </a:r>
            <a:r>
              <a:rPr lang="fr-FR"/>
              <a:t>, </a:t>
            </a:r>
            <a:r>
              <a:rPr lang="fr-FR" err="1"/>
              <a:t>sagittis</a:t>
            </a:r>
            <a:r>
              <a:rPr lang="fr-FR"/>
              <a:t> </a:t>
            </a:r>
            <a:r>
              <a:rPr lang="fr-FR" err="1"/>
              <a:t>volutpat</a:t>
            </a:r>
            <a:r>
              <a:rPr lang="fr-FR"/>
              <a:t> </a:t>
            </a:r>
            <a:r>
              <a:rPr lang="fr-FR" err="1"/>
              <a:t>dui</a:t>
            </a:r>
            <a:r>
              <a:rPr lang="fr-FR"/>
              <a:t>. Nunc </a:t>
            </a:r>
            <a:r>
              <a:rPr lang="fr-FR" err="1"/>
              <a:t>rastrum</a:t>
            </a:r>
            <a:r>
              <a:rPr lang="fr-FR"/>
              <a:t> </a:t>
            </a:r>
            <a:r>
              <a:rPr lang="fr-FR" err="1"/>
              <a:t>tellus</a:t>
            </a:r>
            <a:r>
              <a:rPr lang="fr-FR"/>
              <a:t> </a:t>
            </a:r>
            <a:r>
              <a:rPr lang="fr-FR" err="1"/>
              <a:t>sed</a:t>
            </a:r>
            <a:r>
              <a:rPr lang="fr-FR"/>
              <a:t> </a:t>
            </a:r>
            <a:r>
              <a:rPr lang="fr-FR" err="1"/>
              <a:t>placerat</a:t>
            </a:r>
            <a:r>
              <a:rPr lang="fr-FR"/>
              <a:t> </a:t>
            </a:r>
            <a:r>
              <a:rPr lang="fr-FR" err="1"/>
              <a:t>ornare</a:t>
            </a:r>
            <a:r>
              <a:rPr lang="fr-FR"/>
              <a:t>. </a:t>
            </a:r>
          </a:p>
        </p:txBody>
      </p:sp>
      <p:sp>
        <p:nvSpPr>
          <p:cNvPr id="36" name="Text Placeholder 19">
            <a:extLst>
              <a:ext uri="{FF2B5EF4-FFF2-40B4-BE49-F238E27FC236}">
                <a16:creationId xmlns:a16="http://schemas.microsoft.com/office/drawing/2014/main" id="{03BA6B1A-490E-0911-56C4-4FE9AA6DD381}"/>
              </a:ext>
            </a:extLst>
          </p:cNvPr>
          <p:cNvSpPr txBox="1">
            <a:spLocks/>
          </p:cNvSpPr>
          <p:nvPr/>
        </p:nvSpPr>
        <p:spPr>
          <a:xfrm>
            <a:off x="339197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Ideation</a:t>
            </a:r>
          </a:p>
        </p:txBody>
      </p:sp>
      <p:sp>
        <p:nvSpPr>
          <p:cNvPr id="37" name="Text Placeholder 21">
            <a:extLst>
              <a:ext uri="{FF2B5EF4-FFF2-40B4-BE49-F238E27FC236}">
                <a16:creationId xmlns:a16="http://schemas.microsoft.com/office/drawing/2014/main" id="{C9ADDC5E-E8A1-D090-6755-3E458667414D}"/>
              </a:ext>
            </a:extLst>
          </p:cNvPr>
          <p:cNvSpPr txBox="1">
            <a:spLocks/>
          </p:cNvSpPr>
          <p:nvPr/>
        </p:nvSpPr>
        <p:spPr>
          <a:xfrm>
            <a:off x="339197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a:t>Vestibulum</a:t>
            </a:r>
            <a:r>
              <a:rPr lang="fr-FR"/>
              <a:t> </a:t>
            </a:r>
            <a:r>
              <a:rPr lang="fr-FR" err="1"/>
              <a:t>risus</a:t>
            </a:r>
            <a:r>
              <a:rPr lang="fr-FR"/>
              <a:t> nunc, </a:t>
            </a:r>
            <a:r>
              <a:rPr lang="fr-FR" err="1"/>
              <a:t>aliquet</a:t>
            </a:r>
            <a:r>
              <a:rPr lang="fr-FR"/>
              <a:t> </a:t>
            </a:r>
            <a:r>
              <a:rPr lang="fr-FR" err="1"/>
              <a:t>feugiat</a:t>
            </a:r>
            <a:r>
              <a:rPr lang="fr-FR"/>
              <a:t> </a:t>
            </a:r>
            <a:r>
              <a:rPr lang="fr-FR" err="1"/>
              <a:t>nisi</a:t>
            </a:r>
            <a:r>
              <a:rPr lang="fr-FR"/>
              <a:t> </a:t>
            </a:r>
            <a:r>
              <a:rPr lang="fr-FR" err="1"/>
              <a:t>vulputate</a:t>
            </a:r>
            <a:r>
              <a:rPr lang="fr-FR"/>
              <a:t>, </a:t>
            </a:r>
            <a:r>
              <a:rPr lang="fr-FR" err="1"/>
              <a:t>sagittis</a:t>
            </a:r>
            <a:r>
              <a:rPr lang="fr-FR"/>
              <a:t> </a:t>
            </a:r>
            <a:r>
              <a:rPr lang="fr-FR" err="1"/>
              <a:t>volutpat</a:t>
            </a:r>
            <a:r>
              <a:rPr lang="fr-FR"/>
              <a:t> </a:t>
            </a:r>
            <a:r>
              <a:rPr lang="fr-FR" err="1"/>
              <a:t>dui</a:t>
            </a:r>
            <a:r>
              <a:rPr lang="fr-FR"/>
              <a:t>. Nunc </a:t>
            </a:r>
            <a:r>
              <a:rPr lang="fr-FR" err="1"/>
              <a:t>rastrum</a:t>
            </a:r>
            <a:r>
              <a:rPr lang="fr-FR"/>
              <a:t> </a:t>
            </a:r>
            <a:r>
              <a:rPr lang="fr-FR" err="1"/>
              <a:t>tellus</a:t>
            </a:r>
            <a:r>
              <a:rPr lang="fr-FR"/>
              <a:t> </a:t>
            </a:r>
            <a:r>
              <a:rPr lang="fr-FR" err="1"/>
              <a:t>sed</a:t>
            </a:r>
            <a:r>
              <a:rPr lang="fr-FR"/>
              <a:t> </a:t>
            </a:r>
            <a:r>
              <a:rPr lang="fr-FR" err="1"/>
              <a:t>placerat</a:t>
            </a:r>
            <a:r>
              <a:rPr lang="fr-FR"/>
              <a:t> </a:t>
            </a:r>
            <a:r>
              <a:rPr lang="fr-FR" err="1"/>
              <a:t>ornare</a:t>
            </a:r>
            <a:r>
              <a:rPr lang="fr-FR"/>
              <a:t>. </a:t>
            </a:r>
          </a:p>
        </p:txBody>
      </p:sp>
      <p:sp>
        <p:nvSpPr>
          <p:cNvPr id="38" name="Text Placeholder 22">
            <a:extLst>
              <a:ext uri="{FF2B5EF4-FFF2-40B4-BE49-F238E27FC236}">
                <a16:creationId xmlns:a16="http://schemas.microsoft.com/office/drawing/2014/main" id="{D57F7E10-1F0E-6AF2-8DEA-E7A6A0AA7C6E}"/>
              </a:ext>
            </a:extLst>
          </p:cNvPr>
          <p:cNvSpPr txBox="1">
            <a:spLocks/>
          </p:cNvSpPr>
          <p:nvPr/>
        </p:nvSpPr>
        <p:spPr>
          <a:xfrm>
            <a:off x="6269434"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Future Prospects</a:t>
            </a:r>
          </a:p>
        </p:txBody>
      </p:sp>
      <p:sp>
        <p:nvSpPr>
          <p:cNvPr id="39" name="Text Placeholder 24">
            <a:extLst>
              <a:ext uri="{FF2B5EF4-FFF2-40B4-BE49-F238E27FC236}">
                <a16:creationId xmlns:a16="http://schemas.microsoft.com/office/drawing/2014/main" id="{D2A7DE24-5C91-13CE-17A1-C78935962335}"/>
              </a:ext>
            </a:extLst>
          </p:cNvPr>
          <p:cNvSpPr txBox="1">
            <a:spLocks/>
          </p:cNvSpPr>
          <p:nvPr/>
        </p:nvSpPr>
        <p:spPr>
          <a:xfrm>
            <a:off x="6269434"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a:t>Vestibulum</a:t>
            </a:r>
            <a:r>
              <a:rPr lang="fr-FR"/>
              <a:t> </a:t>
            </a:r>
            <a:r>
              <a:rPr lang="fr-FR" err="1"/>
              <a:t>risus</a:t>
            </a:r>
            <a:r>
              <a:rPr lang="fr-FR"/>
              <a:t> nunc, </a:t>
            </a:r>
            <a:r>
              <a:rPr lang="fr-FR" err="1"/>
              <a:t>aliquet</a:t>
            </a:r>
            <a:r>
              <a:rPr lang="fr-FR"/>
              <a:t> </a:t>
            </a:r>
            <a:r>
              <a:rPr lang="fr-FR" err="1"/>
              <a:t>feugiat</a:t>
            </a:r>
            <a:r>
              <a:rPr lang="fr-FR"/>
              <a:t> </a:t>
            </a:r>
            <a:r>
              <a:rPr lang="fr-FR" err="1"/>
              <a:t>nisi</a:t>
            </a:r>
            <a:r>
              <a:rPr lang="fr-FR"/>
              <a:t> </a:t>
            </a:r>
            <a:r>
              <a:rPr lang="fr-FR" err="1"/>
              <a:t>vulputate</a:t>
            </a:r>
            <a:r>
              <a:rPr lang="fr-FR"/>
              <a:t>, </a:t>
            </a:r>
            <a:r>
              <a:rPr lang="fr-FR" err="1"/>
              <a:t>sagittis</a:t>
            </a:r>
            <a:r>
              <a:rPr lang="fr-FR"/>
              <a:t> </a:t>
            </a:r>
            <a:r>
              <a:rPr lang="fr-FR" err="1"/>
              <a:t>volutpat</a:t>
            </a:r>
            <a:r>
              <a:rPr lang="fr-FR"/>
              <a:t> </a:t>
            </a:r>
            <a:r>
              <a:rPr lang="fr-FR" err="1"/>
              <a:t>dui</a:t>
            </a:r>
            <a:r>
              <a:rPr lang="fr-FR"/>
              <a:t>. Nunc </a:t>
            </a:r>
            <a:r>
              <a:rPr lang="fr-FR" err="1"/>
              <a:t>rastrum</a:t>
            </a:r>
            <a:r>
              <a:rPr lang="fr-FR"/>
              <a:t> </a:t>
            </a:r>
            <a:r>
              <a:rPr lang="fr-FR" err="1"/>
              <a:t>tellus</a:t>
            </a:r>
            <a:r>
              <a:rPr lang="fr-FR"/>
              <a:t> </a:t>
            </a:r>
            <a:r>
              <a:rPr lang="fr-FR" err="1"/>
              <a:t>sed</a:t>
            </a:r>
            <a:r>
              <a:rPr lang="fr-FR"/>
              <a:t> </a:t>
            </a:r>
            <a:r>
              <a:rPr lang="fr-FR" err="1"/>
              <a:t>placerat</a:t>
            </a:r>
            <a:r>
              <a:rPr lang="fr-FR"/>
              <a:t> </a:t>
            </a:r>
            <a:r>
              <a:rPr lang="fr-FR" err="1"/>
              <a:t>ornare</a:t>
            </a:r>
            <a:r>
              <a:rPr lang="fr-FR"/>
              <a:t>. </a:t>
            </a:r>
          </a:p>
        </p:txBody>
      </p:sp>
      <p:pic>
        <p:nvPicPr>
          <p:cNvPr id="8" name="Graphic 7">
            <a:extLst>
              <a:ext uri="{FF2B5EF4-FFF2-40B4-BE49-F238E27FC236}">
                <a16:creationId xmlns:a16="http://schemas.microsoft.com/office/drawing/2014/main" id="{415A5490-45AB-DE3E-F11E-26D694FC4E2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56731" y="1788481"/>
            <a:ext cx="704088" cy="704088"/>
          </a:xfrm>
          <a:prstGeom prst="rect">
            <a:avLst/>
          </a:prstGeom>
        </p:spPr>
      </p:pic>
    </p:spTree>
    <p:extLst>
      <p:ext uri="{BB962C8B-B14F-4D97-AF65-F5344CB8AC3E}">
        <p14:creationId xmlns:p14="http://schemas.microsoft.com/office/powerpoint/2010/main" val="3425745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853FEA45-DBF8-8144-8B33-4B855D7E1456}"/>
              </a:ext>
            </a:extLst>
          </p:cNvPr>
          <p:cNvSpPr>
            <a:spLocks noGrp="1"/>
          </p:cNvSpPr>
          <p:nvPr>
            <p:ph type="body" sz="quarter" idx="36"/>
          </p:nvPr>
        </p:nvSpPr>
        <p:spPr/>
        <p:txBody>
          <a:bodyPr/>
          <a:lstStyle/>
          <a:p>
            <a:r>
              <a:rPr lang="en-US"/>
              <a:t>Bullet point or body copy here set in Arial Regular 14pt</a:t>
            </a:r>
          </a:p>
          <a:p>
            <a:r>
              <a:rPr lang="en-US"/>
              <a:t>Select text and type </a:t>
            </a:r>
            <a:br>
              <a:rPr lang="en-US"/>
            </a:br>
            <a:r>
              <a:rPr lang="en-US"/>
              <a:t>to replace. </a:t>
            </a:r>
          </a:p>
          <a:p>
            <a:endParaRPr lang="en-US"/>
          </a:p>
        </p:txBody>
      </p:sp>
      <p:sp>
        <p:nvSpPr>
          <p:cNvPr id="13" name="Text Placeholder 12">
            <a:extLst>
              <a:ext uri="{FF2B5EF4-FFF2-40B4-BE49-F238E27FC236}">
                <a16:creationId xmlns:a16="http://schemas.microsoft.com/office/drawing/2014/main" id="{58F33A04-AECD-984D-9A41-FD67505E8418}"/>
              </a:ext>
            </a:extLst>
          </p:cNvPr>
          <p:cNvSpPr>
            <a:spLocks noGrp="1"/>
          </p:cNvSpPr>
          <p:nvPr>
            <p:ph type="body" sz="quarter" idx="15"/>
          </p:nvPr>
        </p:nvSpPr>
        <p:spPr/>
        <p:txBody>
          <a:bodyPr/>
          <a:lstStyle/>
          <a:p>
            <a:r>
              <a:rPr lang="en-US"/>
              <a:t>Column 1 Heading</a:t>
            </a:r>
          </a:p>
        </p:txBody>
      </p:sp>
      <p:sp>
        <p:nvSpPr>
          <p:cNvPr id="16" name="Text Placeholder 15">
            <a:extLst>
              <a:ext uri="{FF2B5EF4-FFF2-40B4-BE49-F238E27FC236}">
                <a16:creationId xmlns:a16="http://schemas.microsoft.com/office/drawing/2014/main" id="{0F9CAAC4-1176-7344-A2AE-265B4C7D0306}"/>
              </a:ext>
            </a:extLst>
          </p:cNvPr>
          <p:cNvSpPr>
            <a:spLocks noGrp="1"/>
          </p:cNvSpPr>
          <p:nvPr>
            <p:ph type="body" sz="quarter" idx="37"/>
          </p:nvPr>
        </p:nvSpPr>
        <p:spPr/>
        <p:txBody>
          <a:bodyPr/>
          <a:lstStyle/>
          <a:p>
            <a:r>
              <a:rPr lang="en-US"/>
              <a:t>Bullet point or body copy here set in Arial Regular 14pt</a:t>
            </a:r>
          </a:p>
          <a:p>
            <a:r>
              <a:rPr lang="en-US"/>
              <a:t>Another bullet point set in Arial Regular 14pt</a:t>
            </a:r>
          </a:p>
          <a:p>
            <a:r>
              <a:rPr lang="en-US"/>
              <a:t>Select text and type </a:t>
            </a:r>
            <a:br>
              <a:rPr lang="en-US"/>
            </a:br>
            <a:r>
              <a:rPr lang="en-US"/>
              <a:t>to replace. </a:t>
            </a:r>
          </a:p>
          <a:p>
            <a:endParaRPr lang="en-US"/>
          </a:p>
        </p:txBody>
      </p:sp>
      <p:sp>
        <p:nvSpPr>
          <p:cNvPr id="17" name="Text Placeholder 16">
            <a:extLst>
              <a:ext uri="{FF2B5EF4-FFF2-40B4-BE49-F238E27FC236}">
                <a16:creationId xmlns:a16="http://schemas.microsoft.com/office/drawing/2014/main" id="{8170F3F4-641C-FF46-B89C-9AD170FF388D}"/>
              </a:ext>
            </a:extLst>
          </p:cNvPr>
          <p:cNvSpPr>
            <a:spLocks noGrp="1"/>
          </p:cNvSpPr>
          <p:nvPr>
            <p:ph type="body" sz="quarter" idx="38"/>
          </p:nvPr>
        </p:nvSpPr>
        <p:spPr/>
        <p:txBody>
          <a:bodyPr/>
          <a:lstStyle/>
          <a:p>
            <a:r>
              <a:rPr lang="en-US"/>
              <a:t>Column 2 Heading</a:t>
            </a:r>
          </a:p>
        </p:txBody>
      </p:sp>
      <p:sp>
        <p:nvSpPr>
          <p:cNvPr id="18" name="Text Placeholder 17">
            <a:extLst>
              <a:ext uri="{FF2B5EF4-FFF2-40B4-BE49-F238E27FC236}">
                <a16:creationId xmlns:a16="http://schemas.microsoft.com/office/drawing/2014/main" id="{2AD39FF0-7DC2-B340-8A8B-8414714503EC}"/>
              </a:ext>
            </a:extLst>
          </p:cNvPr>
          <p:cNvSpPr>
            <a:spLocks noGrp="1"/>
          </p:cNvSpPr>
          <p:nvPr>
            <p:ph type="body" sz="quarter" idx="39"/>
          </p:nvPr>
        </p:nvSpPr>
        <p:spPr/>
        <p:txBody>
          <a:bodyPr/>
          <a:lstStyle/>
          <a:p>
            <a:r>
              <a:rPr lang="en-US"/>
              <a:t>Bullet point or body copy here set in Arial Regular 14pt</a:t>
            </a:r>
          </a:p>
          <a:p>
            <a:r>
              <a:rPr lang="en-US"/>
              <a:t>Select text and type </a:t>
            </a:r>
            <a:br>
              <a:rPr lang="en-US"/>
            </a:br>
            <a:r>
              <a:rPr lang="en-US"/>
              <a:t>to replace. </a:t>
            </a:r>
          </a:p>
          <a:p>
            <a:endParaRPr lang="en-US"/>
          </a:p>
        </p:txBody>
      </p:sp>
      <p:sp>
        <p:nvSpPr>
          <p:cNvPr id="19" name="Text Placeholder 18">
            <a:extLst>
              <a:ext uri="{FF2B5EF4-FFF2-40B4-BE49-F238E27FC236}">
                <a16:creationId xmlns:a16="http://schemas.microsoft.com/office/drawing/2014/main" id="{4163E899-FE2D-764D-B24F-D052C9A4A539}"/>
              </a:ext>
            </a:extLst>
          </p:cNvPr>
          <p:cNvSpPr>
            <a:spLocks noGrp="1"/>
          </p:cNvSpPr>
          <p:nvPr>
            <p:ph type="body" sz="quarter" idx="40"/>
          </p:nvPr>
        </p:nvSpPr>
        <p:spPr/>
        <p:txBody>
          <a:bodyPr/>
          <a:lstStyle/>
          <a:p>
            <a:r>
              <a:rPr lang="en-US"/>
              <a:t>Column 3 Heading</a:t>
            </a:r>
          </a:p>
        </p:txBody>
      </p:sp>
      <p:sp>
        <p:nvSpPr>
          <p:cNvPr id="2" name="Text Placeholder 1">
            <a:extLst>
              <a:ext uri="{FF2B5EF4-FFF2-40B4-BE49-F238E27FC236}">
                <a16:creationId xmlns:a16="http://schemas.microsoft.com/office/drawing/2014/main" id="{5679B958-C28C-8746-A5B0-8DF38146DB6A}"/>
              </a:ext>
            </a:extLst>
          </p:cNvPr>
          <p:cNvSpPr>
            <a:spLocks noGrp="1"/>
          </p:cNvSpPr>
          <p:nvPr>
            <p:ph type="body" sz="quarter" idx="41"/>
          </p:nvPr>
        </p:nvSpPr>
        <p:spPr/>
        <p:txBody>
          <a:bodyPr/>
          <a:lstStyle/>
          <a:p>
            <a:r>
              <a:rPr lang="en-US"/>
              <a:t>Bullet point or body copy here set in Arial Regular 14pt</a:t>
            </a:r>
          </a:p>
          <a:p>
            <a:r>
              <a:rPr lang="en-US"/>
              <a:t>Another bullet point set in Arial Regular 14pt</a:t>
            </a:r>
          </a:p>
          <a:p>
            <a:r>
              <a:rPr lang="en-US"/>
              <a:t>Select text and type </a:t>
            </a:r>
            <a:br>
              <a:rPr lang="en-US"/>
            </a:br>
            <a:r>
              <a:rPr lang="en-US"/>
              <a:t>to replace. </a:t>
            </a:r>
          </a:p>
          <a:p>
            <a:endParaRPr lang="en-US"/>
          </a:p>
        </p:txBody>
      </p:sp>
      <p:sp>
        <p:nvSpPr>
          <p:cNvPr id="3" name="Text Placeholder 2">
            <a:extLst>
              <a:ext uri="{FF2B5EF4-FFF2-40B4-BE49-F238E27FC236}">
                <a16:creationId xmlns:a16="http://schemas.microsoft.com/office/drawing/2014/main" id="{80413E6D-1F2A-744A-B98E-55640DD203CB}"/>
              </a:ext>
            </a:extLst>
          </p:cNvPr>
          <p:cNvSpPr>
            <a:spLocks noGrp="1"/>
          </p:cNvSpPr>
          <p:nvPr>
            <p:ph type="body" sz="quarter" idx="42"/>
          </p:nvPr>
        </p:nvSpPr>
        <p:spPr/>
        <p:txBody>
          <a:bodyPr/>
          <a:lstStyle/>
          <a:p>
            <a:r>
              <a:rPr lang="en-US"/>
              <a:t>Column 4 Heading</a:t>
            </a:r>
          </a:p>
        </p:txBody>
      </p:sp>
      <p:sp>
        <p:nvSpPr>
          <p:cNvPr id="14" name="Text Placeholder 13">
            <a:extLst>
              <a:ext uri="{FF2B5EF4-FFF2-40B4-BE49-F238E27FC236}">
                <a16:creationId xmlns:a16="http://schemas.microsoft.com/office/drawing/2014/main" id="{273CD4ED-344F-9C43-BB62-FF369682A1BF}"/>
              </a:ext>
            </a:extLst>
          </p:cNvPr>
          <p:cNvSpPr>
            <a:spLocks noGrp="1"/>
          </p:cNvSpPr>
          <p:nvPr>
            <p:ph type="body" sz="quarter" idx="35"/>
          </p:nvPr>
        </p:nvSpPr>
        <p:spPr/>
        <p:txBody>
          <a:bodyPr/>
          <a:lstStyle/>
          <a:p>
            <a:r>
              <a:rPr lang="en-US"/>
              <a:t>Subtitle in Arial Regular 20pt (optional)</a:t>
            </a:r>
          </a:p>
        </p:txBody>
      </p:sp>
      <p:sp>
        <p:nvSpPr>
          <p:cNvPr id="11" name="Title 10">
            <a:extLst>
              <a:ext uri="{FF2B5EF4-FFF2-40B4-BE49-F238E27FC236}">
                <a16:creationId xmlns:a16="http://schemas.microsoft.com/office/drawing/2014/main" id="{82AB7A03-EDB3-AB43-8431-2291389CFC94}"/>
              </a:ext>
            </a:extLst>
          </p:cNvPr>
          <p:cNvSpPr>
            <a:spLocks noGrp="1"/>
          </p:cNvSpPr>
          <p:nvPr>
            <p:ph type="title"/>
          </p:nvPr>
        </p:nvSpPr>
        <p:spPr/>
        <p:txBody>
          <a:bodyPr/>
          <a:lstStyle/>
          <a:p>
            <a:r>
              <a:rPr lang="en-US"/>
              <a:t>Four Column Layout</a:t>
            </a:r>
          </a:p>
        </p:txBody>
      </p:sp>
      <p:sp>
        <p:nvSpPr>
          <p:cNvPr id="12" name="Text Placeholder 11">
            <a:extLst>
              <a:ext uri="{FF2B5EF4-FFF2-40B4-BE49-F238E27FC236}">
                <a16:creationId xmlns:a16="http://schemas.microsoft.com/office/drawing/2014/main" id="{AE282685-CCA5-534F-8E0A-A409B3153387}"/>
              </a:ext>
            </a:extLst>
          </p:cNvPr>
          <p:cNvSpPr>
            <a:spLocks noGrp="1"/>
          </p:cNvSpPr>
          <p:nvPr>
            <p:ph type="body" sz="quarter" idx="43"/>
          </p:nvPr>
        </p:nvSpPr>
        <p:spPr/>
        <p:txBody>
          <a:bodyPr/>
          <a:lstStyle/>
          <a:p>
            <a:r>
              <a:rPr lang="en-US"/>
              <a:t>OVERLINE/SECTION (OPTIONAL) IN ARIAL 8PT ALL CAPS</a:t>
            </a:r>
          </a:p>
        </p:txBody>
      </p:sp>
      <p:sp>
        <p:nvSpPr>
          <p:cNvPr id="4" name="Footer Placeholder 3">
            <a:extLst>
              <a:ext uri="{FF2B5EF4-FFF2-40B4-BE49-F238E27FC236}">
                <a16:creationId xmlns:a16="http://schemas.microsoft.com/office/drawing/2014/main" id="{CEDA8566-1163-864C-9FD1-F165EFC8A03B}"/>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42141008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A901DE73-581C-514E-9021-6BD8312C92A5}"/>
              </a:ext>
            </a:extLst>
          </p:cNvPr>
          <p:cNvSpPr>
            <a:spLocks noGrp="1"/>
          </p:cNvSpPr>
          <p:nvPr>
            <p:ph type="body" sz="quarter" idx="12"/>
          </p:nvPr>
        </p:nvSpPr>
        <p:spPr/>
        <p:txBody>
          <a:bodyPr/>
          <a:lstStyle/>
          <a:p>
            <a:r>
              <a:rPr lang="en-US"/>
              <a:t>OVERLINE/SECTION (OPTIONAL) IN ARIAL 8PT ALL CAPS</a:t>
            </a:r>
          </a:p>
        </p:txBody>
      </p:sp>
      <p:sp>
        <p:nvSpPr>
          <p:cNvPr id="19" name="Text Placeholder 18">
            <a:extLst>
              <a:ext uri="{FF2B5EF4-FFF2-40B4-BE49-F238E27FC236}">
                <a16:creationId xmlns:a16="http://schemas.microsoft.com/office/drawing/2014/main" id="{54E1B90F-9D0A-8948-BD73-3DE09C857998}"/>
              </a:ext>
            </a:extLst>
          </p:cNvPr>
          <p:cNvSpPr>
            <a:spLocks noGrp="1"/>
          </p:cNvSpPr>
          <p:nvPr>
            <p:ph type="body" sz="quarter" idx="15"/>
          </p:nvPr>
        </p:nvSpPr>
        <p:spPr/>
        <p:txBody>
          <a:bodyPr/>
          <a:lstStyle/>
          <a:p>
            <a:r>
              <a:rPr lang="en-US"/>
              <a:t>Column 1 Heading</a:t>
            </a:r>
          </a:p>
        </p:txBody>
      </p:sp>
      <p:sp>
        <p:nvSpPr>
          <p:cNvPr id="21" name="Text Placeholder 20">
            <a:extLst>
              <a:ext uri="{FF2B5EF4-FFF2-40B4-BE49-F238E27FC236}">
                <a16:creationId xmlns:a16="http://schemas.microsoft.com/office/drawing/2014/main" id="{6EC71C23-EDCD-E14F-95D6-D0D6A55F32FD}"/>
              </a:ext>
            </a:extLst>
          </p:cNvPr>
          <p:cNvSpPr>
            <a:spLocks noGrp="1"/>
          </p:cNvSpPr>
          <p:nvPr>
            <p:ph type="body" sz="quarter" idx="36"/>
          </p:nvPr>
        </p:nvSpPr>
        <p:spPr/>
        <p:txBody>
          <a:bodyPr/>
          <a:lstStyle/>
          <a:p>
            <a:r>
              <a:rPr lang="en-US"/>
              <a:t>01.</a:t>
            </a:r>
          </a:p>
        </p:txBody>
      </p:sp>
      <p:sp>
        <p:nvSpPr>
          <p:cNvPr id="18" name="Text Placeholder 17">
            <a:extLst>
              <a:ext uri="{FF2B5EF4-FFF2-40B4-BE49-F238E27FC236}">
                <a16:creationId xmlns:a16="http://schemas.microsoft.com/office/drawing/2014/main" id="{384F7B44-8E79-7343-8054-6C8B8B9B2667}"/>
              </a:ext>
            </a:extLst>
          </p:cNvPr>
          <p:cNvSpPr>
            <a:spLocks noGrp="1"/>
          </p:cNvSpPr>
          <p:nvPr>
            <p:ph type="body" sz="quarter" idx="13"/>
          </p:nvPr>
        </p:nvSpPr>
        <p:spPr/>
        <p:txBody>
          <a:bodyPr/>
          <a:lstStyle/>
          <a:p>
            <a:r>
              <a:rPr lang="en-US"/>
              <a:t>Bullet point or body copy here set in Arial Regular 10.5pt, select text and type to replace. </a:t>
            </a:r>
          </a:p>
          <a:p>
            <a:r>
              <a:rPr lang="en-US"/>
              <a:t>Another bullet point set in Arial Regular 10.5pt, select text and type to replace</a:t>
            </a:r>
          </a:p>
          <a:p>
            <a:endParaRPr lang="en-US"/>
          </a:p>
        </p:txBody>
      </p:sp>
      <p:sp>
        <p:nvSpPr>
          <p:cNvPr id="22" name="Text Placeholder 21">
            <a:extLst>
              <a:ext uri="{FF2B5EF4-FFF2-40B4-BE49-F238E27FC236}">
                <a16:creationId xmlns:a16="http://schemas.microsoft.com/office/drawing/2014/main" id="{96E91D8F-FC66-9C41-AE3B-D4FCE6841E83}"/>
              </a:ext>
            </a:extLst>
          </p:cNvPr>
          <p:cNvSpPr>
            <a:spLocks noGrp="1"/>
          </p:cNvSpPr>
          <p:nvPr>
            <p:ph type="body" sz="quarter" idx="37"/>
          </p:nvPr>
        </p:nvSpPr>
        <p:spPr/>
        <p:txBody>
          <a:bodyPr/>
          <a:lstStyle/>
          <a:p>
            <a:r>
              <a:rPr lang="en-US"/>
              <a:t>Column 1 Heading</a:t>
            </a:r>
          </a:p>
        </p:txBody>
      </p:sp>
      <p:sp>
        <p:nvSpPr>
          <p:cNvPr id="23" name="Text Placeholder 22">
            <a:extLst>
              <a:ext uri="{FF2B5EF4-FFF2-40B4-BE49-F238E27FC236}">
                <a16:creationId xmlns:a16="http://schemas.microsoft.com/office/drawing/2014/main" id="{6CFEABA6-D115-644A-B5D1-217257EFCD96}"/>
              </a:ext>
            </a:extLst>
          </p:cNvPr>
          <p:cNvSpPr>
            <a:spLocks noGrp="1"/>
          </p:cNvSpPr>
          <p:nvPr>
            <p:ph type="body" sz="quarter" idx="38"/>
          </p:nvPr>
        </p:nvSpPr>
        <p:spPr/>
        <p:txBody>
          <a:bodyPr/>
          <a:lstStyle/>
          <a:p>
            <a:r>
              <a:rPr lang="en-US"/>
              <a:t>02.</a:t>
            </a:r>
          </a:p>
        </p:txBody>
      </p:sp>
      <p:sp>
        <p:nvSpPr>
          <p:cNvPr id="24" name="Text Placeholder 23">
            <a:extLst>
              <a:ext uri="{FF2B5EF4-FFF2-40B4-BE49-F238E27FC236}">
                <a16:creationId xmlns:a16="http://schemas.microsoft.com/office/drawing/2014/main" id="{74647AB1-F665-CE45-A536-E768B9A7B414}"/>
              </a:ext>
            </a:extLst>
          </p:cNvPr>
          <p:cNvSpPr>
            <a:spLocks noGrp="1"/>
          </p:cNvSpPr>
          <p:nvPr>
            <p:ph type="body" sz="quarter" idx="39"/>
          </p:nvPr>
        </p:nvSpPr>
        <p:spPr/>
        <p:txBody>
          <a:bodyPr/>
          <a:lstStyle/>
          <a:p>
            <a:r>
              <a:rPr lang="en-US"/>
              <a:t>Bullet point or body copy here set in Arial Regular 10.5pt, select text and type to replace. </a:t>
            </a:r>
          </a:p>
          <a:p>
            <a:r>
              <a:rPr lang="en-US"/>
              <a:t>Another bullet point set in Arial Regular 10.5pt, select text and type to replace</a:t>
            </a:r>
          </a:p>
          <a:p>
            <a:endParaRPr lang="en-US"/>
          </a:p>
        </p:txBody>
      </p:sp>
      <p:sp>
        <p:nvSpPr>
          <p:cNvPr id="25" name="Text Placeholder 24">
            <a:extLst>
              <a:ext uri="{FF2B5EF4-FFF2-40B4-BE49-F238E27FC236}">
                <a16:creationId xmlns:a16="http://schemas.microsoft.com/office/drawing/2014/main" id="{6ED1F859-4BA8-7748-A2DF-E9D2D5FC3D64}"/>
              </a:ext>
            </a:extLst>
          </p:cNvPr>
          <p:cNvSpPr>
            <a:spLocks noGrp="1"/>
          </p:cNvSpPr>
          <p:nvPr>
            <p:ph type="body" sz="quarter" idx="40"/>
          </p:nvPr>
        </p:nvSpPr>
        <p:spPr/>
        <p:txBody>
          <a:bodyPr/>
          <a:lstStyle/>
          <a:p>
            <a:r>
              <a:rPr lang="en-US"/>
              <a:t>Column 3 Heading</a:t>
            </a:r>
          </a:p>
        </p:txBody>
      </p:sp>
      <p:sp>
        <p:nvSpPr>
          <p:cNvPr id="26" name="Text Placeholder 25">
            <a:extLst>
              <a:ext uri="{FF2B5EF4-FFF2-40B4-BE49-F238E27FC236}">
                <a16:creationId xmlns:a16="http://schemas.microsoft.com/office/drawing/2014/main" id="{256537FA-7B41-4049-83EC-75481676A7B7}"/>
              </a:ext>
            </a:extLst>
          </p:cNvPr>
          <p:cNvSpPr>
            <a:spLocks noGrp="1"/>
          </p:cNvSpPr>
          <p:nvPr>
            <p:ph type="body" sz="quarter" idx="41"/>
          </p:nvPr>
        </p:nvSpPr>
        <p:spPr/>
        <p:txBody>
          <a:bodyPr/>
          <a:lstStyle/>
          <a:p>
            <a:r>
              <a:rPr lang="en-US"/>
              <a:t>03.</a:t>
            </a:r>
          </a:p>
        </p:txBody>
      </p:sp>
      <p:sp>
        <p:nvSpPr>
          <p:cNvPr id="27" name="Text Placeholder 26">
            <a:extLst>
              <a:ext uri="{FF2B5EF4-FFF2-40B4-BE49-F238E27FC236}">
                <a16:creationId xmlns:a16="http://schemas.microsoft.com/office/drawing/2014/main" id="{CDB8FAC8-F83E-9040-94D7-67EE94918786}"/>
              </a:ext>
            </a:extLst>
          </p:cNvPr>
          <p:cNvSpPr>
            <a:spLocks noGrp="1"/>
          </p:cNvSpPr>
          <p:nvPr>
            <p:ph type="body" sz="quarter" idx="42"/>
          </p:nvPr>
        </p:nvSpPr>
        <p:spPr/>
        <p:txBody>
          <a:bodyPr/>
          <a:lstStyle/>
          <a:p>
            <a:r>
              <a:rPr lang="en-US"/>
              <a:t>Bullet point or body copy here set in Arial Regular 10.5pt, select text and type to replace. </a:t>
            </a:r>
          </a:p>
          <a:p>
            <a:r>
              <a:rPr lang="en-US"/>
              <a:t>Another bullet point set in Arial Regular 10.5pt, select text and type to replace</a:t>
            </a:r>
          </a:p>
          <a:p>
            <a:endParaRPr lang="en-US"/>
          </a:p>
        </p:txBody>
      </p:sp>
      <p:sp>
        <p:nvSpPr>
          <p:cNvPr id="28" name="Text Placeholder 27">
            <a:extLst>
              <a:ext uri="{FF2B5EF4-FFF2-40B4-BE49-F238E27FC236}">
                <a16:creationId xmlns:a16="http://schemas.microsoft.com/office/drawing/2014/main" id="{9C067F01-6DB2-C840-BB16-D2A3D0D5B706}"/>
              </a:ext>
            </a:extLst>
          </p:cNvPr>
          <p:cNvSpPr>
            <a:spLocks noGrp="1"/>
          </p:cNvSpPr>
          <p:nvPr>
            <p:ph type="body" sz="quarter" idx="43"/>
          </p:nvPr>
        </p:nvSpPr>
        <p:spPr/>
        <p:txBody>
          <a:bodyPr/>
          <a:lstStyle/>
          <a:p>
            <a:r>
              <a:rPr lang="en-US"/>
              <a:t>Column 4 Heading</a:t>
            </a:r>
          </a:p>
        </p:txBody>
      </p:sp>
      <p:sp>
        <p:nvSpPr>
          <p:cNvPr id="29" name="Text Placeholder 28">
            <a:extLst>
              <a:ext uri="{FF2B5EF4-FFF2-40B4-BE49-F238E27FC236}">
                <a16:creationId xmlns:a16="http://schemas.microsoft.com/office/drawing/2014/main" id="{E0F06DDC-6967-DC4D-AE5C-8F07D9DB6AD9}"/>
              </a:ext>
            </a:extLst>
          </p:cNvPr>
          <p:cNvSpPr>
            <a:spLocks noGrp="1"/>
          </p:cNvSpPr>
          <p:nvPr>
            <p:ph type="body" sz="quarter" idx="44"/>
          </p:nvPr>
        </p:nvSpPr>
        <p:spPr/>
        <p:txBody>
          <a:bodyPr/>
          <a:lstStyle/>
          <a:p>
            <a:r>
              <a:rPr lang="en-US"/>
              <a:t>04.</a:t>
            </a:r>
          </a:p>
        </p:txBody>
      </p:sp>
      <p:sp>
        <p:nvSpPr>
          <p:cNvPr id="30" name="Text Placeholder 29">
            <a:extLst>
              <a:ext uri="{FF2B5EF4-FFF2-40B4-BE49-F238E27FC236}">
                <a16:creationId xmlns:a16="http://schemas.microsoft.com/office/drawing/2014/main" id="{3FF96D98-1BA5-A449-B134-6E434387E7BD}"/>
              </a:ext>
            </a:extLst>
          </p:cNvPr>
          <p:cNvSpPr>
            <a:spLocks noGrp="1"/>
          </p:cNvSpPr>
          <p:nvPr>
            <p:ph type="body" sz="quarter" idx="45"/>
          </p:nvPr>
        </p:nvSpPr>
        <p:spPr/>
        <p:txBody>
          <a:bodyPr/>
          <a:lstStyle/>
          <a:p>
            <a:r>
              <a:rPr lang="en-US"/>
              <a:t>Bullet point or body copy here set in Arial Regular 10.5pt, select text and type to replace. </a:t>
            </a:r>
          </a:p>
          <a:p>
            <a:r>
              <a:rPr lang="en-US"/>
              <a:t>Another bullet point set in Arial Regular 10.5pt, select text and type to replace</a:t>
            </a:r>
          </a:p>
          <a:p>
            <a:endParaRPr lang="en-US"/>
          </a:p>
        </p:txBody>
      </p:sp>
      <p:sp>
        <p:nvSpPr>
          <p:cNvPr id="16" name="Title 15">
            <a:extLst>
              <a:ext uri="{FF2B5EF4-FFF2-40B4-BE49-F238E27FC236}">
                <a16:creationId xmlns:a16="http://schemas.microsoft.com/office/drawing/2014/main" id="{C07F47F8-F0DE-B94C-8A72-3CD67B26F0C2}"/>
              </a:ext>
            </a:extLst>
          </p:cNvPr>
          <p:cNvSpPr>
            <a:spLocks noGrp="1"/>
          </p:cNvSpPr>
          <p:nvPr>
            <p:ph type="title"/>
          </p:nvPr>
        </p:nvSpPr>
        <p:spPr/>
        <p:txBody>
          <a:bodyPr/>
          <a:lstStyle/>
          <a:p>
            <a:r>
              <a:rPr lang="en-US"/>
              <a:t>Four Column Layout</a:t>
            </a:r>
          </a:p>
        </p:txBody>
      </p:sp>
      <p:sp>
        <p:nvSpPr>
          <p:cNvPr id="20" name="Text Placeholder 19">
            <a:extLst>
              <a:ext uri="{FF2B5EF4-FFF2-40B4-BE49-F238E27FC236}">
                <a16:creationId xmlns:a16="http://schemas.microsoft.com/office/drawing/2014/main" id="{8EC6B011-DD33-5849-B891-329ED32A217B}"/>
              </a:ext>
            </a:extLst>
          </p:cNvPr>
          <p:cNvSpPr>
            <a:spLocks noGrp="1"/>
          </p:cNvSpPr>
          <p:nvPr>
            <p:ph type="body" sz="quarter" idx="35"/>
          </p:nvPr>
        </p:nvSpPr>
        <p:spPr/>
        <p:txBody>
          <a:bodyPr/>
          <a:lstStyle/>
          <a:p>
            <a:r>
              <a:rPr lang="en-US"/>
              <a:t>Subtitle in Arial Regular 20pt (optional)</a:t>
            </a:r>
          </a:p>
        </p:txBody>
      </p:sp>
      <p:sp>
        <p:nvSpPr>
          <p:cNvPr id="2" name="Footer Placeholder 1">
            <a:extLst>
              <a:ext uri="{FF2B5EF4-FFF2-40B4-BE49-F238E27FC236}">
                <a16:creationId xmlns:a16="http://schemas.microsoft.com/office/drawing/2014/main" id="{519C3452-55AA-D043-B63D-157DAE8A49E4}"/>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526492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77DD1EB9-475E-1D43-ACE7-837B301D2B33}"/>
              </a:ext>
            </a:extLst>
          </p:cNvPr>
          <p:cNvSpPr>
            <a:spLocks noGrp="1"/>
          </p:cNvSpPr>
          <p:nvPr>
            <p:ph type="body" sz="quarter" idx="20"/>
          </p:nvPr>
        </p:nvSpPr>
        <p:spPr/>
        <p:txBody>
          <a:bodyPr/>
          <a:lstStyle/>
          <a:p>
            <a:endParaRPr lang="en-US"/>
          </a:p>
        </p:txBody>
      </p:sp>
      <p:sp>
        <p:nvSpPr>
          <p:cNvPr id="14" name="Title 13">
            <a:extLst>
              <a:ext uri="{FF2B5EF4-FFF2-40B4-BE49-F238E27FC236}">
                <a16:creationId xmlns:a16="http://schemas.microsoft.com/office/drawing/2014/main" id="{AA29B522-BD42-AF4E-AFE2-232C4F82036C}"/>
              </a:ext>
            </a:extLst>
          </p:cNvPr>
          <p:cNvSpPr>
            <a:spLocks noGrp="1"/>
          </p:cNvSpPr>
          <p:nvPr>
            <p:ph type="title"/>
          </p:nvPr>
        </p:nvSpPr>
        <p:spPr/>
        <p:txBody>
          <a:bodyPr/>
          <a:lstStyle/>
          <a:p>
            <a:r>
              <a:rPr lang="en-US"/>
              <a:t>Four Column + Icon Use Layout</a:t>
            </a:r>
          </a:p>
        </p:txBody>
      </p:sp>
      <p:sp>
        <p:nvSpPr>
          <p:cNvPr id="2" name="Footer Placeholder 1">
            <a:extLst>
              <a:ext uri="{FF2B5EF4-FFF2-40B4-BE49-F238E27FC236}">
                <a16:creationId xmlns:a16="http://schemas.microsoft.com/office/drawing/2014/main" id="{215BCFA5-677D-524A-A064-DB6AC2414C56}"/>
              </a:ext>
            </a:extLst>
          </p:cNvPr>
          <p:cNvSpPr>
            <a:spLocks noGrp="1"/>
          </p:cNvSpPr>
          <p:nvPr>
            <p:ph type="ftr" sz="quarter" idx="16"/>
          </p:nvPr>
        </p:nvSpPr>
        <p:spPr/>
        <p:txBody>
          <a:bodyPr/>
          <a:lstStyle/>
          <a:p>
            <a:r>
              <a:rPr lang="en-US"/>
              <a:t>Presentation Name or Footer Copy</a:t>
            </a:r>
          </a:p>
        </p:txBody>
      </p:sp>
      <p:sp>
        <p:nvSpPr>
          <p:cNvPr id="13" name="Rectangle 12">
            <a:extLst>
              <a:ext uri="{FF2B5EF4-FFF2-40B4-BE49-F238E27FC236}">
                <a16:creationId xmlns:a16="http://schemas.microsoft.com/office/drawing/2014/main" id="{80AC5453-572C-B169-20C1-6CE2B3D53FB6}"/>
              </a:ext>
            </a:extLst>
          </p:cNvPr>
          <p:cNvSpPr/>
          <p:nvPr/>
        </p:nvSpPr>
        <p:spPr>
          <a:xfrm>
            <a:off x="798897" y="1649315"/>
            <a:ext cx="3508784" cy="1007937"/>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5" name="Oval 14">
            <a:extLst>
              <a:ext uri="{FF2B5EF4-FFF2-40B4-BE49-F238E27FC236}">
                <a16:creationId xmlns:a16="http://schemas.microsoft.com/office/drawing/2014/main" id="{5ED3AAC4-C357-6A4C-4A12-CC9513F4DE4A}"/>
              </a:ext>
            </a:extLst>
          </p:cNvPr>
          <p:cNvSpPr/>
          <p:nvPr/>
        </p:nvSpPr>
        <p:spPr>
          <a:xfrm>
            <a:off x="348744" y="1568294"/>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17" name="Text Placeholder 15">
            <a:extLst>
              <a:ext uri="{FF2B5EF4-FFF2-40B4-BE49-F238E27FC236}">
                <a16:creationId xmlns:a16="http://schemas.microsoft.com/office/drawing/2014/main" id="{CA9385F5-2434-595F-11A3-E5B5938281BF}"/>
              </a:ext>
            </a:extLst>
          </p:cNvPr>
          <p:cNvSpPr txBox="1">
            <a:spLocks/>
          </p:cNvSpPr>
          <p:nvPr/>
        </p:nvSpPr>
        <p:spPr>
          <a:xfrm>
            <a:off x="1697979" y="1805220"/>
            <a:ext cx="2506876" cy="643979"/>
          </a:xfrm>
          <a:prstGeom prst="rect">
            <a:avLst/>
          </a:prstGeom>
        </p:spPr>
        <p:txBody>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fr-FR" sz="1200" b="1">
                <a:solidFill>
                  <a:schemeClr val="tx2"/>
                </a:solidFill>
              </a:rPr>
              <a:t>Healthcare</a:t>
            </a:r>
            <a:br>
              <a:rPr lang="fr-FR" sz="1050"/>
            </a:br>
            <a:r>
              <a:rPr lang="fr-FR" sz="1050" err="1"/>
              <a:t>Consectetur</a:t>
            </a:r>
            <a:r>
              <a:rPr lang="fr-FR" sz="1050"/>
              <a:t> </a:t>
            </a:r>
            <a:r>
              <a:rPr lang="fr-FR" sz="1050" err="1"/>
              <a:t>adipiscing</a:t>
            </a:r>
            <a:r>
              <a:rPr lang="fr-FR" sz="1050"/>
              <a:t> </a:t>
            </a:r>
            <a:r>
              <a:rPr lang="fr-FR" sz="1050" err="1"/>
              <a:t>elit</a:t>
            </a:r>
            <a:r>
              <a:rPr lang="fr-FR" sz="1050"/>
              <a:t>. Ut </a:t>
            </a:r>
            <a:r>
              <a:rPr lang="fr-FR" sz="1050" err="1"/>
              <a:t>dapibus</a:t>
            </a:r>
            <a:r>
              <a:rPr lang="fr-FR" sz="1050"/>
              <a:t> </a:t>
            </a:r>
            <a:r>
              <a:rPr lang="fr-FR" sz="1050" err="1"/>
              <a:t>tincidunt</a:t>
            </a:r>
            <a:r>
              <a:rPr lang="fr-FR" sz="1050"/>
              <a:t> bibendum. Integer </a:t>
            </a:r>
            <a:r>
              <a:rPr lang="fr-FR" sz="1050" err="1"/>
              <a:t>placerat</a:t>
            </a:r>
            <a:r>
              <a:rPr lang="fr-FR" sz="1050"/>
              <a:t> </a:t>
            </a:r>
            <a:r>
              <a:rPr lang="fr-FR" sz="1050" err="1"/>
              <a:t>efficitur</a:t>
            </a:r>
            <a:r>
              <a:rPr lang="fr-FR" sz="1050"/>
              <a:t> massa, </a:t>
            </a:r>
            <a:r>
              <a:rPr lang="fr-FR" sz="1050" err="1"/>
              <a:t>sit</a:t>
            </a:r>
            <a:r>
              <a:rPr lang="fr-FR" sz="1050"/>
              <a:t> </a:t>
            </a:r>
            <a:r>
              <a:rPr lang="fr-FR" sz="1050" err="1"/>
              <a:t>amet</a:t>
            </a:r>
            <a:r>
              <a:rPr lang="fr-FR" sz="1050"/>
              <a:t> </a:t>
            </a:r>
            <a:r>
              <a:rPr lang="fr-FR" sz="1050" err="1"/>
              <a:t>mattis</a:t>
            </a:r>
            <a:r>
              <a:rPr lang="fr-FR" sz="1050"/>
              <a:t>.</a:t>
            </a:r>
          </a:p>
        </p:txBody>
      </p:sp>
      <p:sp>
        <p:nvSpPr>
          <p:cNvPr id="19" name="Rectangle 18">
            <a:extLst>
              <a:ext uri="{FF2B5EF4-FFF2-40B4-BE49-F238E27FC236}">
                <a16:creationId xmlns:a16="http://schemas.microsoft.com/office/drawing/2014/main" id="{4924F34C-2180-4031-DE00-D14103C7125C}"/>
              </a:ext>
            </a:extLst>
          </p:cNvPr>
          <p:cNvSpPr/>
          <p:nvPr/>
        </p:nvSpPr>
        <p:spPr>
          <a:xfrm>
            <a:off x="798897" y="3041406"/>
            <a:ext cx="3508784" cy="1007937"/>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0" name="Oval 19">
            <a:extLst>
              <a:ext uri="{FF2B5EF4-FFF2-40B4-BE49-F238E27FC236}">
                <a16:creationId xmlns:a16="http://schemas.microsoft.com/office/drawing/2014/main" id="{612A214B-B019-6633-3614-495EDBADCAFB}"/>
              </a:ext>
            </a:extLst>
          </p:cNvPr>
          <p:cNvSpPr/>
          <p:nvPr/>
        </p:nvSpPr>
        <p:spPr>
          <a:xfrm>
            <a:off x="348744" y="2960384"/>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1" name="Rectangle 20">
            <a:extLst>
              <a:ext uri="{FF2B5EF4-FFF2-40B4-BE49-F238E27FC236}">
                <a16:creationId xmlns:a16="http://schemas.microsoft.com/office/drawing/2014/main" id="{FCBB02E5-D01A-9097-BCAF-22A3CD309ACE}"/>
              </a:ext>
            </a:extLst>
          </p:cNvPr>
          <p:cNvSpPr/>
          <p:nvPr/>
        </p:nvSpPr>
        <p:spPr>
          <a:xfrm>
            <a:off x="5150740" y="1649315"/>
            <a:ext cx="3508784" cy="1007937"/>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2" name="Oval 21">
            <a:extLst>
              <a:ext uri="{FF2B5EF4-FFF2-40B4-BE49-F238E27FC236}">
                <a16:creationId xmlns:a16="http://schemas.microsoft.com/office/drawing/2014/main" id="{9A6DE5DF-B3CB-9BD4-BB21-29D27FB78A98}"/>
              </a:ext>
            </a:extLst>
          </p:cNvPr>
          <p:cNvSpPr/>
          <p:nvPr/>
        </p:nvSpPr>
        <p:spPr>
          <a:xfrm>
            <a:off x="4700588" y="1568294"/>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3" name="Rectangle 22">
            <a:extLst>
              <a:ext uri="{FF2B5EF4-FFF2-40B4-BE49-F238E27FC236}">
                <a16:creationId xmlns:a16="http://schemas.microsoft.com/office/drawing/2014/main" id="{92C81FF5-632F-D48C-8F0C-BF63E61C67B9}"/>
              </a:ext>
            </a:extLst>
          </p:cNvPr>
          <p:cNvSpPr/>
          <p:nvPr/>
        </p:nvSpPr>
        <p:spPr>
          <a:xfrm>
            <a:off x="5150740" y="3041406"/>
            <a:ext cx="3508784" cy="1007937"/>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4" name="Oval 23">
            <a:extLst>
              <a:ext uri="{FF2B5EF4-FFF2-40B4-BE49-F238E27FC236}">
                <a16:creationId xmlns:a16="http://schemas.microsoft.com/office/drawing/2014/main" id="{F1B01EB0-1EF8-9415-6B15-97ABDA83145D}"/>
              </a:ext>
            </a:extLst>
          </p:cNvPr>
          <p:cNvSpPr/>
          <p:nvPr/>
        </p:nvSpPr>
        <p:spPr>
          <a:xfrm>
            <a:off x="4700588" y="2960384"/>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5" name="Text Placeholder 15">
            <a:extLst>
              <a:ext uri="{FF2B5EF4-FFF2-40B4-BE49-F238E27FC236}">
                <a16:creationId xmlns:a16="http://schemas.microsoft.com/office/drawing/2014/main" id="{BC2BC97E-2677-AC12-41E0-4F846BDB8C30}"/>
              </a:ext>
            </a:extLst>
          </p:cNvPr>
          <p:cNvSpPr txBox="1">
            <a:spLocks/>
          </p:cNvSpPr>
          <p:nvPr/>
        </p:nvSpPr>
        <p:spPr>
          <a:xfrm>
            <a:off x="1697978" y="3187669"/>
            <a:ext cx="2366815" cy="643979"/>
          </a:xfrm>
          <a:prstGeom prst="rect">
            <a:avLst/>
          </a:prstGeom>
        </p:spPr>
        <p:txBody>
          <a:bodyPr vert="horz" lIns="13716" tIns="0" rIns="0" bIns="0" rtlCol="0">
            <a:noAutofit/>
          </a:bodyPr>
          <a:lstStyle>
            <a:lvl1pPr marL="154513" indent="-154513"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867" kern="1200">
                <a:solidFill>
                  <a:schemeClr val="bg2"/>
                </a:solidFill>
                <a:latin typeface="Arial" panose="020B0604020202020204" pitchFamily="34" charset="0"/>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solidFill>
                  <a:schemeClr val="tx2"/>
                </a:solidFill>
              </a:rPr>
              <a:t>Conversation</a:t>
            </a:r>
            <a:br>
              <a:rPr lang="fr-FR" sz="1050"/>
            </a:br>
            <a:r>
              <a:rPr lang="fr-FR" sz="1050"/>
              <a:t>Consectetur adipiscing elit. Ut dapibus tincidunt bibendum. Integer placerat efficitur massa, sit amet mattis.</a:t>
            </a:r>
          </a:p>
        </p:txBody>
      </p:sp>
      <p:sp>
        <p:nvSpPr>
          <p:cNvPr id="26" name="Text Placeholder 15">
            <a:extLst>
              <a:ext uri="{FF2B5EF4-FFF2-40B4-BE49-F238E27FC236}">
                <a16:creationId xmlns:a16="http://schemas.microsoft.com/office/drawing/2014/main" id="{DE8E3D8A-7CED-37A4-6D7C-0464D868D1D4}"/>
              </a:ext>
            </a:extLst>
          </p:cNvPr>
          <p:cNvSpPr txBox="1">
            <a:spLocks/>
          </p:cNvSpPr>
          <p:nvPr/>
        </p:nvSpPr>
        <p:spPr>
          <a:xfrm>
            <a:off x="6075480" y="1805220"/>
            <a:ext cx="2366815" cy="643979"/>
          </a:xfrm>
          <a:prstGeom prst="rect">
            <a:avLst/>
          </a:prstGeom>
        </p:spPr>
        <p:txBody>
          <a:bodyPr vert="horz" lIns="13716" tIns="0" rIns="0" bIns="0" rtlCol="0">
            <a:noAutofit/>
          </a:bodyPr>
          <a:lstStyle>
            <a:lvl1pPr marL="154513" indent="-154513"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867" kern="1200">
                <a:solidFill>
                  <a:schemeClr val="bg2"/>
                </a:solidFill>
                <a:latin typeface="Arial" panose="020B0604020202020204" pitchFamily="34" charset="0"/>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solidFill>
                  <a:schemeClr val="tx2"/>
                </a:solidFill>
              </a:rPr>
              <a:t>Meeting Goals</a:t>
            </a:r>
            <a:br>
              <a:rPr lang="fr-FR" sz="1050"/>
            </a:br>
            <a:r>
              <a:rPr lang="fr-FR" sz="1050"/>
              <a:t>Consectetur adipiscing elit. Ut dapibus tincidunt bibendum. Integer placerat efficitur massa, sit amet mattis.</a:t>
            </a:r>
          </a:p>
        </p:txBody>
      </p:sp>
      <p:sp>
        <p:nvSpPr>
          <p:cNvPr id="27" name="Text Placeholder 15">
            <a:extLst>
              <a:ext uri="{FF2B5EF4-FFF2-40B4-BE49-F238E27FC236}">
                <a16:creationId xmlns:a16="http://schemas.microsoft.com/office/drawing/2014/main" id="{AF0F0BA5-E655-825D-A1C5-566913C8AF2E}"/>
              </a:ext>
            </a:extLst>
          </p:cNvPr>
          <p:cNvSpPr txBox="1">
            <a:spLocks/>
          </p:cNvSpPr>
          <p:nvPr/>
        </p:nvSpPr>
        <p:spPr>
          <a:xfrm>
            <a:off x="6075480" y="3195796"/>
            <a:ext cx="2366815" cy="643979"/>
          </a:xfrm>
          <a:prstGeom prst="rect">
            <a:avLst/>
          </a:prstGeom>
        </p:spPr>
        <p:txBody>
          <a:bodyPr vert="horz" lIns="13716" tIns="0" rIns="0" bIns="0" rtlCol="0">
            <a:noAutofit/>
          </a:bodyPr>
          <a:lstStyle>
            <a:lvl1pPr marL="154513" indent="-154513"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867" kern="1200">
                <a:solidFill>
                  <a:schemeClr val="bg2"/>
                </a:solidFill>
                <a:latin typeface="Arial" panose="020B0604020202020204" pitchFamily="34" charset="0"/>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solidFill>
                  <a:schemeClr val="tx2"/>
                </a:solidFill>
              </a:rPr>
              <a:t>Employees</a:t>
            </a:r>
            <a:br>
              <a:rPr lang="fr-FR" sz="1050"/>
            </a:br>
            <a:r>
              <a:rPr lang="fr-FR" sz="1050"/>
              <a:t>Consectetur adipiscing elit. Ut dapibus tincidunt bibendum. Integer placerat efficitur massa, sit amet mattis.</a:t>
            </a:r>
          </a:p>
        </p:txBody>
      </p:sp>
      <p:pic>
        <p:nvPicPr>
          <p:cNvPr id="3" name="Graphic 2">
            <a:extLst>
              <a:ext uri="{FF2B5EF4-FFF2-40B4-BE49-F238E27FC236}">
                <a16:creationId xmlns:a16="http://schemas.microsoft.com/office/drawing/2014/main" id="{A26F83BE-7B66-411B-BD21-89550961AAE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42161" y="1788436"/>
            <a:ext cx="703093" cy="703093"/>
          </a:xfrm>
          <a:prstGeom prst="rect">
            <a:avLst/>
          </a:prstGeom>
        </p:spPr>
      </p:pic>
      <p:pic>
        <p:nvPicPr>
          <p:cNvPr id="4" name="Graphic 3">
            <a:extLst>
              <a:ext uri="{FF2B5EF4-FFF2-40B4-BE49-F238E27FC236}">
                <a16:creationId xmlns:a16="http://schemas.microsoft.com/office/drawing/2014/main" id="{B3D9E31C-4953-3A36-CCE4-A9E6D0A6887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76030" y="1836187"/>
            <a:ext cx="703093" cy="703093"/>
          </a:xfrm>
          <a:prstGeom prst="rect">
            <a:avLst/>
          </a:prstGeom>
        </p:spPr>
      </p:pic>
      <p:pic>
        <p:nvPicPr>
          <p:cNvPr id="5" name="Graphic 4">
            <a:extLst>
              <a:ext uri="{FF2B5EF4-FFF2-40B4-BE49-F238E27FC236}">
                <a16:creationId xmlns:a16="http://schemas.microsoft.com/office/drawing/2014/main" id="{EDCA025E-E62F-829D-34D6-75F5748E1BF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921016" y="3151952"/>
            <a:ext cx="703093" cy="703093"/>
          </a:xfrm>
          <a:prstGeom prst="rect">
            <a:avLst/>
          </a:prstGeom>
        </p:spPr>
      </p:pic>
      <p:pic>
        <p:nvPicPr>
          <p:cNvPr id="6" name="Graphic 5">
            <a:extLst>
              <a:ext uri="{FF2B5EF4-FFF2-40B4-BE49-F238E27FC236}">
                <a16:creationId xmlns:a16="http://schemas.microsoft.com/office/drawing/2014/main" id="{0864D5B2-05C6-A2C1-1F9F-17CE1490689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87382" y="3201511"/>
            <a:ext cx="667005" cy="667005"/>
          </a:xfrm>
          <a:prstGeom prst="rect">
            <a:avLst/>
          </a:prstGeom>
        </p:spPr>
      </p:pic>
    </p:spTree>
    <p:extLst>
      <p:ext uri="{BB962C8B-B14F-4D97-AF65-F5344CB8AC3E}">
        <p14:creationId xmlns:p14="http://schemas.microsoft.com/office/powerpoint/2010/main" val="331171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53B6E52-A4E6-129A-D8DC-96760E5C7BA8}"/>
              </a:ext>
            </a:extLst>
          </p:cNvPr>
          <p:cNvPicPr>
            <a:picLocks noGrp="1" noChangeAspect="1" noChangeArrowheads="1"/>
          </p:cNvPicPr>
          <p:nvPr>
            <p:ph type="pic" sz="quarter" idx="18"/>
          </p:nvPr>
        </p:nvPicPr>
        <p:blipFill>
          <a:blip r:embed="rId3" cstate="email">
            <a:extLst>
              <a:ext uri="{28A0092B-C50C-407E-A947-70E740481C1C}">
                <a14:useLocalDpi xmlns:a14="http://schemas.microsoft.com/office/drawing/2010/main"/>
              </a:ext>
            </a:extLst>
          </a:blip>
          <a:srcRect/>
          <a:stretch>
            <a:fillRect/>
          </a:stretch>
        </p:blipFill>
        <p:spPr bwMode="auto">
          <a:xfrm>
            <a:off x="4552950" y="0"/>
            <a:ext cx="4591050" cy="5143500"/>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4">
            <a:extLst>
              <a:ext uri="{FF2B5EF4-FFF2-40B4-BE49-F238E27FC236}">
                <a16:creationId xmlns:a16="http://schemas.microsoft.com/office/drawing/2014/main" id="{322EB8B6-58A0-1D4B-93DD-189D0B4EAE15}"/>
              </a:ext>
            </a:extLst>
          </p:cNvPr>
          <p:cNvSpPr>
            <a:spLocks noGrp="1"/>
          </p:cNvSpPr>
          <p:nvPr>
            <p:ph type="title"/>
          </p:nvPr>
        </p:nvSpPr>
        <p:spPr/>
        <p:txBody>
          <a:bodyPr/>
          <a:lstStyle/>
          <a:p>
            <a:r>
              <a:rPr lang="en-US"/>
              <a:t>Icon Use Layout Example</a:t>
            </a:r>
          </a:p>
        </p:txBody>
      </p:sp>
      <p:sp>
        <p:nvSpPr>
          <p:cNvPr id="8" name="Text Placeholder 7">
            <a:extLst>
              <a:ext uri="{FF2B5EF4-FFF2-40B4-BE49-F238E27FC236}">
                <a16:creationId xmlns:a16="http://schemas.microsoft.com/office/drawing/2014/main" id="{221D281E-338D-EE4D-9FC4-1185F7E09019}"/>
              </a:ext>
            </a:extLst>
          </p:cNvPr>
          <p:cNvSpPr>
            <a:spLocks noGrp="1"/>
          </p:cNvSpPr>
          <p:nvPr>
            <p:ph type="body" sz="quarter" idx="12"/>
          </p:nvPr>
        </p:nvSpPr>
        <p:spPr/>
        <p:txBody>
          <a:bodyPr/>
          <a:lstStyle/>
          <a:p>
            <a:endParaRPr lang="en-US"/>
          </a:p>
        </p:txBody>
      </p:sp>
      <p:sp>
        <p:nvSpPr>
          <p:cNvPr id="26" name="Footer Placeholder 1">
            <a:extLst>
              <a:ext uri="{FF2B5EF4-FFF2-40B4-BE49-F238E27FC236}">
                <a16:creationId xmlns:a16="http://schemas.microsoft.com/office/drawing/2014/main" id="{7748657C-A401-4833-A3CA-FA740FAA6299}"/>
              </a:ext>
            </a:extLst>
          </p:cNvPr>
          <p:cNvSpPr>
            <a:spLocks noGrp="1"/>
          </p:cNvSpPr>
          <p:nvPr>
            <p:ph type="ftr" sz="quarter" idx="16"/>
          </p:nvPr>
        </p:nvSpPr>
        <p:spPr/>
        <p:txBody>
          <a:bodyPr/>
          <a:lstStyle/>
          <a:p>
            <a:r>
              <a:rPr lang="en-US"/>
              <a:t>Presentation Name or Footer Copy</a:t>
            </a:r>
          </a:p>
        </p:txBody>
      </p:sp>
      <p:sp>
        <p:nvSpPr>
          <p:cNvPr id="21" name="Text Placeholder 3">
            <a:extLst>
              <a:ext uri="{FF2B5EF4-FFF2-40B4-BE49-F238E27FC236}">
                <a16:creationId xmlns:a16="http://schemas.microsoft.com/office/drawing/2014/main" id="{F8B45690-A377-41AA-9FBD-8FD1C3B87051}"/>
              </a:ext>
            </a:extLst>
          </p:cNvPr>
          <p:cNvSpPr txBox="1">
            <a:spLocks/>
          </p:cNvSpPr>
          <p:nvPr/>
        </p:nvSpPr>
        <p:spPr>
          <a:xfrm>
            <a:off x="923757" y="3043780"/>
            <a:ext cx="1161635" cy="565081"/>
          </a:xfrm>
          <a:prstGeom prst="rect">
            <a:avLst/>
          </a:prstGeom>
        </p:spPr>
        <p:txBody>
          <a:bodyPr vert="horz" lIns="13716" tIns="0" rIns="0" bIns="0" rtlCol="0">
            <a:noAutofit/>
          </a:bodyPr>
          <a:lstStyle>
            <a:lvl1pPr marL="0" indent="0" algn="l" defTabSz="914377" rtl="0" eaLnBrk="1" latinLnBrk="0" hangingPunct="1">
              <a:lnSpc>
                <a:spcPct val="100000"/>
              </a:lnSpc>
              <a:spcBef>
                <a:spcPts val="0"/>
              </a:spcBef>
              <a:spcAft>
                <a:spcPts val="800"/>
              </a:spcAft>
              <a:buClr>
                <a:schemeClr val="tx2"/>
              </a:buClr>
              <a:buFont typeface="Arial" panose="020B0604020202020204" pitchFamily="34" charset="0"/>
              <a:buNone/>
              <a:tabLst/>
              <a:defRPr lang="en-US" sz="1400" b="0" kern="1200">
                <a:solidFill>
                  <a:schemeClr val="bg2"/>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t>Podcasts</a:t>
            </a:r>
            <a:br>
              <a:rPr lang="en-US" sz="1050" b="1"/>
            </a:br>
            <a:r>
              <a:rPr lang="en-US" sz="900"/>
              <a:t>Aenean magna mi, venenatis et volutpat non feugiat</a:t>
            </a:r>
            <a:endParaRPr lang="en-US" sz="1050"/>
          </a:p>
        </p:txBody>
      </p:sp>
      <p:sp>
        <p:nvSpPr>
          <p:cNvPr id="22" name="Text Placeholder 3">
            <a:extLst>
              <a:ext uri="{FF2B5EF4-FFF2-40B4-BE49-F238E27FC236}">
                <a16:creationId xmlns:a16="http://schemas.microsoft.com/office/drawing/2014/main" id="{A2F0E547-5153-4A5D-80FC-58F06B7347A8}"/>
              </a:ext>
            </a:extLst>
          </p:cNvPr>
          <p:cNvSpPr txBox="1">
            <a:spLocks/>
          </p:cNvSpPr>
          <p:nvPr/>
        </p:nvSpPr>
        <p:spPr>
          <a:xfrm>
            <a:off x="2893659" y="3043780"/>
            <a:ext cx="1161635" cy="565081"/>
          </a:xfrm>
          <a:prstGeom prst="rect">
            <a:avLst/>
          </a:prstGeom>
        </p:spPr>
        <p:txBody>
          <a:bodyPr vert="horz" lIns="13716" tIns="0" rIns="0" bIns="0" rtlCol="0">
            <a:noAutofit/>
          </a:bodyPr>
          <a:lstStyle>
            <a:lvl1pPr marL="0" indent="0" algn="l" defTabSz="914377" rtl="0" eaLnBrk="1" latinLnBrk="0" hangingPunct="1">
              <a:lnSpc>
                <a:spcPct val="100000"/>
              </a:lnSpc>
              <a:spcBef>
                <a:spcPts val="0"/>
              </a:spcBef>
              <a:spcAft>
                <a:spcPts val="800"/>
              </a:spcAft>
              <a:buClr>
                <a:schemeClr val="tx2"/>
              </a:buClr>
              <a:buFont typeface="Arial" panose="020B0604020202020204" pitchFamily="34" charset="0"/>
              <a:buNone/>
              <a:tabLst/>
              <a:defRPr lang="en-US" sz="1400" b="0" kern="1200">
                <a:solidFill>
                  <a:schemeClr val="bg2"/>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t>Support</a:t>
            </a:r>
            <a:br>
              <a:rPr lang="en-US" sz="1050" b="1"/>
            </a:br>
            <a:r>
              <a:rPr lang="en-US" sz="900"/>
              <a:t>Aenean magna mi, venenatis et volutpat non feugiat</a:t>
            </a:r>
            <a:endParaRPr lang="en-US" sz="1050"/>
          </a:p>
        </p:txBody>
      </p:sp>
      <p:sp>
        <p:nvSpPr>
          <p:cNvPr id="23" name="Text Placeholder 3">
            <a:extLst>
              <a:ext uri="{FF2B5EF4-FFF2-40B4-BE49-F238E27FC236}">
                <a16:creationId xmlns:a16="http://schemas.microsoft.com/office/drawing/2014/main" id="{A7058D1D-1F00-4D42-9A1F-B9944E79E271}"/>
              </a:ext>
            </a:extLst>
          </p:cNvPr>
          <p:cNvSpPr txBox="1">
            <a:spLocks/>
          </p:cNvSpPr>
          <p:nvPr/>
        </p:nvSpPr>
        <p:spPr>
          <a:xfrm>
            <a:off x="923756" y="3864237"/>
            <a:ext cx="1161635" cy="565081"/>
          </a:xfrm>
          <a:prstGeom prst="rect">
            <a:avLst/>
          </a:prstGeom>
        </p:spPr>
        <p:txBody>
          <a:bodyPr vert="horz" lIns="13716" tIns="0" rIns="0" bIns="0" rtlCol="0">
            <a:noAutofit/>
          </a:bodyPr>
          <a:lstStyle>
            <a:lvl1pPr marL="0" indent="0" algn="l" defTabSz="914377" rtl="0" eaLnBrk="1" latinLnBrk="0" hangingPunct="1">
              <a:lnSpc>
                <a:spcPct val="100000"/>
              </a:lnSpc>
              <a:spcBef>
                <a:spcPts val="0"/>
              </a:spcBef>
              <a:spcAft>
                <a:spcPts val="800"/>
              </a:spcAft>
              <a:buClr>
                <a:schemeClr val="tx2"/>
              </a:buClr>
              <a:buFont typeface="Arial" panose="020B0604020202020204" pitchFamily="34" charset="0"/>
              <a:buNone/>
              <a:tabLst/>
              <a:defRPr lang="en-US" sz="1400" b="0" kern="1200">
                <a:solidFill>
                  <a:schemeClr val="bg2"/>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t>Medicine</a:t>
            </a:r>
            <a:br>
              <a:rPr lang="en-US" sz="1050" b="1"/>
            </a:br>
            <a:r>
              <a:rPr lang="en-US" sz="900"/>
              <a:t>Aenean magna mi, venenatis et volutpat non feugiat</a:t>
            </a:r>
            <a:endParaRPr lang="en-US" sz="1050"/>
          </a:p>
        </p:txBody>
      </p:sp>
      <p:sp>
        <p:nvSpPr>
          <p:cNvPr id="24" name="Text Placeholder 3">
            <a:extLst>
              <a:ext uri="{FF2B5EF4-FFF2-40B4-BE49-F238E27FC236}">
                <a16:creationId xmlns:a16="http://schemas.microsoft.com/office/drawing/2014/main" id="{8E1E6FEB-DD13-4651-8639-1A8AE4B6BB4C}"/>
              </a:ext>
            </a:extLst>
          </p:cNvPr>
          <p:cNvSpPr txBox="1">
            <a:spLocks/>
          </p:cNvSpPr>
          <p:nvPr/>
        </p:nvSpPr>
        <p:spPr>
          <a:xfrm>
            <a:off x="2893660" y="3864237"/>
            <a:ext cx="1161635" cy="565081"/>
          </a:xfrm>
          <a:prstGeom prst="rect">
            <a:avLst/>
          </a:prstGeom>
        </p:spPr>
        <p:txBody>
          <a:bodyPr vert="horz" lIns="13716" tIns="0" rIns="0" bIns="0" rtlCol="0">
            <a:noAutofit/>
          </a:bodyPr>
          <a:lstStyle>
            <a:lvl1pPr marL="0" indent="0" algn="l" defTabSz="914377" rtl="0" eaLnBrk="1" latinLnBrk="0" hangingPunct="1">
              <a:lnSpc>
                <a:spcPct val="100000"/>
              </a:lnSpc>
              <a:spcBef>
                <a:spcPts val="0"/>
              </a:spcBef>
              <a:spcAft>
                <a:spcPts val="800"/>
              </a:spcAft>
              <a:buClr>
                <a:schemeClr val="tx2"/>
              </a:buClr>
              <a:buFont typeface="Arial" panose="020B0604020202020204" pitchFamily="34" charset="0"/>
              <a:buNone/>
              <a:tabLst/>
              <a:defRPr lang="en-US" sz="1400" b="0" kern="1200">
                <a:solidFill>
                  <a:schemeClr val="bg2"/>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t>Partnerships</a:t>
            </a:r>
            <a:br>
              <a:rPr lang="en-US" sz="1050" b="1"/>
            </a:br>
            <a:r>
              <a:rPr lang="en-US" sz="900"/>
              <a:t>Aenean magna mi, venenatis et volutpat non feugiat</a:t>
            </a:r>
            <a:endParaRPr lang="en-US" sz="1050"/>
          </a:p>
        </p:txBody>
      </p:sp>
      <p:pic>
        <p:nvPicPr>
          <p:cNvPr id="2" name="Picture 1">
            <a:extLst>
              <a:ext uri="{FF2B5EF4-FFF2-40B4-BE49-F238E27FC236}">
                <a16:creationId xmlns:a16="http://schemas.microsoft.com/office/drawing/2014/main" id="{5F31B990-27DA-792B-0846-4DBD1DBDC1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29" name="Text Placeholder 4">
            <a:extLst>
              <a:ext uri="{FF2B5EF4-FFF2-40B4-BE49-F238E27FC236}">
                <a16:creationId xmlns:a16="http://schemas.microsoft.com/office/drawing/2014/main" id="{6A91CEAC-9711-9448-1040-992C4099D173}"/>
              </a:ext>
            </a:extLst>
          </p:cNvPr>
          <p:cNvSpPr txBox="1">
            <a:spLocks/>
          </p:cNvSpPr>
          <p:nvPr/>
        </p:nvSpPr>
        <p:spPr>
          <a:xfrm>
            <a:off x="350489" y="1457674"/>
            <a:ext cx="3849723" cy="428786"/>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solidFill>
                  <a:schemeClr val="tx2"/>
                </a:solidFill>
              </a:rPr>
              <a:t>Lorem ipsum dolor sit </a:t>
            </a:r>
            <a:r>
              <a:rPr lang="en-US" err="1">
                <a:solidFill>
                  <a:schemeClr val="tx2"/>
                </a:solidFill>
              </a:rPr>
              <a:t>amet</a:t>
            </a:r>
            <a:r>
              <a:rPr lang="en-US">
                <a:solidFill>
                  <a:schemeClr val="tx2"/>
                </a:solidFill>
              </a:rPr>
              <a:t>, </a:t>
            </a:r>
            <a:r>
              <a:rPr lang="en-US" err="1">
                <a:solidFill>
                  <a:schemeClr val="tx2"/>
                </a:solidFill>
              </a:rPr>
              <a:t>consectetur</a:t>
            </a:r>
            <a:r>
              <a:rPr lang="en-US">
                <a:solidFill>
                  <a:schemeClr val="tx2"/>
                </a:solidFill>
              </a:rPr>
              <a:t> </a:t>
            </a:r>
            <a:r>
              <a:rPr lang="en-US" err="1">
                <a:solidFill>
                  <a:schemeClr val="tx2"/>
                </a:solidFill>
              </a:rPr>
              <a:t>adipiscing</a:t>
            </a:r>
            <a:r>
              <a:rPr lang="en-US">
                <a:solidFill>
                  <a:schemeClr val="tx2"/>
                </a:solidFill>
              </a:rPr>
              <a:t> </a:t>
            </a:r>
            <a:r>
              <a:rPr lang="en-US" err="1">
                <a:solidFill>
                  <a:schemeClr val="tx2"/>
                </a:solidFill>
              </a:rPr>
              <a:t>elit</a:t>
            </a:r>
            <a:r>
              <a:rPr lang="en-US">
                <a:solidFill>
                  <a:schemeClr val="tx2"/>
                </a:solidFill>
              </a:rPr>
              <a:t>. </a:t>
            </a:r>
            <a:r>
              <a:rPr lang="en-US" err="1">
                <a:solidFill>
                  <a:schemeClr val="tx2"/>
                </a:solidFill>
              </a:rPr>
              <a:t>Suspendisse</a:t>
            </a:r>
            <a:r>
              <a:rPr lang="en-US">
                <a:solidFill>
                  <a:schemeClr val="tx2"/>
                </a:solidFill>
              </a:rPr>
              <a:t> dictum magna.</a:t>
            </a:r>
          </a:p>
        </p:txBody>
      </p:sp>
      <p:sp>
        <p:nvSpPr>
          <p:cNvPr id="30" name="Text Placeholder 3">
            <a:extLst>
              <a:ext uri="{FF2B5EF4-FFF2-40B4-BE49-F238E27FC236}">
                <a16:creationId xmlns:a16="http://schemas.microsoft.com/office/drawing/2014/main" id="{4AF23F46-F882-53A7-A9EF-F3F35C360630}"/>
              </a:ext>
            </a:extLst>
          </p:cNvPr>
          <p:cNvSpPr>
            <a:spLocks noGrp="1"/>
          </p:cNvSpPr>
          <p:nvPr>
            <p:ph type="body" sz="quarter" idx="15"/>
          </p:nvPr>
        </p:nvSpPr>
        <p:spPr>
          <a:xfrm>
            <a:off x="350489" y="2111536"/>
            <a:ext cx="3849723" cy="746798"/>
          </a:xfrm>
        </p:spPr>
        <p:txBody>
          <a:bodyPr>
            <a:noAutofit/>
          </a:bodyPr>
          <a:lstStyle/>
          <a:p>
            <a:r>
              <a:rPr lang="en-US"/>
              <a:t>Vestibulum </a:t>
            </a:r>
            <a:r>
              <a:rPr lang="en-US" err="1"/>
              <a:t>risus</a:t>
            </a:r>
            <a:r>
              <a:rPr lang="en-US"/>
              <a:t> </a:t>
            </a:r>
            <a:r>
              <a:rPr lang="en-US" err="1"/>
              <a:t>nunc</a:t>
            </a:r>
            <a:r>
              <a:rPr lang="en-US"/>
              <a:t>, </a:t>
            </a:r>
            <a:r>
              <a:rPr lang="en-US" err="1"/>
              <a:t>aliquet</a:t>
            </a:r>
            <a:r>
              <a:rPr lang="en-US"/>
              <a:t> </a:t>
            </a:r>
            <a:r>
              <a:rPr lang="en-US" err="1"/>
              <a:t>feugiat</a:t>
            </a:r>
            <a:r>
              <a:rPr lang="en-US"/>
              <a:t> nisi </a:t>
            </a:r>
            <a:r>
              <a:rPr lang="en-US" err="1"/>
              <a:t>vulputate</a:t>
            </a:r>
            <a:r>
              <a:rPr lang="en-US"/>
              <a:t>, </a:t>
            </a:r>
            <a:r>
              <a:rPr lang="en-US" err="1"/>
              <a:t>sagittis</a:t>
            </a:r>
            <a:r>
              <a:rPr lang="en-US"/>
              <a:t> </a:t>
            </a:r>
            <a:r>
              <a:rPr lang="en-US" err="1"/>
              <a:t>volutpat</a:t>
            </a:r>
            <a:r>
              <a:rPr lang="en-US"/>
              <a:t> dui. Nunc rastrum </a:t>
            </a:r>
            <a:r>
              <a:rPr lang="en-US" err="1"/>
              <a:t>tellus</a:t>
            </a:r>
            <a:r>
              <a:rPr lang="en-US"/>
              <a:t> sed </a:t>
            </a:r>
            <a:r>
              <a:rPr lang="en-US" err="1"/>
              <a:t>placerat</a:t>
            </a:r>
            <a:r>
              <a:rPr lang="en-US"/>
              <a:t> </a:t>
            </a:r>
            <a:r>
              <a:rPr lang="en-US" err="1"/>
              <a:t>ornare</a:t>
            </a:r>
            <a:r>
              <a:rPr lang="en-US"/>
              <a:t>. In </a:t>
            </a:r>
            <a:r>
              <a:rPr lang="en-US" err="1"/>
              <a:t>sem</a:t>
            </a:r>
            <a:r>
              <a:rPr lang="en-US"/>
              <a:t> </a:t>
            </a:r>
            <a:r>
              <a:rPr lang="en-US" err="1"/>
              <a:t>tellus</a:t>
            </a:r>
            <a:r>
              <a:rPr lang="en-US"/>
              <a:t>, porta </a:t>
            </a:r>
            <a:r>
              <a:rPr lang="en-US" err="1"/>
              <a:t>ut</a:t>
            </a:r>
            <a:r>
              <a:rPr lang="en-US"/>
              <a:t> lacinia ac, </a:t>
            </a:r>
            <a:r>
              <a:rPr lang="en-US" err="1"/>
              <a:t>aliquam</a:t>
            </a:r>
            <a:r>
              <a:rPr lang="en-US"/>
              <a:t> </a:t>
            </a:r>
            <a:r>
              <a:rPr lang="en-US" err="1"/>
              <a:t>nec</a:t>
            </a:r>
            <a:r>
              <a:rPr lang="en-US"/>
              <a:t> </a:t>
            </a:r>
            <a:r>
              <a:rPr lang="en-US" err="1"/>
              <a:t>elit</a:t>
            </a:r>
            <a:r>
              <a:rPr lang="en-US"/>
              <a:t>. </a:t>
            </a:r>
            <a:r>
              <a:rPr lang="en-US" err="1"/>
              <a:t>Suspendisse</a:t>
            </a:r>
            <a:r>
              <a:rPr lang="en-US"/>
              <a:t> </a:t>
            </a:r>
            <a:r>
              <a:rPr lang="en-US" err="1"/>
              <a:t>pretium</a:t>
            </a:r>
            <a:r>
              <a:rPr lang="en-US"/>
              <a:t> </a:t>
            </a:r>
            <a:r>
              <a:rPr lang="en-US" err="1"/>
              <a:t>mauris</a:t>
            </a:r>
            <a:r>
              <a:rPr lang="en-US"/>
              <a:t> </a:t>
            </a:r>
            <a:r>
              <a:rPr lang="en-US" err="1"/>
              <a:t>sollicitudin</a:t>
            </a:r>
            <a:r>
              <a:rPr lang="en-US"/>
              <a:t>, </a:t>
            </a:r>
            <a:r>
              <a:rPr lang="en-US" err="1"/>
              <a:t>viverra</a:t>
            </a:r>
            <a:r>
              <a:rPr lang="en-US"/>
              <a:t> </a:t>
            </a:r>
            <a:r>
              <a:rPr lang="en-US" err="1"/>
              <a:t>lectus</a:t>
            </a:r>
            <a:r>
              <a:rPr lang="en-US"/>
              <a:t> non, </a:t>
            </a:r>
            <a:r>
              <a:rPr lang="en-US" err="1"/>
              <a:t>blandit</a:t>
            </a:r>
            <a:r>
              <a:rPr lang="en-US"/>
              <a:t> </a:t>
            </a:r>
            <a:r>
              <a:rPr lang="en-US" err="1"/>
              <a:t>nunc</a:t>
            </a:r>
            <a:r>
              <a:rPr lang="en-US"/>
              <a:t>.</a:t>
            </a:r>
          </a:p>
          <a:p>
            <a:endParaRPr lang="en-US"/>
          </a:p>
          <a:p>
            <a:endParaRPr lang="en-US"/>
          </a:p>
        </p:txBody>
      </p:sp>
      <p:pic>
        <p:nvPicPr>
          <p:cNvPr id="3" name="Graphic 2">
            <a:extLst>
              <a:ext uri="{FF2B5EF4-FFF2-40B4-BE49-F238E27FC236}">
                <a16:creationId xmlns:a16="http://schemas.microsoft.com/office/drawing/2014/main" id="{BAEAD861-499B-4A26-8A24-F373090F213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6854" y="3072767"/>
            <a:ext cx="502840" cy="502840"/>
          </a:xfrm>
          <a:prstGeom prst="rect">
            <a:avLst/>
          </a:prstGeom>
        </p:spPr>
      </p:pic>
      <p:pic>
        <p:nvPicPr>
          <p:cNvPr id="4" name="Graphic 3">
            <a:extLst>
              <a:ext uri="{FF2B5EF4-FFF2-40B4-BE49-F238E27FC236}">
                <a16:creationId xmlns:a16="http://schemas.microsoft.com/office/drawing/2014/main" id="{B03E718F-ACD9-3836-7A6C-451F6036C5B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328358" y="3072767"/>
            <a:ext cx="502840" cy="502840"/>
          </a:xfrm>
          <a:prstGeom prst="rect">
            <a:avLst/>
          </a:prstGeom>
        </p:spPr>
      </p:pic>
      <p:pic>
        <p:nvPicPr>
          <p:cNvPr id="6" name="Graphic 5">
            <a:extLst>
              <a:ext uri="{FF2B5EF4-FFF2-40B4-BE49-F238E27FC236}">
                <a16:creationId xmlns:a16="http://schemas.microsoft.com/office/drawing/2014/main" id="{136AF608-5DAF-5568-A9B8-5E0AA23AD2FA}"/>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328358" y="3912065"/>
            <a:ext cx="502840" cy="502840"/>
          </a:xfrm>
          <a:prstGeom prst="rect">
            <a:avLst/>
          </a:prstGeom>
        </p:spPr>
      </p:pic>
      <p:pic>
        <p:nvPicPr>
          <p:cNvPr id="7" name="Graphic 6">
            <a:extLst>
              <a:ext uri="{FF2B5EF4-FFF2-40B4-BE49-F238E27FC236}">
                <a16:creationId xmlns:a16="http://schemas.microsoft.com/office/drawing/2014/main" id="{93725B78-95D5-7C93-869A-587A34640622}"/>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36854" y="3912065"/>
            <a:ext cx="502840" cy="502840"/>
          </a:xfrm>
          <a:prstGeom prst="rect">
            <a:avLst/>
          </a:prstGeom>
        </p:spPr>
      </p:pic>
    </p:spTree>
    <p:extLst>
      <p:ext uri="{BB962C8B-B14F-4D97-AF65-F5344CB8AC3E}">
        <p14:creationId xmlns:p14="http://schemas.microsoft.com/office/powerpoint/2010/main" val="25276196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579998-DF0C-4F9C-B8E0-260F9D54FCFE}"/>
              </a:ext>
            </a:extLst>
          </p:cNvPr>
          <p:cNvSpPr>
            <a:spLocks noGrp="1"/>
          </p:cNvSpPr>
          <p:nvPr>
            <p:ph type="body" sz="quarter" idx="20"/>
          </p:nvPr>
        </p:nvSpPr>
        <p:spPr/>
        <p:txBody>
          <a:bodyPr/>
          <a:lstStyle/>
          <a:p>
            <a:r>
              <a:rPr lang="en-US"/>
              <a:t>OVERLINE/SECTION (OPTIONAL) IN ARIAL 8PT ALL CAPS</a:t>
            </a:r>
          </a:p>
        </p:txBody>
      </p:sp>
      <p:sp>
        <p:nvSpPr>
          <p:cNvPr id="5" name="Title 4">
            <a:extLst>
              <a:ext uri="{FF2B5EF4-FFF2-40B4-BE49-F238E27FC236}">
                <a16:creationId xmlns:a16="http://schemas.microsoft.com/office/drawing/2014/main" id="{A398B8F6-541D-4D5B-862F-EBA13CC5C70C}"/>
              </a:ext>
            </a:extLst>
          </p:cNvPr>
          <p:cNvSpPr>
            <a:spLocks noGrp="1"/>
          </p:cNvSpPr>
          <p:nvPr>
            <p:ph type="title"/>
          </p:nvPr>
        </p:nvSpPr>
        <p:spPr/>
        <p:txBody>
          <a:bodyPr/>
          <a:lstStyle/>
          <a:p>
            <a:r>
              <a:rPr lang="en-US"/>
              <a:t>Data Highlights</a:t>
            </a:r>
          </a:p>
        </p:txBody>
      </p:sp>
      <p:sp>
        <p:nvSpPr>
          <p:cNvPr id="6" name="Text Placeholder 5">
            <a:extLst>
              <a:ext uri="{FF2B5EF4-FFF2-40B4-BE49-F238E27FC236}">
                <a16:creationId xmlns:a16="http://schemas.microsoft.com/office/drawing/2014/main" id="{8E5B0205-0AE8-4580-8019-4EEAC7B7CFE5}"/>
              </a:ext>
            </a:extLst>
          </p:cNvPr>
          <p:cNvSpPr>
            <a:spLocks noGrp="1"/>
          </p:cNvSpPr>
          <p:nvPr>
            <p:ph type="body" sz="quarter" idx="35"/>
          </p:nvPr>
        </p:nvSpPr>
        <p:spPr/>
        <p:txBody>
          <a:bodyPr/>
          <a:lstStyle/>
          <a:p>
            <a:r>
              <a:rPr lang="en-US"/>
              <a:t>Subhead (optional) in Arial 20pt</a:t>
            </a:r>
          </a:p>
        </p:txBody>
      </p:sp>
      <p:sp>
        <p:nvSpPr>
          <p:cNvPr id="7" name="Text Placeholder 6">
            <a:extLst>
              <a:ext uri="{FF2B5EF4-FFF2-40B4-BE49-F238E27FC236}">
                <a16:creationId xmlns:a16="http://schemas.microsoft.com/office/drawing/2014/main" id="{A2D28C52-163A-4908-8729-3382A8F915AB}"/>
              </a:ext>
            </a:extLst>
          </p:cNvPr>
          <p:cNvSpPr>
            <a:spLocks noGrp="1"/>
          </p:cNvSpPr>
          <p:nvPr>
            <p:ph type="body" sz="quarter" idx="36"/>
          </p:nvPr>
        </p:nvSpPr>
        <p:spPr/>
        <p:txBody>
          <a:bodyPr/>
          <a:lstStyle/>
          <a:p>
            <a:r>
              <a:rPr lang="en-US"/>
              <a:t>XXX,XXX</a:t>
            </a:r>
          </a:p>
        </p:txBody>
      </p:sp>
      <p:sp>
        <p:nvSpPr>
          <p:cNvPr id="8" name="Text Placeholder 7">
            <a:extLst>
              <a:ext uri="{FF2B5EF4-FFF2-40B4-BE49-F238E27FC236}">
                <a16:creationId xmlns:a16="http://schemas.microsoft.com/office/drawing/2014/main" id="{290A500D-EDAC-485C-96EE-E69405FC5829}"/>
              </a:ext>
            </a:extLst>
          </p:cNvPr>
          <p:cNvSpPr>
            <a:spLocks noGrp="1"/>
          </p:cNvSpPr>
          <p:nvPr>
            <p:ph type="body" sz="quarter" idx="37"/>
          </p:nvPr>
        </p:nvSpPr>
        <p:spPr/>
        <p:txBody>
          <a:bodyPr/>
          <a:lstStyle/>
          <a:p>
            <a:r>
              <a:rPr lang="en-US"/>
              <a:t>Summary of data point can be inserted here and can continue up to three lines.</a:t>
            </a:r>
          </a:p>
        </p:txBody>
      </p:sp>
      <p:sp>
        <p:nvSpPr>
          <p:cNvPr id="9" name="Text Placeholder 8">
            <a:extLst>
              <a:ext uri="{FF2B5EF4-FFF2-40B4-BE49-F238E27FC236}">
                <a16:creationId xmlns:a16="http://schemas.microsoft.com/office/drawing/2014/main" id="{3109800F-6552-4E9E-8402-FF2669E1B431}"/>
              </a:ext>
            </a:extLst>
          </p:cNvPr>
          <p:cNvSpPr>
            <a:spLocks noGrp="1"/>
          </p:cNvSpPr>
          <p:nvPr>
            <p:ph type="body" sz="quarter" idx="38"/>
          </p:nvPr>
        </p:nvSpPr>
        <p:spPr/>
        <p:txBody>
          <a:bodyPr/>
          <a:lstStyle/>
          <a:p>
            <a:r>
              <a:rPr lang="en-US"/>
              <a:t>XXX,XXX</a:t>
            </a:r>
          </a:p>
        </p:txBody>
      </p:sp>
      <p:sp>
        <p:nvSpPr>
          <p:cNvPr id="10" name="Text Placeholder 9">
            <a:extLst>
              <a:ext uri="{FF2B5EF4-FFF2-40B4-BE49-F238E27FC236}">
                <a16:creationId xmlns:a16="http://schemas.microsoft.com/office/drawing/2014/main" id="{99C71F9A-6972-420B-B0DD-A14661B1605A}"/>
              </a:ext>
            </a:extLst>
          </p:cNvPr>
          <p:cNvSpPr>
            <a:spLocks noGrp="1"/>
          </p:cNvSpPr>
          <p:nvPr>
            <p:ph type="body" sz="quarter" idx="39"/>
          </p:nvPr>
        </p:nvSpPr>
        <p:spPr/>
        <p:txBody>
          <a:bodyPr/>
          <a:lstStyle/>
          <a:p>
            <a:pPr lvl="0"/>
            <a:r>
              <a:rPr lang="en-US"/>
              <a:t>Summary of data point can be inserted here and can continue up to three lines.</a:t>
            </a:r>
          </a:p>
        </p:txBody>
      </p:sp>
      <p:sp>
        <p:nvSpPr>
          <p:cNvPr id="11" name="Text Placeholder 10">
            <a:extLst>
              <a:ext uri="{FF2B5EF4-FFF2-40B4-BE49-F238E27FC236}">
                <a16:creationId xmlns:a16="http://schemas.microsoft.com/office/drawing/2014/main" id="{FD30EAEC-4589-4A07-9CCB-B77E8CE51C21}"/>
              </a:ext>
            </a:extLst>
          </p:cNvPr>
          <p:cNvSpPr>
            <a:spLocks noGrp="1"/>
          </p:cNvSpPr>
          <p:nvPr>
            <p:ph type="body" sz="quarter" idx="40"/>
          </p:nvPr>
        </p:nvSpPr>
        <p:spPr/>
        <p:txBody>
          <a:bodyPr/>
          <a:lstStyle/>
          <a:p>
            <a:r>
              <a:rPr lang="en-US"/>
              <a:t>XXX,XXX</a:t>
            </a:r>
          </a:p>
        </p:txBody>
      </p:sp>
      <p:sp>
        <p:nvSpPr>
          <p:cNvPr id="12" name="Text Placeholder 11">
            <a:extLst>
              <a:ext uri="{FF2B5EF4-FFF2-40B4-BE49-F238E27FC236}">
                <a16:creationId xmlns:a16="http://schemas.microsoft.com/office/drawing/2014/main" id="{C1EF62C1-7DA5-4F49-93CC-BD3EAFCBD8CC}"/>
              </a:ext>
            </a:extLst>
          </p:cNvPr>
          <p:cNvSpPr>
            <a:spLocks noGrp="1"/>
          </p:cNvSpPr>
          <p:nvPr>
            <p:ph type="body" sz="quarter" idx="41"/>
          </p:nvPr>
        </p:nvSpPr>
        <p:spPr/>
        <p:txBody>
          <a:bodyPr/>
          <a:lstStyle/>
          <a:p>
            <a:pPr lvl="0"/>
            <a:r>
              <a:rPr lang="en-US"/>
              <a:t>Summary of data point can be inserted here and can continue up to three lines.</a:t>
            </a:r>
          </a:p>
        </p:txBody>
      </p:sp>
      <p:sp>
        <p:nvSpPr>
          <p:cNvPr id="13" name="Text Placeholder 12">
            <a:extLst>
              <a:ext uri="{FF2B5EF4-FFF2-40B4-BE49-F238E27FC236}">
                <a16:creationId xmlns:a16="http://schemas.microsoft.com/office/drawing/2014/main" id="{CAEFBF9E-EDFF-4095-AABA-CBC89FFCB4E4}"/>
              </a:ext>
            </a:extLst>
          </p:cNvPr>
          <p:cNvSpPr>
            <a:spLocks noGrp="1"/>
          </p:cNvSpPr>
          <p:nvPr>
            <p:ph type="body" sz="quarter" idx="42"/>
          </p:nvPr>
        </p:nvSpPr>
        <p:spPr/>
        <p:txBody>
          <a:bodyPr/>
          <a:lstStyle/>
          <a:p>
            <a:r>
              <a:rPr lang="en-US"/>
              <a:t>XXX,XXX</a:t>
            </a:r>
          </a:p>
        </p:txBody>
      </p:sp>
      <p:sp>
        <p:nvSpPr>
          <p:cNvPr id="14" name="Text Placeholder 13">
            <a:extLst>
              <a:ext uri="{FF2B5EF4-FFF2-40B4-BE49-F238E27FC236}">
                <a16:creationId xmlns:a16="http://schemas.microsoft.com/office/drawing/2014/main" id="{826746D3-5F53-497A-8497-5019A7ED9831}"/>
              </a:ext>
            </a:extLst>
          </p:cNvPr>
          <p:cNvSpPr>
            <a:spLocks noGrp="1"/>
          </p:cNvSpPr>
          <p:nvPr>
            <p:ph type="body" sz="quarter" idx="43"/>
          </p:nvPr>
        </p:nvSpPr>
        <p:spPr/>
        <p:txBody>
          <a:bodyPr/>
          <a:lstStyle/>
          <a:p>
            <a:pPr lvl="0"/>
            <a:r>
              <a:rPr lang="en-US"/>
              <a:t>Summary of data point can be inserted here and can continue up to three lines.</a:t>
            </a:r>
          </a:p>
        </p:txBody>
      </p:sp>
      <p:sp>
        <p:nvSpPr>
          <p:cNvPr id="15" name="Text Placeholder 14">
            <a:extLst>
              <a:ext uri="{FF2B5EF4-FFF2-40B4-BE49-F238E27FC236}">
                <a16:creationId xmlns:a16="http://schemas.microsoft.com/office/drawing/2014/main" id="{50C0A3D8-99EF-4A43-A239-6B02EBC71A43}"/>
              </a:ext>
            </a:extLst>
          </p:cNvPr>
          <p:cNvSpPr>
            <a:spLocks noGrp="1"/>
          </p:cNvSpPr>
          <p:nvPr>
            <p:ph type="body" sz="quarter" idx="44"/>
          </p:nvPr>
        </p:nvSpPr>
        <p:spPr/>
        <p:txBody>
          <a:bodyPr/>
          <a:lstStyle/>
          <a:p>
            <a:r>
              <a:rPr lang="en-US"/>
              <a:t>XXX,XXX</a:t>
            </a:r>
          </a:p>
        </p:txBody>
      </p:sp>
      <p:sp>
        <p:nvSpPr>
          <p:cNvPr id="16" name="Text Placeholder 15">
            <a:extLst>
              <a:ext uri="{FF2B5EF4-FFF2-40B4-BE49-F238E27FC236}">
                <a16:creationId xmlns:a16="http://schemas.microsoft.com/office/drawing/2014/main" id="{FCDF30E2-4239-459B-9F71-0B405F01D42E}"/>
              </a:ext>
            </a:extLst>
          </p:cNvPr>
          <p:cNvSpPr>
            <a:spLocks noGrp="1"/>
          </p:cNvSpPr>
          <p:nvPr>
            <p:ph type="body" sz="quarter" idx="45"/>
          </p:nvPr>
        </p:nvSpPr>
        <p:spPr/>
        <p:txBody>
          <a:bodyPr/>
          <a:lstStyle/>
          <a:p>
            <a:pPr lvl="0"/>
            <a:r>
              <a:rPr lang="en-US"/>
              <a:t>Summary of data point can be inserted here and can continue up to three lines.</a:t>
            </a:r>
          </a:p>
        </p:txBody>
      </p:sp>
      <p:sp>
        <p:nvSpPr>
          <p:cNvPr id="17" name="Text Placeholder 16">
            <a:extLst>
              <a:ext uri="{FF2B5EF4-FFF2-40B4-BE49-F238E27FC236}">
                <a16:creationId xmlns:a16="http://schemas.microsoft.com/office/drawing/2014/main" id="{A7CCEF51-6A8C-4411-AF66-9683741B5F80}"/>
              </a:ext>
            </a:extLst>
          </p:cNvPr>
          <p:cNvSpPr>
            <a:spLocks noGrp="1"/>
          </p:cNvSpPr>
          <p:nvPr>
            <p:ph type="body" sz="quarter" idx="46"/>
          </p:nvPr>
        </p:nvSpPr>
        <p:spPr/>
        <p:txBody>
          <a:bodyPr/>
          <a:lstStyle/>
          <a:p>
            <a:r>
              <a:rPr lang="en-US"/>
              <a:t>XXX,XXX</a:t>
            </a:r>
          </a:p>
        </p:txBody>
      </p:sp>
      <p:sp>
        <p:nvSpPr>
          <p:cNvPr id="18" name="Text Placeholder 17">
            <a:extLst>
              <a:ext uri="{FF2B5EF4-FFF2-40B4-BE49-F238E27FC236}">
                <a16:creationId xmlns:a16="http://schemas.microsoft.com/office/drawing/2014/main" id="{5DDE980B-2868-4C6E-8E19-A6F8B3C9486C}"/>
              </a:ext>
            </a:extLst>
          </p:cNvPr>
          <p:cNvSpPr>
            <a:spLocks noGrp="1"/>
          </p:cNvSpPr>
          <p:nvPr>
            <p:ph type="body" sz="quarter" idx="47"/>
          </p:nvPr>
        </p:nvSpPr>
        <p:spPr/>
        <p:txBody>
          <a:bodyPr/>
          <a:lstStyle/>
          <a:p>
            <a:pPr lvl="0"/>
            <a:r>
              <a:rPr lang="en-US"/>
              <a:t>Summary of data point can be inserted here and can continue up to three lines.</a:t>
            </a:r>
          </a:p>
        </p:txBody>
      </p:sp>
      <p:sp>
        <p:nvSpPr>
          <p:cNvPr id="3" name="Footer Placeholder 2">
            <a:extLst>
              <a:ext uri="{FF2B5EF4-FFF2-40B4-BE49-F238E27FC236}">
                <a16:creationId xmlns:a16="http://schemas.microsoft.com/office/drawing/2014/main" id="{86CE25C8-4735-454D-AFBC-04B49EE04F35}"/>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76686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1E1633-CCA6-4826-A6BC-68D9444EEEAD}"/>
              </a:ext>
            </a:extLst>
          </p:cNvPr>
          <p:cNvSpPr>
            <a:spLocks noGrp="1"/>
          </p:cNvSpPr>
          <p:nvPr>
            <p:ph type="body" sz="quarter" idx="23"/>
          </p:nvPr>
        </p:nvSpPr>
        <p:spPr/>
        <p:txBody>
          <a:bodyPr/>
          <a:lstStyle/>
          <a:p>
            <a:r>
              <a:rPr lang="en-US"/>
              <a:t>123,456,789</a:t>
            </a:r>
          </a:p>
        </p:txBody>
      </p:sp>
      <p:sp>
        <p:nvSpPr>
          <p:cNvPr id="5" name="Text Placeholder 4">
            <a:extLst>
              <a:ext uri="{FF2B5EF4-FFF2-40B4-BE49-F238E27FC236}">
                <a16:creationId xmlns:a16="http://schemas.microsoft.com/office/drawing/2014/main" id="{A701A4BD-D1A0-4039-B23F-57BB8E71B56F}"/>
              </a:ext>
            </a:extLst>
          </p:cNvPr>
          <p:cNvSpPr>
            <a:spLocks noGrp="1"/>
          </p:cNvSpPr>
          <p:nvPr>
            <p:ph type="body" sz="quarter" idx="24"/>
          </p:nvPr>
        </p:nvSpPr>
        <p:spPr/>
        <p:txBody>
          <a:bodyPr/>
          <a:lstStyle/>
          <a:p>
            <a:r>
              <a:rPr lang="en-US"/>
              <a:t>Data point summary here.</a:t>
            </a:r>
          </a:p>
        </p:txBody>
      </p:sp>
      <p:sp>
        <p:nvSpPr>
          <p:cNvPr id="6" name="Text Placeholder 5">
            <a:extLst>
              <a:ext uri="{FF2B5EF4-FFF2-40B4-BE49-F238E27FC236}">
                <a16:creationId xmlns:a16="http://schemas.microsoft.com/office/drawing/2014/main" id="{FC048E9D-05AE-4A05-978E-8F8F64B0793C}"/>
              </a:ext>
            </a:extLst>
          </p:cNvPr>
          <p:cNvSpPr>
            <a:spLocks noGrp="1"/>
          </p:cNvSpPr>
          <p:nvPr>
            <p:ph type="body" sz="quarter" idx="25"/>
          </p:nvPr>
        </p:nvSpPr>
        <p:spPr/>
        <p:txBody>
          <a:bodyPr/>
          <a:lstStyle/>
          <a:p>
            <a:r>
              <a:rPr lang="en-US"/>
              <a:t>XX</a:t>
            </a:r>
          </a:p>
        </p:txBody>
      </p:sp>
      <p:sp>
        <p:nvSpPr>
          <p:cNvPr id="7" name="Text Placeholder 6">
            <a:extLst>
              <a:ext uri="{FF2B5EF4-FFF2-40B4-BE49-F238E27FC236}">
                <a16:creationId xmlns:a16="http://schemas.microsoft.com/office/drawing/2014/main" id="{9D0AE320-CCF9-40D3-A65C-7EB420DB7698}"/>
              </a:ext>
            </a:extLst>
          </p:cNvPr>
          <p:cNvSpPr>
            <a:spLocks noGrp="1"/>
          </p:cNvSpPr>
          <p:nvPr>
            <p:ph type="body" sz="quarter" idx="26"/>
          </p:nvPr>
        </p:nvSpPr>
        <p:spPr/>
        <p:txBody>
          <a:bodyPr/>
          <a:lstStyle/>
          <a:p>
            <a:r>
              <a:rPr lang="en-US"/>
              <a:t>Data point summary here.</a:t>
            </a:r>
          </a:p>
        </p:txBody>
      </p:sp>
      <p:sp>
        <p:nvSpPr>
          <p:cNvPr id="8" name="Text Placeholder 7">
            <a:extLst>
              <a:ext uri="{FF2B5EF4-FFF2-40B4-BE49-F238E27FC236}">
                <a16:creationId xmlns:a16="http://schemas.microsoft.com/office/drawing/2014/main" id="{078F1880-A024-40AC-92AA-8183BE2B1886}"/>
              </a:ext>
            </a:extLst>
          </p:cNvPr>
          <p:cNvSpPr>
            <a:spLocks noGrp="1"/>
          </p:cNvSpPr>
          <p:nvPr>
            <p:ph type="body" sz="quarter" idx="27"/>
          </p:nvPr>
        </p:nvSpPr>
        <p:spPr/>
        <p:txBody>
          <a:bodyPr/>
          <a:lstStyle/>
          <a:p>
            <a:r>
              <a:rPr lang="en-US"/>
              <a:t>XX</a:t>
            </a:r>
          </a:p>
        </p:txBody>
      </p:sp>
      <p:sp>
        <p:nvSpPr>
          <p:cNvPr id="9" name="Text Placeholder 8">
            <a:extLst>
              <a:ext uri="{FF2B5EF4-FFF2-40B4-BE49-F238E27FC236}">
                <a16:creationId xmlns:a16="http://schemas.microsoft.com/office/drawing/2014/main" id="{AE3136BE-42D8-42B2-A5AF-46989D920D88}"/>
              </a:ext>
            </a:extLst>
          </p:cNvPr>
          <p:cNvSpPr>
            <a:spLocks noGrp="1"/>
          </p:cNvSpPr>
          <p:nvPr>
            <p:ph type="body" sz="quarter" idx="28"/>
          </p:nvPr>
        </p:nvSpPr>
        <p:spPr/>
        <p:txBody>
          <a:bodyPr/>
          <a:lstStyle/>
          <a:p>
            <a:r>
              <a:rPr lang="en-US"/>
              <a:t>Data point summary here.</a:t>
            </a:r>
          </a:p>
        </p:txBody>
      </p:sp>
      <p:sp>
        <p:nvSpPr>
          <p:cNvPr id="2" name="Footer Placeholder 1">
            <a:extLst>
              <a:ext uri="{FF2B5EF4-FFF2-40B4-BE49-F238E27FC236}">
                <a16:creationId xmlns:a16="http://schemas.microsoft.com/office/drawing/2014/main" id="{3D61DB78-7F55-4AF4-B22B-5E4A20524CF7}"/>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567340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9ECBFF-EF69-651B-B5C7-CA25AB8E33AE}"/>
              </a:ext>
            </a:extLst>
          </p:cNvPr>
          <p:cNvSpPr>
            <a:spLocks noGrp="1"/>
          </p:cNvSpPr>
          <p:nvPr>
            <p:ph type="body" sz="quarter" idx="23"/>
          </p:nvPr>
        </p:nvSpPr>
        <p:spPr/>
        <p:txBody>
          <a:bodyPr/>
          <a:lstStyle/>
          <a:p>
            <a:r>
              <a:rPr lang="en-US"/>
              <a:t>123,456,789</a:t>
            </a:r>
          </a:p>
          <a:p>
            <a:endParaRPr lang="en-US"/>
          </a:p>
        </p:txBody>
      </p:sp>
      <p:sp>
        <p:nvSpPr>
          <p:cNvPr id="4" name="Text Placeholder 3">
            <a:extLst>
              <a:ext uri="{FF2B5EF4-FFF2-40B4-BE49-F238E27FC236}">
                <a16:creationId xmlns:a16="http://schemas.microsoft.com/office/drawing/2014/main" id="{A128EECD-0A2D-0E39-B8CD-F09A078C1318}"/>
              </a:ext>
            </a:extLst>
          </p:cNvPr>
          <p:cNvSpPr>
            <a:spLocks noGrp="1"/>
          </p:cNvSpPr>
          <p:nvPr>
            <p:ph type="body" sz="quarter" idx="24"/>
          </p:nvPr>
        </p:nvSpPr>
        <p:spPr/>
        <p:txBody>
          <a:bodyPr/>
          <a:lstStyle/>
          <a:p>
            <a:r>
              <a:rPr lang="en-US"/>
              <a:t>Data point summary here.</a:t>
            </a:r>
          </a:p>
        </p:txBody>
      </p:sp>
      <p:sp>
        <p:nvSpPr>
          <p:cNvPr id="5" name="Text Placeholder 4">
            <a:extLst>
              <a:ext uri="{FF2B5EF4-FFF2-40B4-BE49-F238E27FC236}">
                <a16:creationId xmlns:a16="http://schemas.microsoft.com/office/drawing/2014/main" id="{4523BF2E-C331-1676-1866-BD68B80028F3}"/>
              </a:ext>
            </a:extLst>
          </p:cNvPr>
          <p:cNvSpPr>
            <a:spLocks noGrp="1"/>
          </p:cNvSpPr>
          <p:nvPr>
            <p:ph type="body" sz="quarter" idx="25"/>
          </p:nvPr>
        </p:nvSpPr>
        <p:spPr/>
        <p:txBody>
          <a:bodyPr/>
          <a:lstStyle/>
          <a:p>
            <a:r>
              <a:rPr lang="en-US"/>
              <a:t>XX</a:t>
            </a:r>
          </a:p>
        </p:txBody>
      </p:sp>
      <p:sp>
        <p:nvSpPr>
          <p:cNvPr id="6" name="Text Placeholder 5">
            <a:extLst>
              <a:ext uri="{FF2B5EF4-FFF2-40B4-BE49-F238E27FC236}">
                <a16:creationId xmlns:a16="http://schemas.microsoft.com/office/drawing/2014/main" id="{018A9156-D15E-6F4E-5C37-96CBF47477AE}"/>
              </a:ext>
            </a:extLst>
          </p:cNvPr>
          <p:cNvSpPr>
            <a:spLocks noGrp="1"/>
          </p:cNvSpPr>
          <p:nvPr>
            <p:ph type="body" sz="quarter" idx="26"/>
          </p:nvPr>
        </p:nvSpPr>
        <p:spPr/>
        <p:txBody>
          <a:bodyPr/>
          <a:lstStyle/>
          <a:p>
            <a:r>
              <a:rPr lang="en-US"/>
              <a:t>Data point summary here.</a:t>
            </a:r>
          </a:p>
        </p:txBody>
      </p:sp>
      <p:sp>
        <p:nvSpPr>
          <p:cNvPr id="7" name="Text Placeholder 6">
            <a:extLst>
              <a:ext uri="{FF2B5EF4-FFF2-40B4-BE49-F238E27FC236}">
                <a16:creationId xmlns:a16="http://schemas.microsoft.com/office/drawing/2014/main" id="{E9583634-4506-8F9A-079B-C6DA03CB2225}"/>
              </a:ext>
            </a:extLst>
          </p:cNvPr>
          <p:cNvSpPr>
            <a:spLocks noGrp="1"/>
          </p:cNvSpPr>
          <p:nvPr>
            <p:ph type="body" sz="quarter" idx="27"/>
          </p:nvPr>
        </p:nvSpPr>
        <p:spPr/>
        <p:txBody>
          <a:bodyPr/>
          <a:lstStyle/>
          <a:p>
            <a:r>
              <a:rPr lang="en-US"/>
              <a:t>XX</a:t>
            </a:r>
          </a:p>
        </p:txBody>
      </p:sp>
      <p:sp>
        <p:nvSpPr>
          <p:cNvPr id="8" name="Text Placeholder 7">
            <a:extLst>
              <a:ext uri="{FF2B5EF4-FFF2-40B4-BE49-F238E27FC236}">
                <a16:creationId xmlns:a16="http://schemas.microsoft.com/office/drawing/2014/main" id="{75723CAA-03C8-B431-64B9-A14723BE14F3}"/>
              </a:ext>
            </a:extLst>
          </p:cNvPr>
          <p:cNvSpPr>
            <a:spLocks noGrp="1"/>
          </p:cNvSpPr>
          <p:nvPr>
            <p:ph type="body" sz="quarter" idx="28"/>
          </p:nvPr>
        </p:nvSpPr>
        <p:spPr/>
        <p:txBody>
          <a:bodyPr/>
          <a:lstStyle/>
          <a:p>
            <a:r>
              <a:rPr lang="en-US"/>
              <a:t>Data point summary here.</a:t>
            </a:r>
          </a:p>
        </p:txBody>
      </p:sp>
      <p:sp>
        <p:nvSpPr>
          <p:cNvPr id="2" name="Footer Placeholder 1">
            <a:extLst>
              <a:ext uri="{FF2B5EF4-FFF2-40B4-BE49-F238E27FC236}">
                <a16:creationId xmlns:a16="http://schemas.microsoft.com/office/drawing/2014/main" id="{9AA8CCAC-9AC4-3564-105B-77417344C070}"/>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81457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444080-29C6-4DC3-8242-7B5138728025}"/>
              </a:ext>
            </a:extLst>
          </p:cNvPr>
          <p:cNvSpPr>
            <a:spLocks noGrp="1"/>
          </p:cNvSpPr>
          <p:nvPr>
            <p:ph type="body" sz="quarter" idx="23"/>
          </p:nvPr>
        </p:nvSpPr>
        <p:spPr/>
        <p:txBody>
          <a:bodyPr/>
          <a:lstStyle/>
          <a:p>
            <a:r>
              <a:rPr lang="en-US"/>
              <a:t>123,456,789</a:t>
            </a:r>
          </a:p>
        </p:txBody>
      </p:sp>
      <p:sp>
        <p:nvSpPr>
          <p:cNvPr id="5" name="Text Placeholder 4">
            <a:extLst>
              <a:ext uri="{FF2B5EF4-FFF2-40B4-BE49-F238E27FC236}">
                <a16:creationId xmlns:a16="http://schemas.microsoft.com/office/drawing/2014/main" id="{8C50A70F-AA61-4659-A097-D376E5D679BF}"/>
              </a:ext>
            </a:extLst>
          </p:cNvPr>
          <p:cNvSpPr>
            <a:spLocks noGrp="1"/>
          </p:cNvSpPr>
          <p:nvPr>
            <p:ph type="body" sz="quarter" idx="24"/>
          </p:nvPr>
        </p:nvSpPr>
        <p:spPr/>
        <p:txBody>
          <a:bodyPr/>
          <a:lstStyle/>
          <a:p>
            <a:r>
              <a:rPr lang="en-US"/>
              <a:t>Data point summary here.</a:t>
            </a:r>
          </a:p>
        </p:txBody>
      </p:sp>
      <p:sp>
        <p:nvSpPr>
          <p:cNvPr id="6" name="Text Placeholder 5">
            <a:extLst>
              <a:ext uri="{FF2B5EF4-FFF2-40B4-BE49-F238E27FC236}">
                <a16:creationId xmlns:a16="http://schemas.microsoft.com/office/drawing/2014/main" id="{CC4B0DE2-DAA2-4926-BA1C-ACEDAED11E07}"/>
              </a:ext>
            </a:extLst>
          </p:cNvPr>
          <p:cNvSpPr>
            <a:spLocks noGrp="1"/>
          </p:cNvSpPr>
          <p:nvPr>
            <p:ph type="body" sz="quarter" idx="25"/>
          </p:nvPr>
        </p:nvSpPr>
        <p:spPr/>
        <p:txBody>
          <a:bodyPr/>
          <a:lstStyle/>
          <a:p>
            <a:r>
              <a:rPr lang="en-US"/>
              <a:t>XX</a:t>
            </a:r>
          </a:p>
        </p:txBody>
      </p:sp>
      <p:sp>
        <p:nvSpPr>
          <p:cNvPr id="7" name="Text Placeholder 6">
            <a:extLst>
              <a:ext uri="{FF2B5EF4-FFF2-40B4-BE49-F238E27FC236}">
                <a16:creationId xmlns:a16="http://schemas.microsoft.com/office/drawing/2014/main" id="{C403349C-852F-424B-A916-577E75307A30}"/>
              </a:ext>
            </a:extLst>
          </p:cNvPr>
          <p:cNvSpPr>
            <a:spLocks noGrp="1"/>
          </p:cNvSpPr>
          <p:nvPr>
            <p:ph type="body" sz="quarter" idx="26"/>
          </p:nvPr>
        </p:nvSpPr>
        <p:spPr/>
        <p:txBody>
          <a:bodyPr/>
          <a:lstStyle/>
          <a:p>
            <a:r>
              <a:rPr lang="en-US"/>
              <a:t>Data point summary here.</a:t>
            </a:r>
          </a:p>
        </p:txBody>
      </p:sp>
      <p:sp>
        <p:nvSpPr>
          <p:cNvPr id="8" name="Text Placeholder 7">
            <a:extLst>
              <a:ext uri="{FF2B5EF4-FFF2-40B4-BE49-F238E27FC236}">
                <a16:creationId xmlns:a16="http://schemas.microsoft.com/office/drawing/2014/main" id="{51F02A65-E017-4C54-AE3B-FFC18F7F1D5D}"/>
              </a:ext>
            </a:extLst>
          </p:cNvPr>
          <p:cNvSpPr>
            <a:spLocks noGrp="1"/>
          </p:cNvSpPr>
          <p:nvPr>
            <p:ph type="body" sz="quarter" idx="27"/>
          </p:nvPr>
        </p:nvSpPr>
        <p:spPr/>
        <p:txBody>
          <a:bodyPr/>
          <a:lstStyle/>
          <a:p>
            <a:r>
              <a:rPr lang="en-US"/>
              <a:t>XX</a:t>
            </a:r>
          </a:p>
        </p:txBody>
      </p:sp>
      <p:sp>
        <p:nvSpPr>
          <p:cNvPr id="9" name="Text Placeholder 8">
            <a:extLst>
              <a:ext uri="{FF2B5EF4-FFF2-40B4-BE49-F238E27FC236}">
                <a16:creationId xmlns:a16="http://schemas.microsoft.com/office/drawing/2014/main" id="{44E25A03-08FF-4DE3-A463-B35AFCBB65CD}"/>
              </a:ext>
            </a:extLst>
          </p:cNvPr>
          <p:cNvSpPr>
            <a:spLocks noGrp="1"/>
          </p:cNvSpPr>
          <p:nvPr>
            <p:ph type="body" sz="quarter" idx="28"/>
          </p:nvPr>
        </p:nvSpPr>
        <p:spPr/>
        <p:txBody>
          <a:bodyPr/>
          <a:lstStyle/>
          <a:p>
            <a:r>
              <a:rPr lang="en-US"/>
              <a:t>Data point summary here.</a:t>
            </a:r>
          </a:p>
        </p:txBody>
      </p:sp>
      <p:sp>
        <p:nvSpPr>
          <p:cNvPr id="2" name="Footer Placeholder 1">
            <a:extLst>
              <a:ext uri="{FF2B5EF4-FFF2-40B4-BE49-F238E27FC236}">
                <a16:creationId xmlns:a16="http://schemas.microsoft.com/office/drawing/2014/main" id="{3E518BB5-CD45-4756-9018-C3589E7A7F2A}"/>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764943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10EC13-BEE8-7554-E2D7-8A8BA71CD2BC}"/>
              </a:ext>
            </a:extLst>
          </p:cNvPr>
          <p:cNvSpPr>
            <a:spLocks noGrp="1"/>
          </p:cNvSpPr>
          <p:nvPr>
            <p:ph type="body" sz="quarter" idx="23"/>
          </p:nvPr>
        </p:nvSpPr>
        <p:spPr/>
        <p:txBody>
          <a:bodyPr/>
          <a:lstStyle/>
          <a:p>
            <a:r>
              <a:rPr lang="en-US"/>
              <a:t>123,456,789</a:t>
            </a:r>
          </a:p>
        </p:txBody>
      </p:sp>
      <p:sp>
        <p:nvSpPr>
          <p:cNvPr id="4" name="Text Placeholder 3">
            <a:extLst>
              <a:ext uri="{FF2B5EF4-FFF2-40B4-BE49-F238E27FC236}">
                <a16:creationId xmlns:a16="http://schemas.microsoft.com/office/drawing/2014/main" id="{EDE36C6E-0AC3-0EB5-BCEB-102E3FE926BA}"/>
              </a:ext>
            </a:extLst>
          </p:cNvPr>
          <p:cNvSpPr>
            <a:spLocks noGrp="1"/>
          </p:cNvSpPr>
          <p:nvPr>
            <p:ph type="body" sz="quarter" idx="24"/>
          </p:nvPr>
        </p:nvSpPr>
        <p:spPr/>
        <p:txBody>
          <a:bodyPr/>
          <a:lstStyle/>
          <a:p>
            <a:r>
              <a:rPr lang="en-US"/>
              <a:t>Data point summary here.</a:t>
            </a:r>
          </a:p>
        </p:txBody>
      </p:sp>
      <p:sp>
        <p:nvSpPr>
          <p:cNvPr id="5" name="Text Placeholder 4">
            <a:extLst>
              <a:ext uri="{FF2B5EF4-FFF2-40B4-BE49-F238E27FC236}">
                <a16:creationId xmlns:a16="http://schemas.microsoft.com/office/drawing/2014/main" id="{D05081FF-87C3-0525-C302-E85CDFEC5FC7}"/>
              </a:ext>
            </a:extLst>
          </p:cNvPr>
          <p:cNvSpPr>
            <a:spLocks noGrp="1"/>
          </p:cNvSpPr>
          <p:nvPr>
            <p:ph type="body" sz="quarter" idx="25"/>
          </p:nvPr>
        </p:nvSpPr>
        <p:spPr/>
        <p:txBody>
          <a:bodyPr/>
          <a:lstStyle/>
          <a:p>
            <a:r>
              <a:rPr lang="en-US"/>
              <a:t>XX</a:t>
            </a:r>
          </a:p>
        </p:txBody>
      </p:sp>
      <p:sp>
        <p:nvSpPr>
          <p:cNvPr id="6" name="Text Placeholder 5">
            <a:extLst>
              <a:ext uri="{FF2B5EF4-FFF2-40B4-BE49-F238E27FC236}">
                <a16:creationId xmlns:a16="http://schemas.microsoft.com/office/drawing/2014/main" id="{5F9620F3-5FA5-1F01-AC27-6A2728FD285D}"/>
              </a:ext>
            </a:extLst>
          </p:cNvPr>
          <p:cNvSpPr>
            <a:spLocks noGrp="1"/>
          </p:cNvSpPr>
          <p:nvPr>
            <p:ph type="body" sz="quarter" idx="26"/>
          </p:nvPr>
        </p:nvSpPr>
        <p:spPr/>
        <p:txBody>
          <a:bodyPr/>
          <a:lstStyle/>
          <a:p>
            <a:r>
              <a:rPr lang="en-US"/>
              <a:t>Data point summary here.</a:t>
            </a:r>
          </a:p>
        </p:txBody>
      </p:sp>
      <p:sp>
        <p:nvSpPr>
          <p:cNvPr id="7" name="Text Placeholder 6">
            <a:extLst>
              <a:ext uri="{FF2B5EF4-FFF2-40B4-BE49-F238E27FC236}">
                <a16:creationId xmlns:a16="http://schemas.microsoft.com/office/drawing/2014/main" id="{D64A9E64-3DFE-5367-FF31-1793C2C9DE89}"/>
              </a:ext>
            </a:extLst>
          </p:cNvPr>
          <p:cNvSpPr>
            <a:spLocks noGrp="1"/>
          </p:cNvSpPr>
          <p:nvPr>
            <p:ph type="body" sz="quarter" idx="27"/>
          </p:nvPr>
        </p:nvSpPr>
        <p:spPr/>
        <p:txBody>
          <a:bodyPr/>
          <a:lstStyle/>
          <a:p>
            <a:r>
              <a:rPr lang="en-US"/>
              <a:t>XX</a:t>
            </a:r>
          </a:p>
        </p:txBody>
      </p:sp>
      <p:sp>
        <p:nvSpPr>
          <p:cNvPr id="8" name="Text Placeholder 7">
            <a:extLst>
              <a:ext uri="{FF2B5EF4-FFF2-40B4-BE49-F238E27FC236}">
                <a16:creationId xmlns:a16="http://schemas.microsoft.com/office/drawing/2014/main" id="{552D608D-991F-16E1-CCEE-9697474F6D65}"/>
              </a:ext>
            </a:extLst>
          </p:cNvPr>
          <p:cNvSpPr>
            <a:spLocks noGrp="1"/>
          </p:cNvSpPr>
          <p:nvPr>
            <p:ph type="body" sz="quarter" idx="28"/>
          </p:nvPr>
        </p:nvSpPr>
        <p:spPr/>
        <p:txBody>
          <a:bodyPr/>
          <a:lstStyle/>
          <a:p>
            <a:r>
              <a:rPr lang="en-US"/>
              <a:t>Data point summary here.</a:t>
            </a:r>
          </a:p>
        </p:txBody>
      </p:sp>
      <p:sp>
        <p:nvSpPr>
          <p:cNvPr id="2" name="Footer Placeholder 1">
            <a:extLst>
              <a:ext uri="{FF2B5EF4-FFF2-40B4-BE49-F238E27FC236}">
                <a16:creationId xmlns:a16="http://schemas.microsoft.com/office/drawing/2014/main" id="{4DA39F9B-DFF1-6270-9D91-9E94B670A0DE}"/>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300124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AE2D3C-A5DD-4C59-B84C-725281470093}"/>
              </a:ext>
            </a:extLst>
          </p:cNvPr>
          <p:cNvSpPr>
            <a:spLocks noGrp="1"/>
          </p:cNvSpPr>
          <p:nvPr>
            <p:ph type="body" sz="quarter" idx="12"/>
          </p:nvPr>
        </p:nvSpPr>
        <p:spPr/>
        <p:txBody>
          <a:bodyPr/>
          <a:lstStyle/>
          <a:p>
            <a:r>
              <a:rPr lang="en-US"/>
              <a:t>OVERLINE/SECTION (OPTIONAL) IN ARIAL 8PT ALL CAPS</a:t>
            </a:r>
          </a:p>
        </p:txBody>
      </p:sp>
      <p:sp>
        <p:nvSpPr>
          <p:cNvPr id="5" name="Title 4">
            <a:extLst>
              <a:ext uri="{FF2B5EF4-FFF2-40B4-BE49-F238E27FC236}">
                <a16:creationId xmlns:a16="http://schemas.microsoft.com/office/drawing/2014/main" id="{9FE04C09-0A00-4FEC-A328-52A73981B758}"/>
              </a:ext>
            </a:extLst>
          </p:cNvPr>
          <p:cNvSpPr>
            <a:spLocks noGrp="1"/>
          </p:cNvSpPr>
          <p:nvPr>
            <p:ph type="title"/>
          </p:nvPr>
        </p:nvSpPr>
        <p:spPr/>
        <p:txBody>
          <a:bodyPr/>
          <a:lstStyle/>
          <a:p>
            <a:r>
              <a:rPr lang="en-US"/>
              <a:t>Aspirations</a:t>
            </a:r>
          </a:p>
        </p:txBody>
      </p:sp>
      <p:sp>
        <p:nvSpPr>
          <p:cNvPr id="6" name="Text Placeholder 5">
            <a:extLst>
              <a:ext uri="{FF2B5EF4-FFF2-40B4-BE49-F238E27FC236}">
                <a16:creationId xmlns:a16="http://schemas.microsoft.com/office/drawing/2014/main" id="{01AFFEFF-A1CD-45B8-B15A-0F393CF50E57}"/>
              </a:ext>
            </a:extLst>
          </p:cNvPr>
          <p:cNvSpPr>
            <a:spLocks noGrp="1"/>
          </p:cNvSpPr>
          <p:nvPr>
            <p:ph type="body" sz="quarter" idx="35"/>
          </p:nvPr>
        </p:nvSpPr>
        <p:spPr/>
        <p:txBody>
          <a:bodyPr/>
          <a:lstStyle/>
          <a:p>
            <a:r>
              <a:rPr lang="en-US"/>
              <a:t>Subhead (optional) in Arial 20pt</a:t>
            </a:r>
          </a:p>
        </p:txBody>
      </p:sp>
      <p:sp>
        <p:nvSpPr>
          <p:cNvPr id="7" name="Text Placeholder 6">
            <a:extLst>
              <a:ext uri="{FF2B5EF4-FFF2-40B4-BE49-F238E27FC236}">
                <a16:creationId xmlns:a16="http://schemas.microsoft.com/office/drawing/2014/main" id="{A3654F71-A850-4970-81A4-48074E1DA686}"/>
              </a:ext>
            </a:extLst>
          </p:cNvPr>
          <p:cNvSpPr>
            <a:spLocks noGrp="1"/>
          </p:cNvSpPr>
          <p:nvPr>
            <p:ph type="body" sz="quarter" idx="43"/>
          </p:nvPr>
        </p:nvSpPr>
        <p:spPr/>
        <p:txBody>
          <a:bodyPr/>
          <a:lstStyle/>
          <a:p>
            <a:pPr lvl="0"/>
            <a:r>
              <a:rPr lang="en-US"/>
              <a:t>Category</a:t>
            </a:r>
          </a:p>
        </p:txBody>
      </p:sp>
      <p:sp>
        <p:nvSpPr>
          <p:cNvPr id="8" name="Text Placeholder 7">
            <a:extLst>
              <a:ext uri="{FF2B5EF4-FFF2-40B4-BE49-F238E27FC236}">
                <a16:creationId xmlns:a16="http://schemas.microsoft.com/office/drawing/2014/main" id="{FB72B272-D750-41EB-9B16-24BA5B2C22E6}"/>
              </a:ext>
            </a:extLst>
          </p:cNvPr>
          <p:cNvSpPr>
            <a:spLocks noGrp="1"/>
          </p:cNvSpPr>
          <p:nvPr>
            <p:ph type="body" sz="quarter" idx="44"/>
          </p:nvPr>
        </p:nvSpPr>
        <p:spPr/>
        <p:txBody>
          <a:bodyPr/>
          <a:lstStyle/>
          <a:p>
            <a:r>
              <a:rPr lang="en-US"/>
              <a:t>XX%</a:t>
            </a:r>
          </a:p>
        </p:txBody>
      </p:sp>
      <p:sp>
        <p:nvSpPr>
          <p:cNvPr id="9" name="Text Placeholder 8">
            <a:extLst>
              <a:ext uri="{FF2B5EF4-FFF2-40B4-BE49-F238E27FC236}">
                <a16:creationId xmlns:a16="http://schemas.microsoft.com/office/drawing/2014/main" id="{13CDE008-2D08-4568-B275-68E8CC069250}"/>
              </a:ext>
            </a:extLst>
          </p:cNvPr>
          <p:cNvSpPr>
            <a:spLocks noGrp="1"/>
          </p:cNvSpPr>
          <p:nvPr>
            <p:ph type="body" sz="quarter" idx="45"/>
          </p:nvPr>
        </p:nvSpPr>
        <p:spPr/>
        <p:txBody>
          <a:bodyPr/>
          <a:lstStyle/>
          <a:p>
            <a:r>
              <a:rPr lang="en-US"/>
              <a:t>XX%</a:t>
            </a:r>
          </a:p>
        </p:txBody>
      </p:sp>
      <p:sp>
        <p:nvSpPr>
          <p:cNvPr id="10" name="Text Placeholder 9">
            <a:extLst>
              <a:ext uri="{FF2B5EF4-FFF2-40B4-BE49-F238E27FC236}">
                <a16:creationId xmlns:a16="http://schemas.microsoft.com/office/drawing/2014/main" id="{87740BC0-E863-4A44-8A17-A0EAA2BA34AA}"/>
              </a:ext>
            </a:extLst>
          </p:cNvPr>
          <p:cNvSpPr>
            <a:spLocks noGrp="1"/>
          </p:cNvSpPr>
          <p:nvPr>
            <p:ph type="body" sz="quarter" idx="46"/>
          </p:nvPr>
        </p:nvSpPr>
        <p:spPr/>
        <p:txBody>
          <a:bodyPr/>
          <a:lstStyle/>
          <a:p>
            <a:r>
              <a:rPr lang="en-US"/>
              <a:t>Aspiration</a:t>
            </a:r>
          </a:p>
        </p:txBody>
      </p:sp>
      <p:sp>
        <p:nvSpPr>
          <p:cNvPr id="11" name="Text Placeholder 10">
            <a:extLst>
              <a:ext uri="{FF2B5EF4-FFF2-40B4-BE49-F238E27FC236}">
                <a16:creationId xmlns:a16="http://schemas.microsoft.com/office/drawing/2014/main" id="{728753A6-BFF0-4E0A-84EF-2659F21390DA}"/>
              </a:ext>
            </a:extLst>
          </p:cNvPr>
          <p:cNvSpPr>
            <a:spLocks noGrp="1"/>
          </p:cNvSpPr>
          <p:nvPr>
            <p:ph type="body" sz="quarter" idx="47"/>
          </p:nvPr>
        </p:nvSpPr>
        <p:spPr/>
        <p:txBody>
          <a:bodyPr/>
          <a:lstStyle/>
          <a:p>
            <a:r>
              <a:rPr lang="en-US"/>
              <a:t>Summary text here.</a:t>
            </a:r>
          </a:p>
        </p:txBody>
      </p:sp>
      <p:sp>
        <p:nvSpPr>
          <p:cNvPr id="12" name="Text Placeholder 11">
            <a:extLst>
              <a:ext uri="{FF2B5EF4-FFF2-40B4-BE49-F238E27FC236}">
                <a16:creationId xmlns:a16="http://schemas.microsoft.com/office/drawing/2014/main" id="{74FE6E13-59FA-4FB0-86CF-FEE4FB93C0F1}"/>
              </a:ext>
            </a:extLst>
          </p:cNvPr>
          <p:cNvSpPr>
            <a:spLocks noGrp="1"/>
          </p:cNvSpPr>
          <p:nvPr>
            <p:ph type="body" sz="quarter" idx="48"/>
          </p:nvPr>
        </p:nvSpPr>
        <p:spPr/>
        <p:txBody>
          <a:bodyPr/>
          <a:lstStyle/>
          <a:p>
            <a:r>
              <a:rPr lang="en-US"/>
              <a:t>Progress: XX%</a:t>
            </a:r>
          </a:p>
        </p:txBody>
      </p:sp>
      <p:sp>
        <p:nvSpPr>
          <p:cNvPr id="13" name="Text Placeholder 12">
            <a:extLst>
              <a:ext uri="{FF2B5EF4-FFF2-40B4-BE49-F238E27FC236}">
                <a16:creationId xmlns:a16="http://schemas.microsoft.com/office/drawing/2014/main" id="{739AFD0D-B2E5-4C88-9334-B16563EE8EA5}"/>
              </a:ext>
            </a:extLst>
          </p:cNvPr>
          <p:cNvSpPr>
            <a:spLocks noGrp="1"/>
          </p:cNvSpPr>
          <p:nvPr>
            <p:ph type="body" sz="quarter" idx="49"/>
          </p:nvPr>
        </p:nvSpPr>
        <p:spPr/>
        <p:txBody>
          <a:bodyPr/>
          <a:lstStyle/>
          <a:p>
            <a:r>
              <a:rPr lang="en-US"/>
              <a:t>Category</a:t>
            </a:r>
          </a:p>
        </p:txBody>
      </p:sp>
      <p:sp>
        <p:nvSpPr>
          <p:cNvPr id="14" name="Text Placeholder 13">
            <a:extLst>
              <a:ext uri="{FF2B5EF4-FFF2-40B4-BE49-F238E27FC236}">
                <a16:creationId xmlns:a16="http://schemas.microsoft.com/office/drawing/2014/main" id="{BBFF1D8E-89FE-4408-803B-6EBF78F0BCAD}"/>
              </a:ext>
            </a:extLst>
          </p:cNvPr>
          <p:cNvSpPr>
            <a:spLocks noGrp="1"/>
          </p:cNvSpPr>
          <p:nvPr>
            <p:ph type="body" sz="quarter" idx="50"/>
          </p:nvPr>
        </p:nvSpPr>
        <p:spPr/>
        <p:txBody>
          <a:bodyPr/>
          <a:lstStyle/>
          <a:p>
            <a:r>
              <a:rPr lang="en-US"/>
              <a:t>XX%</a:t>
            </a:r>
          </a:p>
        </p:txBody>
      </p:sp>
      <p:sp>
        <p:nvSpPr>
          <p:cNvPr id="15" name="Text Placeholder 14">
            <a:extLst>
              <a:ext uri="{FF2B5EF4-FFF2-40B4-BE49-F238E27FC236}">
                <a16:creationId xmlns:a16="http://schemas.microsoft.com/office/drawing/2014/main" id="{EEE87C04-02E1-4686-B6C2-27CDB521BB1A}"/>
              </a:ext>
            </a:extLst>
          </p:cNvPr>
          <p:cNvSpPr>
            <a:spLocks noGrp="1"/>
          </p:cNvSpPr>
          <p:nvPr>
            <p:ph type="body" sz="quarter" idx="51"/>
          </p:nvPr>
        </p:nvSpPr>
        <p:spPr/>
        <p:txBody>
          <a:bodyPr/>
          <a:lstStyle/>
          <a:p>
            <a:r>
              <a:rPr lang="en-US"/>
              <a:t>XX%</a:t>
            </a:r>
          </a:p>
        </p:txBody>
      </p:sp>
      <p:sp>
        <p:nvSpPr>
          <p:cNvPr id="16" name="Text Placeholder 15">
            <a:extLst>
              <a:ext uri="{FF2B5EF4-FFF2-40B4-BE49-F238E27FC236}">
                <a16:creationId xmlns:a16="http://schemas.microsoft.com/office/drawing/2014/main" id="{E84AADD3-EF04-4D70-AA33-6856DFA33F07}"/>
              </a:ext>
            </a:extLst>
          </p:cNvPr>
          <p:cNvSpPr>
            <a:spLocks noGrp="1"/>
          </p:cNvSpPr>
          <p:nvPr>
            <p:ph type="body" sz="quarter" idx="52"/>
          </p:nvPr>
        </p:nvSpPr>
        <p:spPr/>
        <p:txBody>
          <a:bodyPr/>
          <a:lstStyle/>
          <a:p>
            <a:r>
              <a:rPr lang="en-US"/>
              <a:t>Aspiration</a:t>
            </a:r>
          </a:p>
        </p:txBody>
      </p:sp>
      <p:sp>
        <p:nvSpPr>
          <p:cNvPr id="17" name="Text Placeholder 16">
            <a:extLst>
              <a:ext uri="{FF2B5EF4-FFF2-40B4-BE49-F238E27FC236}">
                <a16:creationId xmlns:a16="http://schemas.microsoft.com/office/drawing/2014/main" id="{18857AD1-F90F-46B8-BF70-2943C95BECE9}"/>
              </a:ext>
            </a:extLst>
          </p:cNvPr>
          <p:cNvSpPr>
            <a:spLocks noGrp="1"/>
          </p:cNvSpPr>
          <p:nvPr>
            <p:ph type="body" sz="quarter" idx="53"/>
          </p:nvPr>
        </p:nvSpPr>
        <p:spPr/>
        <p:txBody>
          <a:bodyPr/>
          <a:lstStyle/>
          <a:p>
            <a:r>
              <a:rPr lang="en-US"/>
              <a:t>Summary text here.</a:t>
            </a:r>
          </a:p>
        </p:txBody>
      </p:sp>
      <p:sp>
        <p:nvSpPr>
          <p:cNvPr id="18" name="Text Placeholder 17">
            <a:extLst>
              <a:ext uri="{FF2B5EF4-FFF2-40B4-BE49-F238E27FC236}">
                <a16:creationId xmlns:a16="http://schemas.microsoft.com/office/drawing/2014/main" id="{A56795FA-6435-4178-B34B-80FAA2C20063}"/>
              </a:ext>
            </a:extLst>
          </p:cNvPr>
          <p:cNvSpPr>
            <a:spLocks noGrp="1"/>
          </p:cNvSpPr>
          <p:nvPr>
            <p:ph type="body" sz="quarter" idx="54"/>
          </p:nvPr>
        </p:nvSpPr>
        <p:spPr/>
        <p:txBody>
          <a:bodyPr/>
          <a:lstStyle/>
          <a:p>
            <a:r>
              <a:rPr lang="en-US"/>
              <a:t>Progress: XX%</a:t>
            </a:r>
          </a:p>
        </p:txBody>
      </p:sp>
      <p:sp>
        <p:nvSpPr>
          <p:cNvPr id="19" name="Text Placeholder 18">
            <a:extLst>
              <a:ext uri="{FF2B5EF4-FFF2-40B4-BE49-F238E27FC236}">
                <a16:creationId xmlns:a16="http://schemas.microsoft.com/office/drawing/2014/main" id="{D5322F41-39CC-451E-A1E6-9E8B0662A2AD}"/>
              </a:ext>
            </a:extLst>
          </p:cNvPr>
          <p:cNvSpPr>
            <a:spLocks noGrp="1"/>
          </p:cNvSpPr>
          <p:nvPr>
            <p:ph type="body" sz="quarter" idx="55"/>
          </p:nvPr>
        </p:nvSpPr>
        <p:spPr/>
        <p:txBody>
          <a:bodyPr/>
          <a:lstStyle/>
          <a:p>
            <a:pPr lvl="0"/>
            <a:r>
              <a:rPr lang="en-US"/>
              <a:t>Category</a:t>
            </a:r>
          </a:p>
        </p:txBody>
      </p:sp>
      <p:sp>
        <p:nvSpPr>
          <p:cNvPr id="20" name="Text Placeholder 19">
            <a:extLst>
              <a:ext uri="{FF2B5EF4-FFF2-40B4-BE49-F238E27FC236}">
                <a16:creationId xmlns:a16="http://schemas.microsoft.com/office/drawing/2014/main" id="{8A8F91AC-C568-4EA2-A482-A5CE3F377F09}"/>
              </a:ext>
            </a:extLst>
          </p:cNvPr>
          <p:cNvSpPr>
            <a:spLocks noGrp="1"/>
          </p:cNvSpPr>
          <p:nvPr>
            <p:ph type="body" sz="quarter" idx="56"/>
          </p:nvPr>
        </p:nvSpPr>
        <p:spPr/>
        <p:txBody>
          <a:bodyPr/>
          <a:lstStyle/>
          <a:p>
            <a:r>
              <a:rPr lang="en-US"/>
              <a:t>XX%</a:t>
            </a:r>
          </a:p>
        </p:txBody>
      </p:sp>
      <p:sp>
        <p:nvSpPr>
          <p:cNvPr id="21" name="Text Placeholder 20">
            <a:extLst>
              <a:ext uri="{FF2B5EF4-FFF2-40B4-BE49-F238E27FC236}">
                <a16:creationId xmlns:a16="http://schemas.microsoft.com/office/drawing/2014/main" id="{274579A4-C87D-4DEC-BAA9-DA35CC50E291}"/>
              </a:ext>
            </a:extLst>
          </p:cNvPr>
          <p:cNvSpPr>
            <a:spLocks noGrp="1"/>
          </p:cNvSpPr>
          <p:nvPr>
            <p:ph type="body" sz="quarter" idx="57"/>
          </p:nvPr>
        </p:nvSpPr>
        <p:spPr/>
        <p:txBody>
          <a:bodyPr/>
          <a:lstStyle/>
          <a:p>
            <a:r>
              <a:rPr lang="en-US"/>
              <a:t>XX%</a:t>
            </a:r>
          </a:p>
        </p:txBody>
      </p:sp>
      <p:sp>
        <p:nvSpPr>
          <p:cNvPr id="22" name="Text Placeholder 21">
            <a:extLst>
              <a:ext uri="{FF2B5EF4-FFF2-40B4-BE49-F238E27FC236}">
                <a16:creationId xmlns:a16="http://schemas.microsoft.com/office/drawing/2014/main" id="{3F63C77F-883A-4FCD-8A0A-B4F50E75225C}"/>
              </a:ext>
            </a:extLst>
          </p:cNvPr>
          <p:cNvSpPr>
            <a:spLocks noGrp="1"/>
          </p:cNvSpPr>
          <p:nvPr>
            <p:ph type="body" sz="quarter" idx="58"/>
          </p:nvPr>
        </p:nvSpPr>
        <p:spPr/>
        <p:txBody>
          <a:bodyPr/>
          <a:lstStyle/>
          <a:p>
            <a:r>
              <a:rPr lang="en-US"/>
              <a:t>Aspiration</a:t>
            </a:r>
          </a:p>
        </p:txBody>
      </p:sp>
      <p:sp>
        <p:nvSpPr>
          <p:cNvPr id="23" name="Text Placeholder 22">
            <a:extLst>
              <a:ext uri="{FF2B5EF4-FFF2-40B4-BE49-F238E27FC236}">
                <a16:creationId xmlns:a16="http://schemas.microsoft.com/office/drawing/2014/main" id="{06731957-664A-4378-ADAE-038DF16301EC}"/>
              </a:ext>
            </a:extLst>
          </p:cNvPr>
          <p:cNvSpPr>
            <a:spLocks noGrp="1"/>
          </p:cNvSpPr>
          <p:nvPr>
            <p:ph type="body" sz="quarter" idx="59"/>
          </p:nvPr>
        </p:nvSpPr>
        <p:spPr/>
        <p:txBody>
          <a:bodyPr/>
          <a:lstStyle/>
          <a:p>
            <a:r>
              <a:rPr lang="en-US"/>
              <a:t>Summary text here.</a:t>
            </a:r>
          </a:p>
        </p:txBody>
      </p:sp>
      <p:sp>
        <p:nvSpPr>
          <p:cNvPr id="24" name="Text Placeholder 23">
            <a:extLst>
              <a:ext uri="{FF2B5EF4-FFF2-40B4-BE49-F238E27FC236}">
                <a16:creationId xmlns:a16="http://schemas.microsoft.com/office/drawing/2014/main" id="{C4253B95-286C-4BFA-8511-9BF5C426F4BF}"/>
              </a:ext>
            </a:extLst>
          </p:cNvPr>
          <p:cNvSpPr>
            <a:spLocks noGrp="1"/>
          </p:cNvSpPr>
          <p:nvPr>
            <p:ph type="body" sz="quarter" idx="60"/>
          </p:nvPr>
        </p:nvSpPr>
        <p:spPr/>
        <p:txBody>
          <a:bodyPr/>
          <a:lstStyle/>
          <a:p>
            <a:r>
              <a:rPr lang="en-US"/>
              <a:t>Progress: XX%</a:t>
            </a:r>
          </a:p>
        </p:txBody>
      </p:sp>
      <p:sp>
        <p:nvSpPr>
          <p:cNvPr id="2" name="Footer Placeholder 1">
            <a:extLst>
              <a:ext uri="{FF2B5EF4-FFF2-40B4-BE49-F238E27FC236}">
                <a16:creationId xmlns:a16="http://schemas.microsoft.com/office/drawing/2014/main" id="{A4398313-D3FE-4C98-913C-FF11A15546F8}"/>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811479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BB2AFC0-C926-47DF-AFE8-FF43D1F0F39D}"/>
              </a:ext>
            </a:extLst>
          </p:cNvPr>
          <p:cNvSpPr>
            <a:spLocks noGrp="1"/>
          </p:cNvSpPr>
          <p:nvPr>
            <p:ph type="body" sz="quarter" idx="20"/>
          </p:nvPr>
        </p:nvSpPr>
        <p:spPr/>
        <p:txBody>
          <a:bodyPr/>
          <a:lstStyle/>
          <a:p>
            <a:r>
              <a:rPr lang="en-US"/>
              <a:t>OVERLINE/SECTION (OPTIONAL) IN ARIAL 8PT ALL CAPS</a:t>
            </a:r>
          </a:p>
        </p:txBody>
      </p:sp>
      <p:sp>
        <p:nvSpPr>
          <p:cNvPr id="7" name="Title 6">
            <a:extLst>
              <a:ext uri="{FF2B5EF4-FFF2-40B4-BE49-F238E27FC236}">
                <a16:creationId xmlns:a16="http://schemas.microsoft.com/office/drawing/2014/main" id="{82E60429-0ABC-4230-929F-E42684CFB961}"/>
              </a:ext>
            </a:extLst>
          </p:cNvPr>
          <p:cNvSpPr>
            <a:spLocks noGrp="1"/>
          </p:cNvSpPr>
          <p:nvPr>
            <p:ph type="title"/>
          </p:nvPr>
        </p:nvSpPr>
        <p:spPr/>
        <p:txBody>
          <a:bodyPr/>
          <a:lstStyle/>
          <a:p>
            <a:r>
              <a:rPr lang="en-US"/>
              <a:t>Testimonials and Statements</a:t>
            </a:r>
          </a:p>
        </p:txBody>
      </p:sp>
      <p:sp>
        <p:nvSpPr>
          <p:cNvPr id="9" name="Text Placeholder 8">
            <a:extLst>
              <a:ext uri="{FF2B5EF4-FFF2-40B4-BE49-F238E27FC236}">
                <a16:creationId xmlns:a16="http://schemas.microsoft.com/office/drawing/2014/main" id="{BAC92739-03C0-4086-8572-2B854AF6A627}"/>
              </a:ext>
            </a:extLst>
          </p:cNvPr>
          <p:cNvSpPr>
            <a:spLocks noGrp="1"/>
          </p:cNvSpPr>
          <p:nvPr>
            <p:ph type="body" sz="quarter" idx="35"/>
          </p:nvPr>
        </p:nvSpPr>
        <p:spPr/>
        <p:txBody>
          <a:bodyPr/>
          <a:lstStyle/>
          <a:p>
            <a:r>
              <a:rPr lang="en-US"/>
              <a:t>Subhead (optional) in Arial 20pt</a:t>
            </a:r>
          </a:p>
        </p:txBody>
      </p:sp>
      <p:sp>
        <p:nvSpPr>
          <p:cNvPr id="10" name="Text Placeholder 9">
            <a:extLst>
              <a:ext uri="{FF2B5EF4-FFF2-40B4-BE49-F238E27FC236}">
                <a16:creationId xmlns:a16="http://schemas.microsoft.com/office/drawing/2014/main" id="{8143706D-A8C8-42D4-88DE-DD9CF5337712}"/>
              </a:ext>
            </a:extLst>
          </p:cNvPr>
          <p:cNvSpPr>
            <a:spLocks noGrp="1"/>
          </p:cNvSpPr>
          <p:nvPr>
            <p:ph type="body" sz="quarter" idx="36"/>
          </p:nvPr>
        </p:nvSpPr>
        <p:spPr/>
        <p:txBody>
          <a:bodyPr/>
          <a:lstStyle/>
          <a:p>
            <a:r>
              <a:rPr lang="en-US"/>
              <a:t>“Insert caption here.</a:t>
            </a:r>
          </a:p>
          <a:p>
            <a:endParaRPr lang="en-US"/>
          </a:p>
        </p:txBody>
      </p:sp>
      <p:sp>
        <p:nvSpPr>
          <p:cNvPr id="11" name="Text Placeholder 10">
            <a:extLst>
              <a:ext uri="{FF2B5EF4-FFF2-40B4-BE49-F238E27FC236}">
                <a16:creationId xmlns:a16="http://schemas.microsoft.com/office/drawing/2014/main" id="{2CB3F506-6A73-4D7E-8D54-E078BE0797C6}"/>
              </a:ext>
            </a:extLst>
          </p:cNvPr>
          <p:cNvSpPr>
            <a:spLocks noGrp="1"/>
          </p:cNvSpPr>
          <p:nvPr>
            <p:ph type="body" sz="quarter" idx="37"/>
          </p:nvPr>
        </p:nvSpPr>
        <p:spPr/>
        <p:txBody>
          <a:bodyPr/>
          <a:lstStyle/>
          <a:p>
            <a:r>
              <a:rPr lang="en-US"/>
              <a:t>- </a:t>
            </a:r>
            <a:r>
              <a:rPr lang="en-US" err="1"/>
              <a:t>FirstLastname</a:t>
            </a:r>
            <a:r>
              <a:rPr lang="en-US"/>
              <a:t>.</a:t>
            </a:r>
          </a:p>
        </p:txBody>
      </p:sp>
      <p:sp>
        <p:nvSpPr>
          <p:cNvPr id="12" name="Text Placeholder 11">
            <a:extLst>
              <a:ext uri="{FF2B5EF4-FFF2-40B4-BE49-F238E27FC236}">
                <a16:creationId xmlns:a16="http://schemas.microsoft.com/office/drawing/2014/main" id="{1971376F-F6D8-4F31-A510-26DE1461994D}"/>
              </a:ext>
            </a:extLst>
          </p:cNvPr>
          <p:cNvSpPr>
            <a:spLocks noGrp="1"/>
          </p:cNvSpPr>
          <p:nvPr>
            <p:ph type="body" sz="quarter" idx="38"/>
          </p:nvPr>
        </p:nvSpPr>
        <p:spPr/>
        <p:txBody>
          <a:bodyPr/>
          <a:lstStyle/>
          <a:p>
            <a:r>
              <a:rPr lang="en-US"/>
              <a:t>“Insert caption here.</a:t>
            </a:r>
          </a:p>
          <a:p>
            <a:endParaRPr lang="en-US"/>
          </a:p>
        </p:txBody>
      </p:sp>
      <p:sp>
        <p:nvSpPr>
          <p:cNvPr id="13" name="Text Placeholder 12">
            <a:extLst>
              <a:ext uri="{FF2B5EF4-FFF2-40B4-BE49-F238E27FC236}">
                <a16:creationId xmlns:a16="http://schemas.microsoft.com/office/drawing/2014/main" id="{6E0BA9AA-5E2F-470F-8CC6-675607B279D0}"/>
              </a:ext>
            </a:extLst>
          </p:cNvPr>
          <p:cNvSpPr>
            <a:spLocks noGrp="1"/>
          </p:cNvSpPr>
          <p:nvPr>
            <p:ph type="body" sz="quarter" idx="39"/>
          </p:nvPr>
        </p:nvSpPr>
        <p:spPr/>
        <p:txBody>
          <a:bodyPr/>
          <a:lstStyle/>
          <a:p>
            <a:r>
              <a:rPr lang="en-US"/>
              <a:t>- </a:t>
            </a:r>
            <a:r>
              <a:rPr lang="en-US" err="1"/>
              <a:t>FirstLastname</a:t>
            </a:r>
            <a:r>
              <a:rPr lang="en-US"/>
              <a:t>.</a:t>
            </a:r>
          </a:p>
        </p:txBody>
      </p:sp>
      <p:sp>
        <p:nvSpPr>
          <p:cNvPr id="14" name="Text Placeholder 13">
            <a:extLst>
              <a:ext uri="{FF2B5EF4-FFF2-40B4-BE49-F238E27FC236}">
                <a16:creationId xmlns:a16="http://schemas.microsoft.com/office/drawing/2014/main" id="{48661161-AAA6-4129-B927-05588FD980E6}"/>
              </a:ext>
            </a:extLst>
          </p:cNvPr>
          <p:cNvSpPr>
            <a:spLocks noGrp="1"/>
          </p:cNvSpPr>
          <p:nvPr>
            <p:ph type="body" sz="quarter" idx="40"/>
          </p:nvPr>
        </p:nvSpPr>
        <p:spPr/>
        <p:txBody>
          <a:bodyPr/>
          <a:lstStyle/>
          <a:p>
            <a:r>
              <a:rPr lang="en-US"/>
              <a:t>“Insert caption here.</a:t>
            </a:r>
          </a:p>
          <a:p>
            <a:endParaRPr lang="en-US"/>
          </a:p>
        </p:txBody>
      </p:sp>
      <p:sp>
        <p:nvSpPr>
          <p:cNvPr id="15" name="Text Placeholder 14">
            <a:extLst>
              <a:ext uri="{FF2B5EF4-FFF2-40B4-BE49-F238E27FC236}">
                <a16:creationId xmlns:a16="http://schemas.microsoft.com/office/drawing/2014/main" id="{C91EDCA0-A9D6-459E-87BE-FBB078D97C89}"/>
              </a:ext>
            </a:extLst>
          </p:cNvPr>
          <p:cNvSpPr>
            <a:spLocks noGrp="1"/>
          </p:cNvSpPr>
          <p:nvPr>
            <p:ph type="body" sz="quarter" idx="41"/>
          </p:nvPr>
        </p:nvSpPr>
        <p:spPr/>
        <p:txBody>
          <a:bodyPr/>
          <a:lstStyle/>
          <a:p>
            <a:r>
              <a:rPr lang="en-US"/>
              <a:t>- </a:t>
            </a:r>
            <a:r>
              <a:rPr lang="en-US" err="1"/>
              <a:t>FirstLastname</a:t>
            </a:r>
            <a:r>
              <a:rPr lang="en-US"/>
              <a:t>.</a:t>
            </a:r>
          </a:p>
        </p:txBody>
      </p:sp>
      <p:sp>
        <p:nvSpPr>
          <p:cNvPr id="16" name="Text Placeholder 15">
            <a:extLst>
              <a:ext uri="{FF2B5EF4-FFF2-40B4-BE49-F238E27FC236}">
                <a16:creationId xmlns:a16="http://schemas.microsoft.com/office/drawing/2014/main" id="{559C0807-095C-4DA3-8CCE-04C4795FEEFD}"/>
              </a:ext>
            </a:extLst>
          </p:cNvPr>
          <p:cNvSpPr>
            <a:spLocks noGrp="1"/>
          </p:cNvSpPr>
          <p:nvPr>
            <p:ph type="body" sz="quarter" idx="42"/>
          </p:nvPr>
        </p:nvSpPr>
        <p:spPr/>
        <p:txBody>
          <a:bodyPr/>
          <a:lstStyle/>
          <a:p>
            <a:r>
              <a:rPr lang="en-US"/>
              <a:t>“Insert caption here.</a:t>
            </a:r>
          </a:p>
          <a:p>
            <a:endParaRPr lang="en-US"/>
          </a:p>
        </p:txBody>
      </p:sp>
      <p:sp>
        <p:nvSpPr>
          <p:cNvPr id="17" name="Text Placeholder 16">
            <a:extLst>
              <a:ext uri="{FF2B5EF4-FFF2-40B4-BE49-F238E27FC236}">
                <a16:creationId xmlns:a16="http://schemas.microsoft.com/office/drawing/2014/main" id="{E2DC5515-CAA7-4030-81C6-21F06D313F08}"/>
              </a:ext>
            </a:extLst>
          </p:cNvPr>
          <p:cNvSpPr>
            <a:spLocks noGrp="1"/>
          </p:cNvSpPr>
          <p:nvPr>
            <p:ph type="body" sz="quarter" idx="43"/>
          </p:nvPr>
        </p:nvSpPr>
        <p:spPr/>
        <p:txBody>
          <a:bodyPr/>
          <a:lstStyle/>
          <a:p>
            <a:r>
              <a:rPr lang="en-US"/>
              <a:t>- </a:t>
            </a:r>
            <a:r>
              <a:rPr lang="en-US" err="1"/>
              <a:t>FirstLastname</a:t>
            </a:r>
            <a:r>
              <a:rPr lang="en-US"/>
              <a:t>.</a:t>
            </a:r>
          </a:p>
        </p:txBody>
      </p:sp>
      <p:sp>
        <p:nvSpPr>
          <p:cNvPr id="3" name="Footer Placeholder 2">
            <a:extLst>
              <a:ext uri="{FF2B5EF4-FFF2-40B4-BE49-F238E27FC236}">
                <a16:creationId xmlns:a16="http://schemas.microsoft.com/office/drawing/2014/main" id="{6D8DCAC3-69ED-48EB-8F58-2FE1AD8F9A77}"/>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8940634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FD294D-30FD-49DA-A1E4-784AABCAD290}"/>
              </a:ext>
            </a:extLst>
          </p:cNvPr>
          <p:cNvSpPr>
            <a:spLocks noGrp="1"/>
          </p:cNvSpPr>
          <p:nvPr>
            <p:ph type="body" sz="quarter" idx="20"/>
          </p:nvPr>
        </p:nvSpPr>
        <p:spPr/>
        <p:txBody>
          <a:bodyPr/>
          <a:lstStyle/>
          <a:p>
            <a:r>
              <a:rPr lang="en-US"/>
              <a:t>OVERLINE/SECTION (OPTIONAL) IN ARIAL 8PT ALL CAPS</a:t>
            </a:r>
          </a:p>
        </p:txBody>
      </p:sp>
      <p:sp>
        <p:nvSpPr>
          <p:cNvPr id="5" name="Title 4">
            <a:extLst>
              <a:ext uri="{FF2B5EF4-FFF2-40B4-BE49-F238E27FC236}">
                <a16:creationId xmlns:a16="http://schemas.microsoft.com/office/drawing/2014/main" id="{36FCF6EB-1E7A-4D3C-8F8B-81AB6D75DA42}"/>
              </a:ext>
            </a:extLst>
          </p:cNvPr>
          <p:cNvSpPr>
            <a:spLocks noGrp="1"/>
          </p:cNvSpPr>
          <p:nvPr>
            <p:ph type="title"/>
          </p:nvPr>
        </p:nvSpPr>
        <p:spPr/>
        <p:txBody>
          <a:bodyPr/>
          <a:lstStyle/>
          <a:p>
            <a:r>
              <a:rPr lang="en-US"/>
              <a:t>Feature Cards</a:t>
            </a:r>
          </a:p>
        </p:txBody>
      </p:sp>
      <p:sp>
        <p:nvSpPr>
          <p:cNvPr id="13" name="Text Placeholder 12">
            <a:extLst>
              <a:ext uri="{FF2B5EF4-FFF2-40B4-BE49-F238E27FC236}">
                <a16:creationId xmlns:a16="http://schemas.microsoft.com/office/drawing/2014/main" id="{150FE335-483F-4CFF-9505-0A2013E6C52C}"/>
              </a:ext>
            </a:extLst>
          </p:cNvPr>
          <p:cNvSpPr>
            <a:spLocks noGrp="1"/>
          </p:cNvSpPr>
          <p:nvPr>
            <p:ph type="body" sz="quarter" idx="35"/>
          </p:nvPr>
        </p:nvSpPr>
        <p:spPr/>
        <p:txBody>
          <a:bodyPr/>
          <a:lstStyle/>
          <a:p>
            <a:pPr lvl="0"/>
            <a:r>
              <a:rPr lang="en-US"/>
              <a:t>Subhead (optional) in Arial 20pt</a:t>
            </a:r>
          </a:p>
        </p:txBody>
      </p:sp>
      <p:sp>
        <p:nvSpPr>
          <p:cNvPr id="14" name="Text Placeholder 13">
            <a:extLst>
              <a:ext uri="{FF2B5EF4-FFF2-40B4-BE49-F238E27FC236}">
                <a16:creationId xmlns:a16="http://schemas.microsoft.com/office/drawing/2014/main" id="{432258A4-15C2-476A-987E-A625D2DFB423}"/>
              </a:ext>
            </a:extLst>
          </p:cNvPr>
          <p:cNvSpPr>
            <a:spLocks noGrp="1"/>
          </p:cNvSpPr>
          <p:nvPr>
            <p:ph type="body" sz="quarter" idx="36"/>
          </p:nvPr>
        </p:nvSpPr>
        <p:spPr/>
        <p:txBody>
          <a:bodyPr/>
          <a:lstStyle/>
          <a:p>
            <a:r>
              <a:rPr lang="en-US"/>
              <a:t>OVERLINE TEXT HERE</a:t>
            </a:r>
          </a:p>
        </p:txBody>
      </p:sp>
      <p:sp>
        <p:nvSpPr>
          <p:cNvPr id="15" name="Text Placeholder 14">
            <a:extLst>
              <a:ext uri="{FF2B5EF4-FFF2-40B4-BE49-F238E27FC236}">
                <a16:creationId xmlns:a16="http://schemas.microsoft.com/office/drawing/2014/main" id="{D57525CA-079C-423D-86B3-44CE25888C91}"/>
              </a:ext>
            </a:extLst>
          </p:cNvPr>
          <p:cNvSpPr>
            <a:spLocks noGrp="1"/>
          </p:cNvSpPr>
          <p:nvPr>
            <p:ph type="body" sz="quarter" idx="37"/>
          </p:nvPr>
        </p:nvSpPr>
        <p:spPr/>
        <p:txBody>
          <a:bodyPr/>
          <a:lstStyle/>
          <a:p>
            <a:pPr lvl="0"/>
            <a:r>
              <a:rPr lang="en-US"/>
              <a:t>Product title here and can continue for four lines</a:t>
            </a:r>
          </a:p>
        </p:txBody>
      </p:sp>
      <p:sp>
        <p:nvSpPr>
          <p:cNvPr id="16" name="Text Placeholder 15">
            <a:extLst>
              <a:ext uri="{FF2B5EF4-FFF2-40B4-BE49-F238E27FC236}">
                <a16:creationId xmlns:a16="http://schemas.microsoft.com/office/drawing/2014/main" id="{FF095F2E-FE25-4B73-A04D-A7B3D7205024}"/>
              </a:ext>
            </a:extLst>
          </p:cNvPr>
          <p:cNvSpPr>
            <a:spLocks noGrp="1"/>
          </p:cNvSpPr>
          <p:nvPr>
            <p:ph type="body" sz="quarter" idx="38"/>
          </p:nvPr>
        </p:nvSpPr>
        <p:spPr/>
        <p:txBody>
          <a:bodyPr/>
          <a:lstStyle/>
          <a:p>
            <a:pPr lvl="0"/>
            <a:r>
              <a:rPr lang="en-US"/>
              <a:t>Summary text can be included here and can continue on up to four lines.</a:t>
            </a:r>
          </a:p>
        </p:txBody>
      </p:sp>
      <p:sp>
        <p:nvSpPr>
          <p:cNvPr id="17" name="Text Placeholder 16">
            <a:extLst>
              <a:ext uri="{FF2B5EF4-FFF2-40B4-BE49-F238E27FC236}">
                <a16:creationId xmlns:a16="http://schemas.microsoft.com/office/drawing/2014/main" id="{735258CB-76B9-4C99-952F-ECC401E70AB6}"/>
              </a:ext>
            </a:extLst>
          </p:cNvPr>
          <p:cNvSpPr>
            <a:spLocks noGrp="1"/>
          </p:cNvSpPr>
          <p:nvPr>
            <p:ph type="body" sz="quarter" idx="39"/>
          </p:nvPr>
        </p:nvSpPr>
        <p:spPr/>
        <p:txBody>
          <a:bodyPr/>
          <a:lstStyle/>
          <a:p>
            <a:pPr lvl="0"/>
            <a:r>
              <a:rPr lang="en-US"/>
              <a:t>OVERLINE TEXT HERE</a:t>
            </a:r>
          </a:p>
        </p:txBody>
      </p:sp>
      <p:sp>
        <p:nvSpPr>
          <p:cNvPr id="18" name="Text Placeholder 17">
            <a:extLst>
              <a:ext uri="{FF2B5EF4-FFF2-40B4-BE49-F238E27FC236}">
                <a16:creationId xmlns:a16="http://schemas.microsoft.com/office/drawing/2014/main" id="{4959F9A3-A0AF-4449-9A7C-D72026ECAC6B}"/>
              </a:ext>
            </a:extLst>
          </p:cNvPr>
          <p:cNvSpPr>
            <a:spLocks noGrp="1"/>
          </p:cNvSpPr>
          <p:nvPr>
            <p:ph type="body" sz="quarter" idx="40"/>
          </p:nvPr>
        </p:nvSpPr>
        <p:spPr/>
        <p:txBody>
          <a:bodyPr/>
          <a:lstStyle/>
          <a:p>
            <a:pPr lvl="0"/>
            <a:r>
              <a:rPr lang="en-US"/>
              <a:t>Product title here and can continue for four lines</a:t>
            </a:r>
          </a:p>
        </p:txBody>
      </p:sp>
      <p:sp>
        <p:nvSpPr>
          <p:cNvPr id="19" name="Text Placeholder 18">
            <a:extLst>
              <a:ext uri="{FF2B5EF4-FFF2-40B4-BE49-F238E27FC236}">
                <a16:creationId xmlns:a16="http://schemas.microsoft.com/office/drawing/2014/main" id="{E21389BD-F163-4347-9D7E-FF04964930A5}"/>
              </a:ext>
            </a:extLst>
          </p:cNvPr>
          <p:cNvSpPr>
            <a:spLocks noGrp="1"/>
          </p:cNvSpPr>
          <p:nvPr>
            <p:ph type="body" sz="quarter" idx="41"/>
          </p:nvPr>
        </p:nvSpPr>
        <p:spPr/>
        <p:txBody>
          <a:bodyPr/>
          <a:lstStyle/>
          <a:p>
            <a:pPr lvl="0"/>
            <a:r>
              <a:rPr lang="en-US"/>
              <a:t>Summary text can be included here and can continue on up to four lines.</a:t>
            </a:r>
          </a:p>
        </p:txBody>
      </p:sp>
      <p:sp>
        <p:nvSpPr>
          <p:cNvPr id="20" name="Text Placeholder 19">
            <a:extLst>
              <a:ext uri="{FF2B5EF4-FFF2-40B4-BE49-F238E27FC236}">
                <a16:creationId xmlns:a16="http://schemas.microsoft.com/office/drawing/2014/main" id="{78C8CBCC-E86D-4932-88EE-0413CB723A83}"/>
              </a:ext>
            </a:extLst>
          </p:cNvPr>
          <p:cNvSpPr>
            <a:spLocks noGrp="1"/>
          </p:cNvSpPr>
          <p:nvPr>
            <p:ph type="body" sz="quarter" idx="42"/>
          </p:nvPr>
        </p:nvSpPr>
        <p:spPr/>
        <p:txBody>
          <a:bodyPr/>
          <a:lstStyle/>
          <a:p>
            <a:pPr lvl="0"/>
            <a:r>
              <a:rPr lang="en-US"/>
              <a:t>OVERLINE TEXT HERE</a:t>
            </a:r>
          </a:p>
        </p:txBody>
      </p:sp>
      <p:sp>
        <p:nvSpPr>
          <p:cNvPr id="21" name="Text Placeholder 20">
            <a:extLst>
              <a:ext uri="{FF2B5EF4-FFF2-40B4-BE49-F238E27FC236}">
                <a16:creationId xmlns:a16="http://schemas.microsoft.com/office/drawing/2014/main" id="{204CA517-C291-4CE7-88EE-82F29C7902CB}"/>
              </a:ext>
            </a:extLst>
          </p:cNvPr>
          <p:cNvSpPr>
            <a:spLocks noGrp="1"/>
          </p:cNvSpPr>
          <p:nvPr>
            <p:ph type="body" sz="quarter" idx="43"/>
          </p:nvPr>
        </p:nvSpPr>
        <p:spPr/>
        <p:txBody>
          <a:bodyPr/>
          <a:lstStyle/>
          <a:p>
            <a:pPr lvl="0"/>
            <a:r>
              <a:rPr lang="en-US"/>
              <a:t>Product title here and can continue for four lines</a:t>
            </a:r>
          </a:p>
        </p:txBody>
      </p:sp>
      <p:sp>
        <p:nvSpPr>
          <p:cNvPr id="22" name="Text Placeholder 21">
            <a:extLst>
              <a:ext uri="{FF2B5EF4-FFF2-40B4-BE49-F238E27FC236}">
                <a16:creationId xmlns:a16="http://schemas.microsoft.com/office/drawing/2014/main" id="{028EA8C8-5D77-42AD-B71F-F7032639C50B}"/>
              </a:ext>
            </a:extLst>
          </p:cNvPr>
          <p:cNvSpPr>
            <a:spLocks noGrp="1"/>
          </p:cNvSpPr>
          <p:nvPr>
            <p:ph type="body" sz="quarter" idx="44"/>
          </p:nvPr>
        </p:nvSpPr>
        <p:spPr/>
        <p:txBody>
          <a:bodyPr/>
          <a:lstStyle/>
          <a:p>
            <a:pPr lvl="0"/>
            <a:r>
              <a:rPr lang="en-US"/>
              <a:t>Summary text can be included here and can continue on up to four lines.</a:t>
            </a:r>
          </a:p>
        </p:txBody>
      </p:sp>
      <p:sp>
        <p:nvSpPr>
          <p:cNvPr id="23" name="Text Placeholder 22">
            <a:extLst>
              <a:ext uri="{FF2B5EF4-FFF2-40B4-BE49-F238E27FC236}">
                <a16:creationId xmlns:a16="http://schemas.microsoft.com/office/drawing/2014/main" id="{2D8C30B4-2DAA-4EBF-9EDE-CC57361984BE}"/>
              </a:ext>
            </a:extLst>
          </p:cNvPr>
          <p:cNvSpPr>
            <a:spLocks noGrp="1"/>
          </p:cNvSpPr>
          <p:nvPr>
            <p:ph type="body" sz="quarter" idx="45"/>
          </p:nvPr>
        </p:nvSpPr>
        <p:spPr/>
        <p:txBody>
          <a:bodyPr/>
          <a:lstStyle/>
          <a:p>
            <a:pPr lvl="0"/>
            <a:r>
              <a:rPr lang="en-US"/>
              <a:t>OVERLINE TEXT HERE</a:t>
            </a:r>
          </a:p>
        </p:txBody>
      </p:sp>
      <p:sp>
        <p:nvSpPr>
          <p:cNvPr id="24" name="Text Placeholder 23">
            <a:extLst>
              <a:ext uri="{FF2B5EF4-FFF2-40B4-BE49-F238E27FC236}">
                <a16:creationId xmlns:a16="http://schemas.microsoft.com/office/drawing/2014/main" id="{34EA2354-9B33-4318-8CC9-6ABB2984AF42}"/>
              </a:ext>
            </a:extLst>
          </p:cNvPr>
          <p:cNvSpPr>
            <a:spLocks noGrp="1"/>
          </p:cNvSpPr>
          <p:nvPr>
            <p:ph type="body" sz="quarter" idx="46"/>
          </p:nvPr>
        </p:nvSpPr>
        <p:spPr/>
        <p:txBody>
          <a:bodyPr/>
          <a:lstStyle/>
          <a:p>
            <a:pPr lvl="0"/>
            <a:r>
              <a:rPr lang="en-US"/>
              <a:t>Product title here and can continue for four lines</a:t>
            </a:r>
          </a:p>
        </p:txBody>
      </p:sp>
      <p:sp>
        <p:nvSpPr>
          <p:cNvPr id="25" name="Text Placeholder 24">
            <a:extLst>
              <a:ext uri="{FF2B5EF4-FFF2-40B4-BE49-F238E27FC236}">
                <a16:creationId xmlns:a16="http://schemas.microsoft.com/office/drawing/2014/main" id="{DE2B0B22-7CE7-4F8A-AF06-9296BF9951BD}"/>
              </a:ext>
            </a:extLst>
          </p:cNvPr>
          <p:cNvSpPr>
            <a:spLocks noGrp="1"/>
          </p:cNvSpPr>
          <p:nvPr>
            <p:ph type="body" sz="quarter" idx="47"/>
          </p:nvPr>
        </p:nvSpPr>
        <p:spPr/>
        <p:txBody>
          <a:bodyPr/>
          <a:lstStyle/>
          <a:p>
            <a:pPr lvl="0"/>
            <a:r>
              <a:rPr lang="en-US"/>
              <a:t>Summary text can be included here and can continue on up to four lines.</a:t>
            </a:r>
          </a:p>
        </p:txBody>
      </p:sp>
      <p:sp>
        <p:nvSpPr>
          <p:cNvPr id="38" name="Picture Placeholder 37">
            <a:extLst>
              <a:ext uri="{FF2B5EF4-FFF2-40B4-BE49-F238E27FC236}">
                <a16:creationId xmlns:a16="http://schemas.microsoft.com/office/drawing/2014/main" id="{FC0C2847-4AEC-BF2B-9267-F31556FB6D7A}"/>
              </a:ext>
            </a:extLst>
          </p:cNvPr>
          <p:cNvSpPr>
            <a:spLocks noGrp="1"/>
          </p:cNvSpPr>
          <p:nvPr>
            <p:ph type="pic" sz="quarter" idx="48"/>
          </p:nvPr>
        </p:nvSpPr>
        <p:spPr/>
        <p:txBody>
          <a:bodyPr/>
          <a:lstStyle/>
          <a:p>
            <a:endParaRPr lang="en-US"/>
          </a:p>
        </p:txBody>
      </p:sp>
      <p:sp>
        <p:nvSpPr>
          <p:cNvPr id="39" name="Picture Placeholder 38">
            <a:extLst>
              <a:ext uri="{FF2B5EF4-FFF2-40B4-BE49-F238E27FC236}">
                <a16:creationId xmlns:a16="http://schemas.microsoft.com/office/drawing/2014/main" id="{6AB9AA96-A46B-9E87-8AF5-FF9D9F1CBDB2}"/>
              </a:ext>
            </a:extLst>
          </p:cNvPr>
          <p:cNvSpPr>
            <a:spLocks noGrp="1"/>
          </p:cNvSpPr>
          <p:nvPr>
            <p:ph type="pic" sz="quarter" idx="49"/>
          </p:nvPr>
        </p:nvSpPr>
        <p:spPr/>
        <p:txBody>
          <a:bodyPr/>
          <a:lstStyle/>
          <a:p>
            <a:endParaRPr lang="en-US"/>
          </a:p>
        </p:txBody>
      </p:sp>
      <p:sp>
        <p:nvSpPr>
          <p:cNvPr id="40" name="Picture Placeholder 39">
            <a:extLst>
              <a:ext uri="{FF2B5EF4-FFF2-40B4-BE49-F238E27FC236}">
                <a16:creationId xmlns:a16="http://schemas.microsoft.com/office/drawing/2014/main" id="{FBF7B37B-8C28-482F-3E86-42424C346572}"/>
              </a:ext>
            </a:extLst>
          </p:cNvPr>
          <p:cNvSpPr>
            <a:spLocks noGrp="1"/>
          </p:cNvSpPr>
          <p:nvPr>
            <p:ph type="pic" sz="quarter" idx="50"/>
          </p:nvPr>
        </p:nvSpPr>
        <p:spPr/>
        <p:txBody>
          <a:bodyPr/>
          <a:lstStyle/>
          <a:p>
            <a:endParaRPr lang="en-US"/>
          </a:p>
        </p:txBody>
      </p:sp>
      <p:sp>
        <p:nvSpPr>
          <p:cNvPr id="41" name="Picture Placeholder 40">
            <a:extLst>
              <a:ext uri="{FF2B5EF4-FFF2-40B4-BE49-F238E27FC236}">
                <a16:creationId xmlns:a16="http://schemas.microsoft.com/office/drawing/2014/main" id="{F8676008-5E84-5AE9-DF3D-BE49B9B27A00}"/>
              </a:ext>
            </a:extLst>
          </p:cNvPr>
          <p:cNvSpPr>
            <a:spLocks noGrp="1"/>
          </p:cNvSpPr>
          <p:nvPr>
            <p:ph type="pic" sz="quarter" idx="51"/>
          </p:nvPr>
        </p:nvSpPr>
        <p:spPr/>
        <p:txBody>
          <a:bodyPr/>
          <a:lstStyle/>
          <a:p>
            <a:endParaRPr lang="en-US"/>
          </a:p>
        </p:txBody>
      </p:sp>
      <p:sp>
        <p:nvSpPr>
          <p:cNvPr id="3" name="Footer Placeholder 2">
            <a:extLst>
              <a:ext uri="{FF2B5EF4-FFF2-40B4-BE49-F238E27FC236}">
                <a16:creationId xmlns:a16="http://schemas.microsoft.com/office/drawing/2014/main" id="{CD4AC5A5-581F-4735-9086-72CE12BBB916}"/>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33923987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5756704" cy="506940"/>
          </a:xfrm>
        </p:spPr>
        <p:txBody>
          <a:bodyPr>
            <a:noAutofit/>
          </a:bodyPr>
          <a:lstStyle/>
          <a:p>
            <a:r>
              <a:rPr lang="en-US"/>
              <a:t>Table Layout</a:t>
            </a:r>
          </a:p>
        </p:txBody>
      </p:sp>
      <p:graphicFrame>
        <p:nvGraphicFramePr>
          <p:cNvPr id="15" name="Table Placeholder 14">
            <a:extLst>
              <a:ext uri="{FF2B5EF4-FFF2-40B4-BE49-F238E27FC236}">
                <a16:creationId xmlns:a16="http://schemas.microsoft.com/office/drawing/2014/main" id="{014406AC-4BC9-CC4A-BFD2-DCB384EFA0DD}"/>
              </a:ext>
            </a:extLst>
          </p:cNvPr>
          <p:cNvGraphicFramePr>
            <a:graphicFrameLocks noGrp="1"/>
          </p:cNvGraphicFramePr>
          <p:nvPr>
            <p:ph sz="quarter" idx="4294967295"/>
          </p:nvPr>
        </p:nvGraphicFramePr>
        <p:xfrm>
          <a:off x="371475" y="1595438"/>
          <a:ext cx="8401053" cy="2938551"/>
        </p:xfrm>
        <a:graphic>
          <a:graphicData uri="http://schemas.openxmlformats.org/drawingml/2006/table">
            <a:tbl>
              <a:tblPr firstRow="1" bandRow="1">
                <a:tableStyleId>{7E9639D4-E3E2-4D34-9284-5A2195B3D0D7}</a:tableStyleId>
              </a:tblPr>
              <a:tblGrid>
                <a:gridCol w="974725">
                  <a:extLst>
                    <a:ext uri="{9D8B030D-6E8A-4147-A177-3AD203B41FA5}">
                      <a16:colId xmlns:a16="http://schemas.microsoft.com/office/drawing/2014/main" val="20000"/>
                    </a:ext>
                  </a:extLst>
                </a:gridCol>
                <a:gridCol w="1856582">
                  <a:extLst>
                    <a:ext uri="{9D8B030D-6E8A-4147-A177-3AD203B41FA5}">
                      <a16:colId xmlns:a16="http://schemas.microsoft.com/office/drawing/2014/main" val="20001"/>
                    </a:ext>
                  </a:extLst>
                </a:gridCol>
                <a:gridCol w="1856582">
                  <a:extLst>
                    <a:ext uri="{9D8B030D-6E8A-4147-A177-3AD203B41FA5}">
                      <a16:colId xmlns:a16="http://schemas.microsoft.com/office/drawing/2014/main" val="20002"/>
                    </a:ext>
                  </a:extLst>
                </a:gridCol>
                <a:gridCol w="1856582">
                  <a:extLst>
                    <a:ext uri="{9D8B030D-6E8A-4147-A177-3AD203B41FA5}">
                      <a16:colId xmlns:a16="http://schemas.microsoft.com/office/drawing/2014/main" val="3210806493"/>
                    </a:ext>
                  </a:extLst>
                </a:gridCol>
                <a:gridCol w="1856582">
                  <a:extLst>
                    <a:ext uri="{9D8B030D-6E8A-4147-A177-3AD203B41FA5}">
                      <a16:colId xmlns:a16="http://schemas.microsoft.com/office/drawing/2014/main" val="1939763798"/>
                    </a:ext>
                  </a:extLst>
                </a:gridCol>
              </a:tblGrid>
              <a:tr h="306642">
                <a:tc>
                  <a:txBody>
                    <a:bodyPr/>
                    <a:lstStyle/>
                    <a:p>
                      <a:pPr marL="0" algn="l" defTabSz="1218895" rtl="0" eaLnBrk="1" latinLnBrk="0" hangingPunct="1"/>
                      <a:endParaRPr lang="en-US" sz="1200" b="1" i="0" kern="1200" cap="none" baseline="0">
                        <a:solidFill>
                          <a:schemeClr val="bg1"/>
                        </a:solidFill>
                        <a:latin typeface="Arial" panose="020B0604020202020204" pitchFamily="34" charset="0"/>
                        <a:ea typeface="+mj-ea"/>
                        <a:cs typeface="Arial" panose="020B0604020202020204" pitchFamily="34" charset="0"/>
                      </a:endParaRPr>
                    </a:p>
                  </a:txBody>
                  <a:tcPr marL="102870" marR="87410" marT="91416" marB="43548" anchor="ctr">
                    <a:lnL w="6350" cap="flat" cmpd="sng" algn="ctr">
                      <a:noFill/>
                      <a:prstDash val="solid"/>
                      <a:miter lim="800000"/>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1200" b="1" i="0" kern="1200">
                          <a:solidFill>
                            <a:schemeClr val="bg1"/>
                          </a:solidFill>
                          <a:latin typeface="Arial" panose="020B0604020202020204" pitchFamily="34" charset="0"/>
                          <a:cs typeface="Arial" panose="020B0604020202020204" pitchFamily="34" charset="0"/>
                        </a:rPr>
                        <a:t>COLUMN 1</a:t>
                      </a:r>
                      <a:endParaRPr lang="en-US" sz="1200" b="1"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1200" b="1" i="0" kern="1200">
                          <a:solidFill>
                            <a:schemeClr val="bg1"/>
                          </a:solidFill>
                          <a:latin typeface="Arial" panose="020B0604020202020204" pitchFamily="34" charset="0"/>
                          <a:cs typeface="Arial" panose="020B0604020202020204" pitchFamily="34" charset="0"/>
                        </a:rPr>
                        <a:t>COLUMN 2</a:t>
                      </a:r>
                      <a:endParaRPr lang="en-US" sz="1200" b="1"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1200" b="1" i="0" kern="1200">
                          <a:solidFill>
                            <a:schemeClr val="bg1"/>
                          </a:solidFill>
                          <a:latin typeface="Arial" panose="020B0604020202020204" pitchFamily="34" charset="0"/>
                          <a:cs typeface="Arial" panose="020B0604020202020204" pitchFamily="34" charset="0"/>
                        </a:rPr>
                        <a:t>COLUMN 3</a:t>
                      </a:r>
                      <a:endParaRPr lang="en-US" sz="1200" b="1"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1200" b="1" i="0" kern="1200">
                          <a:solidFill>
                            <a:schemeClr val="bg1"/>
                          </a:solidFill>
                          <a:latin typeface="Arial" panose="020B0604020202020204" pitchFamily="34" charset="0"/>
                          <a:cs typeface="Arial" panose="020B0604020202020204" pitchFamily="34" charset="0"/>
                        </a:rPr>
                        <a:t>COLUMN 4</a:t>
                      </a:r>
                      <a:endParaRPr lang="en-US" sz="1200" b="1"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668141">
                <a:tc>
                  <a:txBody>
                    <a:bodyPr/>
                    <a:lstStyle/>
                    <a:p>
                      <a:pPr marL="0" indent="0" algn="l" defTabSz="1218895" rtl="0" eaLnBrk="1" latinLnBrk="0" hangingPunct="1">
                        <a:tabLst/>
                      </a:pPr>
                      <a:r>
                        <a:rPr lang="en-US" sz="1200" b="1" i="0" kern="1200" cap="none" baseline="0">
                          <a:solidFill>
                            <a:schemeClr val="bg2"/>
                          </a:solidFill>
                          <a:latin typeface="Arial" panose="020B0604020202020204" pitchFamily="34" charset="0"/>
                          <a:cs typeface="Arial" panose="020B0604020202020204" pitchFamily="34" charset="0"/>
                        </a:rPr>
                        <a:t>Row 1</a:t>
                      </a:r>
                      <a:endParaRPr lang="en-US" sz="1200" b="1" i="0" kern="1200" cap="none" baseline="0">
                        <a:solidFill>
                          <a:schemeClr val="bg2"/>
                        </a:solidFill>
                        <a:latin typeface="Arial" panose="020B0604020202020204" pitchFamily="34" charset="0"/>
                        <a:ea typeface="+mj-ea"/>
                        <a:cs typeface="Arial" panose="020B0604020202020204" pitchFamily="34" charset="0"/>
                      </a:endParaRPr>
                    </a:p>
                  </a:txBody>
                  <a:tcPr marL="91746" marR="87410" marT="91416" marB="43548">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91416"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91416"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91416"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91416" marB="43548">
                    <a:lnL w="6350" cap="flat" cmpd="sng" algn="ctr">
                      <a:noFill/>
                      <a:prstDash val="solid"/>
                      <a:round/>
                      <a:headEnd type="none" w="med" len="med"/>
                      <a:tailEnd type="none" w="med" len="med"/>
                    </a:lnL>
                    <a:lnR w="6350" cap="flat" cmpd="sng" algn="ctr">
                      <a:noFill/>
                      <a:prstDash val="solid"/>
                      <a:miter lim="800000"/>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16284">
                <a:tc>
                  <a:txBody>
                    <a:bodyPr/>
                    <a:lstStyle/>
                    <a:p>
                      <a:pPr marL="0" indent="0" algn="l" defTabSz="1218895" rtl="0" eaLnBrk="1" latinLnBrk="0" hangingPunct="1">
                        <a:tabLst/>
                      </a:pPr>
                      <a:r>
                        <a:rPr lang="en-US" sz="1200" b="1" i="0" kern="1200" cap="none" baseline="0">
                          <a:solidFill>
                            <a:schemeClr val="bg2"/>
                          </a:solidFill>
                          <a:latin typeface="Arial" panose="020B0604020202020204" pitchFamily="34" charset="0"/>
                          <a:cs typeface="Arial" panose="020B0604020202020204" pitchFamily="34" charset="0"/>
                        </a:rPr>
                        <a:t>Row 2</a:t>
                      </a:r>
                      <a:endParaRPr lang="en-US" sz="1200" b="1" i="0" kern="1200" cap="none" baseline="0">
                        <a:solidFill>
                          <a:schemeClr val="bg2"/>
                        </a:solidFill>
                        <a:latin typeface="Arial" panose="020B0604020202020204" pitchFamily="34" charset="0"/>
                        <a:ea typeface="+mj-ea"/>
                        <a:cs typeface="Arial" panose="020B0604020202020204" pitchFamily="34" charset="0"/>
                      </a:endParaRPr>
                    </a:p>
                  </a:txBody>
                  <a:tcPr marL="91746" marR="87410" marT="43548" marB="43548">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435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43548">
                    <a:lnL w="6350" cap="flat" cmpd="sng" algn="ctr">
                      <a:noFill/>
                      <a:prstDash val="solid"/>
                      <a:round/>
                      <a:headEnd type="none" w="med" len="med"/>
                      <a:tailEnd type="none" w="med" len="med"/>
                    </a:lnL>
                    <a:lnR w="6350" cap="flat" cmpd="sng" algn="ctr">
                      <a:noFill/>
                      <a:prstDash val="solid"/>
                      <a:miter lim="800000"/>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668141">
                <a:tc>
                  <a:txBody>
                    <a:bodyPr/>
                    <a:lstStyle/>
                    <a:p>
                      <a:pPr marL="0" indent="0" algn="l" defTabSz="1218895" rtl="0" eaLnBrk="1" latinLnBrk="0" hangingPunct="1">
                        <a:tabLst/>
                      </a:pPr>
                      <a:r>
                        <a:rPr lang="en-US" sz="1200" b="1" i="0" kern="1200" cap="none" baseline="0">
                          <a:solidFill>
                            <a:schemeClr val="bg2"/>
                          </a:solidFill>
                          <a:latin typeface="Arial" panose="020B0604020202020204" pitchFamily="34" charset="0"/>
                          <a:cs typeface="Arial" panose="020B0604020202020204" pitchFamily="34" charset="0"/>
                        </a:rPr>
                        <a:t>Row 3</a:t>
                      </a:r>
                      <a:endParaRPr lang="en-US" sz="1200" b="1" i="0" kern="1200" cap="none" baseline="0">
                        <a:solidFill>
                          <a:schemeClr val="bg2"/>
                        </a:solidFill>
                        <a:latin typeface="Arial" panose="020B0604020202020204" pitchFamily="34" charset="0"/>
                        <a:ea typeface="+mj-ea"/>
                        <a:cs typeface="Arial" panose="020B0604020202020204" pitchFamily="34" charset="0"/>
                      </a:endParaRPr>
                    </a:p>
                  </a:txBody>
                  <a:tcPr marL="91746" marR="87410" marT="43548" marB="91416">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miter lim="800000"/>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68141">
                <a:tc>
                  <a:txBody>
                    <a:bodyPr/>
                    <a:lstStyle/>
                    <a:p>
                      <a:pPr marL="0" indent="0" algn="l" defTabSz="1218895" rtl="0" eaLnBrk="1" latinLnBrk="0" hangingPunct="1">
                        <a:tabLst/>
                      </a:pPr>
                      <a:r>
                        <a:rPr lang="en-US" sz="1200" b="1" i="0" kern="1200" cap="none" baseline="0">
                          <a:solidFill>
                            <a:schemeClr val="bg2"/>
                          </a:solidFill>
                          <a:latin typeface="Arial" panose="020B0604020202020204" pitchFamily="34" charset="0"/>
                          <a:cs typeface="Arial" panose="020B0604020202020204" pitchFamily="34" charset="0"/>
                        </a:rPr>
                        <a:t>Row 4</a:t>
                      </a:r>
                      <a:endParaRPr lang="en-US" sz="1200" b="1" i="0" kern="1200" cap="none" baseline="0">
                        <a:solidFill>
                          <a:schemeClr val="bg2"/>
                        </a:solidFill>
                        <a:latin typeface="Arial" panose="020B0604020202020204" pitchFamily="34" charset="0"/>
                        <a:ea typeface="+mj-ea"/>
                        <a:cs typeface="Arial" panose="020B0604020202020204" pitchFamily="34" charset="0"/>
                      </a:endParaRPr>
                    </a:p>
                  </a:txBody>
                  <a:tcPr marL="91746" marR="87410" marT="43548" marB="91416">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one</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two</a:t>
                      </a:r>
                    </a:p>
                    <a:p>
                      <a:pPr marL="120650" lvl="2" indent="-120650" algn="l" defTabSz="1218895" rtl="0" eaLnBrk="1" latinLnBrk="0" hangingPunct="1">
                        <a:lnSpc>
                          <a:spcPct val="90000"/>
                        </a:lnSpc>
                        <a:spcBef>
                          <a:spcPts val="0"/>
                        </a:spcBef>
                        <a:spcAft>
                          <a:spcPts val="300"/>
                        </a:spcAft>
                        <a:buClr>
                          <a:schemeClr val="tx2"/>
                        </a:buClr>
                        <a:buFont typeface="Arial" panose="020B0604020202020204" pitchFamily="34" charset="0"/>
                        <a:buChar char="•"/>
                        <a:tabLst/>
                        <a:defRPr/>
                      </a:pPr>
                      <a:r>
                        <a:rPr lang="en-US" sz="1100" b="0" kern="1200">
                          <a:solidFill>
                            <a:schemeClr val="bg2"/>
                          </a:solidFill>
                          <a:latin typeface="Arial" panose="020B0604020202020204" pitchFamily="34" charset="0"/>
                          <a:cs typeface="Arial" panose="020B0604020202020204" pitchFamily="34" charset="0"/>
                        </a:rPr>
                        <a:t>Bullet three</a:t>
                      </a:r>
                      <a:endParaRPr lang="en-US" sz="1100" b="0" i="0" kern="1200">
                        <a:solidFill>
                          <a:schemeClr val="bg2"/>
                        </a:solidFill>
                        <a:latin typeface="Arial" panose="020B0604020202020204" pitchFamily="34" charset="0"/>
                        <a:ea typeface="+mn-ea"/>
                        <a:cs typeface="Arial" panose="020B0604020202020204" pitchFamily="34" charset="0"/>
                      </a:endParaRPr>
                    </a:p>
                  </a:txBody>
                  <a:tcPr marL="91746" marR="87410" marT="43548" marB="91416">
                    <a:lnL w="6350" cap="flat" cmpd="sng" algn="ctr">
                      <a:noFill/>
                      <a:prstDash val="solid"/>
                      <a:round/>
                      <a:headEnd type="none" w="med" len="med"/>
                      <a:tailEnd type="none" w="med" len="med"/>
                    </a:lnL>
                    <a:lnR w="6350" cap="flat" cmpd="sng" algn="ctr">
                      <a:noFill/>
                      <a:prstDash val="solid"/>
                      <a:miter lim="800000"/>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1078974"/>
                  </a:ext>
                </a:extLst>
              </a:tr>
            </a:tbl>
          </a:graphicData>
        </a:graphic>
      </p:graphicFrame>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1026466"/>
            <a:ext cx="3815330" cy="355345"/>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Lorem Ipsum</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37384626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481D84BE-0A01-4A2C-A0EA-3C0EF399B206}"/>
              </a:ext>
            </a:extLst>
          </p:cNvPr>
          <p:cNvPicPr>
            <a:picLocks noGrp="1" noChangeAspect="1"/>
          </p:cNvPicPr>
          <p:nvPr>
            <p:ph type="pic" sz="quarter" idx="18"/>
          </p:nvPr>
        </p:nvPicPr>
        <p:blipFill rotWithShape="1">
          <a:blip r:embed="rId2" cstate="email">
            <a:extLs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2B13DB72-B2A9-4959-B873-978F1903A2F2}"/>
              </a:ext>
            </a:extLst>
          </p:cNvPr>
          <p:cNvSpPr>
            <a:spLocks noGrp="1"/>
          </p:cNvSpPr>
          <p:nvPr>
            <p:ph type="title"/>
          </p:nvPr>
        </p:nvSpPr>
        <p:spPr/>
        <p:txBody>
          <a:bodyPr/>
          <a:lstStyle/>
          <a:p>
            <a:r>
              <a:rPr lang="en-US"/>
              <a:t>Speaker </a:t>
            </a:r>
            <a:br>
              <a:rPr lang="en-US"/>
            </a:br>
            <a:r>
              <a:rPr lang="en-US" err="1"/>
              <a:t>Firstname</a:t>
            </a:r>
            <a:br>
              <a:rPr lang="en-US"/>
            </a:br>
            <a:r>
              <a:rPr lang="en-US" err="1"/>
              <a:t>Lastname</a:t>
            </a:r>
            <a:br>
              <a:rPr lang="en-US"/>
            </a:br>
            <a:r>
              <a:rPr lang="en-US"/>
              <a:t>Arial Bold 48pt</a:t>
            </a:r>
          </a:p>
        </p:txBody>
      </p:sp>
      <p:sp>
        <p:nvSpPr>
          <p:cNvPr id="5" name="Text Placeholder 4">
            <a:extLst>
              <a:ext uri="{FF2B5EF4-FFF2-40B4-BE49-F238E27FC236}">
                <a16:creationId xmlns:a16="http://schemas.microsoft.com/office/drawing/2014/main" id="{90734DFD-1411-4098-A81B-A932670F5408}"/>
              </a:ext>
            </a:extLst>
          </p:cNvPr>
          <p:cNvSpPr>
            <a:spLocks noGrp="1"/>
          </p:cNvSpPr>
          <p:nvPr>
            <p:ph type="body" sz="quarter" idx="15"/>
          </p:nvPr>
        </p:nvSpPr>
        <p:spPr/>
        <p:txBody>
          <a:bodyPr/>
          <a:lstStyle/>
          <a:p>
            <a:r>
              <a:rPr lang="en-US"/>
              <a:t>Subhead (optional) in Arial Regular 14pt</a:t>
            </a:r>
          </a:p>
        </p:txBody>
      </p:sp>
      <p:sp>
        <p:nvSpPr>
          <p:cNvPr id="6" name="Footer Placeholder 5">
            <a:extLst>
              <a:ext uri="{FF2B5EF4-FFF2-40B4-BE49-F238E27FC236}">
                <a16:creationId xmlns:a16="http://schemas.microsoft.com/office/drawing/2014/main" id="{72443751-AECA-443D-9CB6-D125C370A8FB}"/>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482165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24A7D5C-CA82-4D06-A2F3-9CD95EEFC7F9}"/>
              </a:ext>
            </a:extLst>
          </p:cNvPr>
          <p:cNvPicPr>
            <a:picLocks noGrp="1" noChangeAspect="1"/>
          </p:cNvPicPr>
          <p:nvPr>
            <p:ph type="pic" sz="quarter" idx="18"/>
          </p:nvPr>
        </p:nvPicPr>
        <p:blipFill rotWithShape="1">
          <a:blip r:embed="rId2" cstate="email">
            <a:extLs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24C9230C-4C95-4379-9A5E-C766827BB91A}"/>
              </a:ext>
            </a:extLst>
          </p:cNvPr>
          <p:cNvSpPr>
            <a:spLocks noGrp="1"/>
          </p:cNvSpPr>
          <p:nvPr>
            <p:ph type="title"/>
          </p:nvPr>
        </p:nvSpPr>
        <p:spPr/>
        <p:txBody>
          <a:bodyPr/>
          <a:lstStyle/>
          <a:p>
            <a:r>
              <a:rPr lang="en-US"/>
              <a:t>Speaker </a:t>
            </a:r>
            <a:br>
              <a:rPr lang="en-US"/>
            </a:br>
            <a:r>
              <a:rPr lang="en-US" err="1"/>
              <a:t>Firstname</a:t>
            </a:r>
            <a:br>
              <a:rPr lang="en-US"/>
            </a:br>
            <a:r>
              <a:rPr lang="en-US" err="1"/>
              <a:t>Lastname</a:t>
            </a:r>
            <a:br>
              <a:rPr lang="en-US"/>
            </a:br>
            <a:r>
              <a:rPr lang="en-US"/>
              <a:t>Arial Bold 48pt</a:t>
            </a:r>
          </a:p>
        </p:txBody>
      </p:sp>
      <p:sp>
        <p:nvSpPr>
          <p:cNvPr id="4" name="Text Placeholder 3">
            <a:extLst>
              <a:ext uri="{FF2B5EF4-FFF2-40B4-BE49-F238E27FC236}">
                <a16:creationId xmlns:a16="http://schemas.microsoft.com/office/drawing/2014/main" id="{F872C121-DACE-4160-B9F4-337FD0E3471E}"/>
              </a:ext>
            </a:extLst>
          </p:cNvPr>
          <p:cNvSpPr>
            <a:spLocks noGrp="1"/>
          </p:cNvSpPr>
          <p:nvPr>
            <p:ph type="body" sz="quarter" idx="15"/>
          </p:nvPr>
        </p:nvSpPr>
        <p:spPr/>
        <p:txBody>
          <a:bodyPr/>
          <a:lstStyle/>
          <a:p>
            <a:r>
              <a:rPr lang="en-US"/>
              <a:t>Subhead (optional) in Arial Regular 14pt</a:t>
            </a:r>
          </a:p>
          <a:p>
            <a:endParaRPr lang="en-US"/>
          </a:p>
        </p:txBody>
      </p:sp>
      <p:sp>
        <p:nvSpPr>
          <p:cNvPr id="5" name="Footer Placeholder 4">
            <a:extLst>
              <a:ext uri="{FF2B5EF4-FFF2-40B4-BE49-F238E27FC236}">
                <a16:creationId xmlns:a16="http://schemas.microsoft.com/office/drawing/2014/main" id="{ABEEC4DE-4B10-4193-8939-BEB9B1426E40}"/>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41584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5">
            <a:extLst>
              <a:ext uri="{FF2B5EF4-FFF2-40B4-BE49-F238E27FC236}">
                <a16:creationId xmlns:a16="http://schemas.microsoft.com/office/drawing/2014/main" id="{EE604C58-EC6A-4253-B21F-E7A7AB0A361B}"/>
              </a:ext>
            </a:extLst>
          </p:cNvPr>
          <p:cNvPicPr>
            <a:picLocks noGrp="1" noChangeAspect="1"/>
          </p:cNvPicPr>
          <p:nvPr>
            <p:ph type="pic" sz="quarter" idx="15"/>
          </p:nvPr>
        </p:nvPicPr>
        <p:blipFill>
          <a:blip r:embed="rId2" cstate="email">
            <a:extLst>
              <a:ext uri="{28A0092B-C50C-407E-A947-70E740481C1C}">
                <a14:useLocalDpi xmlns:a14="http://schemas.microsoft.com/office/drawing/2010/main"/>
              </a:ext>
            </a:extLst>
          </a:blip>
          <a:srcRect/>
          <a:stretch/>
        </p:blipFill>
        <p:spPr/>
      </p:pic>
      <p:sp>
        <p:nvSpPr>
          <p:cNvPr id="5" name="Text Placeholder 4">
            <a:extLst>
              <a:ext uri="{FF2B5EF4-FFF2-40B4-BE49-F238E27FC236}">
                <a16:creationId xmlns:a16="http://schemas.microsoft.com/office/drawing/2014/main" id="{A84CEBFA-A2E5-499D-909C-B1171A2A1A91}"/>
              </a:ext>
            </a:extLst>
          </p:cNvPr>
          <p:cNvSpPr>
            <a:spLocks noGrp="1"/>
          </p:cNvSpPr>
          <p:nvPr>
            <p:ph type="body" sz="quarter" idx="12"/>
          </p:nvPr>
        </p:nvSpPr>
        <p:spPr/>
        <p:txBody>
          <a:bodyPr/>
          <a:lstStyle/>
          <a:p>
            <a:r>
              <a:rPr lang="en-US"/>
              <a:t>OVERLINE/SECTION (OPTIONAL) IN ARIAL 8PT ALL CAPS</a:t>
            </a:r>
          </a:p>
        </p:txBody>
      </p:sp>
      <p:sp>
        <p:nvSpPr>
          <p:cNvPr id="6" name="Title 5">
            <a:extLst>
              <a:ext uri="{FF2B5EF4-FFF2-40B4-BE49-F238E27FC236}">
                <a16:creationId xmlns:a16="http://schemas.microsoft.com/office/drawing/2014/main" id="{238BD84C-39F0-4300-9FD9-F0D467E502B9}"/>
              </a:ext>
            </a:extLst>
          </p:cNvPr>
          <p:cNvSpPr>
            <a:spLocks noGrp="1"/>
          </p:cNvSpPr>
          <p:nvPr>
            <p:ph type="title"/>
          </p:nvPr>
        </p:nvSpPr>
        <p:spPr/>
        <p:txBody>
          <a:bodyPr/>
          <a:lstStyle/>
          <a:p>
            <a:r>
              <a:rPr lang="en-US"/>
              <a:t>Panel Discussion</a:t>
            </a:r>
          </a:p>
        </p:txBody>
      </p:sp>
      <p:sp>
        <p:nvSpPr>
          <p:cNvPr id="35" name="Text Placeholder 34">
            <a:extLst>
              <a:ext uri="{FF2B5EF4-FFF2-40B4-BE49-F238E27FC236}">
                <a16:creationId xmlns:a16="http://schemas.microsoft.com/office/drawing/2014/main" id="{75493DBC-7319-4DC5-A67F-956A89E2BD9A}"/>
              </a:ext>
            </a:extLst>
          </p:cNvPr>
          <p:cNvSpPr>
            <a:spLocks noGrp="1"/>
          </p:cNvSpPr>
          <p:nvPr>
            <p:ph type="body" sz="quarter" idx="13"/>
          </p:nvPr>
        </p:nvSpPr>
        <p:spPr/>
        <p:txBody>
          <a:bodyPr/>
          <a:lstStyle/>
          <a:p>
            <a:r>
              <a:rPr lang="en-US" err="1"/>
              <a:t>Firstname</a:t>
            </a:r>
            <a:r>
              <a:rPr lang="en-US"/>
              <a:t>, </a:t>
            </a:r>
            <a:r>
              <a:rPr lang="en-US" err="1"/>
              <a:t>Lastname</a:t>
            </a:r>
            <a:endParaRPr lang="en-US"/>
          </a:p>
        </p:txBody>
      </p:sp>
      <p:sp>
        <p:nvSpPr>
          <p:cNvPr id="8" name="Text Placeholder 7">
            <a:extLst>
              <a:ext uri="{FF2B5EF4-FFF2-40B4-BE49-F238E27FC236}">
                <a16:creationId xmlns:a16="http://schemas.microsoft.com/office/drawing/2014/main" id="{B244BD21-C116-4A0F-85AC-EF04E2F3063E}"/>
              </a:ext>
            </a:extLst>
          </p:cNvPr>
          <p:cNvSpPr>
            <a:spLocks noGrp="1"/>
          </p:cNvSpPr>
          <p:nvPr>
            <p:ph type="body" sz="quarter" idx="14"/>
          </p:nvPr>
        </p:nvSpPr>
        <p:spPr/>
        <p:txBody>
          <a:bodyPr/>
          <a:lstStyle/>
          <a:p>
            <a:r>
              <a:rPr lang="en-US"/>
              <a:t>Speaker’s title here</a:t>
            </a:r>
          </a:p>
        </p:txBody>
      </p:sp>
      <p:pic>
        <p:nvPicPr>
          <p:cNvPr id="19" name="Picture Placeholder 5">
            <a:extLst>
              <a:ext uri="{FF2B5EF4-FFF2-40B4-BE49-F238E27FC236}">
                <a16:creationId xmlns:a16="http://schemas.microsoft.com/office/drawing/2014/main" id="{3012D315-609E-4867-A7B8-413807F92722}"/>
              </a:ext>
            </a:extLst>
          </p:cNvPr>
          <p:cNvPicPr>
            <a:picLocks noGrp="1" noChangeAspect="1"/>
          </p:cNvPicPr>
          <p:nvPr>
            <p:ph type="pic" sz="quarter" idx="16"/>
          </p:nvPr>
        </p:nvPicPr>
        <p:blipFill>
          <a:blip r:embed="rId2" cstate="email">
            <a:extLst>
              <a:ext uri="{28A0092B-C50C-407E-A947-70E740481C1C}">
                <a14:useLocalDpi xmlns:a14="http://schemas.microsoft.com/office/drawing/2010/main"/>
              </a:ext>
            </a:extLst>
          </a:blip>
          <a:srcRect/>
          <a:stretch/>
        </p:blipFill>
        <p:spPr/>
      </p:pic>
      <p:sp>
        <p:nvSpPr>
          <p:cNvPr id="38" name="Text Placeholder 37">
            <a:extLst>
              <a:ext uri="{FF2B5EF4-FFF2-40B4-BE49-F238E27FC236}">
                <a16:creationId xmlns:a16="http://schemas.microsoft.com/office/drawing/2014/main" id="{D8CD8C1C-07E8-499C-B172-E72678B5F0C4}"/>
              </a:ext>
            </a:extLst>
          </p:cNvPr>
          <p:cNvSpPr>
            <a:spLocks noGrp="1"/>
          </p:cNvSpPr>
          <p:nvPr>
            <p:ph type="body" sz="quarter" idx="17"/>
          </p:nvPr>
        </p:nvSpPr>
        <p:spPr/>
        <p:txBody>
          <a:bodyPr/>
          <a:lstStyle/>
          <a:p>
            <a:r>
              <a:rPr lang="en-US" err="1"/>
              <a:t>Firstname</a:t>
            </a:r>
            <a:r>
              <a:rPr lang="en-US"/>
              <a:t>, </a:t>
            </a:r>
            <a:r>
              <a:rPr lang="en-US" err="1"/>
              <a:t>Lastname</a:t>
            </a:r>
            <a:endParaRPr lang="en-US"/>
          </a:p>
        </p:txBody>
      </p:sp>
      <p:sp>
        <p:nvSpPr>
          <p:cNvPr id="11" name="Text Placeholder 10">
            <a:extLst>
              <a:ext uri="{FF2B5EF4-FFF2-40B4-BE49-F238E27FC236}">
                <a16:creationId xmlns:a16="http://schemas.microsoft.com/office/drawing/2014/main" id="{C891A273-7B4D-4789-925C-D15C4EECB527}"/>
              </a:ext>
            </a:extLst>
          </p:cNvPr>
          <p:cNvSpPr>
            <a:spLocks noGrp="1"/>
          </p:cNvSpPr>
          <p:nvPr>
            <p:ph type="body" sz="quarter" idx="18"/>
          </p:nvPr>
        </p:nvSpPr>
        <p:spPr/>
        <p:txBody>
          <a:bodyPr/>
          <a:lstStyle/>
          <a:p>
            <a:r>
              <a:rPr lang="en-US"/>
              <a:t>Speaker’s title here</a:t>
            </a:r>
          </a:p>
        </p:txBody>
      </p:sp>
      <p:pic>
        <p:nvPicPr>
          <p:cNvPr id="20" name="Picture Placeholder 5">
            <a:extLst>
              <a:ext uri="{FF2B5EF4-FFF2-40B4-BE49-F238E27FC236}">
                <a16:creationId xmlns:a16="http://schemas.microsoft.com/office/drawing/2014/main" id="{1C28E597-295F-44C2-BE9B-50A09B96E762}"/>
              </a:ext>
            </a:extLst>
          </p:cNvPr>
          <p:cNvPicPr>
            <a:picLocks noGrp="1" noChangeAspect="1"/>
          </p:cNvPicPr>
          <p:nvPr>
            <p:ph type="pic" sz="quarter" idx="19"/>
          </p:nvPr>
        </p:nvPicPr>
        <p:blipFill>
          <a:blip r:embed="rId3" cstate="email">
            <a:extLst>
              <a:ext uri="{28A0092B-C50C-407E-A947-70E740481C1C}">
                <a14:useLocalDpi xmlns:a14="http://schemas.microsoft.com/office/drawing/2010/main"/>
              </a:ext>
            </a:extLst>
          </a:blip>
          <a:srcRect l="157" r="157"/>
          <a:stretch/>
        </p:blipFill>
        <p:spPr/>
      </p:pic>
      <p:sp>
        <p:nvSpPr>
          <p:cNvPr id="40" name="Text Placeholder 39">
            <a:extLst>
              <a:ext uri="{FF2B5EF4-FFF2-40B4-BE49-F238E27FC236}">
                <a16:creationId xmlns:a16="http://schemas.microsoft.com/office/drawing/2014/main" id="{FB0EFFD7-1E6C-43ED-8A0F-7D4C95C5782D}"/>
              </a:ext>
            </a:extLst>
          </p:cNvPr>
          <p:cNvSpPr>
            <a:spLocks noGrp="1"/>
          </p:cNvSpPr>
          <p:nvPr>
            <p:ph type="body" sz="quarter" idx="20"/>
          </p:nvPr>
        </p:nvSpPr>
        <p:spPr/>
        <p:txBody>
          <a:bodyPr/>
          <a:lstStyle/>
          <a:p>
            <a:r>
              <a:rPr lang="en-US" err="1"/>
              <a:t>Firstname</a:t>
            </a:r>
            <a:r>
              <a:rPr lang="en-US"/>
              <a:t>, </a:t>
            </a:r>
            <a:r>
              <a:rPr lang="en-US" err="1"/>
              <a:t>Lastname</a:t>
            </a:r>
            <a:endParaRPr lang="en-US"/>
          </a:p>
        </p:txBody>
      </p:sp>
      <p:sp>
        <p:nvSpPr>
          <p:cNvPr id="14" name="Text Placeholder 13">
            <a:extLst>
              <a:ext uri="{FF2B5EF4-FFF2-40B4-BE49-F238E27FC236}">
                <a16:creationId xmlns:a16="http://schemas.microsoft.com/office/drawing/2014/main" id="{6ADAB9DC-0061-4E74-992C-EB6EBF13F8F5}"/>
              </a:ext>
            </a:extLst>
          </p:cNvPr>
          <p:cNvSpPr>
            <a:spLocks noGrp="1"/>
          </p:cNvSpPr>
          <p:nvPr>
            <p:ph type="body" sz="quarter" idx="21"/>
          </p:nvPr>
        </p:nvSpPr>
        <p:spPr/>
        <p:txBody>
          <a:bodyPr/>
          <a:lstStyle/>
          <a:p>
            <a:r>
              <a:rPr lang="en-US"/>
              <a:t>Speaker’s title here</a:t>
            </a:r>
          </a:p>
        </p:txBody>
      </p:sp>
      <p:pic>
        <p:nvPicPr>
          <p:cNvPr id="21" name="Picture Placeholder 5">
            <a:extLst>
              <a:ext uri="{FF2B5EF4-FFF2-40B4-BE49-F238E27FC236}">
                <a16:creationId xmlns:a16="http://schemas.microsoft.com/office/drawing/2014/main" id="{05AF36E5-D3CC-421D-800F-A3B05F90F936}"/>
              </a:ext>
            </a:extLst>
          </p:cNvPr>
          <p:cNvPicPr>
            <a:picLocks noGrp="1" noChangeAspect="1"/>
          </p:cNvPicPr>
          <p:nvPr>
            <p:ph type="pic" sz="quarter" idx="22"/>
          </p:nvPr>
        </p:nvPicPr>
        <p:blipFill>
          <a:blip r:embed="rId2" cstate="email">
            <a:extLst>
              <a:ext uri="{28A0092B-C50C-407E-A947-70E740481C1C}">
                <a14:useLocalDpi xmlns:a14="http://schemas.microsoft.com/office/drawing/2010/main"/>
              </a:ext>
            </a:extLst>
          </a:blip>
          <a:srcRect/>
          <a:stretch/>
        </p:blipFill>
        <p:spPr/>
      </p:pic>
      <p:sp>
        <p:nvSpPr>
          <p:cNvPr id="42" name="Text Placeholder 41">
            <a:extLst>
              <a:ext uri="{FF2B5EF4-FFF2-40B4-BE49-F238E27FC236}">
                <a16:creationId xmlns:a16="http://schemas.microsoft.com/office/drawing/2014/main" id="{FB0E3EC7-27D4-4017-8FB4-7E8D73C3C0FC}"/>
              </a:ext>
            </a:extLst>
          </p:cNvPr>
          <p:cNvSpPr>
            <a:spLocks noGrp="1"/>
          </p:cNvSpPr>
          <p:nvPr>
            <p:ph type="body" sz="quarter" idx="23"/>
          </p:nvPr>
        </p:nvSpPr>
        <p:spPr/>
        <p:txBody>
          <a:bodyPr/>
          <a:lstStyle/>
          <a:p>
            <a:r>
              <a:rPr lang="en-US" err="1"/>
              <a:t>Firstname</a:t>
            </a:r>
            <a:r>
              <a:rPr lang="en-US"/>
              <a:t>, </a:t>
            </a:r>
            <a:r>
              <a:rPr lang="en-US" err="1"/>
              <a:t>Lastname</a:t>
            </a:r>
            <a:endParaRPr lang="en-US"/>
          </a:p>
        </p:txBody>
      </p:sp>
      <p:sp>
        <p:nvSpPr>
          <p:cNvPr id="17" name="Text Placeholder 16">
            <a:extLst>
              <a:ext uri="{FF2B5EF4-FFF2-40B4-BE49-F238E27FC236}">
                <a16:creationId xmlns:a16="http://schemas.microsoft.com/office/drawing/2014/main" id="{23157AC6-5BC2-46FA-90E3-6F1386928A35}"/>
              </a:ext>
            </a:extLst>
          </p:cNvPr>
          <p:cNvSpPr>
            <a:spLocks noGrp="1"/>
          </p:cNvSpPr>
          <p:nvPr>
            <p:ph type="body" sz="quarter" idx="24"/>
          </p:nvPr>
        </p:nvSpPr>
        <p:spPr/>
        <p:txBody>
          <a:bodyPr/>
          <a:lstStyle/>
          <a:p>
            <a:r>
              <a:rPr lang="en-US"/>
              <a:t>Speaker’s title here</a:t>
            </a:r>
          </a:p>
        </p:txBody>
      </p:sp>
      <p:sp>
        <p:nvSpPr>
          <p:cNvPr id="4" name="Footer Placeholder 3">
            <a:extLst>
              <a:ext uri="{FF2B5EF4-FFF2-40B4-BE49-F238E27FC236}">
                <a16:creationId xmlns:a16="http://schemas.microsoft.com/office/drawing/2014/main" id="{4AAB7DB0-000E-45C4-B43E-3BD1B9254BCF}"/>
              </a:ext>
            </a:extLst>
          </p:cNvPr>
          <p:cNvSpPr>
            <a:spLocks noGrp="1"/>
          </p:cNvSpPr>
          <p:nvPr>
            <p:ph type="ftr" sz="quarter" idx="25"/>
          </p:nvPr>
        </p:nvSpPr>
        <p:spPr/>
        <p:txBody>
          <a:bodyPr/>
          <a:lstStyle/>
          <a:p>
            <a:r>
              <a:rPr lang="en-US"/>
              <a:t>Presentation Name or Footer Copy</a:t>
            </a:r>
          </a:p>
        </p:txBody>
      </p:sp>
    </p:spTree>
    <p:extLst>
      <p:ext uri="{BB962C8B-B14F-4D97-AF65-F5344CB8AC3E}">
        <p14:creationId xmlns:p14="http://schemas.microsoft.com/office/powerpoint/2010/main" val="30315509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BBC85FF5-54D0-4FCD-8CC8-E17B36021FCE}"/>
              </a:ext>
            </a:extLst>
          </p:cNvPr>
          <p:cNvPicPr>
            <a:picLocks noGrp="1" noChangeAspect="1"/>
          </p:cNvPicPr>
          <p:nvPr>
            <p:ph type="pic" sz="quarter" idx="23"/>
          </p:nvPr>
        </p:nvPicPr>
        <p:blipFill>
          <a:blip r:embed="rId2" cstate="email">
            <a:extLst>
              <a:ext uri="{28A0092B-C50C-407E-A947-70E740481C1C}">
                <a14:useLocalDpi xmlns:a14="http://schemas.microsoft.com/office/drawing/2010/main"/>
              </a:ext>
            </a:extLst>
          </a:blip>
          <a:srcRect/>
          <a:stretch/>
        </p:blipFill>
        <p:spPr/>
      </p:pic>
      <p:pic>
        <p:nvPicPr>
          <p:cNvPr id="41" name="Picture Placeholder 5">
            <a:extLst>
              <a:ext uri="{FF2B5EF4-FFF2-40B4-BE49-F238E27FC236}">
                <a16:creationId xmlns:a16="http://schemas.microsoft.com/office/drawing/2014/main" id="{AAA39B0E-8329-465D-B3BA-46CA7C3158F0}"/>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p:blipFill>
        <p:spPr/>
      </p:pic>
      <p:pic>
        <p:nvPicPr>
          <p:cNvPr id="45" name="Picture Placeholder 5">
            <a:extLst>
              <a:ext uri="{FF2B5EF4-FFF2-40B4-BE49-F238E27FC236}">
                <a16:creationId xmlns:a16="http://schemas.microsoft.com/office/drawing/2014/main" id="{64FAB363-D449-4568-B9B2-24A1EEF2690A}"/>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p:pic>
      <p:pic>
        <p:nvPicPr>
          <p:cNvPr id="44" name="Picture Placeholder 5">
            <a:extLst>
              <a:ext uri="{FF2B5EF4-FFF2-40B4-BE49-F238E27FC236}">
                <a16:creationId xmlns:a16="http://schemas.microsoft.com/office/drawing/2014/main" id="{C354CA3B-C937-457E-8511-14059967A2D2}"/>
              </a:ext>
            </a:extLst>
          </p:cNvPr>
          <p:cNvPicPr>
            <a:picLocks noGrp="1" noChangeAspect="1"/>
          </p:cNvPicPr>
          <p:nvPr>
            <p:ph type="pic" sz="quarter" idx="15"/>
          </p:nvPr>
        </p:nvPicPr>
        <p:blipFill>
          <a:blip r:embed="rId3" cstate="email">
            <a:extLst>
              <a:ext uri="{28A0092B-C50C-407E-A947-70E740481C1C}">
                <a14:useLocalDpi xmlns:a14="http://schemas.microsoft.com/office/drawing/2010/main"/>
              </a:ext>
            </a:extLst>
          </a:blip>
          <a:srcRect/>
          <a:stretch/>
        </p:blipFill>
        <p:spPr/>
      </p:pic>
      <p:pic>
        <p:nvPicPr>
          <p:cNvPr id="43" name="Picture Placeholder 5">
            <a:extLst>
              <a:ext uri="{FF2B5EF4-FFF2-40B4-BE49-F238E27FC236}">
                <a16:creationId xmlns:a16="http://schemas.microsoft.com/office/drawing/2014/main" id="{DA87CAEF-62AE-478C-B54A-D37935578D85}"/>
              </a:ext>
            </a:extLst>
          </p:cNvPr>
          <p:cNvPicPr>
            <a:picLocks noGrp="1" noChangeAspect="1"/>
          </p:cNvPicPr>
          <p:nvPr>
            <p:ph type="pic" sz="quarter" idx="16"/>
          </p:nvPr>
        </p:nvPicPr>
        <p:blipFill>
          <a:blip r:embed="rId3" cstate="email">
            <a:extLst>
              <a:ext uri="{28A0092B-C50C-407E-A947-70E740481C1C}">
                <a14:useLocalDpi xmlns:a14="http://schemas.microsoft.com/office/drawing/2010/main"/>
              </a:ext>
            </a:extLst>
          </a:blip>
          <a:srcRect/>
          <a:stretch/>
        </p:blipFill>
        <p:spPr/>
      </p:pic>
      <p:pic>
        <p:nvPicPr>
          <p:cNvPr id="42" name="Picture Placeholder 5">
            <a:extLst>
              <a:ext uri="{FF2B5EF4-FFF2-40B4-BE49-F238E27FC236}">
                <a16:creationId xmlns:a16="http://schemas.microsoft.com/office/drawing/2014/main" id="{94FBEC97-E251-4AE0-B5F3-BDDB37248A1D}"/>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p:blipFill>
        <p:spPr/>
      </p:pic>
      <p:sp>
        <p:nvSpPr>
          <p:cNvPr id="60" name="Text Placeholder 59">
            <a:extLst>
              <a:ext uri="{FF2B5EF4-FFF2-40B4-BE49-F238E27FC236}">
                <a16:creationId xmlns:a16="http://schemas.microsoft.com/office/drawing/2014/main" id="{A21D113B-517D-420F-B954-05B5A10B543B}"/>
              </a:ext>
            </a:extLst>
          </p:cNvPr>
          <p:cNvSpPr>
            <a:spLocks noGrp="1"/>
          </p:cNvSpPr>
          <p:nvPr>
            <p:ph type="body" sz="quarter" idx="12"/>
          </p:nvPr>
        </p:nvSpPr>
        <p:spPr/>
        <p:txBody>
          <a:bodyPr/>
          <a:lstStyle/>
          <a:p>
            <a:r>
              <a:rPr lang="en-US"/>
              <a:t>OVERLINE/SECTION (OPTIONAL) IN ARIAL 8PT ALL CAPS</a:t>
            </a:r>
          </a:p>
        </p:txBody>
      </p:sp>
      <p:sp>
        <p:nvSpPr>
          <p:cNvPr id="5" name="Title 4">
            <a:extLst>
              <a:ext uri="{FF2B5EF4-FFF2-40B4-BE49-F238E27FC236}">
                <a16:creationId xmlns:a16="http://schemas.microsoft.com/office/drawing/2014/main" id="{42DC1427-A24C-4EA9-A469-8EFC27965651}"/>
              </a:ext>
            </a:extLst>
          </p:cNvPr>
          <p:cNvSpPr>
            <a:spLocks noGrp="1"/>
          </p:cNvSpPr>
          <p:nvPr>
            <p:ph type="title"/>
          </p:nvPr>
        </p:nvSpPr>
        <p:spPr/>
        <p:txBody>
          <a:bodyPr/>
          <a:lstStyle/>
          <a:p>
            <a:r>
              <a:rPr lang="en-US"/>
              <a:t>Leadership Team</a:t>
            </a:r>
          </a:p>
        </p:txBody>
      </p:sp>
      <p:pic>
        <p:nvPicPr>
          <p:cNvPr id="46" name="Picture Placeholder 5">
            <a:extLst>
              <a:ext uri="{FF2B5EF4-FFF2-40B4-BE49-F238E27FC236}">
                <a16:creationId xmlns:a16="http://schemas.microsoft.com/office/drawing/2014/main" id="{E883914A-9AC4-4FF7-BA03-6A59276DAC00}"/>
              </a:ext>
            </a:extLst>
          </p:cNvPr>
          <p:cNvPicPr>
            <a:picLocks noGrp="1" noChangeAspect="1"/>
          </p:cNvPicPr>
          <p:nvPr>
            <p:ph type="pic" sz="quarter" idx="18"/>
          </p:nvPr>
        </p:nvPicPr>
        <p:blipFill>
          <a:blip r:embed="rId3" cstate="email">
            <a:extLst>
              <a:ext uri="{28A0092B-C50C-407E-A947-70E740481C1C}">
                <a14:useLocalDpi xmlns:a14="http://schemas.microsoft.com/office/drawing/2010/main"/>
              </a:ext>
            </a:extLst>
          </a:blip>
          <a:srcRect/>
          <a:stretch/>
        </p:blipFill>
        <p:spPr/>
      </p:pic>
      <p:pic>
        <p:nvPicPr>
          <p:cNvPr id="50" name="Picture Placeholder 5">
            <a:extLst>
              <a:ext uri="{FF2B5EF4-FFF2-40B4-BE49-F238E27FC236}">
                <a16:creationId xmlns:a16="http://schemas.microsoft.com/office/drawing/2014/main" id="{72FEE41F-6655-4FCE-833A-4D25E94ADC77}"/>
              </a:ext>
            </a:extLst>
          </p:cNvPr>
          <p:cNvPicPr>
            <a:picLocks noGrp="1" noChangeAspect="1"/>
          </p:cNvPicPr>
          <p:nvPr>
            <p:ph type="pic" sz="quarter" idx="19"/>
          </p:nvPr>
        </p:nvPicPr>
        <p:blipFill>
          <a:blip r:embed="rId3" cstate="email">
            <a:extLst>
              <a:ext uri="{28A0092B-C50C-407E-A947-70E740481C1C}">
                <a14:useLocalDpi xmlns:a14="http://schemas.microsoft.com/office/drawing/2010/main"/>
              </a:ext>
            </a:extLst>
          </a:blip>
          <a:srcRect/>
          <a:stretch/>
        </p:blipFill>
        <p:spPr/>
      </p:pic>
      <p:pic>
        <p:nvPicPr>
          <p:cNvPr id="49" name="Picture Placeholder 5">
            <a:extLst>
              <a:ext uri="{FF2B5EF4-FFF2-40B4-BE49-F238E27FC236}">
                <a16:creationId xmlns:a16="http://schemas.microsoft.com/office/drawing/2014/main" id="{7473E282-A6EC-49C8-9145-EF8183EE1841}"/>
              </a:ext>
            </a:extLst>
          </p:cNvPr>
          <p:cNvPicPr>
            <a:picLocks noGrp="1" noChangeAspect="1"/>
          </p:cNvPicPr>
          <p:nvPr>
            <p:ph type="pic" sz="quarter" idx="20"/>
          </p:nvPr>
        </p:nvPicPr>
        <p:blipFill>
          <a:blip r:embed="rId3" cstate="email">
            <a:extLst>
              <a:ext uri="{28A0092B-C50C-407E-A947-70E740481C1C}">
                <a14:useLocalDpi xmlns:a14="http://schemas.microsoft.com/office/drawing/2010/main"/>
              </a:ext>
            </a:extLst>
          </a:blip>
          <a:srcRect/>
          <a:stretch/>
        </p:blipFill>
        <p:spPr/>
      </p:pic>
      <p:pic>
        <p:nvPicPr>
          <p:cNvPr id="48" name="Picture Placeholder 5">
            <a:extLst>
              <a:ext uri="{FF2B5EF4-FFF2-40B4-BE49-F238E27FC236}">
                <a16:creationId xmlns:a16="http://schemas.microsoft.com/office/drawing/2014/main" id="{D79B3F50-F93B-4718-964C-4EFFC067AECC}"/>
              </a:ext>
            </a:extLst>
          </p:cNvPr>
          <p:cNvPicPr>
            <a:picLocks noGrp="1" noChangeAspect="1"/>
          </p:cNvPicPr>
          <p:nvPr>
            <p:ph type="pic" sz="quarter" idx="21"/>
          </p:nvPr>
        </p:nvPicPr>
        <p:blipFill>
          <a:blip r:embed="rId3" cstate="email">
            <a:extLst>
              <a:ext uri="{28A0092B-C50C-407E-A947-70E740481C1C}">
                <a14:useLocalDpi xmlns:a14="http://schemas.microsoft.com/office/drawing/2010/main"/>
              </a:ext>
            </a:extLst>
          </a:blip>
          <a:srcRect/>
          <a:stretch/>
        </p:blipFill>
        <p:spPr/>
      </p:pic>
      <p:pic>
        <p:nvPicPr>
          <p:cNvPr id="47" name="Picture Placeholder 5">
            <a:extLst>
              <a:ext uri="{FF2B5EF4-FFF2-40B4-BE49-F238E27FC236}">
                <a16:creationId xmlns:a16="http://schemas.microsoft.com/office/drawing/2014/main" id="{A1A71AC6-E0B9-44BF-BB5A-D20EB4DAE606}"/>
              </a:ext>
            </a:extLst>
          </p:cNvPr>
          <p:cNvPicPr>
            <a:picLocks noGrp="1" noChangeAspect="1"/>
          </p:cNvPicPr>
          <p:nvPr>
            <p:ph type="pic" sz="quarter" idx="22"/>
          </p:nvPr>
        </p:nvPicPr>
        <p:blipFill>
          <a:blip r:embed="rId3" cstate="email">
            <a:extLst>
              <a:ext uri="{28A0092B-C50C-407E-A947-70E740481C1C}">
                <a14:useLocalDpi xmlns:a14="http://schemas.microsoft.com/office/drawing/2010/main"/>
              </a:ext>
            </a:extLst>
          </a:blip>
          <a:srcRect/>
          <a:stretch/>
        </p:blipFill>
        <p:spPr/>
      </p:pic>
      <p:sp>
        <p:nvSpPr>
          <p:cNvPr id="72" name="Text Placeholder 71">
            <a:extLst>
              <a:ext uri="{FF2B5EF4-FFF2-40B4-BE49-F238E27FC236}">
                <a16:creationId xmlns:a16="http://schemas.microsoft.com/office/drawing/2014/main" id="{47324324-72ED-4CAA-89FE-C5EBA42259FE}"/>
              </a:ext>
            </a:extLst>
          </p:cNvPr>
          <p:cNvSpPr>
            <a:spLocks noGrp="1"/>
          </p:cNvSpPr>
          <p:nvPr>
            <p:ph type="body" sz="quarter" idx="24"/>
          </p:nvPr>
        </p:nvSpPr>
        <p:spPr/>
        <p:txBody>
          <a:bodyPr/>
          <a:lstStyle/>
          <a:p>
            <a:pPr lvl="0"/>
            <a:r>
              <a:rPr lang="en-US" err="1"/>
              <a:t>Firstname</a:t>
            </a:r>
            <a:r>
              <a:rPr lang="en-US"/>
              <a:t>, </a:t>
            </a:r>
            <a:r>
              <a:rPr lang="en-US" err="1"/>
              <a:t>Lastname</a:t>
            </a:r>
            <a:r>
              <a:rPr lang="en-US"/>
              <a:t> Second Line</a:t>
            </a:r>
          </a:p>
        </p:txBody>
      </p:sp>
      <p:sp>
        <p:nvSpPr>
          <p:cNvPr id="73" name="Text Placeholder 72">
            <a:extLst>
              <a:ext uri="{FF2B5EF4-FFF2-40B4-BE49-F238E27FC236}">
                <a16:creationId xmlns:a16="http://schemas.microsoft.com/office/drawing/2014/main" id="{915BD54A-2C07-457C-A80D-93AA3AC9C865}"/>
              </a:ext>
            </a:extLst>
          </p:cNvPr>
          <p:cNvSpPr>
            <a:spLocks noGrp="1"/>
          </p:cNvSpPr>
          <p:nvPr>
            <p:ph type="body" sz="quarter" idx="25"/>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74" name="Text Placeholder 73">
            <a:extLst>
              <a:ext uri="{FF2B5EF4-FFF2-40B4-BE49-F238E27FC236}">
                <a16:creationId xmlns:a16="http://schemas.microsoft.com/office/drawing/2014/main" id="{EADB6462-E065-4A8C-8688-A37BAD34800C}"/>
              </a:ext>
            </a:extLst>
          </p:cNvPr>
          <p:cNvSpPr>
            <a:spLocks noGrp="1"/>
          </p:cNvSpPr>
          <p:nvPr>
            <p:ph type="body" sz="quarter" idx="26"/>
          </p:nvPr>
        </p:nvSpPr>
        <p:spPr/>
        <p:txBody>
          <a:bodyPr/>
          <a:lstStyle/>
          <a:p>
            <a:pPr lvl="0"/>
            <a:r>
              <a:rPr lang="en-US" err="1"/>
              <a:t>Firstname</a:t>
            </a:r>
            <a:r>
              <a:rPr lang="en-US"/>
              <a:t>, </a:t>
            </a:r>
            <a:r>
              <a:rPr lang="en-US" err="1"/>
              <a:t>Lastname</a:t>
            </a:r>
            <a:r>
              <a:rPr lang="en-US"/>
              <a:t> Second Line</a:t>
            </a:r>
          </a:p>
        </p:txBody>
      </p:sp>
      <p:sp>
        <p:nvSpPr>
          <p:cNvPr id="75" name="Text Placeholder 74">
            <a:extLst>
              <a:ext uri="{FF2B5EF4-FFF2-40B4-BE49-F238E27FC236}">
                <a16:creationId xmlns:a16="http://schemas.microsoft.com/office/drawing/2014/main" id="{DEB9BE9B-7010-4379-997F-70AB8C936F3E}"/>
              </a:ext>
            </a:extLst>
          </p:cNvPr>
          <p:cNvSpPr>
            <a:spLocks noGrp="1"/>
          </p:cNvSpPr>
          <p:nvPr>
            <p:ph type="body" sz="quarter" idx="27"/>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76" name="Text Placeholder 75">
            <a:extLst>
              <a:ext uri="{FF2B5EF4-FFF2-40B4-BE49-F238E27FC236}">
                <a16:creationId xmlns:a16="http://schemas.microsoft.com/office/drawing/2014/main" id="{82768DA1-3954-470D-BCF3-316FD905BB76}"/>
              </a:ext>
            </a:extLst>
          </p:cNvPr>
          <p:cNvSpPr>
            <a:spLocks noGrp="1"/>
          </p:cNvSpPr>
          <p:nvPr>
            <p:ph type="body" sz="quarter" idx="28"/>
          </p:nvPr>
        </p:nvSpPr>
        <p:spPr/>
        <p:txBody>
          <a:bodyPr/>
          <a:lstStyle/>
          <a:p>
            <a:pPr lvl="0"/>
            <a:r>
              <a:rPr lang="en-US" err="1"/>
              <a:t>Firstname</a:t>
            </a:r>
            <a:r>
              <a:rPr lang="en-US"/>
              <a:t>, </a:t>
            </a:r>
            <a:r>
              <a:rPr lang="en-US" err="1"/>
              <a:t>Lastname</a:t>
            </a:r>
            <a:r>
              <a:rPr lang="en-US"/>
              <a:t> Second Line</a:t>
            </a:r>
          </a:p>
        </p:txBody>
      </p:sp>
      <p:sp>
        <p:nvSpPr>
          <p:cNvPr id="77" name="Text Placeholder 76">
            <a:extLst>
              <a:ext uri="{FF2B5EF4-FFF2-40B4-BE49-F238E27FC236}">
                <a16:creationId xmlns:a16="http://schemas.microsoft.com/office/drawing/2014/main" id="{813E94F5-1A88-4394-A629-CB728D4DDE78}"/>
              </a:ext>
            </a:extLst>
          </p:cNvPr>
          <p:cNvSpPr>
            <a:spLocks noGrp="1"/>
          </p:cNvSpPr>
          <p:nvPr>
            <p:ph type="body" sz="quarter" idx="29"/>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78" name="Text Placeholder 77">
            <a:extLst>
              <a:ext uri="{FF2B5EF4-FFF2-40B4-BE49-F238E27FC236}">
                <a16:creationId xmlns:a16="http://schemas.microsoft.com/office/drawing/2014/main" id="{28BF82D1-E19D-4948-97DE-F11E6DE81C93}"/>
              </a:ext>
            </a:extLst>
          </p:cNvPr>
          <p:cNvSpPr>
            <a:spLocks noGrp="1"/>
          </p:cNvSpPr>
          <p:nvPr>
            <p:ph type="body" sz="quarter" idx="30"/>
          </p:nvPr>
        </p:nvSpPr>
        <p:spPr/>
        <p:txBody>
          <a:bodyPr/>
          <a:lstStyle/>
          <a:p>
            <a:pPr lvl="0"/>
            <a:r>
              <a:rPr lang="en-US" err="1"/>
              <a:t>Firstname</a:t>
            </a:r>
            <a:r>
              <a:rPr lang="en-US"/>
              <a:t>, </a:t>
            </a:r>
            <a:r>
              <a:rPr lang="en-US" err="1"/>
              <a:t>Lastname</a:t>
            </a:r>
            <a:r>
              <a:rPr lang="en-US"/>
              <a:t> Second Line</a:t>
            </a:r>
          </a:p>
        </p:txBody>
      </p:sp>
      <p:sp>
        <p:nvSpPr>
          <p:cNvPr id="79" name="Text Placeholder 78">
            <a:extLst>
              <a:ext uri="{FF2B5EF4-FFF2-40B4-BE49-F238E27FC236}">
                <a16:creationId xmlns:a16="http://schemas.microsoft.com/office/drawing/2014/main" id="{0B111EDE-ACB3-4F6D-8654-E5E938193D22}"/>
              </a:ext>
            </a:extLst>
          </p:cNvPr>
          <p:cNvSpPr>
            <a:spLocks noGrp="1"/>
          </p:cNvSpPr>
          <p:nvPr>
            <p:ph type="body" sz="quarter" idx="31"/>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80" name="Text Placeholder 79">
            <a:extLst>
              <a:ext uri="{FF2B5EF4-FFF2-40B4-BE49-F238E27FC236}">
                <a16:creationId xmlns:a16="http://schemas.microsoft.com/office/drawing/2014/main" id="{5F43E123-6DC7-4B81-B898-E5E5E52D09BB}"/>
              </a:ext>
            </a:extLst>
          </p:cNvPr>
          <p:cNvSpPr>
            <a:spLocks noGrp="1"/>
          </p:cNvSpPr>
          <p:nvPr>
            <p:ph type="body" sz="quarter" idx="32"/>
          </p:nvPr>
        </p:nvSpPr>
        <p:spPr/>
        <p:txBody>
          <a:bodyPr/>
          <a:lstStyle/>
          <a:p>
            <a:pPr lvl="0"/>
            <a:r>
              <a:rPr lang="en-US" err="1"/>
              <a:t>Firstname</a:t>
            </a:r>
            <a:r>
              <a:rPr lang="en-US"/>
              <a:t>, </a:t>
            </a:r>
            <a:r>
              <a:rPr lang="en-US" err="1"/>
              <a:t>Lastname</a:t>
            </a:r>
            <a:r>
              <a:rPr lang="en-US"/>
              <a:t> Second Line</a:t>
            </a:r>
          </a:p>
        </p:txBody>
      </p:sp>
      <p:sp>
        <p:nvSpPr>
          <p:cNvPr id="81" name="Text Placeholder 80">
            <a:extLst>
              <a:ext uri="{FF2B5EF4-FFF2-40B4-BE49-F238E27FC236}">
                <a16:creationId xmlns:a16="http://schemas.microsoft.com/office/drawing/2014/main" id="{3D0D50BC-4529-4223-8BD9-823AE2FF744F}"/>
              </a:ext>
            </a:extLst>
          </p:cNvPr>
          <p:cNvSpPr>
            <a:spLocks noGrp="1"/>
          </p:cNvSpPr>
          <p:nvPr>
            <p:ph type="body" sz="quarter" idx="33"/>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82" name="Text Placeholder 81">
            <a:extLst>
              <a:ext uri="{FF2B5EF4-FFF2-40B4-BE49-F238E27FC236}">
                <a16:creationId xmlns:a16="http://schemas.microsoft.com/office/drawing/2014/main" id="{D06AA2A0-ED97-40E5-BCE5-DC60FA4B77E9}"/>
              </a:ext>
            </a:extLst>
          </p:cNvPr>
          <p:cNvSpPr>
            <a:spLocks noGrp="1"/>
          </p:cNvSpPr>
          <p:nvPr>
            <p:ph type="body" sz="quarter" idx="34"/>
          </p:nvPr>
        </p:nvSpPr>
        <p:spPr/>
        <p:txBody>
          <a:bodyPr/>
          <a:lstStyle/>
          <a:p>
            <a:pPr lvl="0"/>
            <a:r>
              <a:rPr lang="en-US" err="1"/>
              <a:t>Firstname</a:t>
            </a:r>
            <a:r>
              <a:rPr lang="en-US"/>
              <a:t>, </a:t>
            </a:r>
            <a:r>
              <a:rPr lang="en-US" err="1"/>
              <a:t>Lastname</a:t>
            </a:r>
            <a:r>
              <a:rPr lang="en-US"/>
              <a:t> Second Line</a:t>
            </a:r>
          </a:p>
        </p:txBody>
      </p:sp>
      <p:sp>
        <p:nvSpPr>
          <p:cNvPr id="83" name="Text Placeholder 82">
            <a:extLst>
              <a:ext uri="{FF2B5EF4-FFF2-40B4-BE49-F238E27FC236}">
                <a16:creationId xmlns:a16="http://schemas.microsoft.com/office/drawing/2014/main" id="{24A026AE-091F-4676-BFC5-A65E481031C9}"/>
              </a:ext>
            </a:extLst>
          </p:cNvPr>
          <p:cNvSpPr>
            <a:spLocks noGrp="1"/>
          </p:cNvSpPr>
          <p:nvPr>
            <p:ph type="body" sz="quarter" idx="35"/>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84" name="Text Placeholder 83">
            <a:extLst>
              <a:ext uri="{FF2B5EF4-FFF2-40B4-BE49-F238E27FC236}">
                <a16:creationId xmlns:a16="http://schemas.microsoft.com/office/drawing/2014/main" id="{0771E686-3C40-4963-AA2A-E3A87C8BF5E2}"/>
              </a:ext>
            </a:extLst>
          </p:cNvPr>
          <p:cNvSpPr>
            <a:spLocks noGrp="1"/>
          </p:cNvSpPr>
          <p:nvPr>
            <p:ph type="body" sz="quarter" idx="36"/>
          </p:nvPr>
        </p:nvSpPr>
        <p:spPr/>
        <p:txBody>
          <a:bodyPr/>
          <a:lstStyle/>
          <a:p>
            <a:pPr lvl="0"/>
            <a:r>
              <a:rPr lang="en-US" err="1"/>
              <a:t>Firstname</a:t>
            </a:r>
            <a:r>
              <a:rPr lang="en-US"/>
              <a:t>, </a:t>
            </a:r>
            <a:r>
              <a:rPr lang="en-US" err="1"/>
              <a:t>Lastname</a:t>
            </a:r>
            <a:r>
              <a:rPr lang="en-US"/>
              <a:t> Second Line</a:t>
            </a:r>
          </a:p>
        </p:txBody>
      </p:sp>
      <p:sp>
        <p:nvSpPr>
          <p:cNvPr id="85" name="Text Placeholder 84">
            <a:extLst>
              <a:ext uri="{FF2B5EF4-FFF2-40B4-BE49-F238E27FC236}">
                <a16:creationId xmlns:a16="http://schemas.microsoft.com/office/drawing/2014/main" id="{4F0EE047-E148-44EE-9DEA-07842C0110B2}"/>
              </a:ext>
            </a:extLst>
          </p:cNvPr>
          <p:cNvSpPr>
            <a:spLocks noGrp="1"/>
          </p:cNvSpPr>
          <p:nvPr>
            <p:ph type="body" sz="quarter" idx="37"/>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86" name="Text Placeholder 85">
            <a:extLst>
              <a:ext uri="{FF2B5EF4-FFF2-40B4-BE49-F238E27FC236}">
                <a16:creationId xmlns:a16="http://schemas.microsoft.com/office/drawing/2014/main" id="{DE16EF0B-1785-4B83-9586-B9480D75DEB5}"/>
              </a:ext>
            </a:extLst>
          </p:cNvPr>
          <p:cNvSpPr>
            <a:spLocks noGrp="1"/>
          </p:cNvSpPr>
          <p:nvPr>
            <p:ph type="body" sz="quarter" idx="38"/>
          </p:nvPr>
        </p:nvSpPr>
        <p:spPr/>
        <p:txBody>
          <a:bodyPr/>
          <a:lstStyle/>
          <a:p>
            <a:pPr lvl="0"/>
            <a:r>
              <a:rPr lang="en-US" err="1"/>
              <a:t>Firstname</a:t>
            </a:r>
            <a:r>
              <a:rPr lang="en-US"/>
              <a:t>, </a:t>
            </a:r>
            <a:r>
              <a:rPr lang="en-US" err="1"/>
              <a:t>Lastname</a:t>
            </a:r>
            <a:r>
              <a:rPr lang="en-US"/>
              <a:t> Second Line</a:t>
            </a:r>
          </a:p>
        </p:txBody>
      </p:sp>
      <p:sp>
        <p:nvSpPr>
          <p:cNvPr id="87" name="Text Placeholder 86">
            <a:extLst>
              <a:ext uri="{FF2B5EF4-FFF2-40B4-BE49-F238E27FC236}">
                <a16:creationId xmlns:a16="http://schemas.microsoft.com/office/drawing/2014/main" id="{E7F1EB60-ED8D-4FFE-9A66-3FFA3B4435F5}"/>
              </a:ext>
            </a:extLst>
          </p:cNvPr>
          <p:cNvSpPr>
            <a:spLocks noGrp="1"/>
          </p:cNvSpPr>
          <p:nvPr>
            <p:ph type="body" sz="quarter" idx="39"/>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88" name="Text Placeholder 87">
            <a:extLst>
              <a:ext uri="{FF2B5EF4-FFF2-40B4-BE49-F238E27FC236}">
                <a16:creationId xmlns:a16="http://schemas.microsoft.com/office/drawing/2014/main" id="{C4CD73F6-5CA0-4ABA-A1C4-724ABC65059D}"/>
              </a:ext>
            </a:extLst>
          </p:cNvPr>
          <p:cNvSpPr>
            <a:spLocks noGrp="1"/>
          </p:cNvSpPr>
          <p:nvPr>
            <p:ph type="body" sz="quarter" idx="40"/>
          </p:nvPr>
        </p:nvSpPr>
        <p:spPr/>
        <p:txBody>
          <a:bodyPr/>
          <a:lstStyle/>
          <a:p>
            <a:pPr lvl="0"/>
            <a:r>
              <a:rPr lang="en-US" err="1"/>
              <a:t>Firstname</a:t>
            </a:r>
            <a:r>
              <a:rPr lang="en-US"/>
              <a:t>, </a:t>
            </a:r>
            <a:r>
              <a:rPr lang="en-US" err="1"/>
              <a:t>Lastname</a:t>
            </a:r>
            <a:r>
              <a:rPr lang="en-US"/>
              <a:t> Second Line</a:t>
            </a:r>
          </a:p>
        </p:txBody>
      </p:sp>
      <p:sp>
        <p:nvSpPr>
          <p:cNvPr id="89" name="Text Placeholder 88">
            <a:extLst>
              <a:ext uri="{FF2B5EF4-FFF2-40B4-BE49-F238E27FC236}">
                <a16:creationId xmlns:a16="http://schemas.microsoft.com/office/drawing/2014/main" id="{AD9FD993-9F5B-4A7C-B2C1-019AF08DAE3B}"/>
              </a:ext>
            </a:extLst>
          </p:cNvPr>
          <p:cNvSpPr>
            <a:spLocks noGrp="1"/>
          </p:cNvSpPr>
          <p:nvPr>
            <p:ph type="body" sz="quarter" idx="41"/>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90" name="Text Placeholder 89">
            <a:extLst>
              <a:ext uri="{FF2B5EF4-FFF2-40B4-BE49-F238E27FC236}">
                <a16:creationId xmlns:a16="http://schemas.microsoft.com/office/drawing/2014/main" id="{55AE92B9-661B-4A7A-B9C0-C4007BDC85A5}"/>
              </a:ext>
            </a:extLst>
          </p:cNvPr>
          <p:cNvSpPr>
            <a:spLocks noGrp="1"/>
          </p:cNvSpPr>
          <p:nvPr>
            <p:ph type="body" sz="quarter" idx="42"/>
          </p:nvPr>
        </p:nvSpPr>
        <p:spPr/>
        <p:txBody>
          <a:bodyPr/>
          <a:lstStyle/>
          <a:p>
            <a:pPr lvl="0"/>
            <a:r>
              <a:rPr lang="en-US" err="1"/>
              <a:t>Firstname</a:t>
            </a:r>
            <a:r>
              <a:rPr lang="en-US"/>
              <a:t>, </a:t>
            </a:r>
            <a:r>
              <a:rPr lang="en-US" err="1"/>
              <a:t>Lastname</a:t>
            </a:r>
            <a:r>
              <a:rPr lang="en-US"/>
              <a:t> Second Line</a:t>
            </a:r>
          </a:p>
        </p:txBody>
      </p:sp>
      <p:sp>
        <p:nvSpPr>
          <p:cNvPr id="91" name="Text Placeholder 90">
            <a:extLst>
              <a:ext uri="{FF2B5EF4-FFF2-40B4-BE49-F238E27FC236}">
                <a16:creationId xmlns:a16="http://schemas.microsoft.com/office/drawing/2014/main" id="{57231E4C-02C4-4EE1-808C-720E231E7E0D}"/>
              </a:ext>
            </a:extLst>
          </p:cNvPr>
          <p:cNvSpPr>
            <a:spLocks noGrp="1"/>
          </p:cNvSpPr>
          <p:nvPr>
            <p:ph type="body" sz="quarter" idx="43"/>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92" name="Text Placeholder 91">
            <a:extLst>
              <a:ext uri="{FF2B5EF4-FFF2-40B4-BE49-F238E27FC236}">
                <a16:creationId xmlns:a16="http://schemas.microsoft.com/office/drawing/2014/main" id="{B43CD45B-2445-4FC1-A15F-A090A2F44E66}"/>
              </a:ext>
            </a:extLst>
          </p:cNvPr>
          <p:cNvSpPr>
            <a:spLocks noGrp="1"/>
          </p:cNvSpPr>
          <p:nvPr>
            <p:ph type="body" sz="quarter" idx="44"/>
          </p:nvPr>
        </p:nvSpPr>
        <p:spPr/>
        <p:txBody>
          <a:bodyPr/>
          <a:lstStyle/>
          <a:p>
            <a:r>
              <a:rPr lang="en-US" err="1"/>
              <a:t>Firstname</a:t>
            </a:r>
            <a:r>
              <a:rPr lang="en-US"/>
              <a:t>, </a:t>
            </a:r>
            <a:r>
              <a:rPr lang="en-US" err="1"/>
              <a:t>Lastname</a:t>
            </a:r>
            <a:r>
              <a:rPr lang="en-US"/>
              <a:t> Second Line</a:t>
            </a:r>
          </a:p>
        </p:txBody>
      </p:sp>
      <p:sp>
        <p:nvSpPr>
          <p:cNvPr id="93" name="Text Placeholder 92">
            <a:extLst>
              <a:ext uri="{FF2B5EF4-FFF2-40B4-BE49-F238E27FC236}">
                <a16:creationId xmlns:a16="http://schemas.microsoft.com/office/drawing/2014/main" id="{F7BEF32D-9E81-4BB6-A2D7-2143D28AC14D}"/>
              </a:ext>
            </a:extLst>
          </p:cNvPr>
          <p:cNvSpPr>
            <a:spLocks noGrp="1"/>
          </p:cNvSpPr>
          <p:nvPr>
            <p:ph type="body" sz="quarter" idx="45"/>
          </p:nvPr>
        </p:nvSpPr>
        <p:spPr/>
        <p:txBody>
          <a:bodyPr/>
          <a:lstStyle/>
          <a:p>
            <a:pPr lvl="0"/>
            <a:r>
              <a:rPr lang="en-US"/>
              <a:t>Colleague title</a:t>
            </a:r>
          </a:p>
          <a:p>
            <a:pPr lvl="0"/>
            <a:r>
              <a:rPr lang="en-US"/>
              <a:t>Second line</a:t>
            </a:r>
          </a:p>
          <a:p>
            <a:pPr lvl="0"/>
            <a:r>
              <a:rPr lang="en-US"/>
              <a:t>Third line</a:t>
            </a:r>
          </a:p>
          <a:p>
            <a:pPr lvl="0"/>
            <a:r>
              <a:rPr lang="en-US"/>
              <a:t>Fourth line</a:t>
            </a:r>
          </a:p>
        </p:txBody>
      </p:sp>
      <p:sp>
        <p:nvSpPr>
          <p:cNvPr id="3" name="Footer Placeholder 2">
            <a:extLst>
              <a:ext uri="{FF2B5EF4-FFF2-40B4-BE49-F238E27FC236}">
                <a16:creationId xmlns:a16="http://schemas.microsoft.com/office/drawing/2014/main" id="{ED573FF9-84C6-4248-9682-43C3A390D252}"/>
              </a:ext>
            </a:extLst>
          </p:cNvPr>
          <p:cNvSpPr>
            <a:spLocks noGrp="1"/>
          </p:cNvSpPr>
          <p:nvPr>
            <p:ph type="ftr" sz="quarter" idx="46"/>
          </p:nvPr>
        </p:nvSpPr>
        <p:spPr/>
        <p:txBody>
          <a:bodyPr/>
          <a:lstStyle/>
          <a:p>
            <a:r>
              <a:rPr lang="en-US"/>
              <a:t>Presentation Name or Footer Copy</a:t>
            </a:r>
          </a:p>
        </p:txBody>
      </p:sp>
    </p:spTree>
    <p:extLst>
      <p:ext uri="{BB962C8B-B14F-4D97-AF65-F5344CB8AC3E}">
        <p14:creationId xmlns:p14="http://schemas.microsoft.com/office/powerpoint/2010/main" val="41104421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D3DFF0F-9CBF-244B-802B-9602A00F5C71}"/>
              </a:ext>
            </a:extLst>
          </p:cNvPr>
          <p:cNvSpPr>
            <a:spLocks noGrp="1"/>
          </p:cNvSpPr>
          <p:nvPr>
            <p:ph type="body" sz="quarter" idx="12"/>
          </p:nvPr>
        </p:nvSpPr>
        <p:spPr/>
        <p:txBody>
          <a:bodyPr/>
          <a:lstStyle/>
          <a:p>
            <a:r>
              <a:rPr lang="en-US"/>
              <a:t>SECTION NAME IN ALL CAPS ARIAL 8PT (OPTIONAL)</a:t>
            </a:r>
          </a:p>
        </p:txBody>
      </p:sp>
      <p:pic>
        <p:nvPicPr>
          <p:cNvPr id="5" name="Picture Placeholder 4" descr="Icon&#10;&#10;Description automatically generated">
            <a:extLst>
              <a:ext uri="{FF2B5EF4-FFF2-40B4-BE49-F238E27FC236}">
                <a16:creationId xmlns:a16="http://schemas.microsoft.com/office/drawing/2014/main" id="{F24D809B-E7F4-41CD-B108-951890B4C1FC}"/>
              </a:ext>
            </a:extLst>
          </p:cNvPr>
          <p:cNvPicPr>
            <a:picLocks noGrp="1" noChangeAspect="1"/>
          </p:cNvPicPr>
          <p:nvPr>
            <p:ph type="pic" sz="quarter" idx="27"/>
          </p:nvPr>
        </p:nvPicPr>
        <p:blipFill>
          <a:blip r:embed="rId2" cstate="email">
            <a:extLst>
              <a:ext uri="{28A0092B-C50C-407E-A947-70E740481C1C}">
                <a14:useLocalDpi xmlns:a14="http://schemas.microsoft.com/office/drawing/2010/main"/>
              </a:ext>
            </a:extLst>
          </a:blip>
          <a:srcRect l="122" r="122"/>
          <a:stretch>
            <a:fillRect/>
          </a:stretch>
        </p:blipFill>
        <p:spPr/>
      </p:pic>
      <p:sp>
        <p:nvSpPr>
          <p:cNvPr id="22" name="Text Placeholder 21">
            <a:extLst>
              <a:ext uri="{FF2B5EF4-FFF2-40B4-BE49-F238E27FC236}">
                <a16:creationId xmlns:a16="http://schemas.microsoft.com/office/drawing/2014/main" id="{9E431036-868F-554E-9141-67080E18AAAD}"/>
              </a:ext>
            </a:extLst>
          </p:cNvPr>
          <p:cNvSpPr>
            <a:spLocks noGrp="1"/>
          </p:cNvSpPr>
          <p:nvPr>
            <p:ph type="body" sz="quarter" idx="31"/>
          </p:nvPr>
        </p:nvSpPr>
        <p:spPr/>
        <p:txBody>
          <a:bodyPr/>
          <a:lstStyle/>
          <a:p>
            <a:r>
              <a:rPr lang="en-US"/>
              <a:t>Name Last Name</a:t>
            </a:r>
          </a:p>
        </p:txBody>
      </p:sp>
      <p:sp>
        <p:nvSpPr>
          <p:cNvPr id="23" name="Text Placeholder 22">
            <a:extLst>
              <a:ext uri="{FF2B5EF4-FFF2-40B4-BE49-F238E27FC236}">
                <a16:creationId xmlns:a16="http://schemas.microsoft.com/office/drawing/2014/main" id="{3EEE1C66-4C00-C647-A697-1F7F9D13CEB5}"/>
              </a:ext>
            </a:extLst>
          </p:cNvPr>
          <p:cNvSpPr>
            <a:spLocks noGrp="1"/>
          </p:cNvSpPr>
          <p:nvPr>
            <p:ph type="body" sz="quarter" idx="32"/>
          </p:nvPr>
        </p:nvSpPr>
        <p:spPr/>
        <p:txBody>
          <a:bodyPr/>
          <a:lstStyle/>
          <a:p>
            <a:r>
              <a:rPr lang="en-US"/>
              <a:t>Company, Title</a:t>
            </a:r>
          </a:p>
        </p:txBody>
      </p:sp>
      <p:pic>
        <p:nvPicPr>
          <p:cNvPr id="37" name="Picture Placeholder 4">
            <a:extLst>
              <a:ext uri="{FF2B5EF4-FFF2-40B4-BE49-F238E27FC236}">
                <a16:creationId xmlns:a16="http://schemas.microsoft.com/office/drawing/2014/main" id="{5D733F7C-5C41-4A1F-BBE3-33B06269D569}"/>
              </a:ext>
            </a:extLst>
          </p:cNvPr>
          <p:cNvPicPr>
            <a:picLocks noGrp="1" noChangeAspect="1"/>
          </p:cNvPicPr>
          <p:nvPr>
            <p:ph type="pic" sz="quarter" idx="33"/>
          </p:nvPr>
        </p:nvPicPr>
        <p:blipFill>
          <a:blip r:embed="rId2" cstate="email">
            <a:extLst>
              <a:ext uri="{28A0092B-C50C-407E-A947-70E740481C1C}">
                <a14:useLocalDpi xmlns:a14="http://schemas.microsoft.com/office/drawing/2010/main"/>
              </a:ext>
            </a:extLst>
          </a:blip>
          <a:srcRect l="122" r="122"/>
          <a:stretch>
            <a:fillRect/>
          </a:stretch>
        </p:blipFill>
        <p:spPr/>
      </p:pic>
      <p:pic>
        <p:nvPicPr>
          <p:cNvPr id="38" name="Picture Placeholder 4">
            <a:extLst>
              <a:ext uri="{FF2B5EF4-FFF2-40B4-BE49-F238E27FC236}">
                <a16:creationId xmlns:a16="http://schemas.microsoft.com/office/drawing/2014/main" id="{4461FAC8-0690-4139-8B2A-1C40B9DDD08A}"/>
              </a:ext>
            </a:extLst>
          </p:cNvPr>
          <p:cNvPicPr>
            <a:picLocks noGrp="1" noChangeAspect="1"/>
          </p:cNvPicPr>
          <p:nvPr>
            <p:ph type="pic" sz="quarter" idx="34"/>
          </p:nvPr>
        </p:nvPicPr>
        <p:blipFill>
          <a:blip r:embed="rId2" cstate="email">
            <a:extLst>
              <a:ext uri="{28A0092B-C50C-407E-A947-70E740481C1C}">
                <a14:useLocalDpi xmlns:a14="http://schemas.microsoft.com/office/drawing/2010/main"/>
              </a:ext>
            </a:extLst>
          </a:blip>
          <a:srcRect l="122" r="122"/>
          <a:stretch>
            <a:fillRect/>
          </a:stretch>
        </p:blipFill>
        <p:spPr/>
      </p:pic>
      <p:pic>
        <p:nvPicPr>
          <p:cNvPr id="39" name="Picture Placeholder 4">
            <a:extLst>
              <a:ext uri="{FF2B5EF4-FFF2-40B4-BE49-F238E27FC236}">
                <a16:creationId xmlns:a16="http://schemas.microsoft.com/office/drawing/2014/main" id="{FD8AFD53-9714-4F2F-A479-884D5F33111E}"/>
              </a:ext>
            </a:extLst>
          </p:cNvPr>
          <p:cNvPicPr>
            <a:picLocks noGrp="1" noChangeAspect="1"/>
          </p:cNvPicPr>
          <p:nvPr>
            <p:ph type="pic" sz="quarter" idx="35"/>
          </p:nvPr>
        </p:nvPicPr>
        <p:blipFill>
          <a:blip r:embed="rId2" cstate="email">
            <a:extLst>
              <a:ext uri="{28A0092B-C50C-407E-A947-70E740481C1C}">
                <a14:useLocalDpi xmlns:a14="http://schemas.microsoft.com/office/drawing/2010/main"/>
              </a:ext>
            </a:extLst>
          </a:blip>
          <a:srcRect l="122" r="122"/>
          <a:stretch>
            <a:fillRect/>
          </a:stretch>
        </p:blipFill>
        <p:spPr/>
      </p:pic>
      <p:sp>
        <p:nvSpPr>
          <p:cNvPr id="27" name="Text Placeholder 26">
            <a:extLst>
              <a:ext uri="{FF2B5EF4-FFF2-40B4-BE49-F238E27FC236}">
                <a16:creationId xmlns:a16="http://schemas.microsoft.com/office/drawing/2014/main" id="{3B880F21-A534-8847-8DA7-F52B5E1B60A9}"/>
              </a:ext>
            </a:extLst>
          </p:cNvPr>
          <p:cNvSpPr>
            <a:spLocks noGrp="1"/>
          </p:cNvSpPr>
          <p:nvPr>
            <p:ph type="body" sz="quarter" idx="36"/>
          </p:nvPr>
        </p:nvSpPr>
        <p:spPr/>
        <p:txBody>
          <a:bodyPr/>
          <a:lstStyle/>
          <a:p>
            <a:r>
              <a:rPr lang="en-US"/>
              <a:t>Add text here.</a:t>
            </a:r>
          </a:p>
        </p:txBody>
      </p:sp>
      <p:sp>
        <p:nvSpPr>
          <p:cNvPr id="28" name="Text Placeholder 27">
            <a:extLst>
              <a:ext uri="{FF2B5EF4-FFF2-40B4-BE49-F238E27FC236}">
                <a16:creationId xmlns:a16="http://schemas.microsoft.com/office/drawing/2014/main" id="{D39975ED-0DE5-CA43-A4D9-1C80BECAACC1}"/>
              </a:ext>
            </a:extLst>
          </p:cNvPr>
          <p:cNvSpPr>
            <a:spLocks noGrp="1"/>
          </p:cNvSpPr>
          <p:nvPr>
            <p:ph type="body" sz="quarter" idx="37"/>
          </p:nvPr>
        </p:nvSpPr>
        <p:spPr/>
        <p:txBody>
          <a:bodyPr/>
          <a:lstStyle/>
          <a:p>
            <a:r>
              <a:rPr lang="en-US"/>
              <a:t>Name Last Name</a:t>
            </a:r>
          </a:p>
        </p:txBody>
      </p:sp>
      <p:sp>
        <p:nvSpPr>
          <p:cNvPr id="29" name="Text Placeholder 28">
            <a:extLst>
              <a:ext uri="{FF2B5EF4-FFF2-40B4-BE49-F238E27FC236}">
                <a16:creationId xmlns:a16="http://schemas.microsoft.com/office/drawing/2014/main" id="{230A8321-A5A0-CB47-A299-5D167FE7AA72}"/>
              </a:ext>
            </a:extLst>
          </p:cNvPr>
          <p:cNvSpPr>
            <a:spLocks noGrp="1"/>
          </p:cNvSpPr>
          <p:nvPr>
            <p:ph type="body" sz="quarter" idx="38"/>
          </p:nvPr>
        </p:nvSpPr>
        <p:spPr/>
        <p:txBody>
          <a:bodyPr/>
          <a:lstStyle/>
          <a:p>
            <a:r>
              <a:rPr lang="en-US"/>
              <a:t>Company, Title</a:t>
            </a:r>
          </a:p>
        </p:txBody>
      </p:sp>
      <p:sp>
        <p:nvSpPr>
          <p:cNvPr id="30" name="Text Placeholder 29">
            <a:extLst>
              <a:ext uri="{FF2B5EF4-FFF2-40B4-BE49-F238E27FC236}">
                <a16:creationId xmlns:a16="http://schemas.microsoft.com/office/drawing/2014/main" id="{9FE935BD-B2D4-2A4F-9DEB-4E5178C1FA48}"/>
              </a:ext>
            </a:extLst>
          </p:cNvPr>
          <p:cNvSpPr>
            <a:spLocks noGrp="1"/>
          </p:cNvSpPr>
          <p:nvPr>
            <p:ph type="body" sz="quarter" idx="39"/>
          </p:nvPr>
        </p:nvSpPr>
        <p:spPr/>
        <p:txBody>
          <a:bodyPr/>
          <a:lstStyle/>
          <a:p>
            <a:r>
              <a:rPr lang="en-US"/>
              <a:t>Add text here.</a:t>
            </a:r>
          </a:p>
        </p:txBody>
      </p:sp>
      <p:sp>
        <p:nvSpPr>
          <p:cNvPr id="31" name="Text Placeholder 30">
            <a:extLst>
              <a:ext uri="{FF2B5EF4-FFF2-40B4-BE49-F238E27FC236}">
                <a16:creationId xmlns:a16="http://schemas.microsoft.com/office/drawing/2014/main" id="{5B4A1E02-7053-BD4D-B1AA-B30A6E3B1851}"/>
              </a:ext>
            </a:extLst>
          </p:cNvPr>
          <p:cNvSpPr>
            <a:spLocks noGrp="1"/>
          </p:cNvSpPr>
          <p:nvPr>
            <p:ph type="body" sz="quarter" idx="40"/>
          </p:nvPr>
        </p:nvSpPr>
        <p:spPr/>
        <p:txBody>
          <a:bodyPr/>
          <a:lstStyle/>
          <a:p>
            <a:r>
              <a:rPr lang="en-US"/>
              <a:t>Name Last Name</a:t>
            </a:r>
          </a:p>
        </p:txBody>
      </p:sp>
      <p:sp>
        <p:nvSpPr>
          <p:cNvPr id="32" name="Text Placeholder 31">
            <a:extLst>
              <a:ext uri="{FF2B5EF4-FFF2-40B4-BE49-F238E27FC236}">
                <a16:creationId xmlns:a16="http://schemas.microsoft.com/office/drawing/2014/main" id="{50DDFB9A-A9E4-7F4E-95F2-CD2DAF80325E}"/>
              </a:ext>
            </a:extLst>
          </p:cNvPr>
          <p:cNvSpPr>
            <a:spLocks noGrp="1"/>
          </p:cNvSpPr>
          <p:nvPr>
            <p:ph type="body" sz="quarter" idx="41"/>
          </p:nvPr>
        </p:nvSpPr>
        <p:spPr/>
        <p:txBody>
          <a:bodyPr/>
          <a:lstStyle/>
          <a:p>
            <a:r>
              <a:rPr lang="en-US"/>
              <a:t>Company, Title</a:t>
            </a:r>
          </a:p>
        </p:txBody>
      </p:sp>
      <p:sp>
        <p:nvSpPr>
          <p:cNvPr id="33" name="Text Placeholder 32">
            <a:extLst>
              <a:ext uri="{FF2B5EF4-FFF2-40B4-BE49-F238E27FC236}">
                <a16:creationId xmlns:a16="http://schemas.microsoft.com/office/drawing/2014/main" id="{AE126701-C695-1145-B1A2-81E22E3C018C}"/>
              </a:ext>
            </a:extLst>
          </p:cNvPr>
          <p:cNvSpPr>
            <a:spLocks noGrp="1"/>
          </p:cNvSpPr>
          <p:nvPr>
            <p:ph type="body" sz="quarter" idx="42"/>
          </p:nvPr>
        </p:nvSpPr>
        <p:spPr/>
        <p:txBody>
          <a:bodyPr/>
          <a:lstStyle/>
          <a:p>
            <a:r>
              <a:rPr lang="en-US"/>
              <a:t>Add text here.</a:t>
            </a:r>
          </a:p>
        </p:txBody>
      </p:sp>
      <p:sp>
        <p:nvSpPr>
          <p:cNvPr id="34" name="Text Placeholder 33">
            <a:extLst>
              <a:ext uri="{FF2B5EF4-FFF2-40B4-BE49-F238E27FC236}">
                <a16:creationId xmlns:a16="http://schemas.microsoft.com/office/drawing/2014/main" id="{4DDEB502-E6B6-7D41-BDED-45FE663277D2}"/>
              </a:ext>
            </a:extLst>
          </p:cNvPr>
          <p:cNvSpPr>
            <a:spLocks noGrp="1"/>
          </p:cNvSpPr>
          <p:nvPr>
            <p:ph type="body" sz="quarter" idx="43"/>
          </p:nvPr>
        </p:nvSpPr>
        <p:spPr/>
        <p:txBody>
          <a:bodyPr/>
          <a:lstStyle/>
          <a:p>
            <a:r>
              <a:rPr lang="en-US"/>
              <a:t>Name Last Name</a:t>
            </a:r>
          </a:p>
        </p:txBody>
      </p:sp>
      <p:sp>
        <p:nvSpPr>
          <p:cNvPr id="35" name="Text Placeholder 34">
            <a:extLst>
              <a:ext uri="{FF2B5EF4-FFF2-40B4-BE49-F238E27FC236}">
                <a16:creationId xmlns:a16="http://schemas.microsoft.com/office/drawing/2014/main" id="{C7DD9A9A-AE15-1243-A6F2-55BFAC3AD8CA}"/>
              </a:ext>
            </a:extLst>
          </p:cNvPr>
          <p:cNvSpPr>
            <a:spLocks noGrp="1"/>
          </p:cNvSpPr>
          <p:nvPr>
            <p:ph type="body" sz="quarter" idx="44"/>
          </p:nvPr>
        </p:nvSpPr>
        <p:spPr/>
        <p:txBody>
          <a:bodyPr/>
          <a:lstStyle/>
          <a:p>
            <a:r>
              <a:rPr lang="en-US"/>
              <a:t>Company, Title</a:t>
            </a:r>
          </a:p>
        </p:txBody>
      </p:sp>
      <p:sp>
        <p:nvSpPr>
          <p:cNvPr id="36" name="Text Placeholder 35">
            <a:extLst>
              <a:ext uri="{FF2B5EF4-FFF2-40B4-BE49-F238E27FC236}">
                <a16:creationId xmlns:a16="http://schemas.microsoft.com/office/drawing/2014/main" id="{46A29CA2-4D48-724A-85CF-6F22F5B45650}"/>
              </a:ext>
            </a:extLst>
          </p:cNvPr>
          <p:cNvSpPr>
            <a:spLocks noGrp="1"/>
          </p:cNvSpPr>
          <p:nvPr>
            <p:ph type="body" sz="quarter" idx="45"/>
          </p:nvPr>
        </p:nvSpPr>
        <p:spPr/>
        <p:txBody>
          <a:bodyPr/>
          <a:lstStyle/>
          <a:p>
            <a:r>
              <a:rPr lang="en-US"/>
              <a:t>Add text here.</a:t>
            </a:r>
          </a:p>
        </p:txBody>
      </p:sp>
      <p:sp>
        <p:nvSpPr>
          <p:cNvPr id="19" name="Title 18">
            <a:extLst>
              <a:ext uri="{FF2B5EF4-FFF2-40B4-BE49-F238E27FC236}">
                <a16:creationId xmlns:a16="http://schemas.microsoft.com/office/drawing/2014/main" id="{CF4783AD-14AC-AA4A-B8AF-9FFCB67F22C3}"/>
              </a:ext>
            </a:extLst>
          </p:cNvPr>
          <p:cNvSpPr>
            <a:spLocks noGrp="1"/>
          </p:cNvSpPr>
          <p:nvPr>
            <p:ph type="title"/>
          </p:nvPr>
        </p:nvSpPr>
        <p:spPr/>
        <p:txBody>
          <a:bodyPr/>
          <a:lstStyle/>
          <a:p>
            <a:r>
              <a:rPr lang="en-US"/>
              <a:t>Our Team</a:t>
            </a:r>
            <a:br>
              <a:rPr lang="en-US"/>
            </a:br>
            <a:br>
              <a:rPr lang="en-US"/>
            </a:br>
            <a:endParaRPr lang="en-US"/>
          </a:p>
        </p:txBody>
      </p:sp>
      <p:sp>
        <p:nvSpPr>
          <p:cNvPr id="2" name="Footer Placeholder 1">
            <a:extLst>
              <a:ext uri="{FF2B5EF4-FFF2-40B4-BE49-F238E27FC236}">
                <a16:creationId xmlns:a16="http://schemas.microsoft.com/office/drawing/2014/main" id="{FF6ADB8E-0699-264C-A0F0-FB132CA882E7}"/>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709519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2" name="Straight Connector 121" descr="timeline">
            <a:extLst>
              <a:ext uri="{FF2B5EF4-FFF2-40B4-BE49-F238E27FC236}">
                <a16:creationId xmlns:a16="http://schemas.microsoft.com/office/drawing/2014/main" id="{4A6FD03F-F1BB-400D-9E6B-7A70C4775F73}"/>
              </a:ext>
            </a:extLst>
          </p:cNvPr>
          <p:cNvCxnSpPr>
            <a:cxnSpLocks/>
          </p:cNvCxnSpPr>
          <p:nvPr/>
        </p:nvCxnSpPr>
        <p:spPr>
          <a:xfrm flipH="1">
            <a:off x="1377573" y="1752447"/>
            <a:ext cx="6837397"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pic>
        <p:nvPicPr>
          <p:cNvPr id="68" name="Picture Placeholder 5">
            <a:extLst>
              <a:ext uri="{FF2B5EF4-FFF2-40B4-BE49-F238E27FC236}">
                <a16:creationId xmlns:a16="http://schemas.microsoft.com/office/drawing/2014/main" id="{7DEE668A-3B39-4984-B88A-9DC61EE90A4B}"/>
              </a:ext>
            </a:extLst>
          </p:cNvPr>
          <p:cNvPicPr>
            <a:picLocks noGrp="1" noChangeAspect="1"/>
          </p:cNvPicPr>
          <p:nvPr>
            <p:ph type="pic" sz="quarter" idx="14"/>
          </p:nvPr>
        </p:nvPicPr>
        <p:blipFill>
          <a:blip r:embed="rId2" cstate="email">
            <a:extLst>
              <a:ext uri="{28A0092B-C50C-407E-A947-70E740481C1C}">
                <a14:useLocalDpi xmlns:a14="http://schemas.microsoft.com/office/drawing/2010/main"/>
              </a:ext>
            </a:extLst>
          </a:blip>
          <a:srcRect/>
          <a:stretch/>
        </p:blipFill>
        <p:spPr/>
      </p:pic>
      <p:pic>
        <p:nvPicPr>
          <p:cNvPr id="69" name="Picture Placeholder 5">
            <a:extLst>
              <a:ext uri="{FF2B5EF4-FFF2-40B4-BE49-F238E27FC236}">
                <a16:creationId xmlns:a16="http://schemas.microsoft.com/office/drawing/2014/main" id="{DC8D75CE-CDFB-4413-82CC-9EDC871D51B6}"/>
              </a:ext>
            </a:extLst>
          </p:cNvPr>
          <p:cNvPicPr>
            <a:picLocks noGrp="1" noChangeAspect="1"/>
          </p:cNvPicPr>
          <p:nvPr>
            <p:ph type="pic" sz="quarter" idx="17"/>
          </p:nvPr>
        </p:nvPicPr>
        <p:blipFill>
          <a:blip r:embed="rId2" cstate="email">
            <a:extLst>
              <a:ext uri="{28A0092B-C50C-407E-A947-70E740481C1C}">
                <a14:useLocalDpi xmlns:a14="http://schemas.microsoft.com/office/drawing/2010/main"/>
              </a:ext>
            </a:extLst>
          </a:blip>
          <a:srcRect/>
          <a:stretch/>
        </p:blipFill>
        <p:spPr/>
      </p:pic>
      <p:pic>
        <p:nvPicPr>
          <p:cNvPr id="70" name="Picture Placeholder 5">
            <a:extLst>
              <a:ext uri="{FF2B5EF4-FFF2-40B4-BE49-F238E27FC236}">
                <a16:creationId xmlns:a16="http://schemas.microsoft.com/office/drawing/2014/main" id="{04EE383D-F825-4CD7-A9A7-BA6B3A845908}"/>
              </a:ext>
            </a:extLst>
          </p:cNvPr>
          <p:cNvPicPr>
            <a:picLocks noGrp="1" noChangeAspect="1"/>
          </p:cNvPicPr>
          <p:nvPr>
            <p:ph type="pic" sz="quarter" idx="20"/>
          </p:nvPr>
        </p:nvPicPr>
        <p:blipFill>
          <a:blip r:embed="rId2" cstate="email">
            <a:extLst>
              <a:ext uri="{28A0092B-C50C-407E-A947-70E740481C1C}">
                <a14:useLocalDpi xmlns:a14="http://schemas.microsoft.com/office/drawing/2010/main"/>
              </a:ext>
            </a:extLst>
          </a:blip>
          <a:srcRect/>
          <a:stretch/>
        </p:blipFill>
        <p:spPr/>
      </p:pic>
      <p:pic>
        <p:nvPicPr>
          <p:cNvPr id="71" name="Picture Placeholder 5">
            <a:extLst>
              <a:ext uri="{FF2B5EF4-FFF2-40B4-BE49-F238E27FC236}">
                <a16:creationId xmlns:a16="http://schemas.microsoft.com/office/drawing/2014/main" id="{0E2477C6-3073-41DF-AF1C-7654B3F7F55E}"/>
              </a:ext>
            </a:extLst>
          </p:cNvPr>
          <p:cNvPicPr>
            <a:picLocks noGrp="1" noChangeAspect="1"/>
          </p:cNvPicPr>
          <p:nvPr>
            <p:ph type="pic" sz="quarter" idx="23"/>
          </p:nvPr>
        </p:nvPicPr>
        <p:blipFill>
          <a:blip r:embed="rId2" cstate="email">
            <a:extLst>
              <a:ext uri="{28A0092B-C50C-407E-A947-70E740481C1C}">
                <a14:useLocalDpi xmlns:a14="http://schemas.microsoft.com/office/drawing/2010/main"/>
              </a:ext>
            </a:extLst>
          </a:blip>
          <a:srcRect/>
          <a:stretch/>
        </p:blipFill>
        <p:spPr/>
      </p:pic>
      <p:sp>
        <p:nvSpPr>
          <p:cNvPr id="5" name="Text Placeholder 4">
            <a:extLst>
              <a:ext uri="{FF2B5EF4-FFF2-40B4-BE49-F238E27FC236}">
                <a16:creationId xmlns:a16="http://schemas.microsoft.com/office/drawing/2014/main" id="{96720B7A-2682-4435-8CC1-34A79443F4C9}"/>
              </a:ext>
            </a:extLst>
          </p:cNvPr>
          <p:cNvSpPr>
            <a:spLocks noGrp="1"/>
          </p:cNvSpPr>
          <p:nvPr>
            <p:ph type="body" sz="quarter" idx="12"/>
          </p:nvPr>
        </p:nvSpPr>
        <p:spPr/>
        <p:txBody>
          <a:bodyPr/>
          <a:lstStyle/>
          <a:p>
            <a:r>
              <a:rPr lang="en-US"/>
              <a:t>OVERLINE/SECTION (OPTIONAL) IN ARIAL 8PT ALL CAPS</a:t>
            </a:r>
          </a:p>
        </p:txBody>
      </p:sp>
      <p:sp>
        <p:nvSpPr>
          <p:cNvPr id="63" name="Title 62">
            <a:extLst>
              <a:ext uri="{FF2B5EF4-FFF2-40B4-BE49-F238E27FC236}">
                <a16:creationId xmlns:a16="http://schemas.microsoft.com/office/drawing/2014/main" id="{B2F962DB-6C89-40C6-BD22-333B3A83F9F4}"/>
              </a:ext>
            </a:extLst>
          </p:cNvPr>
          <p:cNvSpPr>
            <a:spLocks noGrp="1"/>
          </p:cNvSpPr>
          <p:nvPr>
            <p:ph type="title"/>
          </p:nvPr>
        </p:nvSpPr>
        <p:spPr/>
        <p:txBody>
          <a:bodyPr/>
          <a:lstStyle/>
          <a:p>
            <a:r>
              <a:rPr lang="en-US"/>
              <a:t>Organization Chart</a:t>
            </a:r>
          </a:p>
        </p:txBody>
      </p:sp>
      <p:sp>
        <p:nvSpPr>
          <p:cNvPr id="8" name="Text Placeholder 7">
            <a:extLst>
              <a:ext uri="{FF2B5EF4-FFF2-40B4-BE49-F238E27FC236}">
                <a16:creationId xmlns:a16="http://schemas.microsoft.com/office/drawing/2014/main" id="{B70323BE-CFB7-4305-9715-CD1813D78C23}"/>
              </a:ext>
            </a:extLst>
          </p:cNvPr>
          <p:cNvSpPr>
            <a:spLocks noGrp="1"/>
          </p:cNvSpPr>
          <p:nvPr>
            <p:ph type="body" sz="quarter" idx="13"/>
          </p:nvPr>
        </p:nvSpPr>
        <p:spPr/>
        <p:txBody>
          <a:bodyPr/>
          <a:lstStyle/>
          <a:p>
            <a:r>
              <a:rPr lang="en-US"/>
              <a:t>Category Leads</a:t>
            </a:r>
          </a:p>
        </p:txBody>
      </p:sp>
      <p:sp>
        <p:nvSpPr>
          <p:cNvPr id="10" name="Text Placeholder 9">
            <a:extLst>
              <a:ext uri="{FF2B5EF4-FFF2-40B4-BE49-F238E27FC236}">
                <a16:creationId xmlns:a16="http://schemas.microsoft.com/office/drawing/2014/main" id="{D4522F8C-D575-4666-88C4-BB13BA81D792}"/>
              </a:ext>
            </a:extLst>
          </p:cNvPr>
          <p:cNvSpPr>
            <a:spLocks noGrp="1"/>
          </p:cNvSpPr>
          <p:nvPr>
            <p:ph type="body" sz="quarter" idx="15"/>
          </p:nvPr>
        </p:nvSpPr>
        <p:spPr/>
        <p:txBody>
          <a:bodyPr/>
          <a:lstStyle/>
          <a:p>
            <a:pPr lvl="0"/>
            <a:r>
              <a:rPr lang="en-US" err="1"/>
              <a:t>Firstname</a:t>
            </a:r>
            <a:r>
              <a:rPr lang="en-US"/>
              <a:t> </a:t>
            </a:r>
            <a:r>
              <a:rPr lang="en-US" err="1"/>
              <a:t>Lastname</a:t>
            </a:r>
            <a:endParaRPr lang="en-US"/>
          </a:p>
        </p:txBody>
      </p:sp>
      <p:sp>
        <p:nvSpPr>
          <p:cNvPr id="118" name="Text Placeholder 117">
            <a:extLst>
              <a:ext uri="{FF2B5EF4-FFF2-40B4-BE49-F238E27FC236}">
                <a16:creationId xmlns:a16="http://schemas.microsoft.com/office/drawing/2014/main" id="{6769CC0B-BC9C-C529-934D-6474CA151F1C}"/>
              </a:ext>
            </a:extLst>
          </p:cNvPr>
          <p:cNvSpPr>
            <a:spLocks noGrp="1"/>
          </p:cNvSpPr>
          <p:nvPr>
            <p:ph type="body" sz="quarter" idx="16"/>
          </p:nvPr>
        </p:nvSpPr>
        <p:spPr/>
        <p:txBody>
          <a:bodyPr/>
          <a:lstStyle/>
          <a:p>
            <a:endParaRPr lang="en-US"/>
          </a:p>
        </p:txBody>
      </p:sp>
      <p:sp>
        <p:nvSpPr>
          <p:cNvPr id="119" name="Text Placeholder 118">
            <a:extLst>
              <a:ext uri="{FF2B5EF4-FFF2-40B4-BE49-F238E27FC236}">
                <a16:creationId xmlns:a16="http://schemas.microsoft.com/office/drawing/2014/main" id="{8176CD6B-5A14-9481-10A6-1E3884BDDB30}"/>
              </a:ext>
            </a:extLst>
          </p:cNvPr>
          <p:cNvSpPr>
            <a:spLocks noGrp="1"/>
          </p:cNvSpPr>
          <p:nvPr>
            <p:ph type="body" sz="quarter" idx="19"/>
          </p:nvPr>
        </p:nvSpPr>
        <p:spPr/>
        <p:txBody>
          <a:bodyPr/>
          <a:lstStyle/>
          <a:p>
            <a:endParaRPr lang="en-US"/>
          </a:p>
        </p:txBody>
      </p:sp>
      <p:sp>
        <p:nvSpPr>
          <p:cNvPr id="15" name="Text Placeholder 14">
            <a:extLst>
              <a:ext uri="{FF2B5EF4-FFF2-40B4-BE49-F238E27FC236}">
                <a16:creationId xmlns:a16="http://schemas.microsoft.com/office/drawing/2014/main" id="{09803ADF-A0AC-4044-AE01-DB960DE6A51A}"/>
              </a:ext>
            </a:extLst>
          </p:cNvPr>
          <p:cNvSpPr>
            <a:spLocks noGrp="1"/>
          </p:cNvSpPr>
          <p:nvPr>
            <p:ph type="body" sz="quarter" idx="21"/>
          </p:nvPr>
        </p:nvSpPr>
        <p:spPr/>
        <p:txBody>
          <a:bodyPr/>
          <a:lstStyle/>
          <a:p>
            <a:pPr lvl="0"/>
            <a:r>
              <a:rPr lang="en-US" err="1"/>
              <a:t>Firstname</a:t>
            </a:r>
            <a:r>
              <a:rPr lang="en-US"/>
              <a:t> </a:t>
            </a:r>
            <a:r>
              <a:rPr lang="en-US" err="1"/>
              <a:t>Lastname</a:t>
            </a:r>
            <a:endParaRPr lang="en-US"/>
          </a:p>
        </p:txBody>
      </p:sp>
      <p:sp>
        <p:nvSpPr>
          <p:cNvPr id="120" name="Text Placeholder 119">
            <a:extLst>
              <a:ext uri="{FF2B5EF4-FFF2-40B4-BE49-F238E27FC236}">
                <a16:creationId xmlns:a16="http://schemas.microsoft.com/office/drawing/2014/main" id="{CB90F7EA-61E4-BC62-4935-E4C1FD6C1F8F}"/>
              </a:ext>
            </a:extLst>
          </p:cNvPr>
          <p:cNvSpPr>
            <a:spLocks noGrp="1"/>
          </p:cNvSpPr>
          <p:nvPr>
            <p:ph type="body" sz="quarter" idx="22"/>
          </p:nvPr>
        </p:nvSpPr>
        <p:spPr/>
        <p:txBody>
          <a:bodyPr/>
          <a:lstStyle/>
          <a:p>
            <a:endParaRPr lang="en-US"/>
          </a:p>
        </p:txBody>
      </p:sp>
      <p:sp>
        <p:nvSpPr>
          <p:cNvPr id="18" name="Text Placeholder 17">
            <a:extLst>
              <a:ext uri="{FF2B5EF4-FFF2-40B4-BE49-F238E27FC236}">
                <a16:creationId xmlns:a16="http://schemas.microsoft.com/office/drawing/2014/main" id="{7A9F9CC9-8B47-4A9C-A475-0DDD10DC0624}"/>
              </a:ext>
            </a:extLst>
          </p:cNvPr>
          <p:cNvSpPr>
            <a:spLocks noGrp="1"/>
          </p:cNvSpPr>
          <p:nvPr>
            <p:ph type="body" sz="quarter" idx="24"/>
          </p:nvPr>
        </p:nvSpPr>
        <p:spPr/>
        <p:txBody>
          <a:bodyPr/>
          <a:lstStyle/>
          <a:p>
            <a:pPr lvl="0"/>
            <a:r>
              <a:rPr lang="en-US" err="1"/>
              <a:t>Firstname</a:t>
            </a:r>
            <a:r>
              <a:rPr lang="en-US"/>
              <a:t> </a:t>
            </a:r>
            <a:r>
              <a:rPr lang="en-US" err="1"/>
              <a:t>Lastname</a:t>
            </a:r>
            <a:endParaRPr lang="en-US"/>
          </a:p>
        </p:txBody>
      </p:sp>
      <p:sp>
        <p:nvSpPr>
          <p:cNvPr id="121" name="Text Placeholder 120">
            <a:extLst>
              <a:ext uri="{FF2B5EF4-FFF2-40B4-BE49-F238E27FC236}">
                <a16:creationId xmlns:a16="http://schemas.microsoft.com/office/drawing/2014/main" id="{3A8FDEB7-F611-7E9C-2BE6-7272196F76DB}"/>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E48530A9-3C66-41F4-B5F4-DF3C8CC223F6}"/>
              </a:ext>
            </a:extLst>
          </p:cNvPr>
          <p:cNvSpPr>
            <a:spLocks noGrp="1"/>
          </p:cNvSpPr>
          <p:nvPr>
            <p:ph type="body" sz="quarter" idx="26"/>
          </p:nvPr>
        </p:nvSpPr>
        <p:spPr/>
        <p:txBody>
          <a:bodyPr/>
          <a:lstStyle/>
          <a:p>
            <a:pPr lvl="0"/>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2B8F606A-0C94-4890-9D59-9E2BBCFA1229}"/>
              </a:ext>
            </a:extLst>
          </p:cNvPr>
          <p:cNvSpPr>
            <a:spLocks noGrp="1"/>
          </p:cNvSpPr>
          <p:nvPr>
            <p:ph type="body" sz="quarter" idx="30"/>
          </p:nvPr>
        </p:nvSpPr>
        <p:spPr/>
        <p:txBody>
          <a:bodyPr/>
          <a:lstStyle/>
          <a:p>
            <a:r>
              <a:rPr lang="en-US"/>
              <a:t>Functional Pillar</a:t>
            </a:r>
          </a:p>
        </p:txBody>
      </p:sp>
      <p:pic>
        <p:nvPicPr>
          <p:cNvPr id="72" name="Picture Placeholder 5">
            <a:extLst>
              <a:ext uri="{FF2B5EF4-FFF2-40B4-BE49-F238E27FC236}">
                <a16:creationId xmlns:a16="http://schemas.microsoft.com/office/drawing/2014/main" id="{60F381CC-8978-4ABB-A3E1-80CF50C8614F}"/>
              </a:ext>
            </a:extLst>
          </p:cNvPr>
          <p:cNvPicPr>
            <a:picLocks noGrp="1" noChangeAspect="1"/>
          </p:cNvPicPr>
          <p:nvPr>
            <p:ph type="pic" sz="quarter" idx="31"/>
          </p:nvPr>
        </p:nvPicPr>
        <p:blipFill>
          <a:blip r:embed="rId2" cstate="email">
            <a:extLst>
              <a:ext uri="{28A0092B-C50C-407E-A947-70E740481C1C}">
                <a14:useLocalDpi xmlns:a14="http://schemas.microsoft.com/office/drawing/2010/main"/>
              </a:ext>
            </a:extLst>
          </a:blip>
          <a:srcRect/>
          <a:stretch/>
        </p:blipFill>
        <p:spPr/>
      </p:pic>
      <p:sp>
        <p:nvSpPr>
          <p:cNvPr id="23" name="Text Placeholder 22">
            <a:extLst>
              <a:ext uri="{FF2B5EF4-FFF2-40B4-BE49-F238E27FC236}">
                <a16:creationId xmlns:a16="http://schemas.microsoft.com/office/drawing/2014/main" id="{B313487D-199E-43D8-970F-67DA7368940B}"/>
              </a:ext>
            </a:extLst>
          </p:cNvPr>
          <p:cNvSpPr>
            <a:spLocks noGrp="1"/>
          </p:cNvSpPr>
          <p:nvPr>
            <p:ph type="body" sz="quarter" idx="32"/>
          </p:nvPr>
        </p:nvSpPr>
        <p:spPr/>
        <p:txBody>
          <a:bodyPr/>
          <a:lstStyle/>
          <a:p>
            <a:pPr lvl="0"/>
            <a:r>
              <a:rPr lang="en-US" err="1"/>
              <a:t>Firstname</a:t>
            </a:r>
            <a:r>
              <a:rPr lang="en-US"/>
              <a:t> </a:t>
            </a:r>
            <a:r>
              <a:rPr lang="en-US" err="1"/>
              <a:t>Lastname</a:t>
            </a:r>
            <a:endParaRPr lang="en-US"/>
          </a:p>
        </p:txBody>
      </p:sp>
      <p:sp>
        <p:nvSpPr>
          <p:cNvPr id="24" name="Text Placeholder 23">
            <a:extLst>
              <a:ext uri="{FF2B5EF4-FFF2-40B4-BE49-F238E27FC236}">
                <a16:creationId xmlns:a16="http://schemas.microsoft.com/office/drawing/2014/main" id="{7E2B45AB-61C9-40D9-9F92-827D94A71E04}"/>
              </a:ext>
            </a:extLst>
          </p:cNvPr>
          <p:cNvSpPr>
            <a:spLocks noGrp="1"/>
          </p:cNvSpPr>
          <p:nvPr>
            <p:ph type="body" sz="quarter" idx="33"/>
          </p:nvPr>
        </p:nvSpPr>
        <p:spPr/>
        <p:txBody>
          <a:bodyPr/>
          <a:lstStyle/>
          <a:p>
            <a:pPr lvl="0"/>
            <a:r>
              <a:rPr lang="en-US"/>
              <a:t>Category Lead second line</a:t>
            </a:r>
          </a:p>
        </p:txBody>
      </p:sp>
      <p:sp>
        <p:nvSpPr>
          <p:cNvPr id="25" name="Text Placeholder 24">
            <a:extLst>
              <a:ext uri="{FF2B5EF4-FFF2-40B4-BE49-F238E27FC236}">
                <a16:creationId xmlns:a16="http://schemas.microsoft.com/office/drawing/2014/main" id="{B70F619C-A1D9-4AB0-A01B-752016CE3DDF}"/>
              </a:ext>
            </a:extLst>
          </p:cNvPr>
          <p:cNvSpPr>
            <a:spLocks noGrp="1"/>
          </p:cNvSpPr>
          <p:nvPr>
            <p:ph type="body" sz="quarter" idx="34"/>
          </p:nvPr>
        </p:nvSpPr>
        <p:spPr/>
        <p:txBody>
          <a:bodyPr/>
          <a:lstStyle/>
          <a:p>
            <a:r>
              <a:rPr lang="en-US"/>
              <a:t>Bulleted list</a:t>
            </a:r>
          </a:p>
        </p:txBody>
      </p:sp>
      <p:pic>
        <p:nvPicPr>
          <p:cNvPr id="73" name="Picture Placeholder 5">
            <a:extLst>
              <a:ext uri="{FF2B5EF4-FFF2-40B4-BE49-F238E27FC236}">
                <a16:creationId xmlns:a16="http://schemas.microsoft.com/office/drawing/2014/main" id="{D3AE5496-5B45-4B02-B2BB-9C7727F77E62}"/>
              </a:ext>
            </a:extLst>
          </p:cNvPr>
          <p:cNvPicPr>
            <a:picLocks noGrp="1" noChangeAspect="1"/>
          </p:cNvPicPr>
          <p:nvPr>
            <p:ph type="pic" sz="quarter" idx="35"/>
          </p:nvPr>
        </p:nvPicPr>
        <p:blipFill>
          <a:blip r:embed="rId2" cstate="email">
            <a:extLst>
              <a:ext uri="{28A0092B-C50C-407E-A947-70E740481C1C}">
                <a14:useLocalDpi xmlns:a14="http://schemas.microsoft.com/office/drawing/2010/main"/>
              </a:ext>
            </a:extLst>
          </a:blip>
          <a:srcRect/>
          <a:stretch/>
        </p:blipFill>
        <p:spPr/>
      </p:pic>
      <p:sp>
        <p:nvSpPr>
          <p:cNvPr id="27" name="Text Placeholder 26">
            <a:extLst>
              <a:ext uri="{FF2B5EF4-FFF2-40B4-BE49-F238E27FC236}">
                <a16:creationId xmlns:a16="http://schemas.microsoft.com/office/drawing/2014/main" id="{A431E36E-9183-47ED-8C07-5485E88E5007}"/>
              </a:ext>
            </a:extLst>
          </p:cNvPr>
          <p:cNvSpPr>
            <a:spLocks noGrp="1"/>
          </p:cNvSpPr>
          <p:nvPr>
            <p:ph type="body" sz="quarter" idx="36"/>
          </p:nvPr>
        </p:nvSpPr>
        <p:spPr/>
        <p:txBody>
          <a:bodyPr/>
          <a:lstStyle/>
          <a:p>
            <a:pPr lvl="0"/>
            <a:r>
              <a:rPr lang="en-US" err="1"/>
              <a:t>Firstname</a:t>
            </a:r>
            <a:r>
              <a:rPr lang="en-US"/>
              <a:t> </a:t>
            </a:r>
            <a:r>
              <a:rPr lang="en-US" err="1"/>
              <a:t>Lastname</a:t>
            </a:r>
            <a:endParaRPr lang="en-US"/>
          </a:p>
        </p:txBody>
      </p:sp>
      <p:sp>
        <p:nvSpPr>
          <p:cNvPr id="28" name="Text Placeholder 27">
            <a:extLst>
              <a:ext uri="{FF2B5EF4-FFF2-40B4-BE49-F238E27FC236}">
                <a16:creationId xmlns:a16="http://schemas.microsoft.com/office/drawing/2014/main" id="{CCA75A51-4DC0-46FD-A350-800333C41BE0}"/>
              </a:ext>
            </a:extLst>
          </p:cNvPr>
          <p:cNvSpPr>
            <a:spLocks noGrp="1"/>
          </p:cNvSpPr>
          <p:nvPr>
            <p:ph type="body" sz="quarter" idx="37"/>
          </p:nvPr>
        </p:nvSpPr>
        <p:spPr/>
        <p:txBody>
          <a:bodyPr/>
          <a:lstStyle/>
          <a:p>
            <a:pPr lvl="0"/>
            <a:r>
              <a:rPr lang="en-US"/>
              <a:t>Category Lead second line</a:t>
            </a:r>
          </a:p>
        </p:txBody>
      </p:sp>
      <p:pic>
        <p:nvPicPr>
          <p:cNvPr id="74" name="Picture Placeholder 5">
            <a:extLst>
              <a:ext uri="{FF2B5EF4-FFF2-40B4-BE49-F238E27FC236}">
                <a16:creationId xmlns:a16="http://schemas.microsoft.com/office/drawing/2014/main" id="{EAB064EA-139E-43B3-B043-7DD699ECD73C}"/>
              </a:ext>
            </a:extLst>
          </p:cNvPr>
          <p:cNvPicPr>
            <a:picLocks noGrp="1" noChangeAspect="1"/>
          </p:cNvPicPr>
          <p:nvPr>
            <p:ph type="pic" sz="quarter" idx="38"/>
          </p:nvPr>
        </p:nvPicPr>
        <p:blipFill>
          <a:blip r:embed="rId2" cstate="email">
            <a:extLst>
              <a:ext uri="{28A0092B-C50C-407E-A947-70E740481C1C}">
                <a14:useLocalDpi xmlns:a14="http://schemas.microsoft.com/office/drawing/2010/main"/>
              </a:ext>
            </a:extLst>
          </a:blip>
          <a:srcRect/>
          <a:stretch/>
        </p:blipFill>
        <p:spPr/>
      </p:pic>
      <p:sp>
        <p:nvSpPr>
          <p:cNvPr id="30" name="Text Placeholder 29">
            <a:extLst>
              <a:ext uri="{FF2B5EF4-FFF2-40B4-BE49-F238E27FC236}">
                <a16:creationId xmlns:a16="http://schemas.microsoft.com/office/drawing/2014/main" id="{5A00030E-7FA8-41A2-A476-F25D71562B33}"/>
              </a:ext>
            </a:extLst>
          </p:cNvPr>
          <p:cNvSpPr>
            <a:spLocks noGrp="1"/>
          </p:cNvSpPr>
          <p:nvPr>
            <p:ph type="body" sz="quarter" idx="39"/>
          </p:nvPr>
        </p:nvSpPr>
        <p:spPr/>
        <p:txBody>
          <a:bodyPr/>
          <a:lstStyle/>
          <a:p>
            <a:pPr lvl="0"/>
            <a:r>
              <a:rPr lang="en-US" err="1"/>
              <a:t>Firstname</a:t>
            </a:r>
            <a:r>
              <a:rPr lang="en-US"/>
              <a:t> </a:t>
            </a:r>
            <a:r>
              <a:rPr lang="en-US" err="1"/>
              <a:t>Lastname</a:t>
            </a:r>
            <a:endParaRPr lang="en-US"/>
          </a:p>
        </p:txBody>
      </p:sp>
      <p:sp>
        <p:nvSpPr>
          <p:cNvPr id="31" name="Text Placeholder 30">
            <a:extLst>
              <a:ext uri="{FF2B5EF4-FFF2-40B4-BE49-F238E27FC236}">
                <a16:creationId xmlns:a16="http://schemas.microsoft.com/office/drawing/2014/main" id="{D276730F-5B4E-4824-B5F2-B550DF423196}"/>
              </a:ext>
            </a:extLst>
          </p:cNvPr>
          <p:cNvSpPr>
            <a:spLocks noGrp="1"/>
          </p:cNvSpPr>
          <p:nvPr>
            <p:ph type="body" sz="quarter" idx="40"/>
          </p:nvPr>
        </p:nvSpPr>
        <p:spPr/>
        <p:txBody>
          <a:bodyPr/>
          <a:lstStyle/>
          <a:p>
            <a:pPr lvl="0"/>
            <a:r>
              <a:rPr lang="en-US"/>
              <a:t>Category Lead second line</a:t>
            </a:r>
          </a:p>
        </p:txBody>
      </p:sp>
      <p:pic>
        <p:nvPicPr>
          <p:cNvPr id="75" name="Picture Placeholder 5">
            <a:extLst>
              <a:ext uri="{FF2B5EF4-FFF2-40B4-BE49-F238E27FC236}">
                <a16:creationId xmlns:a16="http://schemas.microsoft.com/office/drawing/2014/main" id="{7B2BAA94-1471-448B-AFBF-8561A3335FFF}"/>
              </a:ext>
            </a:extLst>
          </p:cNvPr>
          <p:cNvPicPr>
            <a:picLocks noGrp="1" noChangeAspect="1"/>
          </p:cNvPicPr>
          <p:nvPr>
            <p:ph type="pic" sz="quarter" idx="41"/>
          </p:nvPr>
        </p:nvPicPr>
        <p:blipFill>
          <a:blip r:embed="rId2" cstate="email">
            <a:extLst>
              <a:ext uri="{28A0092B-C50C-407E-A947-70E740481C1C}">
                <a14:useLocalDpi xmlns:a14="http://schemas.microsoft.com/office/drawing/2010/main"/>
              </a:ext>
            </a:extLst>
          </a:blip>
          <a:srcRect/>
          <a:stretch/>
        </p:blipFill>
        <p:spPr/>
      </p:pic>
      <p:sp>
        <p:nvSpPr>
          <p:cNvPr id="33" name="Text Placeholder 32">
            <a:extLst>
              <a:ext uri="{FF2B5EF4-FFF2-40B4-BE49-F238E27FC236}">
                <a16:creationId xmlns:a16="http://schemas.microsoft.com/office/drawing/2014/main" id="{E512C4AD-4763-462F-BAEE-877C6D5DA731}"/>
              </a:ext>
            </a:extLst>
          </p:cNvPr>
          <p:cNvSpPr>
            <a:spLocks noGrp="1"/>
          </p:cNvSpPr>
          <p:nvPr>
            <p:ph type="body" sz="quarter" idx="42"/>
          </p:nvPr>
        </p:nvSpPr>
        <p:spPr/>
        <p:txBody>
          <a:bodyPr/>
          <a:lstStyle/>
          <a:p>
            <a:pPr lvl="0"/>
            <a:r>
              <a:rPr lang="en-US" err="1"/>
              <a:t>Firstname</a:t>
            </a:r>
            <a:r>
              <a:rPr lang="en-US"/>
              <a:t> </a:t>
            </a:r>
            <a:r>
              <a:rPr lang="en-US" err="1"/>
              <a:t>Lastname</a:t>
            </a:r>
            <a:endParaRPr lang="en-US"/>
          </a:p>
        </p:txBody>
      </p:sp>
      <p:sp>
        <p:nvSpPr>
          <p:cNvPr id="34" name="Text Placeholder 33">
            <a:extLst>
              <a:ext uri="{FF2B5EF4-FFF2-40B4-BE49-F238E27FC236}">
                <a16:creationId xmlns:a16="http://schemas.microsoft.com/office/drawing/2014/main" id="{0A2C9857-63C8-4F64-A107-33E1C2B6D96F}"/>
              </a:ext>
            </a:extLst>
          </p:cNvPr>
          <p:cNvSpPr>
            <a:spLocks noGrp="1"/>
          </p:cNvSpPr>
          <p:nvPr>
            <p:ph type="body" sz="quarter" idx="43"/>
          </p:nvPr>
        </p:nvSpPr>
        <p:spPr/>
        <p:txBody>
          <a:bodyPr/>
          <a:lstStyle/>
          <a:p>
            <a:pPr lvl="0"/>
            <a:r>
              <a:rPr lang="en-US"/>
              <a:t>Category Lead second line</a:t>
            </a:r>
          </a:p>
        </p:txBody>
      </p:sp>
      <p:sp>
        <p:nvSpPr>
          <p:cNvPr id="35" name="Text Placeholder 34">
            <a:extLst>
              <a:ext uri="{FF2B5EF4-FFF2-40B4-BE49-F238E27FC236}">
                <a16:creationId xmlns:a16="http://schemas.microsoft.com/office/drawing/2014/main" id="{FD2B8C87-9AC6-46B3-A07E-2963C3C035CC}"/>
              </a:ext>
            </a:extLst>
          </p:cNvPr>
          <p:cNvSpPr>
            <a:spLocks noGrp="1"/>
          </p:cNvSpPr>
          <p:nvPr>
            <p:ph type="body" sz="quarter" idx="44"/>
          </p:nvPr>
        </p:nvSpPr>
        <p:spPr/>
        <p:txBody>
          <a:bodyPr/>
          <a:lstStyle/>
          <a:p>
            <a:r>
              <a:rPr lang="en-US"/>
              <a:t>Bulleted list</a:t>
            </a:r>
          </a:p>
        </p:txBody>
      </p:sp>
      <p:pic>
        <p:nvPicPr>
          <p:cNvPr id="76" name="Picture Placeholder 5">
            <a:extLst>
              <a:ext uri="{FF2B5EF4-FFF2-40B4-BE49-F238E27FC236}">
                <a16:creationId xmlns:a16="http://schemas.microsoft.com/office/drawing/2014/main" id="{0C18458D-87CD-4135-AE59-B51A9BC8C5DF}"/>
              </a:ext>
            </a:extLst>
          </p:cNvPr>
          <p:cNvPicPr>
            <a:picLocks noGrp="1" noChangeAspect="1"/>
          </p:cNvPicPr>
          <p:nvPr>
            <p:ph type="pic" sz="quarter" idx="45"/>
          </p:nvPr>
        </p:nvPicPr>
        <p:blipFill>
          <a:blip r:embed="rId2" cstate="email">
            <a:extLst>
              <a:ext uri="{28A0092B-C50C-407E-A947-70E740481C1C}">
                <a14:useLocalDpi xmlns:a14="http://schemas.microsoft.com/office/drawing/2010/main"/>
              </a:ext>
            </a:extLst>
          </a:blip>
          <a:srcRect/>
          <a:stretch/>
        </p:blipFill>
        <p:spPr/>
      </p:pic>
      <p:sp>
        <p:nvSpPr>
          <p:cNvPr id="37" name="Text Placeholder 36">
            <a:extLst>
              <a:ext uri="{FF2B5EF4-FFF2-40B4-BE49-F238E27FC236}">
                <a16:creationId xmlns:a16="http://schemas.microsoft.com/office/drawing/2014/main" id="{7CB642CB-E505-4BD6-B11C-73F01063BA86}"/>
              </a:ext>
            </a:extLst>
          </p:cNvPr>
          <p:cNvSpPr>
            <a:spLocks noGrp="1"/>
          </p:cNvSpPr>
          <p:nvPr>
            <p:ph type="body" sz="quarter" idx="46"/>
          </p:nvPr>
        </p:nvSpPr>
        <p:spPr/>
        <p:txBody>
          <a:bodyPr/>
          <a:lstStyle/>
          <a:p>
            <a:pPr lvl="0"/>
            <a:r>
              <a:rPr lang="en-US" err="1"/>
              <a:t>Firstname</a:t>
            </a:r>
            <a:r>
              <a:rPr lang="en-US"/>
              <a:t> </a:t>
            </a:r>
            <a:r>
              <a:rPr lang="en-US" err="1"/>
              <a:t>Lastname</a:t>
            </a:r>
            <a:endParaRPr lang="en-US"/>
          </a:p>
        </p:txBody>
      </p:sp>
      <p:sp>
        <p:nvSpPr>
          <p:cNvPr id="38" name="Text Placeholder 37">
            <a:extLst>
              <a:ext uri="{FF2B5EF4-FFF2-40B4-BE49-F238E27FC236}">
                <a16:creationId xmlns:a16="http://schemas.microsoft.com/office/drawing/2014/main" id="{0674414E-29B1-4604-861A-394C72727F6F}"/>
              </a:ext>
            </a:extLst>
          </p:cNvPr>
          <p:cNvSpPr>
            <a:spLocks noGrp="1"/>
          </p:cNvSpPr>
          <p:nvPr>
            <p:ph type="body" sz="quarter" idx="47"/>
          </p:nvPr>
        </p:nvSpPr>
        <p:spPr/>
        <p:txBody>
          <a:bodyPr/>
          <a:lstStyle/>
          <a:p>
            <a:pPr lvl="0"/>
            <a:r>
              <a:rPr lang="en-US"/>
              <a:t>Category Lead second line</a:t>
            </a:r>
          </a:p>
        </p:txBody>
      </p:sp>
      <p:pic>
        <p:nvPicPr>
          <p:cNvPr id="77" name="Picture Placeholder 5">
            <a:extLst>
              <a:ext uri="{FF2B5EF4-FFF2-40B4-BE49-F238E27FC236}">
                <a16:creationId xmlns:a16="http://schemas.microsoft.com/office/drawing/2014/main" id="{9C4C766E-848F-4005-8EEA-B737B6F31FED}"/>
              </a:ext>
            </a:extLst>
          </p:cNvPr>
          <p:cNvPicPr>
            <a:picLocks noGrp="1" noChangeAspect="1"/>
          </p:cNvPicPr>
          <p:nvPr>
            <p:ph type="pic" sz="quarter" idx="48"/>
          </p:nvPr>
        </p:nvPicPr>
        <p:blipFill>
          <a:blip r:embed="rId2" cstate="email">
            <a:extLst>
              <a:ext uri="{28A0092B-C50C-407E-A947-70E740481C1C}">
                <a14:useLocalDpi xmlns:a14="http://schemas.microsoft.com/office/drawing/2010/main"/>
              </a:ext>
            </a:extLst>
          </a:blip>
          <a:srcRect/>
          <a:stretch/>
        </p:blipFill>
        <p:spPr/>
      </p:pic>
      <p:sp>
        <p:nvSpPr>
          <p:cNvPr id="40" name="Text Placeholder 39">
            <a:extLst>
              <a:ext uri="{FF2B5EF4-FFF2-40B4-BE49-F238E27FC236}">
                <a16:creationId xmlns:a16="http://schemas.microsoft.com/office/drawing/2014/main" id="{5678F028-E4F1-4B59-9E79-07950DC3393C}"/>
              </a:ext>
            </a:extLst>
          </p:cNvPr>
          <p:cNvSpPr>
            <a:spLocks noGrp="1"/>
          </p:cNvSpPr>
          <p:nvPr>
            <p:ph type="body" sz="quarter" idx="49"/>
          </p:nvPr>
        </p:nvSpPr>
        <p:spPr/>
        <p:txBody>
          <a:bodyPr/>
          <a:lstStyle/>
          <a:p>
            <a:pPr lvl="0"/>
            <a:r>
              <a:rPr lang="en-US" err="1"/>
              <a:t>Firstname</a:t>
            </a:r>
            <a:r>
              <a:rPr lang="en-US"/>
              <a:t> </a:t>
            </a:r>
            <a:r>
              <a:rPr lang="en-US" err="1"/>
              <a:t>Lastname</a:t>
            </a:r>
            <a:endParaRPr lang="en-US"/>
          </a:p>
        </p:txBody>
      </p:sp>
      <p:sp>
        <p:nvSpPr>
          <p:cNvPr id="41" name="Text Placeholder 40">
            <a:extLst>
              <a:ext uri="{FF2B5EF4-FFF2-40B4-BE49-F238E27FC236}">
                <a16:creationId xmlns:a16="http://schemas.microsoft.com/office/drawing/2014/main" id="{110652AE-4E4D-48DC-BBF6-2F4F818379B5}"/>
              </a:ext>
            </a:extLst>
          </p:cNvPr>
          <p:cNvSpPr>
            <a:spLocks noGrp="1"/>
          </p:cNvSpPr>
          <p:nvPr>
            <p:ph type="body" sz="quarter" idx="50"/>
          </p:nvPr>
        </p:nvSpPr>
        <p:spPr/>
        <p:txBody>
          <a:bodyPr/>
          <a:lstStyle/>
          <a:p>
            <a:pPr lvl="0"/>
            <a:r>
              <a:rPr lang="en-US"/>
              <a:t>Category Lead second line</a:t>
            </a:r>
          </a:p>
        </p:txBody>
      </p:sp>
      <p:pic>
        <p:nvPicPr>
          <p:cNvPr id="78" name="Picture Placeholder 5">
            <a:extLst>
              <a:ext uri="{FF2B5EF4-FFF2-40B4-BE49-F238E27FC236}">
                <a16:creationId xmlns:a16="http://schemas.microsoft.com/office/drawing/2014/main" id="{D19E3636-E480-4ED6-AADA-9559F53DF909}"/>
              </a:ext>
            </a:extLst>
          </p:cNvPr>
          <p:cNvPicPr>
            <a:picLocks noGrp="1" noChangeAspect="1"/>
          </p:cNvPicPr>
          <p:nvPr>
            <p:ph type="pic" sz="quarter" idx="51"/>
          </p:nvPr>
        </p:nvPicPr>
        <p:blipFill>
          <a:blip r:embed="rId2" cstate="email">
            <a:extLst>
              <a:ext uri="{28A0092B-C50C-407E-A947-70E740481C1C}">
                <a14:useLocalDpi xmlns:a14="http://schemas.microsoft.com/office/drawing/2010/main"/>
              </a:ext>
            </a:extLst>
          </a:blip>
          <a:srcRect/>
          <a:stretch/>
        </p:blipFill>
        <p:spPr/>
      </p:pic>
      <p:sp>
        <p:nvSpPr>
          <p:cNvPr id="43" name="Text Placeholder 42">
            <a:extLst>
              <a:ext uri="{FF2B5EF4-FFF2-40B4-BE49-F238E27FC236}">
                <a16:creationId xmlns:a16="http://schemas.microsoft.com/office/drawing/2014/main" id="{7C3C9063-00EC-408A-A528-7A46B9E121CE}"/>
              </a:ext>
            </a:extLst>
          </p:cNvPr>
          <p:cNvSpPr>
            <a:spLocks noGrp="1"/>
          </p:cNvSpPr>
          <p:nvPr>
            <p:ph type="body" sz="quarter" idx="52"/>
          </p:nvPr>
        </p:nvSpPr>
        <p:spPr/>
        <p:txBody>
          <a:bodyPr/>
          <a:lstStyle/>
          <a:p>
            <a:pPr lvl="0"/>
            <a:r>
              <a:rPr lang="en-US" err="1"/>
              <a:t>Firstname</a:t>
            </a:r>
            <a:r>
              <a:rPr lang="en-US"/>
              <a:t> </a:t>
            </a:r>
            <a:r>
              <a:rPr lang="en-US" err="1"/>
              <a:t>Lastname</a:t>
            </a:r>
            <a:endParaRPr lang="en-US"/>
          </a:p>
        </p:txBody>
      </p:sp>
      <p:sp>
        <p:nvSpPr>
          <p:cNvPr id="44" name="Text Placeholder 43">
            <a:extLst>
              <a:ext uri="{FF2B5EF4-FFF2-40B4-BE49-F238E27FC236}">
                <a16:creationId xmlns:a16="http://schemas.microsoft.com/office/drawing/2014/main" id="{041040A9-A87B-4490-A8F2-D496B882DED0}"/>
              </a:ext>
            </a:extLst>
          </p:cNvPr>
          <p:cNvSpPr>
            <a:spLocks noGrp="1"/>
          </p:cNvSpPr>
          <p:nvPr>
            <p:ph type="body" sz="quarter" idx="53"/>
          </p:nvPr>
        </p:nvSpPr>
        <p:spPr/>
        <p:txBody>
          <a:bodyPr/>
          <a:lstStyle/>
          <a:p>
            <a:pPr lvl="0"/>
            <a:r>
              <a:rPr lang="en-US"/>
              <a:t>Category Lead second line</a:t>
            </a:r>
          </a:p>
        </p:txBody>
      </p:sp>
      <p:sp>
        <p:nvSpPr>
          <p:cNvPr id="45" name="Text Placeholder 44">
            <a:extLst>
              <a:ext uri="{FF2B5EF4-FFF2-40B4-BE49-F238E27FC236}">
                <a16:creationId xmlns:a16="http://schemas.microsoft.com/office/drawing/2014/main" id="{01AEEF02-2619-48D1-8818-F8573B4D41BC}"/>
              </a:ext>
            </a:extLst>
          </p:cNvPr>
          <p:cNvSpPr>
            <a:spLocks noGrp="1"/>
          </p:cNvSpPr>
          <p:nvPr>
            <p:ph type="body" sz="quarter" idx="54"/>
          </p:nvPr>
        </p:nvSpPr>
        <p:spPr/>
        <p:txBody>
          <a:bodyPr/>
          <a:lstStyle/>
          <a:p>
            <a:r>
              <a:rPr lang="en-US"/>
              <a:t>Bulleted list</a:t>
            </a:r>
          </a:p>
        </p:txBody>
      </p:sp>
      <p:pic>
        <p:nvPicPr>
          <p:cNvPr id="79" name="Picture Placeholder 5">
            <a:extLst>
              <a:ext uri="{FF2B5EF4-FFF2-40B4-BE49-F238E27FC236}">
                <a16:creationId xmlns:a16="http://schemas.microsoft.com/office/drawing/2014/main" id="{B8790572-B172-4D52-A922-B47CF943ECAB}"/>
              </a:ext>
            </a:extLst>
          </p:cNvPr>
          <p:cNvPicPr>
            <a:picLocks noGrp="1" noChangeAspect="1"/>
          </p:cNvPicPr>
          <p:nvPr>
            <p:ph type="pic" sz="quarter" idx="55"/>
          </p:nvPr>
        </p:nvPicPr>
        <p:blipFill>
          <a:blip r:embed="rId2" cstate="email">
            <a:extLst>
              <a:ext uri="{28A0092B-C50C-407E-A947-70E740481C1C}">
                <a14:useLocalDpi xmlns:a14="http://schemas.microsoft.com/office/drawing/2010/main"/>
              </a:ext>
            </a:extLst>
          </a:blip>
          <a:srcRect/>
          <a:stretch/>
        </p:blipFill>
        <p:spPr/>
      </p:pic>
      <p:sp>
        <p:nvSpPr>
          <p:cNvPr id="47" name="Text Placeholder 46">
            <a:extLst>
              <a:ext uri="{FF2B5EF4-FFF2-40B4-BE49-F238E27FC236}">
                <a16:creationId xmlns:a16="http://schemas.microsoft.com/office/drawing/2014/main" id="{C32BFB51-5333-4F2C-9019-9BDE615CA638}"/>
              </a:ext>
            </a:extLst>
          </p:cNvPr>
          <p:cNvSpPr>
            <a:spLocks noGrp="1"/>
          </p:cNvSpPr>
          <p:nvPr>
            <p:ph type="body" sz="quarter" idx="56"/>
          </p:nvPr>
        </p:nvSpPr>
        <p:spPr/>
        <p:txBody>
          <a:bodyPr/>
          <a:lstStyle/>
          <a:p>
            <a:pPr lvl="0"/>
            <a:r>
              <a:rPr lang="en-US" err="1"/>
              <a:t>Firstname</a:t>
            </a:r>
            <a:r>
              <a:rPr lang="en-US"/>
              <a:t> </a:t>
            </a:r>
            <a:r>
              <a:rPr lang="en-US" err="1"/>
              <a:t>Lastname</a:t>
            </a:r>
            <a:endParaRPr lang="en-US"/>
          </a:p>
        </p:txBody>
      </p:sp>
      <p:sp>
        <p:nvSpPr>
          <p:cNvPr id="48" name="Text Placeholder 47">
            <a:extLst>
              <a:ext uri="{FF2B5EF4-FFF2-40B4-BE49-F238E27FC236}">
                <a16:creationId xmlns:a16="http://schemas.microsoft.com/office/drawing/2014/main" id="{B5F51602-F08F-411C-AC9F-A1104A326338}"/>
              </a:ext>
            </a:extLst>
          </p:cNvPr>
          <p:cNvSpPr>
            <a:spLocks noGrp="1"/>
          </p:cNvSpPr>
          <p:nvPr>
            <p:ph type="body" sz="quarter" idx="57"/>
          </p:nvPr>
        </p:nvSpPr>
        <p:spPr/>
        <p:txBody>
          <a:bodyPr/>
          <a:lstStyle/>
          <a:p>
            <a:pPr lvl="0"/>
            <a:r>
              <a:rPr lang="en-US"/>
              <a:t>Category Lead second line</a:t>
            </a:r>
          </a:p>
        </p:txBody>
      </p:sp>
      <p:pic>
        <p:nvPicPr>
          <p:cNvPr id="80" name="Picture Placeholder 5">
            <a:extLst>
              <a:ext uri="{FF2B5EF4-FFF2-40B4-BE49-F238E27FC236}">
                <a16:creationId xmlns:a16="http://schemas.microsoft.com/office/drawing/2014/main" id="{CAD08DAF-7B6D-4C55-9EBC-3F486160BD32}"/>
              </a:ext>
            </a:extLst>
          </p:cNvPr>
          <p:cNvPicPr>
            <a:picLocks noGrp="1" noChangeAspect="1"/>
          </p:cNvPicPr>
          <p:nvPr>
            <p:ph type="pic" sz="quarter" idx="58"/>
          </p:nvPr>
        </p:nvPicPr>
        <p:blipFill>
          <a:blip r:embed="rId2" cstate="email">
            <a:extLst>
              <a:ext uri="{28A0092B-C50C-407E-A947-70E740481C1C}">
                <a14:useLocalDpi xmlns:a14="http://schemas.microsoft.com/office/drawing/2010/main"/>
              </a:ext>
            </a:extLst>
          </a:blip>
          <a:srcRect/>
          <a:stretch/>
        </p:blipFill>
        <p:spPr/>
      </p:pic>
      <p:sp>
        <p:nvSpPr>
          <p:cNvPr id="50" name="Text Placeholder 49">
            <a:extLst>
              <a:ext uri="{FF2B5EF4-FFF2-40B4-BE49-F238E27FC236}">
                <a16:creationId xmlns:a16="http://schemas.microsoft.com/office/drawing/2014/main" id="{CD7F9CD4-DA51-4FA7-A435-81C7A01C6EB5}"/>
              </a:ext>
            </a:extLst>
          </p:cNvPr>
          <p:cNvSpPr>
            <a:spLocks noGrp="1"/>
          </p:cNvSpPr>
          <p:nvPr>
            <p:ph type="body" sz="quarter" idx="59"/>
          </p:nvPr>
        </p:nvSpPr>
        <p:spPr/>
        <p:txBody>
          <a:bodyPr/>
          <a:lstStyle/>
          <a:p>
            <a:pPr lvl="0"/>
            <a:r>
              <a:rPr lang="en-US" err="1"/>
              <a:t>Firstname</a:t>
            </a:r>
            <a:r>
              <a:rPr lang="en-US"/>
              <a:t> </a:t>
            </a:r>
            <a:r>
              <a:rPr lang="en-US" err="1"/>
              <a:t>Lastname</a:t>
            </a:r>
            <a:endParaRPr lang="en-US"/>
          </a:p>
        </p:txBody>
      </p:sp>
      <p:sp>
        <p:nvSpPr>
          <p:cNvPr id="51" name="Text Placeholder 50">
            <a:extLst>
              <a:ext uri="{FF2B5EF4-FFF2-40B4-BE49-F238E27FC236}">
                <a16:creationId xmlns:a16="http://schemas.microsoft.com/office/drawing/2014/main" id="{13C3A784-D8C7-4AB0-9D6A-3E36D5A514CE}"/>
              </a:ext>
            </a:extLst>
          </p:cNvPr>
          <p:cNvSpPr>
            <a:spLocks noGrp="1"/>
          </p:cNvSpPr>
          <p:nvPr>
            <p:ph type="body" sz="quarter" idx="60"/>
          </p:nvPr>
        </p:nvSpPr>
        <p:spPr/>
        <p:txBody>
          <a:bodyPr/>
          <a:lstStyle/>
          <a:p>
            <a:pPr lvl="0"/>
            <a:r>
              <a:rPr lang="en-US"/>
              <a:t>Category Lead second line</a:t>
            </a:r>
          </a:p>
        </p:txBody>
      </p:sp>
      <p:pic>
        <p:nvPicPr>
          <p:cNvPr id="81" name="Picture Placeholder 5">
            <a:extLst>
              <a:ext uri="{FF2B5EF4-FFF2-40B4-BE49-F238E27FC236}">
                <a16:creationId xmlns:a16="http://schemas.microsoft.com/office/drawing/2014/main" id="{F6944B03-138A-4C7A-AFBA-8646B0FEBAD6}"/>
              </a:ext>
            </a:extLst>
          </p:cNvPr>
          <p:cNvPicPr>
            <a:picLocks noGrp="1" noChangeAspect="1"/>
          </p:cNvPicPr>
          <p:nvPr>
            <p:ph type="pic" sz="quarter" idx="61"/>
          </p:nvPr>
        </p:nvPicPr>
        <p:blipFill>
          <a:blip r:embed="rId2" cstate="email">
            <a:extLst>
              <a:ext uri="{28A0092B-C50C-407E-A947-70E740481C1C}">
                <a14:useLocalDpi xmlns:a14="http://schemas.microsoft.com/office/drawing/2010/main"/>
              </a:ext>
            </a:extLst>
          </a:blip>
          <a:srcRect/>
          <a:stretch/>
        </p:blipFill>
        <p:spPr/>
      </p:pic>
      <p:sp>
        <p:nvSpPr>
          <p:cNvPr id="53" name="Text Placeholder 52">
            <a:extLst>
              <a:ext uri="{FF2B5EF4-FFF2-40B4-BE49-F238E27FC236}">
                <a16:creationId xmlns:a16="http://schemas.microsoft.com/office/drawing/2014/main" id="{736F0114-B14C-4DD9-AB30-3F9DD727493D}"/>
              </a:ext>
            </a:extLst>
          </p:cNvPr>
          <p:cNvSpPr>
            <a:spLocks noGrp="1"/>
          </p:cNvSpPr>
          <p:nvPr>
            <p:ph type="body" sz="quarter" idx="62"/>
          </p:nvPr>
        </p:nvSpPr>
        <p:spPr/>
        <p:txBody>
          <a:bodyPr/>
          <a:lstStyle/>
          <a:p>
            <a:pPr lvl="0"/>
            <a:r>
              <a:rPr lang="en-US" err="1"/>
              <a:t>Firstname</a:t>
            </a:r>
            <a:r>
              <a:rPr lang="en-US"/>
              <a:t> </a:t>
            </a:r>
            <a:r>
              <a:rPr lang="en-US" err="1"/>
              <a:t>Lastname</a:t>
            </a:r>
            <a:endParaRPr lang="en-US"/>
          </a:p>
        </p:txBody>
      </p:sp>
      <p:sp>
        <p:nvSpPr>
          <p:cNvPr id="54" name="Text Placeholder 53">
            <a:extLst>
              <a:ext uri="{FF2B5EF4-FFF2-40B4-BE49-F238E27FC236}">
                <a16:creationId xmlns:a16="http://schemas.microsoft.com/office/drawing/2014/main" id="{6CC28898-CDC2-4716-9F9B-71DD1A6A45DE}"/>
              </a:ext>
            </a:extLst>
          </p:cNvPr>
          <p:cNvSpPr>
            <a:spLocks noGrp="1"/>
          </p:cNvSpPr>
          <p:nvPr>
            <p:ph type="body" sz="quarter" idx="63"/>
          </p:nvPr>
        </p:nvSpPr>
        <p:spPr/>
        <p:txBody>
          <a:bodyPr/>
          <a:lstStyle/>
          <a:p>
            <a:pPr lvl="0"/>
            <a:r>
              <a:rPr lang="en-US"/>
              <a:t>Category Lead second line</a:t>
            </a:r>
          </a:p>
        </p:txBody>
      </p:sp>
      <p:sp>
        <p:nvSpPr>
          <p:cNvPr id="55" name="Text Placeholder 54">
            <a:extLst>
              <a:ext uri="{FF2B5EF4-FFF2-40B4-BE49-F238E27FC236}">
                <a16:creationId xmlns:a16="http://schemas.microsoft.com/office/drawing/2014/main" id="{81C85410-3902-48D4-96A8-556D30D0661A}"/>
              </a:ext>
            </a:extLst>
          </p:cNvPr>
          <p:cNvSpPr>
            <a:spLocks noGrp="1"/>
          </p:cNvSpPr>
          <p:nvPr>
            <p:ph type="body" sz="quarter" idx="64"/>
          </p:nvPr>
        </p:nvSpPr>
        <p:spPr/>
        <p:txBody>
          <a:bodyPr/>
          <a:lstStyle/>
          <a:p>
            <a:r>
              <a:rPr lang="en-US"/>
              <a:t>Bulleted list</a:t>
            </a:r>
          </a:p>
        </p:txBody>
      </p:sp>
      <p:pic>
        <p:nvPicPr>
          <p:cNvPr id="82" name="Picture Placeholder 5">
            <a:extLst>
              <a:ext uri="{FF2B5EF4-FFF2-40B4-BE49-F238E27FC236}">
                <a16:creationId xmlns:a16="http://schemas.microsoft.com/office/drawing/2014/main" id="{5446ADA5-2C05-4BC3-8544-BB0A14C586CC}"/>
              </a:ext>
            </a:extLst>
          </p:cNvPr>
          <p:cNvPicPr>
            <a:picLocks noGrp="1" noChangeAspect="1"/>
          </p:cNvPicPr>
          <p:nvPr>
            <p:ph type="pic" sz="quarter" idx="65"/>
          </p:nvPr>
        </p:nvPicPr>
        <p:blipFill>
          <a:blip r:embed="rId2" cstate="email">
            <a:extLst>
              <a:ext uri="{28A0092B-C50C-407E-A947-70E740481C1C}">
                <a14:useLocalDpi xmlns:a14="http://schemas.microsoft.com/office/drawing/2010/main"/>
              </a:ext>
            </a:extLst>
          </a:blip>
          <a:srcRect/>
          <a:stretch/>
        </p:blipFill>
        <p:spPr/>
      </p:pic>
      <p:sp>
        <p:nvSpPr>
          <p:cNvPr id="57" name="Text Placeholder 56">
            <a:extLst>
              <a:ext uri="{FF2B5EF4-FFF2-40B4-BE49-F238E27FC236}">
                <a16:creationId xmlns:a16="http://schemas.microsoft.com/office/drawing/2014/main" id="{5F4C52A4-D1E4-480B-9DE5-D6FB2D738764}"/>
              </a:ext>
            </a:extLst>
          </p:cNvPr>
          <p:cNvSpPr>
            <a:spLocks noGrp="1"/>
          </p:cNvSpPr>
          <p:nvPr>
            <p:ph type="body" sz="quarter" idx="66"/>
          </p:nvPr>
        </p:nvSpPr>
        <p:spPr/>
        <p:txBody>
          <a:bodyPr/>
          <a:lstStyle/>
          <a:p>
            <a:pPr lvl="0"/>
            <a:r>
              <a:rPr lang="en-US" err="1"/>
              <a:t>Firstname</a:t>
            </a:r>
            <a:r>
              <a:rPr lang="en-US"/>
              <a:t> </a:t>
            </a:r>
            <a:r>
              <a:rPr lang="en-US" err="1"/>
              <a:t>Lastname</a:t>
            </a:r>
            <a:endParaRPr lang="en-US"/>
          </a:p>
        </p:txBody>
      </p:sp>
      <p:sp>
        <p:nvSpPr>
          <p:cNvPr id="58" name="Text Placeholder 57">
            <a:extLst>
              <a:ext uri="{FF2B5EF4-FFF2-40B4-BE49-F238E27FC236}">
                <a16:creationId xmlns:a16="http://schemas.microsoft.com/office/drawing/2014/main" id="{DCC92394-9FE3-427B-BA33-6133AD268510}"/>
              </a:ext>
            </a:extLst>
          </p:cNvPr>
          <p:cNvSpPr>
            <a:spLocks noGrp="1"/>
          </p:cNvSpPr>
          <p:nvPr>
            <p:ph type="body" sz="quarter" idx="67"/>
          </p:nvPr>
        </p:nvSpPr>
        <p:spPr/>
        <p:txBody>
          <a:bodyPr/>
          <a:lstStyle/>
          <a:p>
            <a:pPr lvl="0"/>
            <a:r>
              <a:rPr lang="en-US"/>
              <a:t>Category Lead second line</a:t>
            </a:r>
          </a:p>
        </p:txBody>
      </p:sp>
      <p:pic>
        <p:nvPicPr>
          <p:cNvPr id="83" name="Picture Placeholder 5">
            <a:extLst>
              <a:ext uri="{FF2B5EF4-FFF2-40B4-BE49-F238E27FC236}">
                <a16:creationId xmlns:a16="http://schemas.microsoft.com/office/drawing/2014/main" id="{AA1B6DA4-42C1-4C4C-A257-413E004CA9CE}"/>
              </a:ext>
            </a:extLst>
          </p:cNvPr>
          <p:cNvPicPr>
            <a:picLocks noGrp="1" noChangeAspect="1"/>
          </p:cNvPicPr>
          <p:nvPr>
            <p:ph type="pic" sz="quarter" idx="68"/>
          </p:nvPr>
        </p:nvPicPr>
        <p:blipFill>
          <a:blip r:embed="rId2" cstate="email">
            <a:extLst>
              <a:ext uri="{28A0092B-C50C-407E-A947-70E740481C1C}">
                <a14:useLocalDpi xmlns:a14="http://schemas.microsoft.com/office/drawing/2010/main"/>
              </a:ext>
            </a:extLst>
          </a:blip>
          <a:srcRect/>
          <a:stretch/>
        </p:blipFill>
        <p:spPr/>
      </p:pic>
      <p:sp>
        <p:nvSpPr>
          <p:cNvPr id="60" name="Text Placeholder 59">
            <a:extLst>
              <a:ext uri="{FF2B5EF4-FFF2-40B4-BE49-F238E27FC236}">
                <a16:creationId xmlns:a16="http://schemas.microsoft.com/office/drawing/2014/main" id="{42BEBD15-D148-46FB-BE90-05FBA7F18878}"/>
              </a:ext>
            </a:extLst>
          </p:cNvPr>
          <p:cNvSpPr>
            <a:spLocks noGrp="1"/>
          </p:cNvSpPr>
          <p:nvPr>
            <p:ph type="body" sz="quarter" idx="69"/>
          </p:nvPr>
        </p:nvSpPr>
        <p:spPr/>
        <p:txBody>
          <a:bodyPr/>
          <a:lstStyle/>
          <a:p>
            <a:pPr lvl="0"/>
            <a:r>
              <a:rPr lang="en-US" err="1"/>
              <a:t>Firstname</a:t>
            </a:r>
            <a:r>
              <a:rPr lang="en-US"/>
              <a:t> </a:t>
            </a:r>
            <a:r>
              <a:rPr lang="en-US" err="1"/>
              <a:t>Lastname</a:t>
            </a:r>
            <a:endParaRPr lang="en-US"/>
          </a:p>
        </p:txBody>
      </p:sp>
      <p:sp>
        <p:nvSpPr>
          <p:cNvPr id="61" name="Text Placeholder 60">
            <a:extLst>
              <a:ext uri="{FF2B5EF4-FFF2-40B4-BE49-F238E27FC236}">
                <a16:creationId xmlns:a16="http://schemas.microsoft.com/office/drawing/2014/main" id="{EAC51926-C964-42DD-939B-09ACBE0253F6}"/>
              </a:ext>
            </a:extLst>
          </p:cNvPr>
          <p:cNvSpPr>
            <a:spLocks noGrp="1"/>
          </p:cNvSpPr>
          <p:nvPr>
            <p:ph type="body" sz="quarter" idx="70"/>
          </p:nvPr>
        </p:nvSpPr>
        <p:spPr/>
        <p:txBody>
          <a:bodyPr/>
          <a:lstStyle/>
          <a:p>
            <a:pPr lvl="0"/>
            <a:r>
              <a:rPr lang="en-US"/>
              <a:t>Category Lead second line</a:t>
            </a:r>
          </a:p>
        </p:txBody>
      </p:sp>
      <p:pic>
        <p:nvPicPr>
          <p:cNvPr id="67" name="Picture Placeholder 5">
            <a:extLst>
              <a:ext uri="{FF2B5EF4-FFF2-40B4-BE49-F238E27FC236}">
                <a16:creationId xmlns:a16="http://schemas.microsoft.com/office/drawing/2014/main" id="{F11B5B8B-2420-4457-92C6-6539670019B9}"/>
              </a:ext>
            </a:extLst>
          </p:cNvPr>
          <p:cNvPicPr>
            <a:picLocks noGrp="1" noChangeAspect="1"/>
          </p:cNvPicPr>
          <p:nvPr>
            <p:ph type="pic" sz="quarter" idx="71"/>
          </p:nvPr>
        </p:nvPicPr>
        <p:blipFill>
          <a:blip r:embed="rId3" cstate="email">
            <a:extLst>
              <a:ext uri="{28A0092B-C50C-407E-A947-70E740481C1C}">
                <a14:useLocalDpi xmlns:a14="http://schemas.microsoft.com/office/drawing/2010/main"/>
              </a:ext>
            </a:extLst>
          </a:blip>
          <a:srcRect l="426" r="426"/>
          <a:stretch/>
        </p:blipFill>
        <p:spPr/>
      </p:pic>
      <p:sp>
        <p:nvSpPr>
          <p:cNvPr id="123" name="Text Placeholder 122">
            <a:extLst>
              <a:ext uri="{FF2B5EF4-FFF2-40B4-BE49-F238E27FC236}">
                <a16:creationId xmlns:a16="http://schemas.microsoft.com/office/drawing/2014/main" id="{FE26AD2E-1392-4B44-AD5F-B8392D8C7DF4}"/>
              </a:ext>
            </a:extLst>
          </p:cNvPr>
          <p:cNvSpPr>
            <a:spLocks noGrp="1"/>
          </p:cNvSpPr>
          <p:nvPr>
            <p:ph type="body" sz="quarter" idx="72"/>
          </p:nvPr>
        </p:nvSpPr>
        <p:spPr/>
        <p:txBody>
          <a:bodyPr/>
          <a:lstStyle/>
          <a:p>
            <a:pPr lvl="0"/>
            <a:r>
              <a:rPr lang="en-US" err="1"/>
              <a:t>Firstname</a:t>
            </a:r>
            <a:r>
              <a:rPr lang="en-US"/>
              <a:t> </a:t>
            </a:r>
            <a:r>
              <a:rPr lang="en-US" err="1"/>
              <a:t>Lastname</a:t>
            </a:r>
            <a:endParaRPr lang="en-US"/>
          </a:p>
        </p:txBody>
      </p:sp>
      <p:sp>
        <p:nvSpPr>
          <p:cNvPr id="128" name="Text Placeholder 127">
            <a:extLst>
              <a:ext uri="{FF2B5EF4-FFF2-40B4-BE49-F238E27FC236}">
                <a16:creationId xmlns:a16="http://schemas.microsoft.com/office/drawing/2014/main" id="{7E0B31A1-DF4D-5222-8486-0ABE57079D4C}"/>
              </a:ext>
            </a:extLst>
          </p:cNvPr>
          <p:cNvSpPr>
            <a:spLocks noGrp="1"/>
          </p:cNvSpPr>
          <p:nvPr>
            <p:ph type="body" sz="quarter" idx="73"/>
          </p:nvPr>
        </p:nvSpPr>
        <p:spPr/>
        <p:txBody>
          <a:bodyPr/>
          <a:lstStyle/>
          <a:p>
            <a:endParaRPr lang="en-US"/>
          </a:p>
        </p:txBody>
      </p:sp>
      <p:sp>
        <p:nvSpPr>
          <p:cNvPr id="125" name="Text Placeholder 124">
            <a:extLst>
              <a:ext uri="{FF2B5EF4-FFF2-40B4-BE49-F238E27FC236}">
                <a16:creationId xmlns:a16="http://schemas.microsoft.com/office/drawing/2014/main" id="{608EE768-17E9-476E-9DB1-2EFEDB1D2E7D}"/>
              </a:ext>
            </a:extLst>
          </p:cNvPr>
          <p:cNvSpPr>
            <a:spLocks noGrp="1"/>
          </p:cNvSpPr>
          <p:nvPr>
            <p:ph type="body" sz="quarter" idx="74"/>
          </p:nvPr>
        </p:nvSpPr>
        <p:spPr/>
        <p:txBody>
          <a:bodyPr/>
          <a:lstStyle/>
          <a:p>
            <a:r>
              <a:rPr lang="en-US"/>
              <a:t>Functional Pillar</a:t>
            </a:r>
          </a:p>
        </p:txBody>
      </p:sp>
      <p:sp>
        <p:nvSpPr>
          <p:cNvPr id="126" name="Text Placeholder 125">
            <a:extLst>
              <a:ext uri="{FF2B5EF4-FFF2-40B4-BE49-F238E27FC236}">
                <a16:creationId xmlns:a16="http://schemas.microsoft.com/office/drawing/2014/main" id="{99D5BDC8-4F4A-4619-953F-CEAB132A1E2D}"/>
              </a:ext>
            </a:extLst>
          </p:cNvPr>
          <p:cNvSpPr>
            <a:spLocks noGrp="1"/>
          </p:cNvSpPr>
          <p:nvPr>
            <p:ph type="body" sz="quarter" idx="75"/>
          </p:nvPr>
        </p:nvSpPr>
        <p:spPr/>
        <p:txBody>
          <a:bodyPr/>
          <a:lstStyle/>
          <a:p>
            <a:r>
              <a:rPr lang="en-US"/>
              <a:t>Functional Pillar</a:t>
            </a:r>
          </a:p>
        </p:txBody>
      </p:sp>
      <p:sp>
        <p:nvSpPr>
          <p:cNvPr id="127" name="Text Placeholder 126">
            <a:extLst>
              <a:ext uri="{FF2B5EF4-FFF2-40B4-BE49-F238E27FC236}">
                <a16:creationId xmlns:a16="http://schemas.microsoft.com/office/drawing/2014/main" id="{6448407B-8DEA-41EB-894B-31811DE0BD71}"/>
              </a:ext>
            </a:extLst>
          </p:cNvPr>
          <p:cNvSpPr>
            <a:spLocks noGrp="1"/>
          </p:cNvSpPr>
          <p:nvPr>
            <p:ph type="body" sz="quarter" idx="76"/>
          </p:nvPr>
        </p:nvSpPr>
        <p:spPr/>
        <p:txBody>
          <a:bodyPr/>
          <a:lstStyle/>
          <a:p>
            <a:r>
              <a:rPr lang="en-US"/>
              <a:t>Functional Pillar</a:t>
            </a:r>
          </a:p>
        </p:txBody>
      </p:sp>
      <p:sp>
        <p:nvSpPr>
          <p:cNvPr id="7" name="Footer Placeholder 6">
            <a:extLst>
              <a:ext uri="{FF2B5EF4-FFF2-40B4-BE49-F238E27FC236}">
                <a16:creationId xmlns:a16="http://schemas.microsoft.com/office/drawing/2014/main" id="{BA964399-637B-463F-A45A-D8A671734446}"/>
              </a:ext>
            </a:extLst>
          </p:cNvPr>
          <p:cNvSpPr>
            <a:spLocks noGrp="1"/>
          </p:cNvSpPr>
          <p:nvPr>
            <p:ph type="ftr" sz="quarter" idx="77"/>
          </p:nvPr>
        </p:nvSpPr>
        <p:spPr/>
        <p:txBody>
          <a:bodyPr/>
          <a:lstStyle/>
          <a:p>
            <a:r>
              <a:rPr lang="en-US"/>
              <a:t>Presentation Name or Footer Copy</a:t>
            </a:r>
          </a:p>
        </p:txBody>
      </p:sp>
    </p:spTree>
    <p:extLst>
      <p:ext uri="{BB962C8B-B14F-4D97-AF65-F5344CB8AC3E}">
        <p14:creationId xmlns:p14="http://schemas.microsoft.com/office/powerpoint/2010/main" val="23997530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Rectangle 140">
            <a:extLst>
              <a:ext uri="{FF2B5EF4-FFF2-40B4-BE49-F238E27FC236}">
                <a16:creationId xmlns:a16="http://schemas.microsoft.com/office/drawing/2014/main" id="{0C310156-F1B6-42DB-839A-2836450D55EE}"/>
              </a:ext>
            </a:extLst>
          </p:cNvPr>
          <p:cNvSpPr/>
          <p:nvPr/>
        </p:nvSpPr>
        <p:spPr>
          <a:xfrm>
            <a:off x="3279526" y="1322444"/>
            <a:ext cx="2696907" cy="1097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2" name="Rectangle 141">
            <a:extLst>
              <a:ext uri="{FF2B5EF4-FFF2-40B4-BE49-F238E27FC236}">
                <a16:creationId xmlns:a16="http://schemas.microsoft.com/office/drawing/2014/main" id="{D69E4D97-6957-48A5-AB74-1A4C0F3EAF3E}"/>
              </a:ext>
            </a:extLst>
          </p:cNvPr>
          <p:cNvSpPr/>
          <p:nvPr/>
        </p:nvSpPr>
        <p:spPr>
          <a:xfrm>
            <a:off x="6110239" y="1322444"/>
            <a:ext cx="2696907" cy="1097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3" name="Rectangle 142">
            <a:extLst>
              <a:ext uri="{FF2B5EF4-FFF2-40B4-BE49-F238E27FC236}">
                <a16:creationId xmlns:a16="http://schemas.microsoft.com/office/drawing/2014/main" id="{1B138640-695D-40F8-BE7B-0E3BBEF04B9B}"/>
              </a:ext>
            </a:extLst>
          </p:cNvPr>
          <p:cNvSpPr/>
          <p:nvPr/>
        </p:nvSpPr>
        <p:spPr>
          <a:xfrm>
            <a:off x="3279526" y="3507890"/>
            <a:ext cx="2696907" cy="1097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4" name="Rectangle 143">
            <a:extLst>
              <a:ext uri="{FF2B5EF4-FFF2-40B4-BE49-F238E27FC236}">
                <a16:creationId xmlns:a16="http://schemas.microsoft.com/office/drawing/2014/main" id="{3558A8BE-EA0F-418A-AA7D-CD141C677227}"/>
              </a:ext>
            </a:extLst>
          </p:cNvPr>
          <p:cNvSpPr/>
          <p:nvPr/>
        </p:nvSpPr>
        <p:spPr>
          <a:xfrm>
            <a:off x="6110239" y="3507890"/>
            <a:ext cx="2696907" cy="1097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pic>
        <p:nvPicPr>
          <p:cNvPr id="69" name="Picture Placeholder 5">
            <a:extLst>
              <a:ext uri="{FF2B5EF4-FFF2-40B4-BE49-F238E27FC236}">
                <a16:creationId xmlns:a16="http://schemas.microsoft.com/office/drawing/2014/main" id="{CD420C3E-0973-41E6-B968-A2F6B64509FC}"/>
              </a:ext>
            </a:extLst>
          </p:cNvPr>
          <p:cNvPicPr>
            <a:picLocks noGrp="1" noChangeAspect="1"/>
          </p:cNvPicPr>
          <p:nvPr>
            <p:ph type="pic" sz="quarter" idx="41"/>
          </p:nvPr>
        </p:nvPicPr>
        <p:blipFill>
          <a:blip r:embed="rId2" cstate="email">
            <a:extLst>
              <a:ext uri="{28A0092B-C50C-407E-A947-70E740481C1C}">
                <a14:useLocalDpi xmlns:a14="http://schemas.microsoft.com/office/drawing/2010/main"/>
              </a:ext>
            </a:extLst>
          </a:blip>
          <a:srcRect t="181" b="181"/>
          <a:stretch/>
        </p:blipFill>
        <p:spPr/>
      </p:pic>
      <p:sp>
        <p:nvSpPr>
          <p:cNvPr id="154" name="Text Placeholder 153">
            <a:extLst>
              <a:ext uri="{FF2B5EF4-FFF2-40B4-BE49-F238E27FC236}">
                <a16:creationId xmlns:a16="http://schemas.microsoft.com/office/drawing/2014/main" id="{12718B47-730F-42B9-9B5E-6C90A5FA6198}"/>
              </a:ext>
            </a:extLst>
          </p:cNvPr>
          <p:cNvSpPr>
            <a:spLocks noGrp="1"/>
          </p:cNvSpPr>
          <p:nvPr>
            <p:ph type="body" sz="quarter" idx="42"/>
          </p:nvPr>
        </p:nvSpPr>
        <p:spPr/>
        <p:txBody>
          <a:bodyPr/>
          <a:lstStyle/>
          <a:p>
            <a:pPr lvl="0"/>
            <a:r>
              <a:rPr lang="en-US" err="1"/>
              <a:t>Firstname</a:t>
            </a:r>
            <a:r>
              <a:rPr lang="en-US"/>
              <a:t>, </a:t>
            </a:r>
            <a:r>
              <a:rPr lang="en-US" err="1"/>
              <a:t>Lastname</a:t>
            </a:r>
            <a:endParaRPr lang="en-US"/>
          </a:p>
        </p:txBody>
      </p:sp>
      <p:sp>
        <p:nvSpPr>
          <p:cNvPr id="155" name="Text Placeholder 154">
            <a:extLst>
              <a:ext uri="{FF2B5EF4-FFF2-40B4-BE49-F238E27FC236}">
                <a16:creationId xmlns:a16="http://schemas.microsoft.com/office/drawing/2014/main" id="{6AD8EFBB-5895-42FA-8503-5042B9BEBA80}"/>
              </a:ext>
            </a:extLst>
          </p:cNvPr>
          <p:cNvSpPr>
            <a:spLocks noGrp="1"/>
          </p:cNvSpPr>
          <p:nvPr>
            <p:ph type="body" sz="quarter" idx="43"/>
          </p:nvPr>
        </p:nvSpPr>
        <p:spPr/>
        <p:txBody>
          <a:bodyPr/>
          <a:lstStyle/>
          <a:p>
            <a:r>
              <a:rPr lang="en-US"/>
              <a:t>Title and Function can appear on two lines</a:t>
            </a:r>
          </a:p>
        </p:txBody>
      </p:sp>
      <p:pic>
        <p:nvPicPr>
          <p:cNvPr id="70" name="Picture Placeholder 5">
            <a:extLst>
              <a:ext uri="{FF2B5EF4-FFF2-40B4-BE49-F238E27FC236}">
                <a16:creationId xmlns:a16="http://schemas.microsoft.com/office/drawing/2014/main" id="{D3BE8BA3-B68A-4FC3-8633-8AB2AED782DD}"/>
              </a:ext>
            </a:extLst>
          </p:cNvPr>
          <p:cNvPicPr>
            <a:picLocks noGrp="1" noChangeAspect="1"/>
          </p:cNvPicPr>
          <p:nvPr>
            <p:ph type="pic" sz="quarter" idx="44"/>
          </p:nvPr>
        </p:nvPicPr>
        <p:blipFill>
          <a:blip r:embed="rId2" cstate="email">
            <a:extLst>
              <a:ext uri="{28A0092B-C50C-407E-A947-70E740481C1C}">
                <a14:useLocalDpi xmlns:a14="http://schemas.microsoft.com/office/drawing/2010/main"/>
              </a:ext>
            </a:extLst>
          </a:blip>
          <a:srcRect t="180" b="180"/>
          <a:stretch/>
        </p:blipFill>
        <p:spPr/>
      </p:pic>
      <p:sp>
        <p:nvSpPr>
          <p:cNvPr id="157" name="Text Placeholder 156">
            <a:extLst>
              <a:ext uri="{FF2B5EF4-FFF2-40B4-BE49-F238E27FC236}">
                <a16:creationId xmlns:a16="http://schemas.microsoft.com/office/drawing/2014/main" id="{601C8569-3AAA-400C-8DC0-87B63983EB39}"/>
              </a:ext>
            </a:extLst>
          </p:cNvPr>
          <p:cNvSpPr>
            <a:spLocks noGrp="1"/>
          </p:cNvSpPr>
          <p:nvPr>
            <p:ph type="body" sz="quarter" idx="45"/>
          </p:nvPr>
        </p:nvSpPr>
        <p:spPr/>
        <p:txBody>
          <a:bodyPr/>
          <a:lstStyle/>
          <a:p>
            <a:pPr lvl="0"/>
            <a:r>
              <a:rPr lang="en-US" err="1"/>
              <a:t>Firstname</a:t>
            </a:r>
            <a:r>
              <a:rPr lang="en-US"/>
              <a:t>, </a:t>
            </a:r>
            <a:r>
              <a:rPr lang="en-US" err="1"/>
              <a:t>Lastname</a:t>
            </a:r>
            <a:endParaRPr lang="en-US"/>
          </a:p>
        </p:txBody>
      </p:sp>
      <p:sp>
        <p:nvSpPr>
          <p:cNvPr id="158" name="Text Placeholder 157">
            <a:extLst>
              <a:ext uri="{FF2B5EF4-FFF2-40B4-BE49-F238E27FC236}">
                <a16:creationId xmlns:a16="http://schemas.microsoft.com/office/drawing/2014/main" id="{206C1E80-3CBF-463A-96FE-56954BD19B3F}"/>
              </a:ext>
            </a:extLst>
          </p:cNvPr>
          <p:cNvSpPr>
            <a:spLocks noGrp="1"/>
          </p:cNvSpPr>
          <p:nvPr>
            <p:ph type="body" sz="quarter" idx="46"/>
          </p:nvPr>
        </p:nvSpPr>
        <p:spPr/>
        <p:txBody>
          <a:bodyPr/>
          <a:lstStyle/>
          <a:p>
            <a:r>
              <a:rPr lang="en-US"/>
              <a:t>Title and Function can appear on two lines</a:t>
            </a:r>
          </a:p>
        </p:txBody>
      </p:sp>
      <p:pic>
        <p:nvPicPr>
          <p:cNvPr id="71" name="Picture Placeholder 5">
            <a:extLst>
              <a:ext uri="{FF2B5EF4-FFF2-40B4-BE49-F238E27FC236}">
                <a16:creationId xmlns:a16="http://schemas.microsoft.com/office/drawing/2014/main" id="{F1F5D38D-C5C1-4B7C-BAC2-A42DBAC7A163}"/>
              </a:ext>
            </a:extLst>
          </p:cNvPr>
          <p:cNvPicPr>
            <a:picLocks noGrp="1" noChangeAspect="1"/>
          </p:cNvPicPr>
          <p:nvPr>
            <p:ph type="pic" sz="quarter" idx="47"/>
          </p:nvPr>
        </p:nvPicPr>
        <p:blipFill>
          <a:blip r:embed="rId3" cstate="email">
            <a:extLst>
              <a:ext uri="{28A0092B-C50C-407E-A947-70E740481C1C}">
                <a14:useLocalDpi xmlns:a14="http://schemas.microsoft.com/office/drawing/2010/main"/>
              </a:ext>
            </a:extLst>
          </a:blip>
          <a:srcRect/>
          <a:stretch/>
        </p:blipFill>
        <p:spPr/>
      </p:pic>
      <p:sp>
        <p:nvSpPr>
          <p:cNvPr id="160" name="Text Placeholder 159">
            <a:extLst>
              <a:ext uri="{FF2B5EF4-FFF2-40B4-BE49-F238E27FC236}">
                <a16:creationId xmlns:a16="http://schemas.microsoft.com/office/drawing/2014/main" id="{7835EBDF-A15C-45A8-8FEB-CB0868F59E46}"/>
              </a:ext>
            </a:extLst>
          </p:cNvPr>
          <p:cNvSpPr>
            <a:spLocks noGrp="1"/>
          </p:cNvSpPr>
          <p:nvPr>
            <p:ph type="body" sz="quarter" idx="48"/>
          </p:nvPr>
        </p:nvSpPr>
        <p:spPr/>
        <p:txBody>
          <a:bodyPr/>
          <a:lstStyle/>
          <a:p>
            <a:pPr lvl="0"/>
            <a:r>
              <a:rPr lang="en-US" err="1"/>
              <a:t>Firstname</a:t>
            </a:r>
            <a:r>
              <a:rPr lang="en-US"/>
              <a:t>, </a:t>
            </a:r>
            <a:r>
              <a:rPr lang="en-US" err="1"/>
              <a:t>Lastname</a:t>
            </a:r>
            <a:endParaRPr lang="en-US"/>
          </a:p>
        </p:txBody>
      </p:sp>
      <p:sp>
        <p:nvSpPr>
          <p:cNvPr id="161" name="Text Placeholder 160">
            <a:extLst>
              <a:ext uri="{FF2B5EF4-FFF2-40B4-BE49-F238E27FC236}">
                <a16:creationId xmlns:a16="http://schemas.microsoft.com/office/drawing/2014/main" id="{D81E16B0-C7AE-4E39-A778-DC3402AFE0CD}"/>
              </a:ext>
            </a:extLst>
          </p:cNvPr>
          <p:cNvSpPr>
            <a:spLocks noGrp="1"/>
          </p:cNvSpPr>
          <p:nvPr>
            <p:ph type="body" sz="quarter" idx="49"/>
          </p:nvPr>
        </p:nvSpPr>
        <p:spPr/>
        <p:txBody>
          <a:bodyPr/>
          <a:lstStyle/>
          <a:p>
            <a:r>
              <a:rPr lang="en-US"/>
              <a:t>Title and Function can appear on two lines</a:t>
            </a:r>
          </a:p>
        </p:txBody>
      </p:sp>
      <p:pic>
        <p:nvPicPr>
          <p:cNvPr id="72" name="Picture Placeholder 5">
            <a:extLst>
              <a:ext uri="{FF2B5EF4-FFF2-40B4-BE49-F238E27FC236}">
                <a16:creationId xmlns:a16="http://schemas.microsoft.com/office/drawing/2014/main" id="{7A6691A3-F39A-4423-BF1A-B20A9C0E29BA}"/>
              </a:ext>
            </a:extLst>
          </p:cNvPr>
          <p:cNvPicPr>
            <a:picLocks noGrp="1" noChangeAspect="1"/>
          </p:cNvPicPr>
          <p:nvPr>
            <p:ph type="pic" sz="quarter" idx="50"/>
          </p:nvPr>
        </p:nvPicPr>
        <p:blipFill>
          <a:blip r:embed="rId3" cstate="email">
            <a:extLst>
              <a:ext uri="{28A0092B-C50C-407E-A947-70E740481C1C}">
                <a14:useLocalDpi xmlns:a14="http://schemas.microsoft.com/office/drawing/2010/main"/>
              </a:ext>
            </a:extLst>
          </a:blip>
          <a:srcRect/>
          <a:stretch/>
        </p:blipFill>
        <p:spPr/>
      </p:pic>
      <p:sp>
        <p:nvSpPr>
          <p:cNvPr id="163" name="Text Placeholder 162">
            <a:extLst>
              <a:ext uri="{FF2B5EF4-FFF2-40B4-BE49-F238E27FC236}">
                <a16:creationId xmlns:a16="http://schemas.microsoft.com/office/drawing/2014/main" id="{E78D3C47-75AF-493F-81D0-E17E5E670A96}"/>
              </a:ext>
            </a:extLst>
          </p:cNvPr>
          <p:cNvSpPr>
            <a:spLocks noGrp="1"/>
          </p:cNvSpPr>
          <p:nvPr>
            <p:ph type="body" sz="quarter" idx="51"/>
          </p:nvPr>
        </p:nvSpPr>
        <p:spPr/>
        <p:txBody>
          <a:bodyPr/>
          <a:lstStyle/>
          <a:p>
            <a:pPr lvl="0"/>
            <a:r>
              <a:rPr lang="en-US" err="1"/>
              <a:t>Firstname</a:t>
            </a:r>
            <a:r>
              <a:rPr lang="en-US"/>
              <a:t>, </a:t>
            </a:r>
            <a:r>
              <a:rPr lang="en-US" err="1"/>
              <a:t>Lastname</a:t>
            </a:r>
            <a:endParaRPr lang="en-US"/>
          </a:p>
        </p:txBody>
      </p:sp>
      <p:sp>
        <p:nvSpPr>
          <p:cNvPr id="164" name="Text Placeholder 163">
            <a:extLst>
              <a:ext uri="{FF2B5EF4-FFF2-40B4-BE49-F238E27FC236}">
                <a16:creationId xmlns:a16="http://schemas.microsoft.com/office/drawing/2014/main" id="{9FDFD5CF-3DE8-427F-BABD-20E7AF35B99E}"/>
              </a:ext>
            </a:extLst>
          </p:cNvPr>
          <p:cNvSpPr>
            <a:spLocks noGrp="1"/>
          </p:cNvSpPr>
          <p:nvPr>
            <p:ph type="body" sz="quarter" idx="52"/>
          </p:nvPr>
        </p:nvSpPr>
        <p:spPr/>
        <p:txBody>
          <a:bodyPr/>
          <a:lstStyle/>
          <a:p>
            <a:r>
              <a:rPr lang="en-US"/>
              <a:t>Title and Function can appear on two lines</a:t>
            </a:r>
          </a:p>
        </p:txBody>
      </p:sp>
      <p:pic>
        <p:nvPicPr>
          <p:cNvPr id="64" name="Picture Placeholder 5">
            <a:extLst>
              <a:ext uri="{FF2B5EF4-FFF2-40B4-BE49-F238E27FC236}">
                <a16:creationId xmlns:a16="http://schemas.microsoft.com/office/drawing/2014/main" id="{CAC040CF-E959-4C03-ACFF-6DC51444C694}"/>
              </a:ext>
            </a:extLst>
          </p:cNvPr>
          <p:cNvPicPr>
            <a:picLocks noGrp="1" noChangeAspect="1"/>
          </p:cNvPicPr>
          <p:nvPr>
            <p:ph type="pic" sz="quarter" idx="26"/>
          </p:nvPr>
        </p:nvPicPr>
        <p:blipFill>
          <a:blip r:embed="rId2" cstate="email">
            <a:extLst>
              <a:ext uri="{28A0092B-C50C-407E-A947-70E740481C1C}">
                <a14:useLocalDpi xmlns:a14="http://schemas.microsoft.com/office/drawing/2010/main"/>
              </a:ext>
            </a:extLst>
          </a:blip>
          <a:srcRect t="180" b="180"/>
          <a:stretch/>
        </p:blipFill>
        <p:spPr/>
      </p:pic>
      <p:sp>
        <p:nvSpPr>
          <p:cNvPr id="95" name="Title 94">
            <a:extLst>
              <a:ext uri="{FF2B5EF4-FFF2-40B4-BE49-F238E27FC236}">
                <a16:creationId xmlns:a16="http://schemas.microsoft.com/office/drawing/2014/main" id="{2D2998A2-BF10-464F-BED9-146D3B8CE57B}"/>
              </a:ext>
            </a:extLst>
          </p:cNvPr>
          <p:cNvSpPr>
            <a:spLocks noGrp="1"/>
          </p:cNvSpPr>
          <p:nvPr>
            <p:ph type="title"/>
          </p:nvPr>
        </p:nvSpPr>
        <p:spPr/>
        <p:txBody>
          <a:bodyPr/>
          <a:lstStyle/>
          <a:p>
            <a:r>
              <a:rPr lang="en-US"/>
              <a:t>Organization Chart</a:t>
            </a:r>
          </a:p>
        </p:txBody>
      </p:sp>
      <p:sp>
        <p:nvSpPr>
          <p:cNvPr id="148" name="Text Placeholder 147">
            <a:extLst>
              <a:ext uri="{FF2B5EF4-FFF2-40B4-BE49-F238E27FC236}">
                <a16:creationId xmlns:a16="http://schemas.microsoft.com/office/drawing/2014/main" id="{D3971FDD-1354-4D6B-B76E-AA1F773FF589}"/>
              </a:ext>
            </a:extLst>
          </p:cNvPr>
          <p:cNvSpPr>
            <a:spLocks noGrp="1"/>
          </p:cNvSpPr>
          <p:nvPr>
            <p:ph type="body" sz="quarter" idx="12"/>
          </p:nvPr>
        </p:nvSpPr>
        <p:spPr/>
        <p:txBody>
          <a:bodyPr/>
          <a:lstStyle/>
          <a:p>
            <a:r>
              <a:rPr lang="en-US"/>
              <a:t>OVERLINE/SECTION IN ARIAL 8PT ALL CAPS</a:t>
            </a:r>
          </a:p>
        </p:txBody>
      </p:sp>
      <p:sp>
        <p:nvSpPr>
          <p:cNvPr id="149" name="Text Placeholder 148">
            <a:extLst>
              <a:ext uri="{FF2B5EF4-FFF2-40B4-BE49-F238E27FC236}">
                <a16:creationId xmlns:a16="http://schemas.microsoft.com/office/drawing/2014/main" id="{3F016425-A74F-4009-928F-D63861194F8B}"/>
              </a:ext>
            </a:extLst>
          </p:cNvPr>
          <p:cNvSpPr>
            <a:spLocks noGrp="1"/>
          </p:cNvSpPr>
          <p:nvPr>
            <p:ph type="body" sz="quarter" idx="17"/>
          </p:nvPr>
        </p:nvSpPr>
        <p:spPr>
          <a:xfrm>
            <a:off x="336854" y="1405218"/>
            <a:ext cx="2516479" cy="409491"/>
          </a:xfrm>
        </p:spPr>
        <p:txBody>
          <a:bodyPr/>
          <a:lstStyle/>
          <a:p>
            <a:r>
              <a:rPr lang="en-US"/>
              <a:t>Subhead (optional) in Arial Regular 14pt.</a:t>
            </a:r>
          </a:p>
        </p:txBody>
      </p:sp>
      <p:sp>
        <p:nvSpPr>
          <p:cNvPr id="151" name="Text Placeholder 150">
            <a:extLst>
              <a:ext uri="{FF2B5EF4-FFF2-40B4-BE49-F238E27FC236}">
                <a16:creationId xmlns:a16="http://schemas.microsoft.com/office/drawing/2014/main" id="{94F4059F-4C1A-42FA-8A58-DC4FDFF44F11}"/>
              </a:ext>
            </a:extLst>
          </p:cNvPr>
          <p:cNvSpPr>
            <a:spLocks noGrp="1"/>
          </p:cNvSpPr>
          <p:nvPr>
            <p:ph type="body" sz="quarter" idx="27"/>
          </p:nvPr>
        </p:nvSpPr>
        <p:spPr/>
        <p:txBody>
          <a:bodyPr/>
          <a:lstStyle/>
          <a:p>
            <a:r>
              <a:rPr lang="en-US" err="1"/>
              <a:t>Firstname</a:t>
            </a:r>
            <a:r>
              <a:rPr lang="en-US"/>
              <a:t>, </a:t>
            </a:r>
            <a:r>
              <a:rPr lang="en-US" err="1"/>
              <a:t>Lastname</a:t>
            </a:r>
            <a:endParaRPr lang="en-US"/>
          </a:p>
        </p:txBody>
      </p:sp>
      <p:sp>
        <p:nvSpPr>
          <p:cNvPr id="152" name="Text Placeholder 151">
            <a:extLst>
              <a:ext uri="{FF2B5EF4-FFF2-40B4-BE49-F238E27FC236}">
                <a16:creationId xmlns:a16="http://schemas.microsoft.com/office/drawing/2014/main" id="{3049B65E-3E3F-4E24-84E7-B39724FFDBE8}"/>
              </a:ext>
            </a:extLst>
          </p:cNvPr>
          <p:cNvSpPr>
            <a:spLocks noGrp="1"/>
          </p:cNvSpPr>
          <p:nvPr>
            <p:ph type="body" sz="quarter" idx="28"/>
          </p:nvPr>
        </p:nvSpPr>
        <p:spPr/>
        <p:txBody>
          <a:bodyPr/>
          <a:lstStyle/>
          <a:p>
            <a:r>
              <a:rPr lang="en-US"/>
              <a:t>Title and Function on a single line</a:t>
            </a:r>
          </a:p>
        </p:txBody>
      </p:sp>
      <p:sp>
        <p:nvSpPr>
          <p:cNvPr id="165" name="Text Placeholder 164">
            <a:extLst>
              <a:ext uri="{FF2B5EF4-FFF2-40B4-BE49-F238E27FC236}">
                <a16:creationId xmlns:a16="http://schemas.microsoft.com/office/drawing/2014/main" id="{594FB7C0-DE58-42C8-A8A2-7BCE2F83EF10}"/>
              </a:ext>
            </a:extLst>
          </p:cNvPr>
          <p:cNvSpPr>
            <a:spLocks noGrp="1"/>
          </p:cNvSpPr>
          <p:nvPr>
            <p:ph type="body" sz="quarter" idx="53"/>
          </p:nvPr>
        </p:nvSpPr>
        <p:spPr/>
        <p:txBody>
          <a:bodyPr/>
          <a:lstStyle/>
          <a:p>
            <a:r>
              <a:rPr lang="en-US" err="1"/>
              <a:t>Firstname</a:t>
            </a:r>
            <a:r>
              <a:rPr lang="en-US"/>
              <a:t>, </a:t>
            </a:r>
            <a:r>
              <a:rPr lang="en-US" err="1"/>
              <a:t>Lastname</a:t>
            </a:r>
            <a:endParaRPr lang="en-US"/>
          </a:p>
        </p:txBody>
      </p:sp>
      <p:sp>
        <p:nvSpPr>
          <p:cNvPr id="166" name="Text Placeholder 165">
            <a:extLst>
              <a:ext uri="{FF2B5EF4-FFF2-40B4-BE49-F238E27FC236}">
                <a16:creationId xmlns:a16="http://schemas.microsoft.com/office/drawing/2014/main" id="{69889B74-611A-4BDD-97F0-EAB267414167}"/>
              </a:ext>
            </a:extLst>
          </p:cNvPr>
          <p:cNvSpPr>
            <a:spLocks noGrp="1"/>
          </p:cNvSpPr>
          <p:nvPr>
            <p:ph type="body" sz="quarter" idx="54"/>
          </p:nvPr>
        </p:nvSpPr>
        <p:spPr/>
        <p:txBody>
          <a:bodyPr/>
          <a:lstStyle/>
          <a:p>
            <a:r>
              <a:rPr lang="en-US"/>
              <a:t>Title and Function can appear on two lines</a:t>
            </a:r>
          </a:p>
        </p:txBody>
      </p:sp>
      <p:sp>
        <p:nvSpPr>
          <p:cNvPr id="167" name="Text Placeholder 166">
            <a:extLst>
              <a:ext uri="{FF2B5EF4-FFF2-40B4-BE49-F238E27FC236}">
                <a16:creationId xmlns:a16="http://schemas.microsoft.com/office/drawing/2014/main" id="{829C14C7-0650-4D4C-9321-25917CDDDA4A}"/>
              </a:ext>
            </a:extLst>
          </p:cNvPr>
          <p:cNvSpPr>
            <a:spLocks noGrp="1"/>
          </p:cNvSpPr>
          <p:nvPr>
            <p:ph type="body" sz="quarter" idx="55"/>
          </p:nvPr>
        </p:nvSpPr>
        <p:spPr/>
        <p:txBody>
          <a:bodyPr/>
          <a:lstStyle/>
          <a:p>
            <a:r>
              <a:rPr lang="en-US" err="1"/>
              <a:t>Firstname</a:t>
            </a:r>
            <a:r>
              <a:rPr lang="en-US"/>
              <a:t>, </a:t>
            </a:r>
            <a:r>
              <a:rPr lang="en-US" err="1"/>
              <a:t>Lastname</a:t>
            </a:r>
            <a:endParaRPr lang="en-US"/>
          </a:p>
        </p:txBody>
      </p:sp>
      <p:sp>
        <p:nvSpPr>
          <p:cNvPr id="168" name="Text Placeholder 167">
            <a:extLst>
              <a:ext uri="{FF2B5EF4-FFF2-40B4-BE49-F238E27FC236}">
                <a16:creationId xmlns:a16="http://schemas.microsoft.com/office/drawing/2014/main" id="{011A5F1D-5BC7-4AF3-9DAD-3A4D4CE96FE6}"/>
              </a:ext>
            </a:extLst>
          </p:cNvPr>
          <p:cNvSpPr>
            <a:spLocks noGrp="1"/>
          </p:cNvSpPr>
          <p:nvPr>
            <p:ph type="body" sz="quarter" idx="56"/>
          </p:nvPr>
        </p:nvSpPr>
        <p:spPr/>
        <p:txBody>
          <a:bodyPr/>
          <a:lstStyle/>
          <a:p>
            <a:r>
              <a:rPr lang="en-US"/>
              <a:t>Title and Function can appear on two lines</a:t>
            </a:r>
          </a:p>
        </p:txBody>
      </p:sp>
      <p:sp>
        <p:nvSpPr>
          <p:cNvPr id="169" name="Text Placeholder 168">
            <a:extLst>
              <a:ext uri="{FF2B5EF4-FFF2-40B4-BE49-F238E27FC236}">
                <a16:creationId xmlns:a16="http://schemas.microsoft.com/office/drawing/2014/main" id="{9C97F280-8F6C-4C83-B6B6-2F4FE55A5AC6}"/>
              </a:ext>
            </a:extLst>
          </p:cNvPr>
          <p:cNvSpPr>
            <a:spLocks noGrp="1"/>
          </p:cNvSpPr>
          <p:nvPr>
            <p:ph type="body" sz="quarter" idx="57"/>
          </p:nvPr>
        </p:nvSpPr>
        <p:spPr/>
        <p:txBody>
          <a:bodyPr/>
          <a:lstStyle/>
          <a:p>
            <a:r>
              <a:rPr lang="en-US" err="1"/>
              <a:t>Firstname</a:t>
            </a:r>
            <a:r>
              <a:rPr lang="en-US"/>
              <a:t>, </a:t>
            </a:r>
            <a:r>
              <a:rPr lang="en-US" err="1"/>
              <a:t>Lastname</a:t>
            </a:r>
            <a:endParaRPr lang="en-US"/>
          </a:p>
        </p:txBody>
      </p:sp>
      <p:sp>
        <p:nvSpPr>
          <p:cNvPr id="170" name="Text Placeholder 169">
            <a:extLst>
              <a:ext uri="{FF2B5EF4-FFF2-40B4-BE49-F238E27FC236}">
                <a16:creationId xmlns:a16="http://schemas.microsoft.com/office/drawing/2014/main" id="{D2486E88-23ED-4B23-A629-5804FBFC4E61}"/>
              </a:ext>
            </a:extLst>
          </p:cNvPr>
          <p:cNvSpPr>
            <a:spLocks noGrp="1"/>
          </p:cNvSpPr>
          <p:nvPr>
            <p:ph type="body" sz="quarter" idx="58"/>
          </p:nvPr>
        </p:nvSpPr>
        <p:spPr/>
        <p:txBody>
          <a:bodyPr/>
          <a:lstStyle/>
          <a:p>
            <a:r>
              <a:rPr lang="en-US"/>
              <a:t>Title and Function can appear on two lines</a:t>
            </a:r>
          </a:p>
        </p:txBody>
      </p:sp>
      <p:sp>
        <p:nvSpPr>
          <p:cNvPr id="171" name="Text Placeholder 170">
            <a:extLst>
              <a:ext uri="{FF2B5EF4-FFF2-40B4-BE49-F238E27FC236}">
                <a16:creationId xmlns:a16="http://schemas.microsoft.com/office/drawing/2014/main" id="{054FCB7B-11E7-4E88-8A5E-5F93B41A35A5}"/>
              </a:ext>
            </a:extLst>
          </p:cNvPr>
          <p:cNvSpPr>
            <a:spLocks noGrp="1"/>
          </p:cNvSpPr>
          <p:nvPr>
            <p:ph type="body" sz="quarter" idx="59"/>
          </p:nvPr>
        </p:nvSpPr>
        <p:spPr/>
        <p:txBody>
          <a:bodyPr/>
          <a:lstStyle/>
          <a:p>
            <a:r>
              <a:rPr lang="en-US" err="1"/>
              <a:t>Firstname</a:t>
            </a:r>
            <a:r>
              <a:rPr lang="en-US"/>
              <a:t>, </a:t>
            </a:r>
            <a:r>
              <a:rPr lang="en-US" err="1"/>
              <a:t>Lastname</a:t>
            </a:r>
            <a:endParaRPr lang="en-US"/>
          </a:p>
        </p:txBody>
      </p:sp>
      <p:sp>
        <p:nvSpPr>
          <p:cNvPr id="172" name="Text Placeholder 171">
            <a:extLst>
              <a:ext uri="{FF2B5EF4-FFF2-40B4-BE49-F238E27FC236}">
                <a16:creationId xmlns:a16="http://schemas.microsoft.com/office/drawing/2014/main" id="{2D90782D-9E8D-4BB0-B15C-D6A74E7363BD}"/>
              </a:ext>
            </a:extLst>
          </p:cNvPr>
          <p:cNvSpPr>
            <a:spLocks noGrp="1"/>
          </p:cNvSpPr>
          <p:nvPr>
            <p:ph type="body" sz="quarter" idx="60"/>
          </p:nvPr>
        </p:nvSpPr>
        <p:spPr/>
        <p:txBody>
          <a:bodyPr/>
          <a:lstStyle/>
          <a:p>
            <a:r>
              <a:rPr lang="en-US"/>
              <a:t>Title and Function can appear on two lines</a:t>
            </a:r>
          </a:p>
        </p:txBody>
      </p:sp>
      <p:sp>
        <p:nvSpPr>
          <p:cNvPr id="173" name="Text Placeholder 172">
            <a:extLst>
              <a:ext uri="{FF2B5EF4-FFF2-40B4-BE49-F238E27FC236}">
                <a16:creationId xmlns:a16="http://schemas.microsoft.com/office/drawing/2014/main" id="{DEA24D21-6F9D-4207-910A-52191EB0F424}"/>
              </a:ext>
            </a:extLst>
          </p:cNvPr>
          <p:cNvSpPr>
            <a:spLocks noGrp="1"/>
          </p:cNvSpPr>
          <p:nvPr>
            <p:ph type="body" sz="quarter" idx="61"/>
          </p:nvPr>
        </p:nvSpPr>
        <p:spPr/>
        <p:txBody>
          <a:bodyPr/>
          <a:lstStyle/>
          <a:p>
            <a:r>
              <a:rPr lang="en-US" err="1"/>
              <a:t>Firstname</a:t>
            </a:r>
            <a:r>
              <a:rPr lang="en-US"/>
              <a:t>, </a:t>
            </a:r>
            <a:r>
              <a:rPr lang="en-US" err="1"/>
              <a:t>Lastname</a:t>
            </a:r>
            <a:endParaRPr lang="en-US"/>
          </a:p>
        </p:txBody>
      </p:sp>
      <p:sp>
        <p:nvSpPr>
          <p:cNvPr id="174" name="Text Placeholder 173">
            <a:extLst>
              <a:ext uri="{FF2B5EF4-FFF2-40B4-BE49-F238E27FC236}">
                <a16:creationId xmlns:a16="http://schemas.microsoft.com/office/drawing/2014/main" id="{79845F1D-35ED-46CD-80C3-8B22A24EE78B}"/>
              </a:ext>
            </a:extLst>
          </p:cNvPr>
          <p:cNvSpPr>
            <a:spLocks noGrp="1"/>
          </p:cNvSpPr>
          <p:nvPr>
            <p:ph type="body" sz="quarter" idx="62"/>
          </p:nvPr>
        </p:nvSpPr>
        <p:spPr/>
        <p:txBody>
          <a:bodyPr/>
          <a:lstStyle/>
          <a:p>
            <a:r>
              <a:rPr lang="en-US"/>
              <a:t>Title and Function can appear on two lines</a:t>
            </a:r>
          </a:p>
        </p:txBody>
      </p:sp>
      <p:sp>
        <p:nvSpPr>
          <p:cNvPr id="175" name="Text Placeholder 174">
            <a:extLst>
              <a:ext uri="{FF2B5EF4-FFF2-40B4-BE49-F238E27FC236}">
                <a16:creationId xmlns:a16="http://schemas.microsoft.com/office/drawing/2014/main" id="{8A6C0943-6B2D-429B-B85D-77B0EA3411C5}"/>
              </a:ext>
            </a:extLst>
          </p:cNvPr>
          <p:cNvSpPr>
            <a:spLocks noGrp="1"/>
          </p:cNvSpPr>
          <p:nvPr>
            <p:ph type="body" sz="quarter" idx="63"/>
          </p:nvPr>
        </p:nvSpPr>
        <p:spPr/>
        <p:txBody>
          <a:bodyPr/>
          <a:lstStyle/>
          <a:p>
            <a:r>
              <a:rPr lang="en-US" err="1"/>
              <a:t>Firstname</a:t>
            </a:r>
            <a:r>
              <a:rPr lang="en-US"/>
              <a:t>, </a:t>
            </a:r>
            <a:r>
              <a:rPr lang="en-US" err="1"/>
              <a:t>Lastname</a:t>
            </a:r>
            <a:endParaRPr lang="en-US"/>
          </a:p>
        </p:txBody>
      </p:sp>
      <p:sp>
        <p:nvSpPr>
          <p:cNvPr id="176" name="Text Placeholder 175">
            <a:extLst>
              <a:ext uri="{FF2B5EF4-FFF2-40B4-BE49-F238E27FC236}">
                <a16:creationId xmlns:a16="http://schemas.microsoft.com/office/drawing/2014/main" id="{F056150B-4F32-41B1-A059-9DEDD2CE7162}"/>
              </a:ext>
            </a:extLst>
          </p:cNvPr>
          <p:cNvSpPr>
            <a:spLocks noGrp="1"/>
          </p:cNvSpPr>
          <p:nvPr>
            <p:ph type="body" sz="quarter" idx="64"/>
          </p:nvPr>
        </p:nvSpPr>
        <p:spPr/>
        <p:txBody>
          <a:bodyPr/>
          <a:lstStyle/>
          <a:p>
            <a:r>
              <a:rPr lang="en-US"/>
              <a:t>Title and Function can appear on two lines</a:t>
            </a:r>
          </a:p>
        </p:txBody>
      </p:sp>
      <p:sp>
        <p:nvSpPr>
          <p:cNvPr id="177" name="Text Placeholder 176">
            <a:extLst>
              <a:ext uri="{FF2B5EF4-FFF2-40B4-BE49-F238E27FC236}">
                <a16:creationId xmlns:a16="http://schemas.microsoft.com/office/drawing/2014/main" id="{6DC4C433-66D8-4F60-8093-41F31680E31B}"/>
              </a:ext>
            </a:extLst>
          </p:cNvPr>
          <p:cNvSpPr>
            <a:spLocks noGrp="1"/>
          </p:cNvSpPr>
          <p:nvPr>
            <p:ph type="body" sz="quarter" idx="65"/>
          </p:nvPr>
        </p:nvSpPr>
        <p:spPr/>
        <p:txBody>
          <a:bodyPr/>
          <a:lstStyle/>
          <a:p>
            <a:r>
              <a:rPr lang="en-US" err="1"/>
              <a:t>Firstname</a:t>
            </a:r>
            <a:r>
              <a:rPr lang="en-US"/>
              <a:t>, </a:t>
            </a:r>
            <a:r>
              <a:rPr lang="en-US" err="1"/>
              <a:t>Lastname</a:t>
            </a:r>
            <a:endParaRPr lang="en-US"/>
          </a:p>
        </p:txBody>
      </p:sp>
      <p:sp>
        <p:nvSpPr>
          <p:cNvPr id="178" name="Text Placeholder 177">
            <a:extLst>
              <a:ext uri="{FF2B5EF4-FFF2-40B4-BE49-F238E27FC236}">
                <a16:creationId xmlns:a16="http://schemas.microsoft.com/office/drawing/2014/main" id="{1B671BAF-FF70-4C8F-BF35-53702C8E2D14}"/>
              </a:ext>
            </a:extLst>
          </p:cNvPr>
          <p:cNvSpPr>
            <a:spLocks noGrp="1"/>
          </p:cNvSpPr>
          <p:nvPr>
            <p:ph type="body" sz="quarter" idx="66"/>
          </p:nvPr>
        </p:nvSpPr>
        <p:spPr/>
        <p:txBody>
          <a:bodyPr/>
          <a:lstStyle/>
          <a:p>
            <a:r>
              <a:rPr lang="en-US"/>
              <a:t>Title and Function can appear on two lines</a:t>
            </a:r>
          </a:p>
        </p:txBody>
      </p:sp>
      <p:sp>
        <p:nvSpPr>
          <p:cNvPr id="179" name="Text Placeholder 178">
            <a:extLst>
              <a:ext uri="{FF2B5EF4-FFF2-40B4-BE49-F238E27FC236}">
                <a16:creationId xmlns:a16="http://schemas.microsoft.com/office/drawing/2014/main" id="{D0129EB4-D5FC-4137-8E23-35DD8B2720D3}"/>
              </a:ext>
            </a:extLst>
          </p:cNvPr>
          <p:cNvSpPr>
            <a:spLocks noGrp="1"/>
          </p:cNvSpPr>
          <p:nvPr>
            <p:ph type="body" sz="quarter" idx="67"/>
          </p:nvPr>
        </p:nvSpPr>
        <p:spPr/>
        <p:txBody>
          <a:bodyPr/>
          <a:lstStyle/>
          <a:p>
            <a:r>
              <a:rPr lang="en-US" err="1"/>
              <a:t>Firstname</a:t>
            </a:r>
            <a:r>
              <a:rPr lang="en-US"/>
              <a:t>, </a:t>
            </a:r>
            <a:r>
              <a:rPr lang="en-US" err="1"/>
              <a:t>Lastname</a:t>
            </a:r>
            <a:endParaRPr lang="en-US"/>
          </a:p>
        </p:txBody>
      </p:sp>
      <p:sp>
        <p:nvSpPr>
          <p:cNvPr id="180" name="Text Placeholder 179">
            <a:extLst>
              <a:ext uri="{FF2B5EF4-FFF2-40B4-BE49-F238E27FC236}">
                <a16:creationId xmlns:a16="http://schemas.microsoft.com/office/drawing/2014/main" id="{9A6F5E03-1B89-42D0-8B99-103A0DF0C636}"/>
              </a:ext>
            </a:extLst>
          </p:cNvPr>
          <p:cNvSpPr>
            <a:spLocks noGrp="1"/>
          </p:cNvSpPr>
          <p:nvPr>
            <p:ph type="body" sz="quarter" idx="68"/>
          </p:nvPr>
        </p:nvSpPr>
        <p:spPr/>
        <p:txBody>
          <a:bodyPr/>
          <a:lstStyle/>
          <a:p>
            <a:r>
              <a:rPr lang="en-US"/>
              <a:t>Title and Function can appear on two lines</a:t>
            </a:r>
          </a:p>
        </p:txBody>
      </p:sp>
      <p:pic>
        <p:nvPicPr>
          <p:cNvPr id="65" name="Picture Placeholder 5">
            <a:extLst>
              <a:ext uri="{FF2B5EF4-FFF2-40B4-BE49-F238E27FC236}">
                <a16:creationId xmlns:a16="http://schemas.microsoft.com/office/drawing/2014/main" id="{1CD45F11-A690-4DAC-AC16-29393AA8C30F}"/>
              </a:ext>
            </a:extLst>
          </p:cNvPr>
          <p:cNvPicPr>
            <a:picLocks noGrp="1" noChangeAspect="1"/>
          </p:cNvPicPr>
          <p:nvPr>
            <p:ph type="pic" sz="quarter" idx="69"/>
          </p:nvPr>
        </p:nvPicPr>
        <p:blipFill>
          <a:blip r:embed="rId2" cstate="email">
            <a:extLst>
              <a:ext uri="{28A0092B-C50C-407E-A947-70E740481C1C}">
                <a14:useLocalDpi xmlns:a14="http://schemas.microsoft.com/office/drawing/2010/main"/>
              </a:ext>
            </a:extLst>
          </a:blip>
          <a:srcRect t="181" b="181"/>
          <a:stretch/>
        </p:blipFill>
        <p:spPr/>
      </p:pic>
      <p:sp>
        <p:nvSpPr>
          <p:cNvPr id="182" name="Text Placeholder 181">
            <a:extLst>
              <a:ext uri="{FF2B5EF4-FFF2-40B4-BE49-F238E27FC236}">
                <a16:creationId xmlns:a16="http://schemas.microsoft.com/office/drawing/2014/main" id="{066474A0-05DB-4AD9-82EF-1DC061D3A58F}"/>
              </a:ext>
            </a:extLst>
          </p:cNvPr>
          <p:cNvSpPr>
            <a:spLocks noGrp="1"/>
          </p:cNvSpPr>
          <p:nvPr>
            <p:ph type="body" sz="quarter" idx="70"/>
          </p:nvPr>
        </p:nvSpPr>
        <p:spPr/>
        <p:txBody>
          <a:bodyPr/>
          <a:lstStyle/>
          <a:p>
            <a:pPr lvl="0"/>
            <a:r>
              <a:rPr lang="en-US" err="1"/>
              <a:t>Firstname</a:t>
            </a:r>
            <a:r>
              <a:rPr lang="en-US"/>
              <a:t>, </a:t>
            </a:r>
            <a:r>
              <a:rPr lang="en-US" err="1"/>
              <a:t>Lastname</a:t>
            </a:r>
            <a:endParaRPr lang="en-US"/>
          </a:p>
        </p:txBody>
      </p:sp>
      <p:sp>
        <p:nvSpPr>
          <p:cNvPr id="183" name="Text Placeholder 182">
            <a:extLst>
              <a:ext uri="{FF2B5EF4-FFF2-40B4-BE49-F238E27FC236}">
                <a16:creationId xmlns:a16="http://schemas.microsoft.com/office/drawing/2014/main" id="{611E064A-6C6E-40AC-B4F1-217562940D5B}"/>
              </a:ext>
            </a:extLst>
          </p:cNvPr>
          <p:cNvSpPr>
            <a:spLocks noGrp="1"/>
          </p:cNvSpPr>
          <p:nvPr>
            <p:ph type="body" sz="quarter" idx="71"/>
          </p:nvPr>
        </p:nvSpPr>
        <p:spPr/>
        <p:txBody>
          <a:bodyPr/>
          <a:lstStyle/>
          <a:p>
            <a:r>
              <a:rPr lang="en-US"/>
              <a:t>Title and Function can appear on two lines</a:t>
            </a:r>
          </a:p>
        </p:txBody>
      </p:sp>
      <p:pic>
        <p:nvPicPr>
          <p:cNvPr id="66" name="Picture Placeholder 5">
            <a:extLst>
              <a:ext uri="{FF2B5EF4-FFF2-40B4-BE49-F238E27FC236}">
                <a16:creationId xmlns:a16="http://schemas.microsoft.com/office/drawing/2014/main" id="{2363D1D1-21BC-492E-B88C-04899DF596AF}"/>
              </a:ext>
            </a:extLst>
          </p:cNvPr>
          <p:cNvPicPr>
            <a:picLocks noGrp="1" noChangeAspect="1"/>
          </p:cNvPicPr>
          <p:nvPr>
            <p:ph type="pic" sz="quarter" idx="72"/>
          </p:nvPr>
        </p:nvPicPr>
        <p:blipFill>
          <a:blip r:embed="rId2" cstate="email">
            <a:extLst>
              <a:ext uri="{28A0092B-C50C-407E-A947-70E740481C1C}">
                <a14:useLocalDpi xmlns:a14="http://schemas.microsoft.com/office/drawing/2010/main"/>
              </a:ext>
            </a:extLst>
          </a:blip>
          <a:srcRect t="180" b="180"/>
          <a:stretch/>
        </p:blipFill>
        <p:spPr/>
      </p:pic>
      <p:sp>
        <p:nvSpPr>
          <p:cNvPr id="185" name="Text Placeholder 184">
            <a:extLst>
              <a:ext uri="{FF2B5EF4-FFF2-40B4-BE49-F238E27FC236}">
                <a16:creationId xmlns:a16="http://schemas.microsoft.com/office/drawing/2014/main" id="{EF01D1D2-2BD4-48C2-800E-AEB7BFFA0AA0}"/>
              </a:ext>
            </a:extLst>
          </p:cNvPr>
          <p:cNvSpPr>
            <a:spLocks noGrp="1"/>
          </p:cNvSpPr>
          <p:nvPr>
            <p:ph type="body" sz="quarter" idx="73"/>
          </p:nvPr>
        </p:nvSpPr>
        <p:spPr/>
        <p:txBody>
          <a:bodyPr/>
          <a:lstStyle/>
          <a:p>
            <a:pPr lvl="0"/>
            <a:r>
              <a:rPr lang="en-US" err="1"/>
              <a:t>Firstname</a:t>
            </a:r>
            <a:r>
              <a:rPr lang="en-US"/>
              <a:t>, </a:t>
            </a:r>
            <a:r>
              <a:rPr lang="en-US" err="1"/>
              <a:t>Lastname</a:t>
            </a:r>
            <a:endParaRPr lang="en-US"/>
          </a:p>
        </p:txBody>
      </p:sp>
      <p:sp>
        <p:nvSpPr>
          <p:cNvPr id="186" name="Text Placeholder 185">
            <a:extLst>
              <a:ext uri="{FF2B5EF4-FFF2-40B4-BE49-F238E27FC236}">
                <a16:creationId xmlns:a16="http://schemas.microsoft.com/office/drawing/2014/main" id="{6B42C661-F445-4B47-A2B8-2BF28D6A0FEF}"/>
              </a:ext>
            </a:extLst>
          </p:cNvPr>
          <p:cNvSpPr>
            <a:spLocks noGrp="1"/>
          </p:cNvSpPr>
          <p:nvPr>
            <p:ph type="body" sz="quarter" idx="74"/>
          </p:nvPr>
        </p:nvSpPr>
        <p:spPr/>
        <p:txBody>
          <a:bodyPr/>
          <a:lstStyle/>
          <a:p>
            <a:r>
              <a:rPr lang="en-US"/>
              <a:t>Title and Function can appear on two lines</a:t>
            </a:r>
          </a:p>
        </p:txBody>
      </p:sp>
      <p:pic>
        <p:nvPicPr>
          <p:cNvPr id="67" name="Picture Placeholder 5">
            <a:extLst>
              <a:ext uri="{FF2B5EF4-FFF2-40B4-BE49-F238E27FC236}">
                <a16:creationId xmlns:a16="http://schemas.microsoft.com/office/drawing/2014/main" id="{78885312-639E-4D85-A1B3-EF12800B41EE}"/>
              </a:ext>
            </a:extLst>
          </p:cNvPr>
          <p:cNvPicPr>
            <a:picLocks noGrp="1" noChangeAspect="1"/>
          </p:cNvPicPr>
          <p:nvPr>
            <p:ph type="pic" sz="quarter" idx="75"/>
          </p:nvPr>
        </p:nvPicPr>
        <p:blipFill>
          <a:blip r:embed="rId4" cstate="email">
            <a:extLst>
              <a:ext uri="{28A0092B-C50C-407E-A947-70E740481C1C}">
                <a14:useLocalDpi xmlns:a14="http://schemas.microsoft.com/office/drawing/2010/main"/>
              </a:ext>
            </a:extLst>
          </a:blip>
          <a:srcRect l="180" r="180"/>
          <a:stretch/>
        </p:blipFill>
        <p:spPr/>
      </p:pic>
      <p:sp>
        <p:nvSpPr>
          <p:cNvPr id="188" name="Text Placeholder 187">
            <a:extLst>
              <a:ext uri="{FF2B5EF4-FFF2-40B4-BE49-F238E27FC236}">
                <a16:creationId xmlns:a16="http://schemas.microsoft.com/office/drawing/2014/main" id="{70194572-E524-4E04-BDA5-497508332701}"/>
              </a:ext>
            </a:extLst>
          </p:cNvPr>
          <p:cNvSpPr>
            <a:spLocks noGrp="1"/>
          </p:cNvSpPr>
          <p:nvPr>
            <p:ph type="body" sz="quarter" idx="76"/>
          </p:nvPr>
        </p:nvSpPr>
        <p:spPr/>
        <p:txBody>
          <a:bodyPr/>
          <a:lstStyle/>
          <a:p>
            <a:pPr lvl="0"/>
            <a:r>
              <a:rPr lang="en-US" err="1"/>
              <a:t>Firstname</a:t>
            </a:r>
            <a:r>
              <a:rPr lang="en-US"/>
              <a:t>, </a:t>
            </a:r>
            <a:r>
              <a:rPr lang="en-US" err="1"/>
              <a:t>Lastname</a:t>
            </a:r>
            <a:endParaRPr lang="en-US"/>
          </a:p>
        </p:txBody>
      </p:sp>
      <p:sp>
        <p:nvSpPr>
          <p:cNvPr id="189" name="Text Placeholder 188">
            <a:extLst>
              <a:ext uri="{FF2B5EF4-FFF2-40B4-BE49-F238E27FC236}">
                <a16:creationId xmlns:a16="http://schemas.microsoft.com/office/drawing/2014/main" id="{6D8DCF0E-EB47-4924-AF55-C29CB2CCA2F9}"/>
              </a:ext>
            </a:extLst>
          </p:cNvPr>
          <p:cNvSpPr>
            <a:spLocks noGrp="1"/>
          </p:cNvSpPr>
          <p:nvPr>
            <p:ph type="body" sz="quarter" idx="77"/>
          </p:nvPr>
        </p:nvSpPr>
        <p:spPr/>
        <p:txBody>
          <a:bodyPr/>
          <a:lstStyle/>
          <a:p>
            <a:r>
              <a:rPr lang="en-US"/>
              <a:t>Title and Function can appear on two lines</a:t>
            </a:r>
          </a:p>
        </p:txBody>
      </p:sp>
      <p:pic>
        <p:nvPicPr>
          <p:cNvPr id="68" name="Picture Placeholder 5">
            <a:extLst>
              <a:ext uri="{FF2B5EF4-FFF2-40B4-BE49-F238E27FC236}">
                <a16:creationId xmlns:a16="http://schemas.microsoft.com/office/drawing/2014/main" id="{BDF094AF-03DE-419E-A446-0D6DE6D0C2B5}"/>
              </a:ext>
            </a:extLst>
          </p:cNvPr>
          <p:cNvPicPr>
            <a:picLocks noGrp="1" noChangeAspect="1"/>
          </p:cNvPicPr>
          <p:nvPr>
            <p:ph type="pic" sz="quarter" idx="78"/>
          </p:nvPr>
        </p:nvPicPr>
        <p:blipFill>
          <a:blip r:embed="rId4" cstate="email">
            <a:extLst>
              <a:ext uri="{28A0092B-C50C-407E-A947-70E740481C1C}">
                <a14:useLocalDpi xmlns:a14="http://schemas.microsoft.com/office/drawing/2010/main"/>
              </a:ext>
            </a:extLst>
          </a:blip>
          <a:srcRect l="180" r="180"/>
          <a:stretch/>
        </p:blipFill>
        <p:spPr/>
      </p:pic>
      <p:sp>
        <p:nvSpPr>
          <p:cNvPr id="191" name="Text Placeholder 190">
            <a:extLst>
              <a:ext uri="{FF2B5EF4-FFF2-40B4-BE49-F238E27FC236}">
                <a16:creationId xmlns:a16="http://schemas.microsoft.com/office/drawing/2014/main" id="{207ED310-E7F8-4731-98C6-6DC4FCEDB21E}"/>
              </a:ext>
            </a:extLst>
          </p:cNvPr>
          <p:cNvSpPr>
            <a:spLocks noGrp="1"/>
          </p:cNvSpPr>
          <p:nvPr>
            <p:ph type="body" sz="quarter" idx="79"/>
          </p:nvPr>
        </p:nvSpPr>
        <p:spPr/>
        <p:txBody>
          <a:bodyPr/>
          <a:lstStyle/>
          <a:p>
            <a:pPr lvl="0"/>
            <a:r>
              <a:rPr lang="en-US" err="1"/>
              <a:t>Firstname</a:t>
            </a:r>
            <a:r>
              <a:rPr lang="en-US"/>
              <a:t>, </a:t>
            </a:r>
            <a:r>
              <a:rPr lang="en-US" err="1"/>
              <a:t>Lastname</a:t>
            </a:r>
            <a:endParaRPr lang="en-US"/>
          </a:p>
        </p:txBody>
      </p:sp>
      <p:sp>
        <p:nvSpPr>
          <p:cNvPr id="192" name="Text Placeholder 191">
            <a:extLst>
              <a:ext uri="{FF2B5EF4-FFF2-40B4-BE49-F238E27FC236}">
                <a16:creationId xmlns:a16="http://schemas.microsoft.com/office/drawing/2014/main" id="{017F5E4D-5517-437E-80DF-757DE561217A}"/>
              </a:ext>
            </a:extLst>
          </p:cNvPr>
          <p:cNvSpPr>
            <a:spLocks noGrp="1"/>
          </p:cNvSpPr>
          <p:nvPr>
            <p:ph type="body" sz="quarter" idx="80"/>
          </p:nvPr>
        </p:nvSpPr>
        <p:spPr/>
        <p:txBody>
          <a:bodyPr/>
          <a:lstStyle/>
          <a:p>
            <a:r>
              <a:rPr lang="en-US"/>
              <a:t>Title and Function can appear on two lines</a:t>
            </a:r>
          </a:p>
        </p:txBody>
      </p:sp>
      <p:sp>
        <p:nvSpPr>
          <p:cNvPr id="2" name="Footer Placeholder 1">
            <a:extLst>
              <a:ext uri="{FF2B5EF4-FFF2-40B4-BE49-F238E27FC236}">
                <a16:creationId xmlns:a16="http://schemas.microsoft.com/office/drawing/2014/main" id="{1827C88F-FBA1-47D8-8E1D-7A517C16DC44}"/>
              </a:ext>
            </a:extLst>
          </p:cNvPr>
          <p:cNvSpPr>
            <a:spLocks noGrp="1"/>
          </p:cNvSpPr>
          <p:nvPr>
            <p:ph type="ftr" sz="quarter" idx="16"/>
          </p:nvPr>
        </p:nvSpPr>
        <p:spPr/>
        <p:txBody>
          <a:bodyPr/>
          <a:lstStyle/>
          <a:p>
            <a:r>
              <a:rPr lang="en-US"/>
              <a:t>Presentation Name or Footer Copy</a:t>
            </a:r>
          </a:p>
        </p:txBody>
      </p:sp>
      <p:cxnSp>
        <p:nvCxnSpPr>
          <p:cNvPr id="83" name="Straight Connector 82" descr="timeline">
            <a:extLst>
              <a:ext uri="{FF2B5EF4-FFF2-40B4-BE49-F238E27FC236}">
                <a16:creationId xmlns:a16="http://schemas.microsoft.com/office/drawing/2014/main" id="{E0D8C2B4-1910-44C0-97E6-74F9F0C4B12D}"/>
              </a:ext>
            </a:extLst>
          </p:cNvPr>
          <p:cNvCxnSpPr>
            <a:cxnSpLocks/>
          </p:cNvCxnSpPr>
          <p:nvPr/>
        </p:nvCxnSpPr>
        <p:spPr>
          <a:xfrm flipH="1">
            <a:off x="3279526" y="1322444"/>
            <a:ext cx="5529194"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84" name="Straight Connector 83" descr="timeline">
            <a:extLst>
              <a:ext uri="{FF2B5EF4-FFF2-40B4-BE49-F238E27FC236}">
                <a16:creationId xmlns:a16="http://schemas.microsoft.com/office/drawing/2014/main" id="{2F25C68D-58C0-4737-BABE-CF5B55B4F1FA}"/>
              </a:ext>
            </a:extLst>
          </p:cNvPr>
          <p:cNvCxnSpPr>
            <a:cxnSpLocks/>
          </p:cNvCxnSpPr>
          <p:nvPr/>
        </p:nvCxnSpPr>
        <p:spPr>
          <a:xfrm flipV="1">
            <a:off x="6044123" y="115501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85" name="Straight Connector 84" descr="timeline">
            <a:extLst>
              <a:ext uri="{FF2B5EF4-FFF2-40B4-BE49-F238E27FC236}">
                <a16:creationId xmlns:a16="http://schemas.microsoft.com/office/drawing/2014/main" id="{B48DCBAE-4AA1-44A4-A47C-67390C2B68DB}"/>
              </a:ext>
            </a:extLst>
          </p:cNvPr>
          <p:cNvCxnSpPr>
            <a:cxnSpLocks/>
          </p:cNvCxnSpPr>
          <p:nvPr/>
        </p:nvCxnSpPr>
        <p:spPr>
          <a:xfrm flipH="1">
            <a:off x="3279526" y="2419724"/>
            <a:ext cx="2696908"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86" name="Straight Connector 85" descr="timeline">
            <a:extLst>
              <a:ext uri="{FF2B5EF4-FFF2-40B4-BE49-F238E27FC236}">
                <a16:creationId xmlns:a16="http://schemas.microsoft.com/office/drawing/2014/main" id="{4C9B5EA6-6847-4341-A198-13708C9F0DE4}"/>
              </a:ext>
            </a:extLst>
          </p:cNvPr>
          <p:cNvCxnSpPr>
            <a:cxnSpLocks/>
          </p:cNvCxnSpPr>
          <p:nvPr/>
        </p:nvCxnSpPr>
        <p:spPr>
          <a:xfrm flipH="1">
            <a:off x="6111811" y="2419724"/>
            <a:ext cx="2696908"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87" name="Straight Connector 86" descr="timeline">
            <a:extLst>
              <a:ext uri="{FF2B5EF4-FFF2-40B4-BE49-F238E27FC236}">
                <a16:creationId xmlns:a16="http://schemas.microsoft.com/office/drawing/2014/main" id="{C099C5A2-634F-4FC8-B832-73BA0732F172}"/>
              </a:ext>
            </a:extLst>
          </p:cNvPr>
          <p:cNvCxnSpPr>
            <a:cxnSpLocks/>
          </p:cNvCxnSpPr>
          <p:nvPr/>
        </p:nvCxnSpPr>
        <p:spPr>
          <a:xfrm flipV="1">
            <a:off x="4627980" y="2419724"/>
            <a:ext cx="0" cy="167434"/>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88" name="Straight Connector 87" descr="timeline">
            <a:extLst>
              <a:ext uri="{FF2B5EF4-FFF2-40B4-BE49-F238E27FC236}">
                <a16:creationId xmlns:a16="http://schemas.microsoft.com/office/drawing/2014/main" id="{7FE8BC9D-FC33-4669-AE5F-7AF0B79ECD39}"/>
              </a:ext>
            </a:extLst>
          </p:cNvPr>
          <p:cNvCxnSpPr>
            <a:cxnSpLocks/>
          </p:cNvCxnSpPr>
          <p:nvPr/>
        </p:nvCxnSpPr>
        <p:spPr>
          <a:xfrm flipV="1">
            <a:off x="7460265" y="2419724"/>
            <a:ext cx="0" cy="167434"/>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89" name="Straight Connector 88" descr="timeline">
            <a:extLst>
              <a:ext uri="{FF2B5EF4-FFF2-40B4-BE49-F238E27FC236}">
                <a16:creationId xmlns:a16="http://schemas.microsoft.com/office/drawing/2014/main" id="{B835E6FA-D53A-4AE0-89A4-A30D8F4B8FDD}"/>
              </a:ext>
            </a:extLst>
          </p:cNvPr>
          <p:cNvCxnSpPr>
            <a:cxnSpLocks/>
          </p:cNvCxnSpPr>
          <p:nvPr/>
        </p:nvCxnSpPr>
        <p:spPr>
          <a:xfrm flipH="1">
            <a:off x="3279526" y="3512445"/>
            <a:ext cx="2696908"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90" name="Straight Connector 89" descr="timeline">
            <a:extLst>
              <a:ext uri="{FF2B5EF4-FFF2-40B4-BE49-F238E27FC236}">
                <a16:creationId xmlns:a16="http://schemas.microsoft.com/office/drawing/2014/main" id="{D5B6266F-8DC4-46BC-88C1-573B3BBE4AEE}"/>
              </a:ext>
            </a:extLst>
          </p:cNvPr>
          <p:cNvCxnSpPr>
            <a:cxnSpLocks/>
          </p:cNvCxnSpPr>
          <p:nvPr/>
        </p:nvCxnSpPr>
        <p:spPr>
          <a:xfrm flipH="1">
            <a:off x="6111811" y="3512445"/>
            <a:ext cx="2696908"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91" name="Straight Connector 90" descr="timeline">
            <a:extLst>
              <a:ext uri="{FF2B5EF4-FFF2-40B4-BE49-F238E27FC236}">
                <a16:creationId xmlns:a16="http://schemas.microsoft.com/office/drawing/2014/main" id="{926EB761-9A1D-4C38-9007-44667011584D}"/>
              </a:ext>
            </a:extLst>
          </p:cNvPr>
          <p:cNvCxnSpPr>
            <a:cxnSpLocks/>
          </p:cNvCxnSpPr>
          <p:nvPr/>
        </p:nvCxnSpPr>
        <p:spPr>
          <a:xfrm flipV="1">
            <a:off x="4627980" y="3512445"/>
            <a:ext cx="0" cy="167434"/>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92" name="Straight Connector 91" descr="timeline">
            <a:extLst>
              <a:ext uri="{FF2B5EF4-FFF2-40B4-BE49-F238E27FC236}">
                <a16:creationId xmlns:a16="http://schemas.microsoft.com/office/drawing/2014/main" id="{25AD2D39-B5FC-41ED-9C25-016D99AF6C23}"/>
              </a:ext>
            </a:extLst>
          </p:cNvPr>
          <p:cNvCxnSpPr>
            <a:cxnSpLocks/>
          </p:cNvCxnSpPr>
          <p:nvPr/>
        </p:nvCxnSpPr>
        <p:spPr>
          <a:xfrm flipV="1">
            <a:off x="7460265" y="3512445"/>
            <a:ext cx="0" cy="167434"/>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065529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FEC4F60A-5282-C363-40A0-8B178F2E1BA0}"/>
              </a:ext>
            </a:extLst>
          </p:cNvPr>
          <p:cNvSpPr/>
          <p:nvPr/>
        </p:nvSpPr>
        <p:spPr>
          <a:xfrm>
            <a:off x="6684211" y="745900"/>
            <a:ext cx="997873" cy="1452282"/>
          </a:xfrm>
          <a:prstGeom prst="rect">
            <a:avLst/>
          </a:prstGeom>
          <a:solidFill>
            <a:schemeClr val="tx2">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85" name="Rectangle 84">
            <a:extLst>
              <a:ext uri="{FF2B5EF4-FFF2-40B4-BE49-F238E27FC236}">
                <a16:creationId xmlns:a16="http://schemas.microsoft.com/office/drawing/2014/main" id="{33584987-E4F6-B730-0979-07251E3F7282}"/>
              </a:ext>
            </a:extLst>
          </p:cNvPr>
          <p:cNvSpPr/>
          <p:nvPr/>
        </p:nvSpPr>
        <p:spPr>
          <a:xfrm>
            <a:off x="7817326" y="745900"/>
            <a:ext cx="997873" cy="14522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83" name="Rectangle 82">
            <a:extLst>
              <a:ext uri="{FF2B5EF4-FFF2-40B4-BE49-F238E27FC236}">
                <a16:creationId xmlns:a16="http://schemas.microsoft.com/office/drawing/2014/main" id="{7DBC4851-80D6-A1E1-294D-B7347A043547}"/>
              </a:ext>
            </a:extLst>
          </p:cNvPr>
          <p:cNvSpPr/>
          <p:nvPr/>
        </p:nvSpPr>
        <p:spPr>
          <a:xfrm>
            <a:off x="4412860" y="750821"/>
            <a:ext cx="1160348" cy="14522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81" name="Rectangle 80">
            <a:extLst>
              <a:ext uri="{FF2B5EF4-FFF2-40B4-BE49-F238E27FC236}">
                <a16:creationId xmlns:a16="http://schemas.microsoft.com/office/drawing/2014/main" id="{1D46E923-7752-B481-4A55-0513DF4F8E64}"/>
              </a:ext>
            </a:extLst>
          </p:cNvPr>
          <p:cNvSpPr/>
          <p:nvPr/>
        </p:nvSpPr>
        <p:spPr>
          <a:xfrm>
            <a:off x="6684211" y="2190656"/>
            <a:ext cx="997873" cy="2478772"/>
          </a:xfrm>
          <a:prstGeom prst="rect">
            <a:avLst/>
          </a:prstGeom>
          <a:solidFill>
            <a:schemeClr val="tx2">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82" name="Rectangle 81">
            <a:extLst>
              <a:ext uri="{FF2B5EF4-FFF2-40B4-BE49-F238E27FC236}">
                <a16:creationId xmlns:a16="http://schemas.microsoft.com/office/drawing/2014/main" id="{197B5AF1-5C8B-7A85-1C83-055EF0BF54C3}"/>
              </a:ext>
            </a:extLst>
          </p:cNvPr>
          <p:cNvSpPr/>
          <p:nvPr/>
        </p:nvSpPr>
        <p:spPr>
          <a:xfrm>
            <a:off x="7822584" y="2190656"/>
            <a:ext cx="997873" cy="24787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80" name="Rectangle 79">
            <a:extLst>
              <a:ext uri="{FF2B5EF4-FFF2-40B4-BE49-F238E27FC236}">
                <a16:creationId xmlns:a16="http://schemas.microsoft.com/office/drawing/2014/main" id="{A86CF844-87F4-4172-C567-AC79307388D7}"/>
              </a:ext>
            </a:extLst>
          </p:cNvPr>
          <p:cNvSpPr/>
          <p:nvPr/>
        </p:nvSpPr>
        <p:spPr>
          <a:xfrm>
            <a:off x="4412859" y="2207822"/>
            <a:ext cx="2131205" cy="24616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79" name="Rectangle 78">
            <a:extLst>
              <a:ext uri="{FF2B5EF4-FFF2-40B4-BE49-F238E27FC236}">
                <a16:creationId xmlns:a16="http://schemas.microsoft.com/office/drawing/2014/main" id="{4445C76E-3294-5F49-2EF8-706BB7D77417}"/>
              </a:ext>
            </a:extLst>
          </p:cNvPr>
          <p:cNvSpPr/>
          <p:nvPr/>
        </p:nvSpPr>
        <p:spPr>
          <a:xfrm>
            <a:off x="3277070" y="745900"/>
            <a:ext cx="973312" cy="3923528"/>
          </a:xfrm>
          <a:prstGeom prst="rect">
            <a:avLst/>
          </a:prstGeom>
          <a:solidFill>
            <a:schemeClr val="tx2">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 name="Text Placeholder 1">
            <a:extLst>
              <a:ext uri="{FF2B5EF4-FFF2-40B4-BE49-F238E27FC236}">
                <a16:creationId xmlns:a16="http://schemas.microsoft.com/office/drawing/2014/main" id="{838DE15F-3108-07C5-B7DB-B9CD60607CAE}"/>
              </a:ext>
            </a:extLst>
          </p:cNvPr>
          <p:cNvSpPr>
            <a:spLocks noGrp="1"/>
          </p:cNvSpPr>
          <p:nvPr>
            <p:ph type="body" sz="quarter" idx="42"/>
          </p:nvPr>
        </p:nvSpPr>
        <p:spPr/>
        <p:txBody>
          <a:bodyPr/>
          <a:lstStyle/>
          <a:p>
            <a:r>
              <a:rPr lang="en-US" err="1"/>
              <a:t>Firstname</a:t>
            </a:r>
            <a:r>
              <a:rPr lang="en-US"/>
              <a:t>, </a:t>
            </a:r>
            <a:r>
              <a:rPr lang="en-US" err="1"/>
              <a:t>Lastname</a:t>
            </a:r>
            <a:endParaRPr lang="en-US"/>
          </a:p>
          <a:p>
            <a:endParaRPr lang="en-US"/>
          </a:p>
        </p:txBody>
      </p:sp>
      <p:sp>
        <p:nvSpPr>
          <p:cNvPr id="3" name="Text Placeholder 2">
            <a:extLst>
              <a:ext uri="{FF2B5EF4-FFF2-40B4-BE49-F238E27FC236}">
                <a16:creationId xmlns:a16="http://schemas.microsoft.com/office/drawing/2014/main" id="{BBC67C8C-95EC-0DCF-6054-A2C68BD75FE8}"/>
              </a:ext>
            </a:extLst>
          </p:cNvPr>
          <p:cNvSpPr>
            <a:spLocks noGrp="1"/>
          </p:cNvSpPr>
          <p:nvPr>
            <p:ph type="body" sz="quarter" idx="43"/>
          </p:nvPr>
        </p:nvSpPr>
        <p:spPr/>
        <p:txBody>
          <a:bodyPr/>
          <a:lstStyle/>
          <a:p>
            <a:r>
              <a:rPr lang="en-US"/>
              <a:t>Title and Function can appear on two lines</a:t>
            </a:r>
          </a:p>
          <a:p>
            <a:endParaRPr lang="en-US"/>
          </a:p>
        </p:txBody>
      </p:sp>
      <p:sp>
        <p:nvSpPr>
          <p:cNvPr id="4" name="Text Placeholder 3">
            <a:extLst>
              <a:ext uri="{FF2B5EF4-FFF2-40B4-BE49-F238E27FC236}">
                <a16:creationId xmlns:a16="http://schemas.microsoft.com/office/drawing/2014/main" id="{273D8D6F-18CA-A5BA-41AB-E28DFAA94BE2}"/>
              </a:ext>
            </a:extLst>
          </p:cNvPr>
          <p:cNvSpPr>
            <a:spLocks noGrp="1"/>
          </p:cNvSpPr>
          <p:nvPr>
            <p:ph type="body" sz="quarter" idx="45"/>
          </p:nvPr>
        </p:nvSpPr>
        <p:spPr/>
        <p:txBody>
          <a:bodyPr/>
          <a:lstStyle/>
          <a:p>
            <a:r>
              <a:rPr lang="en-US" err="1"/>
              <a:t>Firstname</a:t>
            </a:r>
            <a:r>
              <a:rPr lang="en-US"/>
              <a:t>, </a:t>
            </a:r>
            <a:r>
              <a:rPr lang="en-US" err="1"/>
              <a:t>Lastname</a:t>
            </a:r>
            <a:endParaRPr lang="en-US"/>
          </a:p>
          <a:p>
            <a:endParaRPr lang="en-US"/>
          </a:p>
        </p:txBody>
      </p:sp>
      <p:sp>
        <p:nvSpPr>
          <p:cNvPr id="5" name="Text Placeholder 4">
            <a:extLst>
              <a:ext uri="{FF2B5EF4-FFF2-40B4-BE49-F238E27FC236}">
                <a16:creationId xmlns:a16="http://schemas.microsoft.com/office/drawing/2014/main" id="{62768061-4A28-0484-0E05-4EC5B2A76270}"/>
              </a:ext>
            </a:extLst>
          </p:cNvPr>
          <p:cNvSpPr>
            <a:spLocks noGrp="1"/>
          </p:cNvSpPr>
          <p:nvPr>
            <p:ph type="body" sz="quarter" idx="46"/>
          </p:nvPr>
        </p:nvSpPr>
        <p:spPr/>
        <p:txBody>
          <a:bodyPr/>
          <a:lstStyle/>
          <a:p>
            <a:r>
              <a:rPr lang="en-US"/>
              <a:t>Title and Function can appear on two lines</a:t>
            </a:r>
          </a:p>
          <a:p>
            <a:endParaRPr lang="en-US"/>
          </a:p>
        </p:txBody>
      </p:sp>
      <p:sp>
        <p:nvSpPr>
          <p:cNvPr id="6" name="Text Placeholder 5">
            <a:extLst>
              <a:ext uri="{FF2B5EF4-FFF2-40B4-BE49-F238E27FC236}">
                <a16:creationId xmlns:a16="http://schemas.microsoft.com/office/drawing/2014/main" id="{8A18B93B-81C6-CA13-DF5D-E3D8564E796C}"/>
              </a:ext>
            </a:extLst>
          </p:cNvPr>
          <p:cNvSpPr>
            <a:spLocks noGrp="1"/>
          </p:cNvSpPr>
          <p:nvPr>
            <p:ph type="body" sz="quarter" idx="48"/>
          </p:nvPr>
        </p:nvSpPr>
        <p:spPr/>
        <p:txBody>
          <a:bodyPr/>
          <a:lstStyle/>
          <a:p>
            <a:r>
              <a:rPr lang="en-US" err="1"/>
              <a:t>Firstname</a:t>
            </a:r>
            <a:r>
              <a:rPr lang="en-US"/>
              <a:t>, </a:t>
            </a:r>
            <a:r>
              <a:rPr lang="en-US" err="1"/>
              <a:t>Lastname</a:t>
            </a:r>
            <a:endParaRPr lang="en-US"/>
          </a:p>
          <a:p>
            <a:endParaRPr lang="en-US"/>
          </a:p>
        </p:txBody>
      </p:sp>
      <p:sp>
        <p:nvSpPr>
          <p:cNvPr id="7" name="Text Placeholder 6">
            <a:extLst>
              <a:ext uri="{FF2B5EF4-FFF2-40B4-BE49-F238E27FC236}">
                <a16:creationId xmlns:a16="http://schemas.microsoft.com/office/drawing/2014/main" id="{0FA130B6-3160-0761-1D92-B813C020BC61}"/>
              </a:ext>
            </a:extLst>
          </p:cNvPr>
          <p:cNvSpPr>
            <a:spLocks noGrp="1"/>
          </p:cNvSpPr>
          <p:nvPr>
            <p:ph type="body" sz="quarter" idx="49"/>
          </p:nvPr>
        </p:nvSpPr>
        <p:spPr/>
        <p:txBody>
          <a:bodyPr/>
          <a:lstStyle/>
          <a:p>
            <a:r>
              <a:rPr lang="en-US"/>
              <a:t>Title and Function can appear on two lines</a:t>
            </a:r>
          </a:p>
          <a:p>
            <a:endParaRPr lang="en-US"/>
          </a:p>
        </p:txBody>
      </p:sp>
      <p:sp>
        <p:nvSpPr>
          <p:cNvPr id="8" name="Text Placeholder 7">
            <a:extLst>
              <a:ext uri="{FF2B5EF4-FFF2-40B4-BE49-F238E27FC236}">
                <a16:creationId xmlns:a16="http://schemas.microsoft.com/office/drawing/2014/main" id="{79061414-818F-E659-880D-3C132E2248FB}"/>
              </a:ext>
            </a:extLst>
          </p:cNvPr>
          <p:cNvSpPr>
            <a:spLocks noGrp="1"/>
          </p:cNvSpPr>
          <p:nvPr>
            <p:ph type="body" sz="quarter" idx="51"/>
          </p:nvPr>
        </p:nvSpPr>
        <p:spPr/>
        <p:txBody>
          <a:bodyPr/>
          <a:lstStyle/>
          <a:p>
            <a:r>
              <a:rPr lang="en-US" err="1"/>
              <a:t>Firstname</a:t>
            </a:r>
            <a:r>
              <a:rPr lang="en-US"/>
              <a:t>, </a:t>
            </a:r>
            <a:r>
              <a:rPr lang="en-US" err="1"/>
              <a:t>Lastname</a:t>
            </a:r>
            <a:endParaRPr lang="en-US"/>
          </a:p>
          <a:p>
            <a:endParaRPr lang="en-US"/>
          </a:p>
        </p:txBody>
      </p:sp>
      <p:sp>
        <p:nvSpPr>
          <p:cNvPr id="9" name="Text Placeholder 8">
            <a:extLst>
              <a:ext uri="{FF2B5EF4-FFF2-40B4-BE49-F238E27FC236}">
                <a16:creationId xmlns:a16="http://schemas.microsoft.com/office/drawing/2014/main" id="{AB938EC6-4574-7EE7-4996-B2F0E02C1A94}"/>
              </a:ext>
            </a:extLst>
          </p:cNvPr>
          <p:cNvSpPr>
            <a:spLocks noGrp="1"/>
          </p:cNvSpPr>
          <p:nvPr>
            <p:ph type="body" sz="quarter" idx="52"/>
          </p:nvPr>
        </p:nvSpPr>
        <p:spPr/>
        <p:txBody>
          <a:bodyPr/>
          <a:lstStyle/>
          <a:p>
            <a:r>
              <a:rPr lang="en-US"/>
              <a:t>Title and Function can appear on two lines</a:t>
            </a:r>
          </a:p>
          <a:p>
            <a:endParaRPr lang="en-US"/>
          </a:p>
        </p:txBody>
      </p:sp>
      <p:sp>
        <p:nvSpPr>
          <p:cNvPr id="11" name="Title 10">
            <a:extLst>
              <a:ext uri="{FF2B5EF4-FFF2-40B4-BE49-F238E27FC236}">
                <a16:creationId xmlns:a16="http://schemas.microsoft.com/office/drawing/2014/main" id="{F8F9FCEE-8092-58E1-DE2E-957E98C25A2D}"/>
              </a:ext>
            </a:extLst>
          </p:cNvPr>
          <p:cNvSpPr>
            <a:spLocks noGrp="1"/>
          </p:cNvSpPr>
          <p:nvPr>
            <p:ph type="title"/>
          </p:nvPr>
        </p:nvSpPr>
        <p:spPr>
          <a:xfrm>
            <a:off x="336854" y="445961"/>
            <a:ext cx="2528272" cy="875502"/>
          </a:xfrm>
        </p:spPr>
        <p:txBody>
          <a:bodyPr/>
          <a:lstStyle/>
          <a:p>
            <a:r>
              <a:rPr lang="en-US"/>
              <a:t>Organization Chart: </a:t>
            </a:r>
            <a:br>
              <a:rPr lang="en-US"/>
            </a:br>
            <a:r>
              <a:rPr lang="en-US"/>
              <a:t>Text Only</a:t>
            </a:r>
          </a:p>
        </p:txBody>
      </p:sp>
      <p:sp>
        <p:nvSpPr>
          <p:cNvPr id="12" name="Text Placeholder 11">
            <a:extLst>
              <a:ext uri="{FF2B5EF4-FFF2-40B4-BE49-F238E27FC236}">
                <a16:creationId xmlns:a16="http://schemas.microsoft.com/office/drawing/2014/main" id="{64971E71-B76F-27E0-20F9-62CBA36F524D}"/>
              </a:ext>
            </a:extLst>
          </p:cNvPr>
          <p:cNvSpPr>
            <a:spLocks noGrp="1"/>
          </p:cNvSpPr>
          <p:nvPr>
            <p:ph type="body" sz="quarter" idx="12"/>
          </p:nvPr>
        </p:nvSpPr>
        <p:spPr/>
        <p:txBody>
          <a:bodyPr/>
          <a:lstStyle/>
          <a:p>
            <a:r>
              <a:rPr lang="en-US"/>
              <a:t>OVERLINE/SECTION IN ARIAL 8PT ALL CAPS</a:t>
            </a:r>
          </a:p>
          <a:p>
            <a:endParaRPr lang="en-US"/>
          </a:p>
        </p:txBody>
      </p:sp>
      <p:sp>
        <p:nvSpPr>
          <p:cNvPr id="13" name="Text Placeholder 12">
            <a:extLst>
              <a:ext uri="{FF2B5EF4-FFF2-40B4-BE49-F238E27FC236}">
                <a16:creationId xmlns:a16="http://schemas.microsoft.com/office/drawing/2014/main" id="{0C75C58D-C246-CEBD-BF6B-D8FF6AE8A24E}"/>
              </a:ext>
            </a:extLst>
          </p:cNvPr>
          <p:cNvSpPr>
            <a:spLocks noGrp="1"/>
          </p:cNvSpPr>
          <p:nvPr>
            <p:ph type="body" sz="quarter" idx="17"/>
          </p:nvPr>
        </p:nvSpPr>
        <p:spPr>
          <a:xfrm>
            <a:off x="336854" y="1798331"/>
            <a:ext cx="2516479" cy="409491"/>
          </a:xfrm>
        </p:spPr>
        <p:txBody>
          <a:bodyPr/>
          <a:lstStyle/>
          <a:p>
            <a:r>
              <a:rPr lang="en-US"/>
              <a:t>Subhead (optional) in Arial Regular 14pt.</a:t>
            </a:r>
          </a:p>
        </p:txBody>
      </p:sp>
      <p:sp>
        <p:nvSpPr>
          <p:cNvPr id="14" name="Text Placeholder 13">
            <a:extLst>
              <a:ext uri="{FF2B5EF4-FFF2-40B4-BE49-F238E27FC236}">
                <a16:creationId xmlns:a16="http://schemas.microsoft.com/office/drawing/2014/main" id="{F9ABF3E7-573C-4C21-3645-ADDA4EFF96D7}"/>
              </a:ext>
            </a:extLst>
          </p:cNvPr>
          <p:cNvSpPr>
            <a:spLocks noGrp="1"/>
          </p:cNvSpPr>
          <p:nvPr>
            <p:ph type="body" sz="quarter" idx="27"/>
          </p:nvPr>
        </p:nvSpPr>
        <p:spPr>
          <a:xfrm>
            <a:off x="4769392" y="293561"/>
            <a:ext cx="2530307" cy="125734"/>
          </a:xfrm>
        </p:spPr>
        <p:txBody>
          <a:bodyPr/>
          <a:lstStyle/>
          <a:p>
            <a:r>
              <a:rPr lang="en-US" err="1"/>
              <a:t>Firstname</a:t>
            </a:r>
            <a:r>
              <a:rPr lang="en-US"/>
              <a:t>, </a:t>
            </a:r>
            <a:r>
              <a:rPr lang="en-US" err="1"/>
              <a:t>Lastname</a:t>
            </a:r>
            <a:endParaRPr lang="en-US"/>
          </a:p>
        </p:txBody>
      </p:sp>
      <p:sp>
        <p:nvSpPr>
          <p:cNvPr id="15" name="Text Placeholder 14">
            <a:extLst>
              <a:ext uri="{FF2B5EF4-FFF2-40B4-BE49-F238E27FC236}">
                <a16:creationId xmlns:a16="http://schemas.microsoft.com/office/drawing/2014/main" id="{48188A8C-1FF7-0647-DC38-DF3A7335850B}"/>
              </a:ext>
            </a:extLst>
          </p:cNvPr>
          <p:cNvSpPr>
            <a:spLocks noGrp="1"/>
          </p:cNvSpPr>
          <p:nvPr>
            <p:ph type="body" sz="quarter" idx="28"/>
          </p:nvPr>
        </p:nvSpPr>
        <p:spPr>
          <a:xfrm>
            <a:off x="4769392" y="428820"/>
            <a:ext cx="2530307" cy="125734"/>
          </a:xfrm>
        </p:spPr>
        <p:txBody>
          <a:bodyPr/>
          <a:lstStyle/>
          <a:p>
            <a:r>
              <a:rPr lang="en-US"/>
              <a:t>Title and Function can appear on two lines</a:t>
            </a:r>
          </a:p>
        </p:txBody>
      </p:sp>
      <p:sp>
        <p:nvSpPr>
          <p:cNvPr id="16" name="Text Placeholder 15">
            <a:extLst>
              <a:ext uri="{FF2B5EF4-FFF2-40B4-BE49-F238E27FC236}">
                <a16:creationId xmlns:a16="http://schemas.microsoft.com/office/drawing/2014/main" id="{20980B76-E345-A53E-3A3B-11A80B066535}"/>
              </a:ext>
            </a:extLst>
          </p:cNvPr>
          <p:cNvSpPr>
            <a:spLocks noGrp="1"/>
          </p:cNvSpPr>
          <p:nvPr>
            <p:ph type="body" sz="quarter" idx="70"/>
          </p:nvPr>
        </p:nvSpPr>
        <p:spPr>
          <a:xfrm>
            <a:off x="3274839" y="949414"/>
            <a:ext cx="975543" cy="251468"/>
          </a:xfrm>
        </p:spPr>
        <p:txBody>
          <a:bodyPr/>
          <a:lstStyle/>
          <a:p>
            <a:r>
              <a:rPr lang="en-US" err="1"/>
              <a:t>Firstname</a:t>
            </a:r>
            <a:r>
              <a:rPr lang="en-US"/>
              <a:t>, </a:t>
            </a:r>
            <a:r>
              <a:rPr lang="en-US" err="1"/>
              <a:t>Lastname</a:t>
            </a:r>
            <a:endParaRPr lang="en-US"/>
          </a:p>
          <a:p>
            <a:endParaRPr lang="en-US"/>
          </a:p>
        </p:txBody>
      </p:sp>
      <p:sp>
        <p:nvSpPr>
          <p:cNvPr id="17" name="Text Placeholder 16">
            <a:extLst>
              <a:ext uri="{FF2B5EF4-FFF2-40B4-BE49-F238E27FC236}">
                <a16:creationId xmlns:a16="http://schemas.microsoft.com/office/drawing/2014/main" id="{E65C75FB-A214-DB4C-C48C-F4BC3ACED5DC}"/>
              </a:ext>
            </a:extLst>
          </p:cNvPr>
          <p:cNvSpPr>
            <a:spLocks noGrp="1"/>
          </p:cNvSpPr>
          <p:nvPr>
            <p:ph type="body" sz="quarter" idx="71"/>
          </p:nvPr>
        </p:nvSpPr>
        <p:spPr>
          <a:xfrm>
            <a:off x="3274839" y="1236477"/>
            <a:ext cx="975543" cy="125734"/>
          </a:xfrm>
        </p:spPr>
        <p:txBody>
          <a:bodyPr/>
          <a:lstStyle/>
          <a:p>
            <a:r>
              <a:rPr lang="en-US"/>
              <a:t>Title and Function can appear on two lines</a:t>
            </a:r>
          </a:p>
          <a:p>
            <a:endParaRPr lang="en-US"/>
          </a:p>
        </p:txBody>
      </p:sp>
      <p:sp>
        <p:nvSpPr>
          <p:cNvPr id="18" name="Text Placeholder 17">
            <a:extLst>
              <a:ext uri="{FF2B5EF4-FFF2-40B4-BE49-F238E27FC236}">
                <a16:creationId xmlns:a16="http://schemas.microsoft.com/office/drawing/2014/main" id="{AB232C87-E415-EC04-D264-27AF9355EBCD}"/>
              </a:ext>
            </a:extLst>
          </p:cNvPr>
          <p:cNvSpPr>
            <a:spLocks noGrp="1"/>
          </p:cNvSpPr>
          <p:nvPr>
            <p:ph type="body" sz="quarter" idx="73"/>
          </p:nvPr>
        </p:nvSpPr>
        <p:spPr>
          <a:xfrm>
            <a:off x="4417545" y="949414"/>
            <a:ext cx="975543" cy="251468"/>
          </a:xfrm>
        </p:spPr>
        <p:txBody>
          <a:bodyPr/>
          <a:lstStyle/>
          <a:p>
            <a:r>
              <a:rPr lang="en-US" err="1"/>
              <a:t>Firstname</a:t>
            </a:r>
            <a:r>
              <a:rPr lang="en-US"/>
              <a:t>, </a:t>
            </a:r>
            <a:r>
              <a:rPr lang="en-US" err="1"/>
              <a:t>Lastname</a:t>
            </a:r>
            <a:endParaRPr lang="en-US"/>
          </a:p>
          <a:p>
            <a:endParaRPr lang="en-US"/>
          </a:p>
        </p:txBody>
      </p:sp>
      <p:sp>
        <p:nvSpPr>
          <p:cNvPr id="19" name="Text Placeholder 18">
            <a:extLst>
              <a:ext uri="{FF2B5EF4-FFF2-40B4-BE49-F238E27FC236}">
                <a16:creationId xmlns:a16="http://schemas.microsoft.com/office/drawing/2014/main" id="{8259D18A-69D0-2FF0-827B-752D561A9939}"/>
              </a:ext>
            </a:extLst>
          </p:cNvPr>
          <p:cNvSpPr>
            <a:spLocks noGrp="1"/>
          </p:cNvSpPr>
          <p:nvPr>
            <p:ph type="body" sz="quarter" idx="74"/>
          </p:nvPr>
        </p:nvSpPr>
        <p:spPr>
          <a:xfrm>
            <a:off x="4417545" y="1236477"/>
            <a:ext cx="975543" cy="125734"/>
          </a:xfrm>
        </p:spPr>
        <p:txBody>
          <a:bodyPr/>
          <a:lstStyle/>
          <a:p>
            <a:r>
              <a:rPr lang="en-US"/>
              <a:t>Title and Function can appear on two lines</a:t>
            </a:r>
          </a:p>
          <a:p>
            <a:endParaRPr lang="en-US"/>
          </a:p>
        </p:txBody>
      </p:sp>
      <p:sp>
        <p:nvSpPr>
          <p:cNvPr id="20" name="Text Placeholder 19">
            <a:extLst>
              <a:ext uri="{FF2B5EF4-FFF2-40B4-BE49-F238E27FC236}">
                <a16:creationId xmlns:a16="http://schemas.microsoft.com/office/drawing/2014/main" id="{7F7D7321-AB73-ECBF-2D6B-B5D2D214FAE2}"/>
              </a:ext>
            </a:extLst>
          </p:cNvPr>
          <p:cNvSpPr>
            <a:spLocks noGrp="1"/>
          </p:cNvSpPr>
          <p:nvPr>
            <p:ph type="body" sz="quarter" idx="76"/>
          </p:nvPr>
        </p:nvSpPr>
        <p:spPr>
          <a:xfrm>
            <a:off x="6693583" y="945500"/>
            <a:ext cx="975543" cy="251468"/>
          </a:xfrm>
        </p:spPr>
        <p:txBody>
          <a:bodyPr/>
          <a:lstStyle/>
          <a:p>
            <a:r>
              <a:rPr lang="en-US" err="1"/>
              <a:t>Firstname</a:t>
            </a:r>
            <a:r>
              <a:rPr lang="en-US"/>
              <a:t>, </a:t>
            </a:r>
            <a:r>
              <a:rPr lang="en-US" err="1"/>
              <a:t>Lastname</a:t>
            </a:r>
            <a:endParaRPr lang="en-US"/>
          </a:p>
          <a:p>
            <a:endParaRPr lang="en-US"/>
          </a:p>
        </p:txBody>
      </p:sp>
      <p:sp>
        <p:nvSpPr>
          <p:cNvPr id="21" name="Text Placeholder 20">
            <a:extLst>
              <a:ext uri="{FF2B5EF4-FFF2-40B4-BE49-F238E27FC236}">
                <a16:creationId xmlns:a16="http://schemas.microsoft.com/office/drawing/2014/main" id="{35EBF050-4F39-4697-8CD0-5911B539F730}"/>
              </a:ext>
            </a:extLst>
          </p:cNvPr>
          <p:cNvSpPr>
            <a:spLocks noGrp="1"/>
          </p:cNvSpPr>
          <p:nvPr>
            <p:ph type="body" sz="quarter" idx="77"/>
          </p:nvPr>
        </p:nvSpPr>
        <p:spPr>
          <a:xfrm>
            <a:off x="6693583" y="1232563"/>
            <a:ext cx="975543" cy="125734"/>
          </a:xfrm>
        </p:spPr>
        <p:txBody>
          <a:bodyPr/>
          <a:lstStyle/>
          <a:p>
            <a:r>
              <a:rPr lang="en-US"/>
              <a:t>Title and Function can appear on two lines</a:t>
            </a:r>
          </a:p>
          <a:p>
            <a:endParaRPr lang="en-US"/>
          </a:p>
        </p:txBody>
      </p:sp>
      <p:sp>
        <p:nvSpPr>
          <p:cNvPr id="22" name="Text Placeholder 21">
            <a:extLst>
              <a:ext uri="{FF2B5EF4-FFF2-40B4-BE49-F238E27FC236}">
                <a16:creationId xmlns:a16="http://schemas.microsoft.com/office/drawing/2014/main" id="{B082F4DB-24D9-A907-5151-30E1BD93B840}"/>
              </a:ext>
            </a:extLst>
          </p:cNvPr>
          <p:cNvSpPr>
            <a:spLocks noGrp="1"/>
          </p:cNvSpPr>
          <p:nvPr>
            <p:ph type="body" sz="quarter" idx="79"/>
          </p:nvPr>
        </p:nvSpPr>
        <p:spPr>
          <a:xfrm>
            <a:off x="7831603" y="945500"/>
            <a:ext cx="975543" cy="251468"/>
          </a:xfrm>
        </p:spPr>
        <p:txBody>
          <a:bodyPr/>
          <a:lstStyle/>
          <a:p>
            <a:r>
              <a:rPr lang="en-US" err="1"/>
              <a:t>Firstname</a:t>
            </a:r>
            <a:r>
              <a:rPr lang="en-US"/>
              <a:t>, </a:t>
            </a:r>
            <a:r>
              <a:rPr lang="en-US" err="1"/>
              <a:t>Lastname</a:t>
            </a:r>
            <a:endParaRPr lang="en-US"/>
          </a:p>
          <a:p>
            <a:endParaRPr lang="en-US"/>
          </a:p>
        </p:txBody>
      </p:sp>
      <p:sp>
        <p:nvSpPr>
          <p:cNvPr id="23" name="Text Placeholder 22">
            <a:extLst>
              <a:ext uri="{FF2B5EF4-FFF2-40B4-BE49-F238E27FC236}">
                <a16:creationId xmlns:a16="http://schemas.microsoft.com/office/drawing/2014/main" id="{D4567D7C-5B68-5CFD-080C-A1A90AEB6A98}"/>
              </a:ext>
            </a:extLst>
          </p:cNvPr>
          <p:cNvSpPr>
            <a:spLocks noGrp="1"/>
          </p:cNvSpPr>
          <p:nvPr>
            <p:ph type="body" sz="quarter" idx="80"/>
          </p:nvPr>
        </p:nvSpPr>
        <p:spPr>
          <a:xfrm>
            <a:off x="7831603" y="1232563"/>
            <a:ext cx="975543" cy="125734"/>
          </a:xfrm>
        </p:spPr>
        <p:txBody>
          <a:bodyPr/>
          <a:lstStyle/>
          <a:p>
            <a:r>
              <a:rPr lang="en-US"/>
              <a:t>Title and Function can appear on two lines</a:t>
            </a:r>
          </a:p>
          <a:p>
            <a:endParaRPr lang="en-US"/>
          </a:p>
        </p:txBody>
      </p:sp>
      <p:sp>
        <p:nvSpPr>
          <p:cNvPr id="24" name="Text Placeholder 23">
            <a:extLst>
              <a:ext uri="{FF2B5EF4-FFF2-40B4-BE49-F238E27FC236}">
                <a16:creationId xmlns:a16="http://schemas.microsoft.com/office/drawing/2014/main" id="{FF8C9362-41FE-C6A1-D361-484D9C0CB890}"/>
              </a:ext>
            </a:extLst>
          </p:cNvPr>
          <p:cNvSpPr>
            <a:spLocks noGrp="1"/>
          </p:cNvSpPr>
          <p:nvPr>
            <p:ph type="body" sz="quarter" idx="81"/>
          </p:nvPr>
        </p:nvSpPr>
        <p:spPr/>
        <p:txBody>
          <a:bodyPr/>
          <a:lstStyle/>
          <a:p>
            <a:r>
              <a:rPr lang="en-US" err="1"/>
              <a:t>Firstname</a:t>
            </a:r>
            <a:r>
              <a:rPr lang="en-US"/>
              <a:t>, </a:t>
            </a:r>
            <a:r>
              <a:rPr lang="en-US" err="1"/>
              <a:t>Lastname</a:t>
            </a:r>
            <a:endParaRPr lang="en-US"/>
          </a:p>
          <a:p>
            <a:endParaRPr lang="en-US"/>
          </a:p>
        </p:txBody>
      </p:sp>
      <p:sp>
        <p:nvSpPr>
          <p:cNvPr id="25" name="Text Placeholder 24">
            <a:extLst>
              <a:ext uri="{FF2B5EF4-FFF2-40B4-BE49-F238E27FC236}">
                <a16:creationId xmlns:a16="http://schemas.microsoft.com/office/drawing/2014/main" id="{A17A0430-EA06-2878-75CF-DC8BCCB3DAB4}"/>
              </a:ext>
            </a:extLst>
          </p:cNvPr>
          <p:cNvSpPr>
            <a:spLocks noGrp="1"/>
          </p:cNvSpPr>
          <p:nvPr>
            <p:ph type="body" sz="quarter" idx="82"/>
          </p:nvPr>
        </p:nvSpPr>
        <p:spPr/>
        <p:txBody>
          <a:bodyPr/>
          <a:lstStyle/>
          <a:p>
            <a:r>
              <a:rPr lang="en-US"/>
              <a:t>Title and Function can appear on two lines</a:t>
            </a:r>
          </a:p>
          <a:p>
            <a:endParaRPr lang="en-US"/>
          </a:p>
        </p:txBody>
      </p:sp>
      <p:sp>
        <p:nvSpPr>
          <p:cNvPr id="26" name="Text Placeholder 25">
            <a:extLst>
              <a:ext uri="{FF2B5EF4-FFF2-40B4-BE49-F238E27FC236}">
                <a16:creationId xmlns:a16="http://schemas.microsoft.com/office/drawing/2014/main" id="{C7BAEFF5-A6C1-CC89-D08C-84F359D20CFE}"/>
              </a:ext>
            </a:extLst>
          </p:cNvPr>
          <p:cNvSpPr>
            <a:spLocks noGrp="1"/>
          </p:cNvSpPr>
          <p:nvPr>
            <p:ph type="body" sz="quarter" idx="83"/>
          </p:nvPr>
        </p:nvSpPr>
        <p:spPr/>
        <p:txBody>
          <a:bodyPr/>
          <a:lstStyle/>
          <a:p>
            <a:r>
              <a:rPr lang="en-US" err="1"/>
              <a:t>Firstname</a:t>
            </a:r>
            <a:r>
              <a:rPr lang="en-US"/>
              <a:t>, </a:t>
            </a:r>
            <a:r>
              <a:rPr lang="en-US" err="1"/>
              <a:t>Lastname</a:t>
            </a:r>
            <a:endParaRPr lang="en-US"/>
          </a:p>
          <a:p>
            <a:endParaRPr lang="en-US"/>
          </a:p>
        </p:txBody>
      </p:sp>
      <p:sp>
        <p:nvSpPr>
          <p:cNvPr id="27" name="Text Placeholder 26">
            <a:extLst>
              <a:ext uri="{FF2B5EF4-FFF2-40B4-BE49-F238E27FC236}">
                <a16:creationId xmlns:a16="http://schemas.microsoft.com/office/drawing/2014/main" id="{F291B805-21B4-FDE3-14AF-AA373E4DAE4B}"/>
              </a:ext>
            </a:extLst>
          </p:cNvPr>
          <p:cNvSpPr>
            <a:spLocks noGrp="1"/>
          </p:cNvSpPr>
          <p:nvPr>
            <p:ph type="body" sz="quarter" idx="84"/>
          </p:nvPr>
        </p:nvSpPr>
        <p:spPr/>
        <p:txBody>
          <a:bodyPr/>
          <a:lstStyle/>
          <a:p>
            <a:r>
              <a:rPr lang="en-US"/>
              <a:t>Title and Function can appear on two lines</a:t>
            </a:r>
          </a:p>
          <a:p>
            <a:endParaRPr lang="en-US"/>
          </a:p>
        </p:txBody>
      </p:sp>
      <p:sp>
        <p:nvSpPr>
          <p:cNvPr id="28" name="Text Placeholder 27">
            <a:extLst>
              <a:ext uri="{FF2B5EF4-FFF2-40B4-BE49-F238E27FC236}">
                <a16:creationId xmlns:a16="http://schemas.microsoft.com/office/drawing/2014/main" id="{23C81E8D-5B82-5F89-95DD-D05EBCA1D07C}"/>
              </a:ext>
            </a:extLst>
          </p:cNvPr>
          <p:cNvSpPr>
            <a:spLocks noGrp="1"/>
          </p:cNvSpPr>
          <p:nvPr>
            <p:ph type="body" sz="quarter" idx="85"/>
          </p:nvPr>
        </p:nvSpPr>
        <p:spPr/>
        <p:txBody>
          <a:bodyPr/>
          <a:lstStyle/>
          <a:p>
            <a:r>
              <a:rPr lang="en-US" err="1"/>
              <a:t>Firstname</a:t>
            </a:r>
            <a:r>
              <a:rPr lang="en-US"/>
              <a:t>, </a:t>
            </a:r>
            <a:r>
              <a:rPr lang="en-US" err="1"/>
              <a:t>Lastname</a:t>
            </a:r>
            <a:endParaRPr lang="en-US"/>
          </a:p>
          <a:p>
            <a:endParaRPr lang="en-US"/>
          </a:p>
        </p:txBody>
      </p:sp>
      <p:sp>
        <p:nvSpPr>
          <p:cNvPr id="29" name="Text Placeholder 28">
            <a:extLst>
              <a:ext uri="{FF2B5EF4-FFF2-40B4-BE49-F238E27FC236}">
                <a16:creationId xmlns:a16="http://schemas.microsoft.com/office/drawing/2014/main" id="{D14F5401-510A-92CC-278F-D554DFAE0228}"/>
              </a:ext>
            </a:extLst>
          </p:cNvPr>
          <p:cNvSpPr>
            <a:spLocks noGrp="1"/>
          </p:cNvSpPr>
          <p:nvPr>
            <p:ph type="body" sz="quarter" idx="86"/>
          </p:nvPr>
        </p:nvSpPr>
        <p:spPr/>
        <p:txBody>
          <a:bodyPr/>
          <a:lstStyle/>
          <a:p>
            <a:r>
              <a:rPr lang="en-US"/>
              <a:t>Title and Function can appear on two lines</a:t>
            </a:r>
          </a:p>
          <a:p>
            <a:endParaRPr lang="en-US"/>
          </a:p>
        </p:txBody>
      </p:sp>
      <p:sp>
        <p:nvSpPr>
          <p:cNvPr id="30" name="Text Placeholder 29">
            <a:extLst>
              <a:ext uri="{FF2B5EF4-FFF2-40B4-BE49-F238E27FC236}">
                <a16:creationId xmlns:a16="http://schemas.microsoft.com/office/drawing/2014/main" id="{9D8CE8DB-A163-5CB2-372C-563738E9DF3C}"/>
              </a:ext>
            </a:extLst>
          </p:cNvPr>
          <p:cNvSpPr>
            <a:spLocks noGrp="1"/>
          </p:cNvSpPr>
          <p:nvPr>
            <p:ph type="body" sz="quarter" idx="87"/>
          </p:nvPr>
        </p:nvSpPr>
        <p:spPr/>
        <p:txBody>
          <a:bodyPr/>
          <a:lstStyle/>
          <a:p>
            <a:r>
              <a:rPr lang="en-US" err="1"/>
              <a:t>Firstname</a:t>
            </a:r>
            <a:r>
              <a:rPr lang="en-US"/>
              <a:t>, </a:t>
            </a:r>
            <a:r>
              <a:rPr lang="en-US" err="1"/>
              <a:t>Lastname</a:t>
            </a:r>
            <a:endParaRPr lang="en-US"/>
          </a:p>
          <a:p>
            <a:endParaRPr lang="en-US"/>
          </a:p>
        </p:txBody>
      </p:sp>
      <p:sp>
        <p:nvSpPr>
          <p:cNvPr id="31" name="Text Placeholder 30">
            <a:extLst>
              <a:ext uri="{FF2B5EF4-FFF2-40B4-BE49-F238E27FC236}">
                <a16:creationId xmlns:a16="http://schemas.microsoft.com/office/drawing/2014/main" id="{84C4123A-F0A1-F758-3BE1-BE08BEFA74BC}"/>
              </a:ext>
            </a:extLst>
          </p:cNvPr>
          <p:cNvSpPr>
            <a:spLocks noGrp="1"/>
          </p:cNvSpPr>
          <p:nvPr>
            <p:ph type="body" sz="quarter" idx="88"/>
          </p:nvPr>
        </p:nvSpPr>
        <p:spPr/>
        <p:txBody>
          <a:bodyPr/>
          <a:lstStyle/>
          <a:p>
            <a:r>
              <a:rPr lang="en-US"/>
              <a:t>Title and Function can appear on two lines</a:t>
            </a:r>
          </a:p>
          <a:p>
            <a:endParaRPr lang="en-US"/>
          </a:p>
        </p:txBody>
      </p:sp>
      <p:sp>
        <p:nvSpPr>
          <p:cNvPr id="32" name="Text Placeholder 31">
            <a:extLst>
              <a:ext uri="{FF2B5EF4-FFF2-40B4-BE49-F238E27FC236}">
                <a16:creationId xmlns:a16="http://schemas.microsoft.com/office/drawing/2014/main" id="{929421C4-8A64-3466-BFA4-D99AA9E0BA52}"/>
              </a:ext>
            </a:extLst>
          </p:cNvPr>
          <p:cNvSpPr>
            <a:spLocks noGrp="1"/>
          </p:cNvSpPr>
          <p:nvPr>
            <p:ph type="body" sz="quarter" idx="89"/>
          </p:nvPr>
        </p:nvSpPr>
        <p:spPr/>
        <p:txBody>
          <a:bodyPr/>
          <a:lstStyle/>
          <a:p>
            <a:r>
              <a:rPr lang="en-US" err="1"/>
              <a:t>Firstname</a:t>
            </a:r>
            <a:r>
              <a:rPr lang="en-US"/>
              <a:t>, </a:t>
            </a:r>
            <a:r>
              <a:rPr lang="en-US" err="1"/>
              <a:t>Lastname</a:t>
            </a:r>
            <a:endParaRPr lang="en-US"/>
          </a:p>
          <a:p>
            <a:endParaRPr lang="en-US"/>
          </a:p>
        </p:txBody>
      </p:sp>
      <p:sp>
        <p:nvSpPr>
          <p:cNvPr id="33" name="Text Placeholder 32">
            <a:extLst>
              <a:ext uri="{FF2B5EF4-FFF2-40B4-BE49-F238E27FC236}">
                <a16:creationId xmlns:a16="http://schemas.microsoft.com/office/drawing/2014/main" id="{048619A9-B573-8D73-E5DB-34066C58B7D7}"/>
              </a:ext>
            </a:extLst>
          </p:cNvPr>
          <p:cNvSpPr>
            <a:spLocks noGrp="1"/>
          </p:cNvSpPr>
          <p:nvPr>
            <p:ph type="body" sz="quarter" idx="90"/>
          </p:nvPr>
        </p:nvSpPr>
        <p:spPr/>
        <p:txBody>
          <a:bodyPr/>
          <a:lstStyle/>
          <a:p>
            <a:r>
              <a:rPr lang="en-US"/>
              <a:t>Title and Function can appear on two lines</a:t>
            </a:r>
          </a:p>
          <a:p>
            <a:endParaRPr lang="en-US"/>
          </a:p>
        </p:txBody>
      </p:sp>
      <p:sp>
        <p:nvSpPr>
          <p:cNvPr id="34" name="Text Placeholder 33">
            <a:extLst>
              <a:ext uri="{FF2B5EF4-FFF2-40B4-BE49-F238E27FC236}">
                <a16:creationId xmlns:a16="http://schemas.microsoft.com/office/drawing/2014/main" id="{1E49C74F-5196-C011-F247-DC6A142D80F8}"/>
              </a:ext>
            </a:extLst>
          </p:cNvPr>
          <p:cNvSpPr>
            <a:spLocks noGrp="1"/>
          </p:cNvSpPr>
          <p:nvPr>
            <p:ph type="body" sz="quarter" idx="91"/>
          </p:nvPr>
        </p:nvSpPr>
        <p:spPr/>
        <p:txBody>
          <a:bodyPr/>
          <a:lstStyle/>
          <a:p>
            <a:r>
              <a:rPr lang="en-US" err="1"/>
              <a:t>Firstname</a:t>
            </a:r>
            <a:r>
              <a:rPr lang="en-US"/>
              <a:t>, </a:t>
            </a:r>
            <a:r>
              <a:rPr lang="en-US" err="1"/>
              <a:t>Lastname</a:t>
            </a:r>
            <a:endParaRPr lang="en-US"/>
          </a:p>
          <a:p>
            <a:endParaRPr lang="en-US"/>
          </a:p>
        </p:txBody>
      </p:sp>
      <p:sp>
        <p:nvSpPr>
          <p:cNvPr id="35" name="Text Placeholder 34">
            <a:extLst>
              <a:ext uri="{FF2B5EF4-FFF2-40B4-BE49-F238E27FC236}">
                <a16:creationId xmlns:a16="http://schemas.microsoft.com/office/drawing/2014/main" id="{1CAFA58F-1DFD-6CB5-1776-87324B52B764}"/>
              </a:ext>
            </a:extLst>
          </p:cNvPr>
          <p:cNvSpPr>
            <a:spLocks noGrp="1"/>
          </p:cNvSpPr>
          <p:nvPr>
            <p:ph type="body" sz="quarter" idx="92"/>
          </p:nvPr>
        </p:nvSpPr>
        <p:spPr/>
        <p:txBody>
          <a:bodyPr/>
          <a:lstStyle/>
          <a:p>
            <a:r>
              <a:rPr lang="en-US"/>
              <a:t>Title and Function can appear on two lines</a:t>
            </a:r>
          </a:p>
          <a:p>
            <a:endParaRPr lang="en-US"/>
          </a:p>
        </p:txBody>
      </p:sp>
      <p:sp>
        <p:nvSpPr>
          <p:cNvPr id="36" name="Text Placeholder 35">
            <a:extLst>
              <a:ext uri="{FF2B5EF4-FFF2-40B4-BE49-F238E27FC236}">
                <a16:creationId xmlns:a16="http://schemas.microsoft.com/office/drawing/2014/main" id="{FBC067ED-C611-11F0-4B81-774FC8F27BF2}"/>
              </a:ext>
            </a:extLst>
          </p:cNvPr>
          <p:cNvSpPr>
            <a:spLocks noGrp="1"/>
          </p:cNvSpPr>
          <p:nvPr>
            <p:ph type="body" sz="quarter" idx="93"/>
          </p:nvPr>
        </p:nvSpPr>
        <p:spPr/>
        <p:txBody>
          <a:bodyPr/>
          <a:lstStyle/>
          <a:p>
            <a:r>
              <a:rPr lang="en-US" err="1"/>
              <a:t>Firstname</a:t>
            </a:r>
            <a:r>
              <a:rPr lang="en-US"/>
              <a:t>, </a:t>
            </a:r>
            <a:r>
              <a:rPr lang="en-US" err="1"/>
              <a:t>Lastname</a:t>
            </a:r>
            <a:endParaRPr lang="en-US"/>
          </a:p>
          <a:p>
            <a:endParaRPr lang="en-US"/>
          </a:p>
        </p:txBody>
      </p:sp>
      <p:sp>
        <p:nvSpPr>
          <p:cNvPr id="37" name="Text Placeholder 36">
            <a:extLst>
              <a:ext uri="{FF2B5EF4-FFF2-40B4-BE49-F238E27FC236}">
                <a16:creationId xmlns:a16="http://schemas.microsoft.com/office/drawing/2014/main" id="{0111B1CC-14A0-0C56-380A-8E5A59216892}"/>
              </a:ext>
            </a:extLst>
          </p:cNvPr>
          <p:cNvSpPr>
            <a:spLocks noGrp="1"/>
          </p:cNvSpPr>
          <p:nvPr>
            <p:ph type="body" sz="quarter" idx="94"/>
          </p:nvPr>
        </p:nvSpPr>
        <p:spPr/>
        <p:txBody>
          <a:bodyPr/>
          <a:lstStyle/>
          <a:p>
            <a:r>
              <a:rPr lang="en-US"/>
              <a:t>Title and Function can appear on two lines</a:t>
            </a:r>
          </a:p>
          <a:p>
            <a:endParaRPr lang="en-US"/>
          </a:p>
        </p:txBody>
      </p:sp>
      <p:sp>
        <p:nvSpPr>
          <p:cNvPr id="38" name="Text Placeholder 37">
            <a:extLst>
              <a:ext uri="{FF2B5EF4-FFF2-40B4-BE49-F238E27FC236}">
                <a16:creationId xmlns:a16="http://schemas.microsoft.com/office/drawing/2014/main" id="{2E9F897D-F4B6-BFA2-11DD-D45ECEC37C18}"/>
              </a:ext>
            </a:extLst>
          </p:cNvPr>
          <p:cNvSpPr>
            <a:spLocks noGrp="1"/>
          </p:cNvSpPr>
          <p:nvPr>
            <p:ph type="body" sz="quarter" idx="95"/>
          </p:nvPr>
        </p:nvSpPr>
        <p:spPr/>
        <p:txBody>
          <a:bodyPr/>
          <a:lstStyle/>
          <a:p>
            <a:r>
              <a:rPr lang="en-US" err="1"/>
              <a:t>Firstname</a:t>
            </a:r>
            <a:r>
              <a:rPr lang="en-US"/>
              <a:t>, </a:t>
            </a:r>
            <a:r>
              <a:rPr lang="en-US" err="1"/>
              <a:t>Lastname</a:t>
            </a:r>
            <a:endParaRPr lang="en-US"/>
          </a:p>
          <a:p>
            <a:endParaRPr lang="en-US"/>
          </a:p>
        </p:txBody>
      </p:sp>
      <p:sp>
        <p:nvSpPr>
          <p:cNvPr id="39" name="Text Placeholder 38">
            <a:extLst>
              <a:ext uri="{FF2B5EF4-FFF2-40B4-BE49-F238E27FC236}">
                <a16:creationId xmlns:a16="http://schemas.microsoft.com/office/drawing/2014/main" id="{9AB07525-918F-28CF-F1DE-EBDB730523A3}"/>
              </a:ext>
            </a:extLst>
          </p:cNvPr>
          <p:cNvSpPr>
            <a:spLocks noGrp="1"/>
          </p:cNvSpPr>
          <p:nvPr>
            <p:ph type="body" sz="quarter" idx="96"/>
          </p:nvPr>
        </p:nvSpPr>
        <p:spPr/>
        <p:txBody>
          <a:bodyPr/>
          <a:lstStyle/>
          <a:p>
            <a:r>
              <a:rPr lang="en-US"/>
              <a:t>Title and Function can appear on two lines</a:t>
            </a:r>
          </a:p>
          <a:p>
            <a:endParaRPr lang="en-US"/>
          </a:p>
        </p:txBody>
      </p:sp>
      <p:sp>
        <p:nvSpPr>
          <p:cNvPr id="40" name="Text Placeholder 39">
            <a:extLst>
              <a:ext uri="{FF2B5EF4-FFF2-40B4-BE49-F238E27FC236}">
                <a16:creationId xmlns:a16="http://schemas.microsoft.com/office/drawing/2014/main" id="{407FF6AD-7867-92CA-1BAA-B9932373BD13}"/>
              </a:ext>
            </a:extLst>
          </p:cNvPr>
          <p:cNvSpPr>
            <a:spLocks noGrp="1"/>
          </p:cNvSpPr>
          <p:nvPr>
            <p:ph type="body" sz="quarter" idx="97"/>
          </p:nvPr>
        </p:nvSpPr>
        <p:spPr/>
        <p:txBody>
          <a:bodyPr/>
          <a:lstStyle/>
          <a:p>
            <a:r>
              <a:rPr lang="en-US" err="1"/>
              <a:t>Firstname</a:t>
            </a:r>
            <a:r>
              <a:rPr lang="en-US"/>
              <a:t>, </a:t>
            </a:r>
            <a:r>
              <a:rPr lang="en-US" err="1"/>
              <a:t>Lastname</a:t>
            </a:r>
            <a:endParaRPr lang="en-US"/>
          </a:p>
          <a:p>
            <a:endParaRPr lang="en-US"/>
          </a:p>
        </p:txBody>
      </p:sp>
      <p:sp>
        <p:nvSpPr>
          <p:cNvPr id="41" name="Text Placeholder 40">
            <a:extLst>
              <a:ext uri="{FF2B5EF4-FFF2-40B4-BE49-F238E27FC236}">
                <a16:creationId xmlns:a16="http://schemas.microsoft.com/office/drawing/2014/main" id="{6666C381-5A60-4CA1-4AFD-309E301F9A59}"/>
              </a:ext>
            </a:extLst>
          </p:cNvPr>
          <p:cNvSpPr>
            <a:spLocks noGrp="1"/>
          </p:cNvSpPr>
          <p:nvPr>
            <p:ph type="body" sz="quarter" idx="98"/>
          </p:nvPr>
        </p:nvSpPr>
        <p:spPr/>
        <p:txBody>
          <a:bodyPr/>
          <a:lstStyle/>
          <a:p>
            <a:r>
              <a:rPr lang="en-US"/>
              <a:t>Title and Function can appear on two lines</a:t>
            </a:r>
          </a:p>
          <a:p>
            <a:endParaRPr lang="en-US"/>
          </a:p>
        </p:txBody>
      </p:sp>
      <p:sp>
        <p:nvSpPr>
          <p:cNvPr id="42" name="Text Placeholder 41">
            <a:extLst>
              <a:ext uri="{FF2B5EF4-FFF2-40B4-BE49-F238E27FC236}">
                <a16:creationId xmlns:a16="http://schemas.microsoft.com/office/drawing/2014/main" id="{001B6DF6-61B5-51E1-6C25-CF58EE1DEAEC}"/>
              </a:ext>
            </a:extLst>
          </p:cNvPr>
          <p:cNvSpPr>
            <a:spLocks noGrp="1"/>
          </p:cNvSpPr>
          <p:nvPr>
            <p:ph type="body" sz="quarter" idx="99"/>
          </p:nvPr>
        </p:nvSpPr>
        <p:spPr/>
        <p:txBody>
          <a:bodyPr/>
          <a:lstStyle/>
          <a:p>
            <a:r>
              <a:rPr lang="en-US" err="1"/>
              <a:t>Firstname</a:t>
            </a:r>
            <a:r>
              <a:rPr lang="en-US"/>
              <a:t>, </a:t>
            </a:r>
            <a:r>
              <a:rPr lang="en-US" err="1"/>
              <a:t>Lastname</a:t>
            </a:r>
            <a:endParaRPr lang="en-US"/>
          </a:p>
          <a:p>
            <a:endParaRPr lang="en-US"/>
          </a:p>
        </p:txBody>
      </p:sp>
      <p:sp>
        <p:nvSpPr>
          <p:cNvPr id="43" name="Text Placeholder 42">
            <a:extLst>
              <a:ext uri="{FF2B5EF4-FFF2-40B4-BE49-F238E27FC236}">
                <a16:creationId xmlns:a16="http://schemas.microsoft.com/office/drawing/2014/main" id="{3D469F94-F4DA-8988-BC71-6DD9449F849C}"/>
              </a:ext>
            </a:extLst>
          </p:cNvPr>
          <p:cNvSpPr>
            <a:spLocks noGrp="1"/>
          </p:cNvSpPr>
          <p:nvPr>
            <p:ph type="body" sz="quarter" idx="100"/>
          </p:nvPr>
        </p:nvSpPr>
        <p:spPr/>
        <p:txBody>
          <a:bodyPr/>
          <a:lstStyle/>
          <a:p>
            <a:r>
              <a:rPr lang="en-US"/>
              <a:t>Title and Function can appear on two lines</a:t>
            </a:r>
          </a:p>
          <a:p>
            <a:endParaRPr lang="en-US"/>
          </a:p>
        </p:txBody>
      </p:sp>
      <p:sp>
        <p:nvSpPr>
          <p:cNvPr id="44" name="Text Placeholder 43">
            <a:extLst>
              <a:ext uri="{FF2B5EF4-FFF2-40B4-BE49-F238E27FC236}">
                <a16:creationId xmlns:a16="http://schemas.microsoft.com/office/drawing/2014/main" id="{0824E160-8797-EA70-4FF1-89F137CE5CCD}"/>
              </a:ext>
            </a:extLst>
          </p:cNvPr>
          <p:cNvSpPr>
            <a:spLocks noGrp="1"/>
          </p:cNvSpPr>
          <p:nvPr>
            <p:ph type="body" sz="quarter" idx="101"/>
          </p:nvPr>
        </p:nvSpPr>
        <p:spPr/>
        <p:txBody>
          <a:bodyPr/>
          <a:lstStyle/>
          <a:p>
            <a:r>
              <a:rPr lang="en-US" err="1"/>
              <a:t>Firstname</a:t>
            </a:r>
            <a:r>
              <a:rPr lang="en-US"/>
              <a:t>, </a:t>
            </a:r>
            <a:r>
              <a:rPr lang="en-US" err="1"/>
              <a:t>Lastname</a:t>
            </a:r>
            <a:endParaRPr lang="en-US"/>
          </a:p>
          <a:p>
            <a:endParaRPr lang="en-US"/>
          </a:p>
        </p:txBody>
      </p:sp>
      <p:sp>
        <p:nvSpPr>
          <p:cNvPr id="45" name="Text Placeholder 44">
            <a:extLst>
              <a:ext uri="{FF2B5EF4-FFF2-40B4-BE49-F238E27FC236}">
                <a16:creationId xmlns:a16="http://schemas.microsoft.com/office/drawing/2014/main" id="{BCF4C9A0-BBC4-4956-0939-C663AA4F02E4}"/>
              </a:ext>
            </a:extLst>
          </p:cNvPr>
          <p:cNvSpPr>
            <a:spLocks noGrp="1"/>
          </p:cNvSpPr>
          <p:nvPr>
            <p:ph type="body" sz="quarter" idx="102"/>
          </p:nvPr>
        </p:nvSpPr>
        <p:spPr/>
        <p:txBody>
          <a:bodyPr/>
          <a:lstStyle/>
          <a:p>
            <a:r>
              <a:rPr lang="en-US"/>
              <a:t>Title and Function can appear on two lines</a:t>
            </a:r>
          </a:p>
          <a:p>
            <a:endParaRPr lang="en-US"/>
          </a:p>
        </p:txBody>
      </p:sp>
      <p:sp>
        <p:nvSpPr>
          <p:cNvPr id="46" name="Text Placeholder 45">
            <a:extLst>
              <a:ext uri="{FF2B5EF4-FFF2-40B4-BE49-F238E27FC236}">
                <a16:creationId xmlns:a16="http://schemas.microsoft.com/office/drawing/2014/main" id="{73773CD4-C0A3-669C-2146-97B82795C3D5}"/>
              </a:ext>
            </a:extLst>
          </p:cNvPr>
          <p:cNvSpPr>
            <a:spLocks noGrp="1"/>
          </p:cNvSpPr>
          <p:nvPr>
            <p:ph type="body" sz="quarter" idx="103"/>
          </p:nvPr>
        </p:nvSpPr>
        <p:spPr/>
        <p:txBody>
          <a:bodyPr/>
          <a:lstStyle/>
          <a:p>
            <a:r>
              <a:rPr lang="en-US" err="1"/>
              <a:t>Firstname</a:t>
            </a:r>
            <a:r>
              <a:rPr lang="en-US"/>
              <a:t>, </a:t>
            </a:r>
            <a:r>
              <a:rPr lang="en-US" err="1"/>
              <a:t>Lastname</a:t>
            </a:r>
            <a:endParaRPr lang="en-US"/>
          </a:p>
          <a:p>
            <a:endParaRPr lang="en-US"/>
          </a:p>
        </p:txBody>
      </p:sp>
      <p:sp>
        <p:nvSpPr>
          <p:cNvPr id="47" name="Text Placeholder 46">
            <a:extLst>
              <a:ext uri="{FF2B5EF4-FFF2-40B4-BE49-F238E27FC236}">
                <a16:creationId xmlns:a16="http://schemas.microsoft.com/office/drawing/2014/main" id="{F6F460C9-8A49-1EBD-2C39-08BBC411B071}"/>
              </a:ext>
            </a:extLst>
          </p:cNvPr>
          <p:cNvSpPr>
            <a:spLocks noGrp="1"/>
          </p:cNvSpPr>
          <p:nvPr>
            <p:ph type="body" sz="quarter" idx="104"/>
          </p:nvPr>
        </p:nvSpPr>
        <p:spPr/>
        <p:txBody>
          <a:bodyPr/>
          <a:lstStyle/>
          <a:p>
            <a:r>
              <a:rPr lang="en-US"/>
              <a:t>Title and Function can appear on two lines</a:t>
            </a:r>
          </a:p>
          <a:p>
            <a:endParaRPr lang="en-US"/>
          </a:p>
        </p:txBody>
      </p:sp>
      <p:sp>
        <p:nvSpPr>
          <p:cNvPr id="48" name="Text Placeholder 47">
            <a:extLst>
              <a:ext uri="{FF2B5EF4-FFF2-40B4-BE49-F238E27FC236}">
                <a16:creationId xmlns:a16="http://schemas.microsoft.com/office/drawing/2014/main" id="{F17D638F-5219-D46A-01F8-77F5FE1C3A81}"/>
              </a:ext>
            </a:extLst>
          </p:cNvPr>
          <p:cNvSpPr>
            <a:spLocks noGrp="1"/>
          </p:cNvSpPr>
          <p:nvPr>
            <p:ph type="body" sz="quarter" idx="105"/>
          </p:nvPr>
        </p:nvSpPr>
        <p:spPr/>
        <p:txBody>
          <a:bodyPr/>
          <a:lstStyle/>
          <a:p>
            <a:r>
              <a:rPr lang="en-US" err="1"/>
              <a:t>Firstname</a:t>
            </a:r>
            <a:r>
              <a:rPr lang="en-US"/>
              <a:t>, </a:t>
            </a:r>
            <a:r>
              <a:rPr lang="en-US" err="1"/>
              <a:t>Lastname</a:t>
            </a:r>
            <a:endParaRPr lang="en-US"/>
          </a:p>
          <a:p>
            <a:endParaRPr lang="en-US"/>
          </a:p>
        </p:txBody>
      </p:sp>
      <p:sp>
        <p:nvSpPr>
          <p:cNvPr id="49" name="Text Placeholder 48">
            <a:extLst>
              <a:ext uri="{FF2B5EF4-FFF2-40B4-BE49-F238E27FC236}">
                <a16:creationId xmlns:a16="http://schemas.microsoft.com/office/drawing/2014/main" id="{ED9178B7-0A1C-60AD-A28D-20C35859ACF6}"/>
              </a:ext>
            </a:extLst>
          </p:cNvPr>
          <p:cNvSpPr>
            <a:spLocks noGrp="1"/>
          </p:cNvSpPr>
          <p:nvPr>
            <p:ph type="body" sz="quarter" idx="106"/>
          </p:nvPr>
        </p:nvSpPr>
        <p:spPr/>
        <p:txBody>
          <a:bodyPr/>
          <a:lstStyle/>
          <a:p>
            <a:r>
              <a:rPr lang="en-US"/>
              <a:t>Title and Function can appear on two lines</a:t>
            </a:r>
          </a:p>
          <a:p>
            <a:endParaRPr lang="en-US"/>
          </a:p>
        </p:txBody>
      </p:sp>
      <p:sp>
        <p:nvSpPr>
          <p:cNvPr id="50" name="Text Placeholder 49">
            <a:extLst>
              <a:ext uri="{FF2B5EF4-FFF2-40B4-BE49-F238E27FC236}">
                <a16:creationId xmlns:a16="http://schemas.microsoft.com/office/drawing/2014/main" id="{1FAC5430-3778-4DE9-7967-F0843BD57148}"/>
              </a:ext>
            </a:extLst>
          </p:cNvPr>
          <p:cNvSpPr>
            <a:spLocks noGrp="1"/>
          </p:cNvSpPr>
          <p:nvPr>
            <p:ph type="body" sz="quarter" idx="107"/>
          </p:nvPr>
        </p:nvSpPr>
        <p:spPr/>
        <p:txBody>
          <a:bodyPr/>
          <a:lstStyle/>
          <a:p>
            <a:r>
              <a:rPr lang="en-US" err="1"/>
              <a:t>Firstname</a:t>
            </a:r>
            <a:r>
              <a:rPr lang="en-US"/>
              <a:t>, </a:t>
            </a:r>
            <a:r>
              <a:rPr lang="en-US" err="1"/>
              <a:t>Lastname</a:t>
            </a:r>
            <a:endParaRPr lang="en-US"/>
          </a:p>
          <a:p>
            <a:endParaRPr lang="en-US"/>
          </a:p>
        </p:txBody>
      </p:sp>
      <p:sp>
        <p:nvSpPr>
          <p:cNvPr id="51" name="Text Placeholder 50">
            <a:extLst>
              <a:ext uri="{FF2B5EF4-FFF2-40B4-BE49-F238E27FC236}">
                <a16:creationId xmlns:a16="http://schemas.microsoft.com/office/drawing/2014/main" id="{40297940-A4E3-E58F-B3E5-0F53F71348A5}"/>
              </a:ext>
            </a:extLst>
          </p:cNvPr>
          <p:cNvSpPr>
            <a:spLocks noGrp="1"/>
          </p:cNvSpPr>
          <p:nvPr>
            <p:ph type="body" sz="quarter" idx="108"/>
          </p:nvPr>
        </p:nvSpPr>
        <p:spPr/>
        <p:txBody>
          <a:bodyPr/>
          <a:lstStyle/>
          <a:p>
            <a:r>
              <a:rPr lang="en-US"/>
              <a:t>Title and Function can appear on two lines</a:t>
            </a:r>
          </a:p>
          <a:p>
            <a:endParaRPr lang="en-US"/>
          </a:p>
        </p:txBody>
      </p:sp>
      <p:sp>
        <p:nvSpPr>
          <p:cNvPr id="52" name="Text Placeholder 51">
            <a:extLst>
              <a:ext uri="{FF2B5EF4-FFF2-40B4-BE49-F238E27FC236}">
                <a16:creationId xmlns:a16="http://schemas.microsoft.com/office/drawing/2014/main" id="{C8B624BA-8A5E-8D03-25F3-1C711AA7212E}"/>
              </a:ext>
            </a:extLst>
          </p:cNvPr>
          <p:cNvSpPr>
            <a:spLocks noGrp="1"/>
          </p:cNvSpPr>
          <p:nvPr>
            <p:ph type="body" sz="quarter" idx="109"/>
          </p:nvPr>
        </p:nvSpPr>
        <p:spPr/>
        <p:txBody>
          <a:bodyPr/>
          <a:lstStyle/>
          <a:p>
            <a:r>
              <a:rPr lang="en-US" err="1"/>
              <a:t>Firstname</a:t>
            </a:r>
            <a:r>
              <a:rPr lang="en-US"/>
              <a:t>, </a:t>
            </a:r>
            <a:r>
              <a:rPr lang="en-US" err="1"/>
              <a:t>Lastname</a:t>
            </a:r>
            <a:endParaRPr lang="en-US"/>
          </a:p>
        </p:txBody>
      </p:sp>
      <p:sp>
        <p:nvSpPr>
          <p:cNvPr id="53" name="Text Placeholder 52">
            <a:extLst>
              <a:ext uri="{FF2B5EF4-FFF2-40B4-BE49-F238E27FC236}">
                <a16:creationId xmlns:a16="http://schemas.microsoft.com/office/drawing/2014/main" id="{53ACF9C9-34C6-3A25-DCBF-758096E0B508}"/>
              </a:ext>
            </a:extLst>
          </p:cNvPr>
          <p:cNvSpPr>
            <a:spLocks noGrp="1"/>
          </p:cNvSpPr>
          <p:nvPr>
            <p:ph type="body" sz="quarter" idx="110"/>
          </p:nvPr>
        </p:nvSpPr>
        <p:spPr/>
        <p:txBody>
          <a:bodyPr/>
          <a:lstStyle/>
          <a:p>
            <a:r>
              <a:rPr lang="en-US"/>
              <a:t>Title and Function can appear on two lines</a:t>
            </a:r>
          </a:p>
          <a:p>
            <a:endParaRPr lang="en-US"/>
          </a:p>
          <a:p>
            <a:endParaRPr lang="en-US"/>
          </a:p>
        </p:txBody>
      </p:sp>
      <p:sp>
        <p:nvSpPr>
          <p:cNvPr id="54" name="Text Placeholder 53">
            <a:extLst>
              <a:ext uri="{FF2B5EF4-FFF2-40B4-BE49-F238E27FC236}">
                <a16:creationId xmlns:a16="http://schemas.microsoft.com/office/drawing/2014/main" id="{5946FE45-17F8-0944-56A9-A4E3D5F185B8}"/>
              </a:ext>
            </a:extLst>
          </p:cNvPr>
          <p:cNvSpPr>
            <a:spLocks noGrp="1"/>
          </p:cNvSpPr>
          <p:nvPr>
            <p:ph type="body" sz="quarter" idx="111"/>
          </p:nvPr>
        </p:nvSpPr>
        <p:spPr/>
        <p:txBody>
          <a:bodyPr/>
          <a:lstStyle/>
          <a:p>
            <a:r>
              <a:rPr lang="en-US" err="1"/>
              <a:t>Firstname</a:t>
            </a:r>
            <a:r>
              <a:rPr lang="en-US"/>
              <a:t>, </a:t>
            </a:r>
            <a:r>
              <a:rPr lang="en-US" err="1"/>
              <a:t>Lastname</a:t>
            </a:r>
            <a:endParaRPr lang="en-US"/>
          </a:p>
          <a:p>
            <a:endParaRPr lang="en-US"/>
          </a:p>
        </p:txBody>
      </p:sp>
      <p:sp>
        <p:nvSpPr>
          <p:cNvPr id="55" name="Text Placeholder 54">
            <a:extLst>
              <a:ext uri="{FF2B5EF4-FFF2-40B4-BE49-F238E27FC236}">
                <a16:creationId xmlns:a16="http://schemas.microsoft.com/office/drawing/2014/main" id="{2BB82F61-AD42-CFE5-6F1A-D83B8343B71E}"/>
              </a:ext>
            </a:extLst>
          </p:cNvPr>
          <p:cNvSpPr>
            <a:spLocks noGrp="1"/>
          </p:cNvSpPr>
          <p:nvPr>
            <p:ph type="body" sz="quarter" idx="112"/>
          </p:nvPr>
        </p:nvSpPr>
        <p:spPr/>
        <p:txBody>
          <a:bodyPr/>
          <a:lstStyle/>
          <a:p>
            <a:r>
              <a:rPr lang="en-US"/>
              <a:t>Title and Function can appear on two lines</a:t>
            </a:r>
          </a:p>
          <a:p>
            <a:endParaRPr lang="en-US"/>
          </a:p>
        </p:txBody>
      </p:sp>
      <p:sp>
        <p:nvSpPr>
          <p:cNvPr id="56" name="Text Placeholder 55">
            <a:extLst>
              <a:ext uri="{FF2B5EF4-FFF2-40B4-BE49-F238E27FC236}">
                <a16:creationId xmlns:a16="http://schemas.microsoft.com/office/drawing/2014/main" id="{C3C4997A-2508-ED2B-4045-73C46D51C436}"/>
              </a:ext>
            </a:extLst>
          </p:cNvPr>
          <p:cNvSpPr>
            <a:spLocks noGrp="1"/>
          </p:cNvSpPr>
          <p:nvPr>
            <p:ph type="body" sz="quarter" idx="113"/>
          </p:nvPr>
        </p:nvSpPr>
        <p:spPr/>
        <p:txBody>
          <a:bodyPr/>
          <a:lstStyle/>
          <a:p>
            <a:r>
              <a:rPr lang="en-US" err="1"/>
              <a:t>Firstname</a:t>
            </a:r>
            <a:r>
              <a:rPr lang="en-US"/>
              <a:t>, </a:t>
            </a:r>
            <a:r>
              <a:rPr lang="en-US" err="1"/>
              <a:t>Lastname</a:t>
            </a:r>
            <a:endParaRPr lang="en-US"/>
          </a:p>
          <a:p>
            <a:endParaRPr lang="en-US"/>
          </a:p>
        </p:txBody>
      </p:sp>
      <p:sp>
        <p:nvSpPr>
          <p:cNvPr id="57" name="Text Placeholder 56">
            <a:extLst>
              <a:ext uri="{FF2B5EF4-FFF2-40B4-BE49-F238E27FC236}">
                <a16:creationId xmlns:a16="http://schemas.microsoft.com/office/drawing/2014/main" id="{747DE932-8484-C5ED-CF68-A1FB985ADC18}"/>
              </a:ext>
            </a:extLst>
          </p:cNvPr>
          <p:cNvSpPr>
            <a:spLocks noGrp="1"/>
          </p:cNvSpPr>
          <p:nvPr>
            <p:ph type="body" sz="quarter" idx="114"/>
          </p:nvPr>
        </p:nvSpPr>
        <p:spPr/>
        <p:txBody>
          <a:bodyPr/>
          <a:lstStyle/>
          <a:p>
            <a:r>
              <a:rPr lang="en-US"/>
              <a:t>Title and Function can appear on two lines</a:t>
            </a:r>
          </a:p>
          <a:p>
            <a:endParaRPr lang="en-US"/>
          </a:p>
        </p:txBody>
      </p:sp>
      <p:sp>
        <p:nvSpPr>
          <p:cNvPr id="58" name="Text Placeholder 57">
            <a:extLst>
              <a:ext uri="{FF2B5EF4-FFF2-40B4-BE49-F238E27FC236}">
                <a16:creationId xmlns:a16="http://schemas.microsoft.com/office/drawing/2014/main" id="{5459E3FE-D5D2-771B-8E07-EC9B4A56C96C}"/>
              </a:ext>
            </a:extLst>
          </p:cNvPr>
          <p:cNvSpPr>
            <a:spLocks noGrp="1"/>
          </p:cNvSpPr>
          <p:nvPr>
            <p:ph type="body" sz="quarter" idx="115"/>
          </p:nvPr>
        </p:nvSpPr>
        <p:spPr/>
        <p:txBody>
          <a:bodyPr/>
          <a:lstStyle/>
          <a:p>
            <a:r>
              <a:rPr lang="en-US" err="1"/>
              <a:t>Firstname</a:t>
            </a:r>
            <a:r>
              <a:rPr lang="en-US"/>
              <a:t>, </a:t>
            </a:r>
            <a:r>
              <a:rPr lang="en-US" err="1"/>
              <a:t>Lastname</a:t>
            </a:r>
            <a:endParaRPr lang="en-US"/>
          </a:p>
          <a:p>
            <a:endParaRPr lang="en-US"/>
          </a:p>
        </p:txBody>
      </p:sp>
      <p:sp>
        <p:nvSpPr>
          <p:cNvPr id="59" name="Text Placeholder 58">
            <a:extLst>
              <a:ext uri="{FF2B5EF4-FFF2-40B4-BE49-F238E27FC236}">
                <a16:creationId xmlns:a16="http://schemas.microsoft.com/office/drawing/2014/main" id="{E064CF31-F698-0E89-E72F-521BBF3BDE49}"/>
              </a:ext>
            </a:extLst>
          </p:cNvPr>
          <p:cNvSpPr>
            <a:spLocks noGrp="1"/>
          </p:cNvSpPr>
          <p:nvPr>
            <p:ph type="body" sz="quarter" idx="116"/>
          </p:nvPr>
        </p:nvSpPr>
        <p:spPr/>
        <p:txBody>
          <a:bodyPr/>
          <a:lstStyle/>
          <a:p>
            <a:r>
              <a:rPr lang="en-US"/>
              <a:t>Title and Function can appear on two lines</a:t>
            </a:r>
          </a:p>
          <a:p>
            <a:endParaRPr lang="en-US"/>
          </a:p>
        </p:txBody>
      </p:sp>
      <p:sp>
        <p:nvSpPr>
          <p:cNvPr id="60" name="Text Placeholder 59">
            <a:extLst>
              <a:ext uri="{FF2B5EF4-FFF2-40B4-BE49-F238E27FC236}">
                <a16:creationId xmlns:a16="http://schemas.microsoft.com/office/drawing/2014/main" id="{E66FAEE8-B691-4470-4217-C2BB4ED1C1DA}"/>
              </a:ext>
            </a:extLst>
          </p:cNvPr>
          <p:cNvSpPr>
            <a:spLocks noGrp="1"/>
          </p:cNvSpPr>
          <p:nvPr>
            <p:ph type="body" sz="quarter" idx="117"/>
          </p:nvPr>
        </p:nvSpPr>
        <p:spPr/>
        <p:txBody>
          <a:bodyPr/>
          <a:lstStyle/>
          <a:p>
            <a:r>
              <a:rPr lang="en-US" err="1"/>
              <a:t>Firstname</a:t>
            </a:r>
            <a:r>
              <a:rPr lang="en-US"/>
              <a:t>, </a:t>
            </a:r>
            <a:r>
              <a:rPr lang="en-US" err="1"/>
              <a:t>Lastname</a:t>
            </a:r>
            <a:endParaRPr lang="en-US"/>
          </a:p>
          <a:p>
            <a:endParaRPr lang="en-US"/>
          </a:p>
        </p:txBody>
      </p:sp>
      <p:sp>
        <p:nvSpPr>
          <p:cNvPr id="61" name="Text Placeholder 60">
            <a:extLst>
              <a:ext uri="{FF2B5EF4-FFF2-40B4-BE49-F238E27FC236}">
                <a16:creationId xmlns:a16="http://schemas.microsoft.com/office/drawing/2014/main" id="{091831B4-DE19-DB08-3386-10236AB376EA}"/>
              </a:ext>
            </a:extLst>
          </p:cNvPr>
          <p:cNvSpPr>
            <a:spLocks noGrp="1"/>
          </p:cNvSpPr>
          <p:nvPr>
            <p:ph type="body" sz="quarter" idx="118"/>
          </p:nvPr>
        </p:nvSpPr>
        <p:spPr/>
        <p:txBody>
          <a:bodyPr/>
          <a:lstStyle/>
          <a:p>
            <a:r>
              <a:rPr lang="en-US"/>
              <a:t>Title and Function can appear on two lines</a:t>
            </a:r>
          </a:p>
          <a:p>
            <a:endParaRPr lang="en-US"/>
          </a:p>
        </p:txBody>
      </p:sp>
      <p:sp>
        <p:nvSpPr>
          <p:cNvPr id="62" name="Text Placeholder 61">
            <a:extLst>
              <a:ext uri="{FF2B5EF4-FFF2-40B4-BE49-F238E27FC236}">
                <a16:creationId xmlns:a16="http://schemas.microsoft.com/office/drawing/2014/main" id="{A81FDB02-D480-FCF0-4D0C-D9F33D24DE55}"/>
              </a:ext>
            </a:extLst>
          </p:cNvPr>
          <p:cNvSpPr>
            <a:spLocks noGrp="1"/>
          </p:cNvSpPr>
          <p:nvPr>
            <p:ph type="body" sz="quarter" idx="119"/>
          </p:nvPr>
        </p:nvSpPr>
        <p:spPr/>
        <p:txBody>
          <a:bodyPr/>
          <a:lstStyle/>
          <a:p>
            <a:r>
              <a:rPr lang="en-US" err="1"/>
              <a:t>Firstname</a:t>
            </a:r>
            <a:r>
              <a:rPr lang="en-US"/>
              <a:t>, </a:t>
            </a:r>
            <a:r>
              <a:rPr lang="en-US" err="1"/>
              <a:t>Lastname</a:t>
            </a:r>
            <a:endParaRPr lang="en-US"/>
          </a:p>
          <a:p>
            <a:endParaRPr lang="en-US"/>
          </a:p>
        </p:txBody>
      </p:sp>
      <p:sp>
        <p:nvSpPr>
          <p:cNvPr id="63" name="Text Placeholder 62">
            <a:extLst>
              <a:ext uri="{FF2B5EF4-FFF2-40B4-BE49-F238E27FC236}">
                <a16:creationId xmlns:a16="http://schemas.microsoft.com/office/drawing/2014/main" id="{F8B7339F-4B27-3FB8-8166-091D514C390C}"/>
              </a:ext>
            </a:extLst>
          </p:cNvPr>
          <p:cNvSpPr>
            <a:spLocks noGrp="1"/>
          </p:cNvSpPr>
          <p:nvPr>
            <p:ph type="body" sz="quarter" idx="120"/>
          </p:nvPr>
        </p:nvSpPr>
        <p:spPr/>
        <p:txBody>
          <a:bodyPr/>
          <a:lstStyle/>
          <a:p>
            <a:r>
              <a:rPr lang="en-US"/>
              <a:t>Title and Function can appear on two lines</a:t>
            </a:r>
          </a:p>
          <a:p>
            <a:endParaRPr lang="en-US"/>
          </a:p>
        </p:txBody>
      </p:sp>
      <p:cxnSp>
        <p:nvCxnSpPr>
          <p:cNvPr id="64" name="Straight Connector 63" descr="timeline">
            <a:extLst>
              <a:ext uri="{FF2B5EF4-FFF2-40B4-BE49-F238E27FC236}">
                <a16:creationId xmlns:a16="http://schemas.microsoft.com/office/drawing/2014/main" id="{C7895614-AB92-2CA8-09E4-484E21E9C57C}"/>
              </a:ext>
            </a:extLst>
          </p:cNvPr>
          <p:cNvCxnSpPr>
            <a:cxnSpLocks/>
          </p:cNvCxnSpPr>
          <p:nvPr/>
        </p:nvCxnSpPr>
        <p:spPr>
          <a:xfrm flipH="1">
            <a:off x="3279526" y="735704"/>
            <a:ext cx="5529194"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65" name="Straight Connector 64" descr="timeline">
            <a:extLst>
              <a:ext uri="{FF2B5EF4-FFF2-40B4-BE49-F238E27FC236}">
                <a16:creationId xmlns:a16="http://schemas.microsoft.com/office/drawing/2014/main" id="{1A3A14BC-446C-0E15-98D2-AA402E7EFEB0}"/>
              </a:ext>
            </a:extLst>
          </p:cNvPr>
          <p:cNvCxnSpPr>
            <a:cxnSpLocks/>
          </p:cNvCxnSpPr>
          <p:nvPr/>
        </p:nvCxnSpPr>
        <p:spPr>
          <a:xfrm flipV="1">
            <a:off x="6044123" y="56827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66" name="Straight Connector 65" descr="timeline">
            <a:extLst>
              <a:ext uri="{FF2B5EF4-FFF2-40B4-BE49-F238E27FC236}">
                <a16:creationId xmlns:a16="http://schemas.microsoft.com/office/drawing/2014/main" id="{AD40C162-CEC0-10D0-0D48-3D423B10CA4B}"/>
              </a:ext>
            </a:extLst>
          </p:cNvPr>
          <p:cNvCxnSpPr>
            <a:cxnSpLocks/>
          </p:cNvCxnSpPr>
          <p:nvPr/>
        </p:nvCxnSpPr>
        <p:spPr>
          <a:xfrm flipH="1">
            <a:off x="3279526" y="2213298"/>
            <a:ext cx="970856"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67" name="Straight Connector 66" descr="timeline">
            <a:extLst>
              <a:ext uri="{FF2B5EF4-FFF2-40B4-BE49-F238E27FC236}">
                <a16:creationId xmlns:a16="http://schemas.microsoft.com/office/drawing/2014/main" id="{1BE222CA-37F1-711A-29DE-A6B5E0A560C1}"/>
              </a:ext>
            </a:extLst>
          </p:cNvPr>
          <p:cNvCxnSpPr>
            <a:cxnSpLocks/>
          </p:cNvCxnSpPr>
          <p:nvPr/>
        </p:nvCxnSpPr>
        <p:spPr>
          <a:xfrm flipV="1">
            <a:off x="3764473" y="2213298"/>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1" name="Straight Connector 70" descr="timeline">
            <a:extLst>
              <a:ext uri="{FF2B5EF4-FFF2-40B4-BE49-F238E27FC236}">
                <a16:creationId xmlns:a16="http://schemas.microsoft.com/office/drawing/2014/main" id="{1574840A-99DC-7CC2-FBB7-8FE6ED688D2F}"/>
              </a:ext>
            </a:extLst>
          </p:cNvPr>
          <p:cNvCxnSpPr>
            <a:cxnSpLocks/>
          </p:cNvCxnSpPr>
          <p:nvPr/>
        </p:nvCxnSpPr>
        <p:spPr>
          <a:xfrm flipH="1">
            <a:off x="4412859" y="2213298"/>
            <a:ext cx="2131205"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2" name="Straight Connector 71" descr="timeline">
            <a:extLst>
              <a:ext uri="{FF2B5EF4-FFF2-40B4-BE49-F238E27FC236}">
                <a16:creationId xmlns:a16="http://schemas.microsoft.com/office/drawing/2014/main" id="{C348837C-3D27-B66D-B2C3-36FDCEA8300E}"/>
              </a:ext>
            </a:extLst>
          </p:cNvPr>
          <p:cNvCxnSpPr>
            <a:cxnSpLocks/>
          </p:cNvCxnSpPr>
          <p:nvPr/>
        </p:nvCxnSpPr>
        <p:spPr>
          <a:xfrm flipV="1">
            <a:off x="4902492" y="2213298"/>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4" name="Straight Connector 73" descr="timeline">
            <a:extLst>
              <a:ext uri="{FF2B5EF4-FFF2-40B4-BE49-F238E27FC236}">
                <a16:creationId xmlns:a16="http://schemas.microsoft.com/office/drawing/2014/main" id="{AA62FBAA-DCA5-3450-3E19-43B06265D006}"/>
              </a:ext>
            </a:extLst>
          </p:cNvPr>
          <p:cNvCxnSpPr>
            <a:cxnSpLocks/>
          </p:cNvCxnSpPr>
          <p:nvPr/>
        </p:nvCxnSpPr>
        <p:spPr>
          <a:xfrm flipV="1">
            <a:off x="6037336" y="2213298"/>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5" name="Straight Connector 74" descr="timeline">
            <a:extLst>
              <a:ext uri="{FF2B5EF4-FFF2-40B4-BE49-F238E27FC236}">
                <a16:creationId xmlns:a16="http://schemas.microsoft.com/office/drawing/2014/main" id="{E5D1B108-CC08-187C-78D1-420DA02013B4}"/>
              </a:ext>
            </a:extLst>
          </p:cNvPr>
          <p:cNvCxnSpPr>
            <a:cxnSpLocks/>
          </p:cNvCxnSpPr>
          <p:nvPr/>
        </p:nvCxnSpPr>
        <p:spPr>
          <a:xfrm flipH="1">
            <a:off x="6693583" y="2213298"/>
            <a:ext cx="970856"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6" name="Straight Connector 75" descr="timeline">
            <a:extLst>
              <a:ext uri="{FF2B5EF4-FFF2-40B4-BE49-F238E27FC236}">
                <a16:creationId xmlns:a16="http://schemas.microsoft.com/office/drawing/2014/main" id="{8158298E-F08F-5616-614E-5FA3631E7CD8}"/>
              </a:ext>
            </a:extLst>
          </p:cNvPr>
          <p:cNvCxnSpPr>
            <a:cxnSpLocks/>
          </p:cNvCxnSpPr>
          <p:nvPr/>
        </p:nvCxnSpPr>
        <p:spPr>
          <a:xfrm flipV="1">
            <a:off x="7178530" y="2213298"/>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7" name="Straight Connector 76" descr="timeline">
            <a:extLst>
              <a:ext uri="{FF2B5EF4-FFF2-40B4-BE49-F238E27FC236}">
                <a16:creationId xmlns:a16="http://schemas.microsoft.com/office/drawing/2014/main" id="{191D881E-16A4-F701-5FA2-2A4B132EFA4F}"/>
              </a:ext>
            </a:extLst>
          </p:cNvPr>
          <p:cNvCxnSpPr>
            <a:cxnSpLocks/>
          </p:cNvCxnSpPr>
          <p:nvPr/>
        </p:nvCxnSpPr>
        <p:spPr>
          <a:xfrm flipH="1">
            <a:off x="7836290" y="2213298"/>
            <a:ext cx="970856"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78" name="Straight Connector 77" descr="timeline">
            <a:extLst>
              <a:ext uri="{FF2B5EF4-FFF2-40B4-BE49-F238E27FC236}">
                <a16:creationId xmlns:a16="http://schemas.microsoft.com/office/drawing/2014/main" id="{48D6766D-90BD-E9D1-B1E4-DDE7D4BDA0DF}"/>
              </a:ext>
            </a:extLst>
          </p:cNvPr>
          <p:cNvCxnSpPr>
            <a:cxnSpLocks/>
          </p:cNvCxnSpPr>
          <p:nvPr/>
        </p:nvCxnSpPr>
        <p:spPr>
          <a:xfrm flipV="1">
            <a:off x="8321237" y="2213298"/>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88" name="Straight Connector 87" descr="timeline">
            <a:extLst>
              <a:ext uri="{FF2B5EF4-FFF2-40B4-BE49-F238E27FC236}">
                <a16:creationId xmlns:a16="http://schemas.microsoft.com/office/drawing/2014/main" id="{BA8DE0E4-097E-5D51-B882-B4E2D13712CD}"/>
              </a:ext>
            </a:extLst>
          </p:cNvPr>
          <p:cNvCxnSpPr>
            <a:cxnSpLocks/>
          </p:cNvCxnSpPr>
          <p:nvPr/>
        </p:nvCxnSpPr>
        <p:spPr>
          <a:xfrm flipV="1">
            <a:off x="3764473" y="144457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89" name="Straight Connector 88" descr="timeline">
            <a:extLst>
              <a:ext uri="{FF2B5EF4-FFF2-40B4-BE49-F238E27FC236}">
                <a16:creationId xmlns:a16="http://schemas.microsoft.com/office/drawing/2014/main" id="{B952B948-02A9-0C53-4C62-0875D6A53CFD}"/>
              </a:ext>
            </a:extLst>
          </p:cNvPr>
          <p:cNvCxnSpPr>
            <a:cxnSpLocks/>
          </p:cNvCxnSpPr>
          <p:nvPr/>
        </p:nvCxnSpPr>
        <p:spPr>
          <a:xfrm flipV="1">
            <a:off x="4902492" y="144457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0" name="Straight Connector 89" descr="timeline">
            <a:extLst>
              <a:ext uri="{FF2B5EF4-FFF2-40B4-BE49-F238E27FC236}">
                <a16:creationId xmlns:a16="http://schemas.microsoft.com/office/drawing/2014/main" id="{2029F7F2-A77D-BB5D-88BD-C3183198D45A}"/>
              </a:ext>
            </a:extLst>
          </p:cNvPr>
          <p:cNvCxnSpPr>
            <a:cxnSpLocks/>
          </p:cNvCxnSpPr>
          <p:nvPr/>
        </p:nvCxnSpPr>
        <p:spPr>
          <a:xfrm flipV="1">
            <a:off x="7178530" y="144457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1" name="Straight Connector 90" descr="timeline">
            <a:extLst>
              <a:ext uri="{FF2B5EF4-FFF2-40B4-BE49-F238E27FC236}">
                <a16:creationId xmlns:a16="http://schemas.microsoft.com/office/drawing/2014/main" id="{9E4CC869-04A2-BBCC-7451-83CE57A39E7F}"/>
              </a:ext>
            </a:extLst>
          </p:cNvPr>
          <p:cNvCxnSpPr>
            <a:cxnSpLocks/>
          </p:cNvCxnSpPr>
          <p:nvPr/>
        </p:nvCxnSpPr>
        <p:spPr>
          <a:xfrm flipV="1">
            <a:off x="8317917" y="144457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2" name="Straight Connector 91" descr="timeline">
            <a:extLst>
              <a:ext uri="{FF2B5EF4-FFF2-40B4-BE49-F238E27FC236}">
                <a16:creationId xmlns:a16="http://schemas.microsoft.com/office/drawing/2014/main" id="{05F77F27-5D85-0A49-DA5F-634F5DF9A2D5}"/>
              </a:ext>
            </a:extLst>
          </p:cNvPr>
          <p:cNvCxnSpPr>
            <a:cxnSpLocks/>
          </p:cNvCxnSpPr>
          <p:nvPr/>
        </p:nvCxnSpPr>
        <p:spPr>
          <a:xfrm flipV="1">
            <a:off x="3764473" y="74590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3" name="Straight Connector 92" descr="timeline">
            <a:extLst>
              <a:ext uri="{FF2B5EF4-FFF2-40B4-BE49-F238E27FC236}">
                <a16:creationId xmlns:a16="http://schemas.microsoft.com/office/drawing/2014/main" id="{799362B0-3237-5B31-8288-0B0F397280A5}"/>
              </a:ext>
            </a:extLst>
          </p:cNvPr>
          <p:cNvCxnSpPr>
            <a:cxnSpLocks/>
          </p:cNvCxnSpPr>
          <p:nvPr/>
        </p:nvCxnSpPr>
        <p:spPr>
          <a:xfrm flipV="1">
            <a:off x="4902492" y="74590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4" name="Straight Connector 93" descr="timeline">
            <a:extLst>
              <a:ext uri="{FF2B5EF4-FFF2-40B4-BE49-F238E27FC236}">
                <a16:creationId xmlns:a16="http://schemas.microsoft.com/office/drawing/2014/main" id="{B4E2EF1A-E479-46C4-6688-07D90D605DB9}"/>
              </a:ext>
            </a:extLst>
          </p:cNvPr>
          <p:cNvCxnSpPr>
            <a:cxnSpLocks/>
          </p:cNvCxnSpPr>
          <p:nvPr/>
        </p:nvCxnSpPr>
        <p:spPr>
          <a:xfrm flipV="1">
            <a:off x="7178530" y="74590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5" name="Straight Connector 94" descr="timeline">
            <a:extLst>
              <a:ext uri="{FF2B5EF4-FFF2-40B4-BE49-F238E27FC236}">
                <a16:creationId xmlns:a16="http://schemas.microsoft.com/office/drawing/2014/main" id="{1F4BFE2E-1338-A625-0109-6BE042439D45}"/>
              </a:ext>
            </a:extLst>
          </p:cNvPr>
          <p:cNvCxnSpPr>
            <a:cxnSpLocks/>
          </p:cNvCxnSpPr>
          <p:nvPr/>
        </p:nvCxnSpPr>
        <p:spPr>
          <a:xfrm flipV="1">
            <a:off x="8317917" y="745900"/>
            <a:ext cx="0" cy="16743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68" name="Footer Placeholder 2">
            <a:extLst>
              <a:ext uri="{FF2B5EF4-FFF2-40B4-BE49-F238E27FC236}">
                <a16:creationId xmlns:a16="http://schemas.microsoft.com/office/drawing/2014/main" id="{F73C8A4E-95C0-4234-D9C5-057DB3CFB20D}"/>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4174450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30">
            <a:extLst>
              <a:ext uri="{FF2B5EF4-FFF2-40B4-BE49-F238E27FC236}">
                <a16:creationId xmlns:a16="http://schemas.microsoft.com/office/drawing/2014/main" id="{21E5C62D-5913-4998-95FE-F220C223934A}"/>
              </a:ext>
            </a:extLst>
          </p:cNvPr>
          <p:cNvGraphicFramePr>
            <a:graphicFrameLocks noGrp="1"/>
          </p:cNvGraphicFramePr>
          <p:nvPr/>
        </p:nvGraphicFramePr>
        <p:xfrm>
          <a:off x="1648359" y="1360627"/>
          <a:ext cx="7308312" cy="3276804"/>
        </p:xfrm>
        <a:graphic>
          <a:graphicData uri="http://schemas.openxmlformats.org/drawingml/2006/table">
            <a:tbl>
              <a:tblPr firstRow="1" bandRow="1">
                <a:tableStyleId>{5C22544A-7EE6-4342-B048-85BDC9FD1C3A}</a:tableStyleId>
              </a:tblPr>
              <a:tblGrid>
                <a:gridCol w="609026">
                  <a:extLst>
                    <a:ext uri="{9D8B030D-6E8A-4147-A177-3AD203B41FA5}">
                      <a16:colId xmlns:a16="http://schemas.microsoft.com/office/drawing/2014/main" val="3178255064"/>
                    </a:ext>
                  </a:extLst>
                </a:gridCol>
                <a:gridCol w="609026">
                  <a:extLst>
                    <a:ext uri="{9D8B030D-6E8A-4147-A177-3AD203B41FA5}">
                      <a16:colId xmlns:a16="http://schemas.microsoft.com/office/drawing/2014/main" val="2335889686"/>
                    </a:ext>
                  </a:extLst>
                </a:gridCol>
                <a:gridCol w="609026">
                  <a:extLst>
                    <a:ext uri="{9D8B030D-6E8A-4147-A177-3AD203B41FA5}">
                      <a16:colId xmlns:a16="http://schemas.microsoft.com/office/drawing/2014/main" val="2947601815"/>
                    </a:ext>
                  </a:extLst>
                </a:gridCol>
                <a:gridCol w="609026">
                  <a:extLst>
                    <a:ext uri="{9D8B030D-6E8A-4147-A177-3AD203B41FA5}">
                      <a16:colId xmlns:a16="http://schemas.microsoft.com/office/drawing/2014/main" val="183072837"/>
                    </a:ext>
                  </a:extLst>
                </a:gridCol>
                <a:gridCol w="609026">
                  <a:extLst>
                    <a:ext uri="{9D8B030D-6E8A-4147-A177-3AD203B41FA5}">
                      <a16:colId xmlns:a16="http://schemas.microsoft.com/office/drawing/2014/main" val="1550270988"/>
                    </a:ext>
                  </a:extLst>
                </a:gridCol>
                <a:gridCol w="609026">
                  <a:extLst>
                    <a:ext uri="{9D8B030D-6E8A-4147-A177-3AD203B41FA5}">
                      <a16:colId xmlns:a16="http://schemas.microsoft.com/office/drawing/2014/main" val="720253392"/>
                    </a:ext>
                  </a:extLst>
                </a:gridCol>
                <a:gridCol w="609026">
                  <a:extLst>
                    <a:ext uri="{9D8B030D-6E8A-4147-A177-3AD203B41FA5}">
                      <a16:colId xmlns:a16="http://schemas.microsoft.com/office/drawing/2014/main" val="2739984970"/>
                    </a:ext>
                  </a:extLst>
                </a:gridCol>
                <a:gridCol w="609026">
                  <a:extLst>
                    <a:ext uri="{9D8B030D-6E8A-4147-A177-3AD203B41FA5}">
                      <a16:colId xmlns:a16="http://schemas.microsoft.com/office/drawing/2014/main" val="3926381221"/>
                    </a:ext>
                  </a:extLst>
                </a:gridCol>
                <a:gridCol w="609026">
                  <a:extLst>
                    <a:ext uri="{9D8B030D-6E8A-4147-A177-3AD203B41FA5}">
                      <a16:colId xmlns:a16="http://schemas.microsoft.com/office/drawing/2014/main" val="648279812"/>
                    </a:ext>
                  </a:extLst>
                </a:gridCol>
                <a:gridCol w="609026">
                  <a:extLst>
                    <a:ext uri="{9D8B030D-6E8A-4147-A177-3AD203B41FA5}">
                      <a16:colId xmlns:a16="http://schemas.microsoft.com/office/drawing/2014/main" val="1186199478"/>
                    </a:ext>
                  </a:extLst>
                </a:gridCol>
                <a:gridCol w="609026">
                  <a:extLst>
                    <a:ext uri="{9D8B030D-6E8A-4147-A177-3AD203B41FA5}">
                      <a16:colId xmlns:a16="http://schemas.microsoft.com/office/drawing/2014/main" val="3702181010"/>
                    </a:ext>
                  </a:extLst>
                </a:gridCol>
                <a:gridCol w="609026">
                  <a:extLst>
                    <a:ext uri="{9D8B030D-6E8A-4147-A177-3AD203B41FA5}">
                      <a16:colId xmlns:a16="http://schemas.microsoft.com/office/drawing/2014/main" val="1793803671"/>
                    </a:ext>
                  </a:extLst>
                </a:gridCol>
              </a:tblGrid>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7153583"/>
                  </a:ext>
                </a:extLst>
              </a:tr>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06101395"/>
                  </a:ext>
                </a:extLst>
              </a:tr>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0264023"/>
                  </a:ext>
                </a:extLst>
              </a:tr>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17203395"/>
                  </a:ext>
                </a:extLst>
              </a:tr>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8017851"/>
                  </a:ext>
                </a:extLst>
              </a:tr>
              <a:tr h="546134">
                <a:tc>
                  <a:txBody>
                    <a:bodyPr/>
                    <a:lstStyle/>
                    <a:p>
                      <a:endParaRPr lang="en-US"/>
                    </a:p>
                  </a:txBody>
                  <a:tcPr>
                    <a:lnL w="12700" cmpd="sng">
                      <a:noFill/>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12700" cap="flat" cmpd="sng" algn="ctr">
                      <a:solidFill>
                        <a:schemeClr val="tx2"/>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endParaRPr lang="en-US"/>
                    </a:p>
                  </a:txBody>
                  <a:tcPr>
                    <a:lnL w="6350" cap="flat" cmpd="sng" algn="ctr">
                      <a:solidFill>
                        <a:schemeClr val="bg1">
                          <a:lumMod val="8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33063711"/>
                  </a:ext>
                </a:extLst>
              </a:tr>
            </a:tbl>
          </a:graphicData>
        </a:graphic>
      </p:graphicFrame>
      <p:sp>
        <p:nvSpPr>
          <p:cNvPr id="20" name="Text Placeholder 19">
            <a:extLst>
              <a:ext uri="{FF2B5EF4-FFF2-40B4-BE49-F238E27FC236}">
                <a16:creationId xmlns:a16="http://schemas.microsoft.com/office/drawing/2014/main" id="{9328DB7B-101A-4EA9-8CF9-E0FEBDC2A345}"/>
              </a:ext>
            </a:extLst>
          </p:cNvPr>
          <p:cNvSpPr>
            <a:spLocks noGrp="1"/>
          </p:cNvSpPr>
          <p:nvPr>
            <p:ph type="body" sz="quarter" idx="30"/>
          </p:nvPr>
        </p:nvSpPr>
        <p:spPr/>
        <p:txBody>
          <a:bodyPr/>
          <a:lstStyle/>
          <a:p>
            <a:r>
              <a:rPr lang="en-US"/>
              <a:t>Category</a:t>
            </a:r>
          </a:p>
        </p:txBody>
      </p:sp>
      <p:sp>
        <p:nvSpPr>
          <p:cNvPr id="4" name="Text Placeholder 3">
            <a:extLst>
              <a:ext uri="{FF2B5EF4-FFF2-40B4-BE49-F238E27FC236}">
                <a16:creationId xmlns:a16="http://schemas.microsoft.com/office/drawing/2014/main" id="{8235B5C0-7456-437E-83F2-D20D2E889EDF}"/>
              </a:ext>
            </a:extLst>
          </p:cNvPr>
          <p:cNvSpPr>
            <a:spLocks noGrp="1"/>
          </p:cNvSpPr>
          <p:nvPr>
            <p:ph type="body" sz="quarter" idx="12"/>
          </p:nvPr>
        </p:nvSpPr>
        <p:spPr/>
        <p:txBody>
          <a:bodyPr/>
          <a:lstStyle/>
          <a:p>
            <a:r>
              <a:rPr lang="en-US"/>
              <a:t>OVERLINE/SECTION (OPTIONAL) IN ARIAL 8PT ALL CAPS</a:t>
            </a:r>
          </a:p>
        </p:txBody>
      </p:sp>
      <p:sp>
        <p:nvSpPr>
          <p:cNvPr id="5" name="Title 4">
            <a:extLst>
              <a:ext uri="{FF2B5EF4-FFF2-40B4-BE49-F238E27FC236}">
                <a16:creationId xmlns:a16="http://schemas.microsoft.com/office/drawing/2014/main" id="{6CEAEB4C-5740-4349-9524-0333F9D87E41}"/>
              </a:ext>
            </a:extLst>
          </p:cNvPr>
          <p:cNvSpPr>
            <a:spLocks noGrp="1"/>
          </p:cNvSpPr>
          <p:nvPr>
            <p:ph type="title"/>
          </p:nvPr>
        </p:nvSpPr>
        <p:spPr/>
        <p:txBody>
          <a:bodyPr/>
          <a:lstStyle/>
          <a:p>
            <a:r>
              <a:rPr lang="en-US"/>
              <a:t>Roadmap</a:t>
            </a:r>
          </a:p>
        </p:txBody>
      </p:sp>
      <p:sp>
        <p:nvSpPr>
          <p:cNvPr id="6" name="Text Placeholder 5">
            <a:extLst>
              <a:ext uri="{FF2B5EF4-FFF2-40B4-BE49-F238E27FC236}">
                <a16:creationId xmlns:a16="http://schemas.microsoft.com/office/drawing/2014/main" id="{2B1978A2-2121-4D2B-932F-3307AC6F4A4A}"/>
              </a:ext>
            </a:extLst>
          </p:cNvPr>
          <p:cNvSpPr>
            <a:spLocks noGrp="1"/>
          </p:cNvSpPr>
          <p:nvPr>
            <p:ph type="body" sz="quarter" idx="14"/>
          </p:nvPr>
        </p:nvSpPr>
        <p:spPr/>
        <p:txBody>
          <a:bodyPr/>
          <a:lstStyle/>
          <a:p>
            <a:r>
              <a:rPr lang="en-US"/>
              <a:t>Title</a:t>
            </a:r>
          </a:p>
        </p:txBody>
      </p:sp>
      <p:sp>
        <p:nvSpPr>
          <p:cNvPr id="7" name="Text Placeholder 6">
            <a:extLst>
              <a:ext uri="{FF2B5EF4-FFF2-40B4-BE49-F238E27FC236}">
                <a16:creationId xmlns:a16="http://schemas.microsoft.com/office/drawing/2014/main" id="{6E5ECE21-5B0D-4439-8F39-C770B374AD0A}"/>
              </a:ext>
            </a:extLst>
          </p:cNvPr>
          <p:cNvSpPr>
            <a:spLocks noGrp="1"/>
          </p:cNvSpPr>
          <p:nvPr>
            <p:ph type="body" sz="quarter" idx="17"/>
          </p:nvPr>
        </p:nvSpPr>
        <p:spPr/>
        <p:txBody>
          <a:bodyPr/>
          <a:lstStyle/>
          <a:p>
            <a:r>
              <a:rPr lang="en-US"/>
              <a:t>Title</a:t>
            </a:r>
          </a:p>
        </p:txBody>
      </p:sp>
      <p:sp>
        <p:nvSpPr>
          <p:cNvPr id="8" name="Text Placeholder 7">
            <a:extLst>
              <a:ext uri="{FF2B5EF4-FFF2-40B4-BE49-F238E27FC236}">
                <a16:creationId xmlns:a16="http://schemas.microsoft.com/office/drawing/2014/main" id="{D433A6B9-C59C-4408-8E34-015441FFF8A1}"/>
              </a:ext>
            </a:extLst>
          </p:cNvPr>
          <p:cNvSpPr>
            <a:spLocks noGrp="1"/>
          </p:cNvSpPr>
          <p:nvPr>
            <p:ph type="body" sz="quarter" idx="18"/>
          </p:nvPr>
        </p:nvSpPr>
        <p:spPr/>
        <p:txBody>
          <a:bodyPr/>
          <a:lstStyle/>
          <a:p>
            <a:r>
              <a:rPr lang="en-US"/>
              <a:t>Title</a:t>
            </a:r>
          </a:p>
        </p:txBody>
      </p:sp>
      <p:sp>
        <p:nvSpPr>
          <p:cNvPr id="9" name="Text Placeholder 8">
            <a:extLst>
              <a:ext uri="{FF2B5EF4-FFF2-40B4-BE49-F238E27FC236}">
                <a16:creationId xmlns:a16="http://schemas.microsoft.com/office/drawing/2014/main" id="{60442205-1AD1-4A34-98D3-7D44769E08A7}"/>
              </a:ext>
            </a:extLst>
          </p:cNvPr>
          <p:cNvSpPr>
            <a:spLocks noGrp="1"/>
          </p:cNvSpPr>
          <p:nvPr>
            <p:ph type="body" sz="quarter" idx="19"/>
          </p:nvPr>
        </p:nvSpPr>
        <p:spPr/>
        <p:txBody>
          <a:bodyPr/>
          <a:lstStyle/>
          <a:p>
            <a:r>
              <a:rPr lang="en-US"/>
              <a:t>Title</a:t>
            </a:r>
          </a:p>
        </p:txBody>
      </p:sp>
      <p:sp>
        <p:nvSpPr>
          <p:cNvPr id="10" name="Text Placeholder 9">
            <a:extLst>
              <a:ext uri="{FF2B5EF4-FFF2-40B4-BE49-F238E27FC236}">
                <a16:creationId xmlns:a16="http://schemas.microsoft.com/office/drawing/2014/main" id="{9A1D7DF8-4A1A-454D-A03E-552BA372EB28}"/>
              </a:ext>
            </a:extLst>
          </p:cNvPr>
          <p:cNvSpPr>
            <a:spLocks noGrp="1"/>
          </p:cNvSpPr>
          <p:nvPr>
            <p:ph type="body" sz="quarter" idx="20"/>
          </p:nvPr>
        </p:nvSpPr>
        <p:spPr/>
        <p:txBody>
          <a:bodyPr/>
          <a:lstStyle/>
          <a:p>
            <a:r>
              <a:rPr lang="en-US"/>
              <a:t>Title</a:t>
            </a:r>
          </a:p>
        </p:txBody>
      </p:sp>
      <p:sp>
        <p:nvSpPr>
          <p:cNvPr id="11" name="Text Placeholder 10">
            <a:extLst>
              <a:ext uri="{FF2B5EF4-FFF2-40B4-BE49-F238E27FC236}">
                <a16:creationId xmlns:a16="http://schemas.microsoft.com/office/drawing/2014/main" id="{A12CDE58-D06B-43CF-8BF6-DE1B0ED12DA8}"/>
              </a:ext>
            </a:extLst>
          </p:cNvPr>
          <p:cNvSpPr>
            <a:spLocks noGrp="1"/>
          </p:cNvSpPr>
          <p:nvPr>
            <p:ph type="body" sz="quarter" idx="21"/>
          </p:nvPr>
        </p:nvSpPr>
        <p:spPr/>
        <p:txBody>
          <a:bodyPr/>
          <a:lstStyle/>
          <a:p>
            <a:r>
              <a:rPr lang="en-US"/>
              <a:t>Title</a:t>
            </a:r>
          </a:p>
        </p:txBody>
      </p:sp>
      <p:sp>
        <p:nvSpPr>
          <p:cNvPr id="12" name="Text Placeholder 11">
            <a:extLst>
              <a:ext uri="{FF2B5EF4-FFF2-40B4-BE49-F238E27FC236}">
                <a16:creationId xmlns:a16="http://schemas.microsoft.com/office/drawing/2014/main" id="{CCD9A255-21D7-48D5-8D59-467B9C998C08}"/>
              </a:ext>
            </a:extLst>
          </p:cNvPr>
          <p:cNvSpPr>
            <a:spLocks noGrp="1"/>
          </p:cNvSpPr>
          <p:nvPr>
            <p:ph type="body" sz="quarter" idx="22"/>
          </p:nvPr>
        </p:nvSpPr>
        <p:spPr/>
        <p:txBody>
          <a:bodyPr/>
          <a:lstStyle/>
          <a:p>
            <a:r>
              <a:rPr lang="en-US"/>
              <a:t>Title</a:t>
            </a:r>
          </a:p>
        </p:txBody>
      </p:sp>
      <p:sp>
        <p:nvSpPr>
          <p:cNvPr id="13" name="Text Placeholder 12">
            <a:extLst>
              <a:ext uri="{FF2B5EF4-FFF2-40B4-BE49-F238E27FC236}">
                <a16:creationId xmlns:a16="http://schemas.microsoft.com/office/drawing/2014/main" id="{A1481A55-F4D7-4C69-8DED-ADC76D42B521}"/>
              </a:ext>
            </a:extLst>
          </p:cNvPr>
          <p:cNvSpPr>
            <a:spLocks noGrp="1"/>
          </p:cNvSpPr>
          <p:nvPr>
            <p:ph type="body" sz="quarter" idx="23"/>
          </p:nvPr>
        </p:nvSpPr>
        <p:spPr/>
        <p:txBody>
          <a:bodyPr/>
          <a:lstStyle/>
          <a:p>
            <a:r>
              <a:rPr lang="en-US"/>
              <a:t>Title</a:t>
            </a:r>
          </a:p>
        </p:txBody>
      </p:sp>
      <p:sp>
        <p:nvSpPr>
          <p:cNvPr id="14" name="Text Placeholder 13">
            <a:extLst>
              <a:ext uri="{FF2B5EF4-FFF2-40B4-BE49-F238E27FC236}">
                <a16:creationId xmlns:a16="http://schemas.microsoft.com/office/drawing/2014/main" id="{B245214A-2F5D-4F32-9B1E-C5EDB8367D56}"/>
              </a:ext>
            </a:extLst>
          </p:cNvPr>
          <p:cNvSpPr>
            <a:spLocks noGrp="1"/>
          </p:cNvSpPr>
          <p:nvPr>
            <p:ph type="body" sz="quarter" idx="24"/>
          </p:nvPr>
        </p:nvSpPr>
        <p:spPr/>
        <p:txBody>
          <a:bodyPr/>
          <a:lstStyle/>
          <a:p>
            <a:r>
              <a:rPr lang="en-US"/>
              <a:t>Title</a:t>
            </a:r>
          </a:p>
        </p:txBody>
      </p:sp>
      <p:sp>
        <p:nvSpPr>
          <p:cNvPr id="15" name="Text Placeholder 14">
            <a:extLst>
              <a:ext uri="{FF2B5EF4-FFF2-40B4-BE49-F238E27FC236}">
                <a16:creationId xmlns:a16="http://schemas.microsoft.com/office/drawing/2014/main" id="{86B9083D-F35C-4FCB-9654-DC38D3BC64AA}"/>
              </a:ext>
            </a:extLst>
          </p:cNvPr>
          <p:cNvSpPr>
            <a:spLocks noGrp="1"/>
          </p:cNvSpPr>
          <p:nvPr>
            <p:ph type="body" sz="quarter" idx="25"/>
          </p:nvPr>
        </p:nvSpPr>
        <p:spPr/>
        <p:txBody>
          <a:bodyPr/>
          <a:lstStyle/>
          <a:p>
            <a:r>
              <a:rPr lang="en-US"/>
              <a:t>Title</a:t>
            </a:r>
          </a:p>
        </p:txBody>
      </p:sp>
      <p:sp>
        <p:nvSpPr>
          <p:cNvPr id="16" name="Text Placeholder 15">
            <a:extLst>
              <a:ext uri="{FF2B5EF4-FFF2-40B4-BE49-F238E27FC236}">
                <a16:creationId xmlns:a16="http://schemas.microsoft.com/office/drawing/2014/main" id="{5D7D9581-1002-45F9-92D0-457F0DAF6753}"/>
              </a:ext>
            </a:extLst>
          </p:cNvPr>
          <p:cNvSpPr>
            <a:spLocks noGrp="1"/>
          </p:cNvSpPr>
          <p:nvPr>
            <p:ph type="body" sz="quarter" idx="26"/>
          </p:nvPr>
        </p:nvSpPr>
        <p:spPr/>
        <p:txBody>
          <a:bodyPr/>
          <a:lstStyle/>
          <a:p>
            <a:r>
              <a:rPr lang="en-US"/>
              <a:t>Title</a:t>
            </a:r>
          </a:p>
        </p:txBody>
      </p:sp>
      <p:sp>
        <p:nvSpPr>
          <p:cNvPr id="17" name="Text Placeholder 16">
            <a:extLst>
              <a:ext uri="{FF2B5EF4-FFF2-40B4-BE49-F238E27FC236}">
                <a16:creationId xmlns:a16="http://schemas.microsoft.com/office/drawing/2014/main" id="{9F7CDCB9-F1A1-47BF-82F8-9FA32E776308}"/>
              </a:ext>
            </a:extLst>
          </p:cNvPr>
          <p:cNvSpPr>
            <a:spLocks noGrp="1"/>
          </p:cNvSpPr>
          <p:nvPr>
            <p:ph type="body" sz="quarter" idx="27"/>
          </p:nvPr>
        </p:nvSpPr>
        <p:spPr/>
        <p:txBody>
          <a:bodyPr/>
          <a:lstStyle/>
          <a:p>
            <a:r>
              <a:rPr lang="en-US"/>
              <a:t>Title</a:t>
            </a:r>
          </a:p>
        </p:txBody>
      </p:sp>
      <p:sp>
        <p:nvSpPr>
          <p:cNvPr id="18" name="Text Placeholder 17">
            <a:extLst>
              <a:ext uri="{FF2B5EF4-FFF2-40B4-BE49-F238E27FC236}">
                <a16:creationId xmlns:a16="http://schemas.microsoft.com/office/drawing/2014/main" id="{0CE9379F-771E-4893-8B81-B8B7EE267545}"/>
              </a:ext>
            </a:extLst>
          </p:cNvPr>
          <p:cNvSpPr>
            <a:spLocks noGrp="1"/>
          </p:cNvSpPr>
          <p:nvPr>
            <p:ph type="body" sz="quarter" idx="28"/>
          </p:nvPr>
        </p:nvSpPr>
        <p:spPr/>
        <p:txBody>
          <a:bodyPr/>
          <a:lstStyle/>
          <a:p>
            <a:r>
              <a:rPr lang="en-US"/>
              <a:t>Category</a:t>
            </a:r>
          </a:p>
        </p:txBody>
      </p:sp>
      <p:sp>
        <p:nvSpPr>
          <p:cNvPr id="19" name="Text Placeholder 18">
            <a:extLst>
              <a:ext uri="{FF2B5EF4-FFF2-40B4-BE49-F238E27FC236}">
                <a16:creationId xmlns:a16="http://schemas.microsoft.com/office/drawing/2014/main" id="{99FB33E9-CBB3-4812-8A58-B4DBB793EB16}"/>
              </a:ext>
            </a:extLst>
          </p:cNvPr>
          <p:cNvSpPr>
            <a:spLocks noGrp="1"/>
          </p:cNvSpPr>
          <p:nvPr>
            <p:ph type="body" sz="quarter" idx="29"/>
          </p:nvPr>
        </p:nvSpPr>
        <p:spPr/>
        <p:txBody>
          <a:bodyPr/>
          <a:lstStyle/>
          <a:p>
            <a:r>
              <a:rPr lang="en-US"/>
              <a:t>Category</a:t>
            </a:r>
          </a:p>
        </p:txBody>
      </p:sp>
      <p:sp>
        <p:nvSpPr>
          <p:cNvPr id="21" name="Text Placeholder 20">
            <a:extLst>
              <a:ext uri="{FF2B5EF4-FFF2-40B4-BE49-F238E27FC236}">
                <a16:creationId xmlns:a16="http://schemas.microsoft.com/office/drawing/2014/main" id="{05E28399-CEBC-4BFA-B5CF-4F75DD4C49E1}"/>
              </a:ext>
            </a:extLst>
          </p:cNvPr>
          <p:cNvSpPr>
            <a:spLocks noGrp="1"/>
          </p:cNvSpPr>
          <p:nvPr>
            <p:ph type="body" sz="quarter" idx="31"/>
          </p:nvPr>
        </p:nvSpPr>
        <p:spPr/>
        <p:txBody>
          <a:bodyPr/>
          <a:lstStyle/>
          <a:p>
            <a:r>
              <a:rPr lang="en-US"/>
              <a:t>Category</a:t>
            </a:r>
          </a:p>
        </p:txBody>
      </p:sp>
      <p:sp>
        <p:nvSpPr>
          <p:cNvPr id="22" name="Text Placeholder 21">
            <a:extLst>
              <a:ext uri="{FF2B5EF4-FFF2-40B4-BE49-F238E27FC236}">
                <a16:creationId xmlns:a16="http://schemas.microsoft.com/office/drawing/2014/main" id="{FC63B396-EF98-470E-9FF1-9500E3308AEE}"/>
              </a:ext>
            </a:extLst>
          </p:cNvPr>
          <p:cNvSpPr>
            <a:spLocks noGrp="1"/>
          </p:cNvSpPr>
          <p:nvPr>
            <p:ph type="body" sz="quarter" idx="32"/>
          </p:nvPr>
        </p:nvSpPr>
        <p:spPr/>
        <p:txBody>
          <a:bodyPr/>
          <a:lstStyle/>
          <a:p>
            <a:r>
              <a:rPr lang="en-US"/>
              <a:t>Category</a:t>
            </a:r>
          </a:p>
        </p:txBody>
      </p:sp>
      <p:sp>
        <p:nvSpPr>
          <p:cNvPr id="23" name="Text Placeholder 22">
            <a:extLst>
              <a:ext uri="{FF2B5EF4-FFF2-40B4-BE49-F238E27FC236}">
                <a16:creationId xmlns:a16="http://schemas.microsoft.com/office/drawing/2014/main" id="{82D5D2BB-D128-4195-B742-F94FE2921EB5}"/>
              </a:ext>
            </a:extLst>
          </p:cNvPr>
          <p:cNvSpPr>
            <a:spLocks noGrp="1"/>
          </p:cNvSpPr>
          <p:nvPr>
            <p:ph type="body" sz="quarter" idx="33"/>
          </p:nvPr>
        </p:nvSpPr>
        <p:spPr/>
        <p:txBody>
          <a:bodyPr/>
          <a:lstStyle/>
          <a:p>
            <a:r>
              <a:rPr lang="en-US"/>
              <a:t>Category</a:t>
            </a:r>
          </a:p>
        </p:txBody>
      </p:sp>
      <p:sp>
        <p:nvSpPr>
          <p:cNvPr id="2" name="Footer Placeholder 1">
            <a:extLst>
              <a:ext uri="{FF2B5EF4-FFF2-40B4-BE49-F238E27FC236}">
                <a16:creationId xmlns:a16="http://schemas.microsoft.com/office/drawing/2014/main" id="{87CC1882-C523-4EC5-B465-A0113A53BE40}"/>
              </a:ext>
            </a:extLst>
          </p:cNvPr>
          <p:cNvSpPr>
            <a:spLocks noGrp="1"/>
          </p:cNvSpPr>
          <p:nvPr>
            <p:ph type="ftr" sz="quarter" idx="16"/>
          </p:nvPr>
        </p:nvSpPr>
        <p:spPr/>
        <p:txBody>
          <a:bodyPr/>
          <a:lstStyle/>
          <a:p>
            <a:r>
              <a:rPr lang="en-US"/>
              <a:t>Presentation Name or Footer Copy</a:t>
            </a:r>
          </a:p>
        </p:txBody>
      </p:sp>
      <p:sp>
        <p:nvSpPr>
          <p:cNvPr id="24" name="Rectangle 23">
            <a:extLst>
              <a:ext uri="{FF2B5EF4-FFF2-40B4-BE49-F238E27FC236}">
                <a16:creationId xmlns:a16="http://schemas.microsoft.com/office/drawing/2014/main" id="{089AE21B-0C95-4F40-A956-CFCA3069269B}"/>
              </a:ext>
            </a:extLst>
          </p:cNvPr>
          <p:cNvSpPr/>
          <p:nvPr/>
        </p:nvSpPr>
        <p:spPr>
          <a:xfrm>
            <a:off x="1934885" y="1477670"/>
            <a:ext cx="2761475" cy="29382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
        <p:nvSpPr>
          <p:cNvPr id="25" name="Rectangle 24">
            <a:extLst>
              <a:ext uri="{FF2B5EF4-FFF2-40B4-BE49-F238E27FC236}">
                <a16:creationId xmlns:a16="http://schemas.microsoft.com/office/drawing/2014/main" id="{D1DEE98D-229A-44DE-8CA3-8C17A3ADF408}"/>
              </a:ext>
            </a:extLst>
          </p:cNvPr>
          <p:cNvSpPr/>
          <p:nvPr/>
        </p:nvSpPr>
        <p:spPr>
          <a:xfrm>
            <a:off x="3482036" y="2033313"/>
            <a:ext cx="2761475" cy="2938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
        <p:nvSpPr>
          <p:cNvPr id="26" name="Rectangle 25">
            <a:extLst>
              <a:ext uri="{FF2B5EF4-FFF2-40B4-BE49-F238E27FC236}">
                <a16:creationId xmlns:a16="http://schemas.microsoft.com/office/drawing/2014/main" id="{064E9DC4-91D0-443D-A6AD-1A5355903601}"/>
              </a:ext>
            </a:extLst>
          </p:cNvPr>
          <p:cNvSpPr/>
          <p:nvPr/>
        </p:nvSpPr>
        <p:spPr>
          <a:xfrm>
            <a:off x="3149210" y="2571750"/>
            <a:ext cx="1272816" cy="2938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
        <p:nvSpPr>
          <p:cNvPr id="27" name="Rectangle 26">
            <a:extLst>
              <a:ext uri="{FF2B5EF4-FFF2-40B4-BE49-F238E27FC236}">
                <a16:creationId xmlns:a16="http://schemas.microsoft.com/office/drawing/2014/main" id="{C6C1179D-D6C4-4DC9-8FC3-59EC8B98B12A}"/>
              </a:ext>
            </a:extLst>
          </p:cNvPr>
          <p:cNvSpPr/>
          <p:nvPr/>
        </p:nvSpPr>
        <p:spPr>
          <a:xfrm>
            <a:off x="4696360" y="3110187"/>
            <a:ext cx="2761475" cy="29382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
        <p:nvSpPr>
          <p:cNvPr id="28" name="Rectangle 27">
            <a:extLst>
              <a:ext uri="{FF2B5EF4-FFF2-40B4-BE49-F238E27FC236}">
                <a16:creationId xmlns:a16="http://schemas.microsoft.com/office/drawing/2014/main" id="{7E869B8E-9435-437C-A871-F14A82BC7504}"/>
              </a:ext>
            </a:extLst>
          </p:cNvPr>
          <p:cNvSpPr/>
          <p:nvPr/>
        </p:nvSpPr>
        <p:spPr>
          <a:xfrm>
            <a:off x="5303523" y="3648624"/>
            <a:ext cx="1272816" cy="2938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
        <p:nvSpPr>
          <p:cNvPr id="29" name="Rectangle 28">
            <a:extLst>
              <a:ext uri="{FF2B5EF4-FFF2-40B4-BE49-F238E27FC236}">
                <a16:creationId xmlns:a16="http://schemas.microsoft.com/office/drawing/2014/main" id="{13BE4228-177E-444E-8D43-8D188D19AF2C}"/>
              </a:ext>
            </a:extLst>
          </p:cNvPr>
          <p:cNvSpPr/>
          <p:nvPr/>
        </p:nvSpPr>
        <p:spPr>
          <a:xfrm>
            <a:off x="7438765" y="4217585"/>
            <a:ext cx="1214323" cy="29382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spTree>
    <p:extLst>
      <p:ext uri="{BB962C8B-B14F-4D97-AF65-F5344CB8AC3E}">
        <p14:creationId xmlns:p14="http://schemas.microsoft.com/office/powerpoint/2010/main" val="31705746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icture Placeholder 91">
            <a:extLst>
              <a:ext uri="{FF2B5EF4-FFF2-40B4-BE49-F238E27FC236}">
                <a16:creationId xmlns:a16="http://schemas.microsoft.com/office/drawing/2014/main" id="{1B3733D0-BA0E-5D03-665F-B52A2F80B75C}"/>
              </a:ext>
            </a:extLst>
          </p:cNvPr>
          <p:cNvSpPr>
            <a:spLocks noGrp="1"/>
          </p:cNvSpPr>
          <p:nvPr>
            <p:ph type="pic" sz="quarter" idx="43"/>
          </p:nvPr>
        </p:nvSpPr>
        <p:spPr/>
        <p:txBody>
          <a:bodyPr/>
          <a:lstStyle/>
          <a:p>
            <a:endParaRPr lang="en-US"/>
          </a:p>
        </p:txBody>
      </p:sp>
      <p:sp>
        <p:nvSpPr>
          <p:cNvPr id="3" name="Title 2">
            <a:extLst>
              <a:ext uri="{FF2B5EF4-FFF2-40B4-BE49-F238E27FC236}">
                <a16:creationId xmlns:a16="http://schemas.microsoft.com/office/drawing/2014/main" id="{4D4E5BAF-A8AE-4CBD-9F35-8D54D7641AF7}"/>
              </a:ext>
            </a:extLst>
          </p:cNvPr>
          <p:cNvSpPr>
            <a:spLocks noGrp="1"/>
          </p:cNvSpPr>
          <p:nvPr>
            <p:ph type="title"/>
          </p:nvPr>
        </p:nvSpPr>
        <p:spPr/>
        <p:txBody>
          <a:bodyPr/>
          <a:lstStyle/>
          <a:p>
            <a:r>
              <a:rPr lang="en-US"/>
              <a:t>Timeline</a:t>
            </a:r>
          </a:p>
        </p:txBody>
      </p:sp>
      <p:sp>
        <p:nvSpPr>
          <p:cNvPr id="4" name="Text Placeholder 3">
            <a:extLst>
              <a:ext uri="{FF2B5EF4-FFF2-40B4-BE49-F238E27FC236}">
                <a16:creationId xmlns:a16="http://schemas.microsoft.com/office/drawing/2014/main" id="{408F01BF-A9A8-4B79-B163-4D2432BF09F5}"/>
              </a:ext>
            </a:extLst>
          </p:cNvPr>
          <p:cNvSpPr>
            <a:spLocks noGrp="1"/>
          </p:cNvSpPr>
          <p:nvPr>
            <p:ph type="body" sz="quarter" idx="12"/>
          </p:nvPr>
        </p:nvSpPr>
        <p:spPr/>
        <p:txBody>
          <a:bodyPr/>
          <a:lstStyle/>
          <a:p>
            <a:r>
              <a:rPr lang="en-US"/>
              <a:t>OVERLINE/SECTION (OPTIONAL) IN ARIAL 8PT ALL CAPS</a:t>
            </a:r>
          </a:p>
        </p:txBody>
      </p:sp>
      <p:sp>
        <p:nvSpPr>
          <p:cNvPr id="7" name="Text Placeholder 6">
            <a:extLst>
              <a:ext uri="{FF2B5EF4-FFF2-40B4-BE49-F238E27FC236}">
                <a16:creationId xmlns:a16="http://schemas.microsoft.com/office/drawing/2014/main" id="{AB8B8E80-B627-45FF-B494-6EA2D27E5D72}"/>
              </a:ext>
            </a:extLst>
          </p:cNvPr>
          <p:cNvSpPr>
            <a:spLocks noGrp="1"/>
          </p:cNvSpPr>
          <p:nvPr>
            <p:ph type="body" sz="quarter" idx="39"/>
          </p:nvPr>
        </p:nvSpPr>
        <p:spPr/>
        <p:txBody>
          <a:bodyPr/>
          <a:lstStyle/>
          <a:p>
            <a:r>
              <a:rPr lang="en-US"/>
              <a:t>Description for timeline, up to two lines of copy</a:t>
            </a:r>
          </a:p>
        </p:txBody>
      </p:sp>
      <p:sp>
        <p:nvSpPr>
          <p:cNvPr id="91" name="Picture Placeholder 90">
            <a:extLst>
              <a:ext uri="{FF2B5EF4-FFF2-40B4-BE49-F238E27FC236}">
                <a16:creationId xmlns:a16="http://schemas.microsoft.com/office/drawing/2014/main" id="{E762B26C-5665-6D6F-4CE6-38F888A1B7B7}"/>
              </a:ext>
            </a:extLst>
          </p:cNvPr>
          <p:cNvSpPr>
            <a:spLocks noGrp="1"/>
          </p:cNvSpPr>
          <p:nvPr>
            <p:ph type="pic" sz="quarter" idx="40"/>
          </p:nvPr>
        </p:nvSpPr>
        <p:spPr/>
        <p:txBody>
          <a:bodyPr/>
          <a:lstStyle/>
          <a:p>
            <a:endParaRPr lang="en-US"/>
          </a:p>
        </p:txBody>
      </p:sp>
      <p:sp>
        <p:nvSpPr>
          <p:cNvPr id="9" name="Text Placeholder 8">
            <a:extLst>
              <a:ext uri="{FF2B5EF4-FFF2-40B4-BE49-F238E27FC236}">
                <a16:creationId xmlns:a16="http://schemas.microsoft.com/office/drawing/2014/main" id="{9F902593-DA60-4843-B545-25C7BADEFB56}"/>
              </a:ext>
            </a:extLst>
          </p:cNvPr>
          <p:cNvSpPr>
            <a:spLocks noGrp="1"/>
          </p:cNvSpPr>
          <p:nvPr>
            <p:ph type="body" sz="quarter" idx="41"/>
          </p:nvPr>
        </p:nvSpPr>
        <p:spPr/>
        <p:txBody>
          <a:bodyPr/>
          <a:lstStyle/>
          <a:p>
            <a:r>
              <a:rPr lang="en-US"/>
              <a:t>XXXX (Year)</a:t>
            </a:r>
          </a:p>
        </p:txBody>
      </p:sp>
      <p:sp>
        <p:nvSpPr>
          <p:cNvPr id="10" name="Text Placeholder 9">
            <a:extLst>
              <a:ext uri="{FF2B5EF4-FFF2-40B4-BE49-F238E27FC236}">
                <a16:creationId xmlns:a16="http://schemas.microsoft.com/office/drawing/2014/main" id="{1DA2A3FA-505F-408D-9459-97FA84AD0DC3}"/>
              </a:ext>
            </a:extLst>
          </p:cNvPr>
          <p:cNvSpPr>
            <a:spLocks noGrp="1"/>
          </p:cNvSpPr>
          <p:nvPr>
            <p:ph type="body" sz="quarter" idx="42"/>
          </p:nvPr>
        </p:nvSpPr>
        <p:spPr/>
        <p:txBody>
          <a:bodyPr/>
          <a:lstStyle/>
          <a:p>
            <a:r>
              <a:rPr lang="en-US"/>
              <a:t>Description for timeline, up to two lines of copy</a:t>
            </a:r>
          </a:p>
        </p:txBody>
      </p:sp>
      <p:sp>
        <p:nvSpPr>
          <p:cNvPr id="11" name="Text Placeholder 10">
            <a:extLst>
              <a:ext uri="{FF2B5EF4-FFF2-40B4-BE49-F238E27FC236}">
                <a16:creationId xmlns:a16="http://schemas.microsoft.com/office/drawing/2014/main" id="{DF3ABCB6-EC2E-4281-BB40-80C051FF997B}"/>
              </a:ext>
            </a:extLst>
          </p:cNvPr>
          <p:cNvSpPr>
            <a:spLocks noGrp="1"/>
          </p:cNvSpPr>
          <p:nvPr>
            <p:ph type="body" sz="quarter" idx="44"/>
          </p:nvPr>
        </p:nvSpPr>
        <p:spPr/>
        <p:txBody>
          <a:bodyPr/>
          <a:lstStyle/>
          <a:p>
            <a:r>
              <a:rPr lang="en-US"/>
              <a:t>XXXX</a:t>
            </a:r>
          </a:p>
        </p:txBody>
      </p:sp>
      <p:sp>
        <p:nvSpPr>
          <p:cNvPr id="12" name="Text Placeholder 11">
            <a:extLst>
              <a:ext uri="{FF2B5EF4-FFF2-40B4-BE49-F238E27FC236}">
                <a16:creationId xmlns:a16="http://schemas.microsoft.com/office/drawing/2014/main" id="{F4D83D5A-18E0-4165-9B73-37D27C924D99}"/>
              </a:ext>
            </a:extLst>
          </p:cNvPr>
          <p:cNvSpPr>
            <a:spLocks noGrp="1"/>
          </p:cNvSpPr>
          <p:nvPr>
            <p:ph type="body" sz="quarter" idx="45"/>
          </p:nvPr>
        </p:nvSpPr>
        <p:spPr/>
        <p:txBody>
          <a:bodyPr/>
          <a:lstStyle/>
          <a:p>
            <a:r>
              <a:rPr lang="en-US"/>
              <a:t>XXXX</a:t>
            </a:r>
          </a:p>
        </p:txBody>
      </p:sp>
      <p:sp>
        <p:nvSpPr>
          <p:cNvPr id="13" name="Text Placeholder 12">
            <a:extLst>
              <a:ext uri="{FF2B5EF4-FFF2-40B4-BE49-F238E27FC236}">
                <a16:creationId xmlns:a16="http://schemas.microsoft.com/office/drawing/2014/main" id="{8BB4BC33-E93A-439C-8FC7-78BB0C463C19}"/>
              </a:ext>
            </a:extLst>
          </p:cNvPr>
          <p:cNvSpPr>
            <a:spLocks noGrp="1"/>
          </p:cNvSpPr>
          <p:nvPr>
            <p:ph type="body" sz="quarter" idx="50"/>
          </p:nvPr>
        </p:nvSpPr>
        <p:spPr/>
        <p:txBody>
          <a:bodyPr/>
          <a:lstStyle/>
          <a:p>
            <a:r>
              <a:rPr lang="en-US"/>
              <a:t>XXXX</a:t>
            </a:r>
          </a:p>
        </p:txBody>
      </p:sp>
      <p:sp>
        <p:nvSpPr>
          <p:cNvPr id="14" name="Text Placeholder 13">
            <a:extLst>
              <a:ext uri="{FF2B5EF4-FFF2-40B4-BE49-F238E27FC236}">
                <a16:creationId xmlns:a16="http://schemas.microsoft.com/office/drawing/2014/main" id="{160A50D7-3EC3-4AA3-92CC-3F2055AB1614}"/>
              </a:ext>
            </a:extLst>
          </p:cNvPr>
          <p:cNvSpPr>
            <a:spLocks noGrp="1"/>
          </p:cNvSpPr>
          <p:nvPr>
            <p:ph type="body" sz="quarter" idx="53"/>
          </p:nvPr>
        </p:nvSpPr>
        <p:spPr/>
        <p:txBody>
          <a:bodyPr/>
          <a:lstStyle/>
          <a:p>
            <a:r>
              <a:rPr lang="en-US"/>
              <a:t>XXXX</a:t>
            </a:r>
          </a:p>
        </p:txBody>
      </p:sp>
      <p:sp>
        <p:nvSpPr>
          <p:cNvPr id="15" name="Text Placeholder 14">
            <a:extLst>
              <a:ext uri="{FF2B5EF4-FFF2-40B4-BE49-F238E27FC236}">
                <a16:creationId xmlns:a16="http://schemas.microsoft.com/office/drawing/2014/main" id="{043317E4-83FD-4DA9-A415-E30C35BF04E1}"/>
              </a:ext>
            </a:extLst>
          </p:cNvPr>
          <p:cNvSpPr>
            <a:spLocks noGrp="1"/>
          </p:cNvSpPr>
          <p:nvPr>
            <p:ph type="body" sz="quarter" idx="57"/>
          </p:nvPr>
        </p:nvSpPr>
        <p:spPr/>
        <p:txBody>
          <a:bodyPr/>
          <a:lstStyle/>
          <a:p>
            <a:r>
              <a:rPr lang="en-US"/>
              <a:t>XXXX</a:t>
            </a:r>
          </a:p>
        </p:txBody>
      </p:sp>
      <p:sp>
        <p:nvSpPr>
          <p:cNvPr id="16" name="Text Placeholder 15">
            <a:extLst>
              <a:ext uri="{FF2B5EF4-FFF2-40B4-BE49-F238E27FC236}">
                <a16:creationId xmlns:a16="http://schemas.microsoft.com/office/drawing/2014/main" id="{6A5804AA-54BE-4FA5-A9F0-51CA8D4D4D6A}"/>
              </a:ext>
            </a:extLst>
          </p:cNvPr>
          <p:cNvSpPr>
            <a:spLocks noGrp="1"/>
          </p:cNvSpPr>
          <p:nvPr>
            <p:ph type="body" sz="quarter" idx="60"/>
          </p:nvPr>
        </p:nvSpPr>
        <p:spPr/>
        <p:txBody>
          <a:bodyPr/>
          <a:lstStyle/>
          <a:p>
            <a:r>
              <a:rPr lang="en-US"/>
              <a:t>XXXX</a:t>
            </a:r>
          </a:p>
        </p:txBody>
      </p:sp>
      <p:sp>
        <p:nvSpPr>
          <p:cNvPr id="93" name="Picture Placeholder 92">
            <a:extLst>
              <a:ext uri="{FF2B5EF4-FFF2-40B4-BE49-F238E27FC236}">
                <a16:creationId xmlns:a16="http://schemas.microsoft.com/office/drawing/2014/main" id="{76DBDFA1-92A4-3EAC-DE0B-83822589B90A}"/>
              </a:ext>
            </a:extLst>
          </p:cNvPr>
          <p:cNvSpPr>
            <a:spLocks noGrp="1"/>
          </p:cNvSpPr>
          <p:nvPr>
            <p:ph type="pic" sz="quarter" idx="61"/>
          </p:nvPr>
        </p:nvSpPr>
        <p:spPr/>
        <p:txBody>
          <a:bodyPr/>
          <a:lstStyle/>
          <a:p>
            <a:endParaRPr lang="en-US"/>
          </a:p>
        </p:txBody>
      </p:sp>
      <p:sp>
        <p:nvSpPr>
          <p:cNvPr id="18" name="Text Placeholder 17">
            <a:extLst>
              <a:ext uri="{FF2B5EF4-FFF2-40B4-BE49-F238E27FC236}">
                <a16:creationId xmlns:a16="http://schemas.microsoft.com/office/drawing/2014/main" id="{11E3A41D-0B2C-4148-8243-FBEE9B095915}"/>
              </a:ext>
            </a:extLst>
          </p:cNvPr>
          <p:cNvSpPr>
            <a:spLocks noGrp="1"/>
          </p:cNvSpPr>
          <p:nvPr>
            <p:ph type="body" sz="quarter" idx="62"/>
          </p:nvPr>
        </p:nvSpPr>
        <p:spPr/>
        <p:txBody>
          <a:bodyPr/>
          <a:lstStyle/>
          <a:p>
            <a:r>
              <a:rPr lang="en-US"/>
              <a:t>Description for timeline, up to two lines of copy</a:t>
            </a:r>
          </a:p>
        </p:txBody>
      </p:sp>
      <p:sp>
        <p:nvSpPr>
          <p:cNvPr id="94" name="Picture Placeholder 93">
            <a:extLst>
              <a:ext uri="{FF2B5EF4-FFF2-40B4-BE49-F238E27FC236}">
                <a16:creationId xmlns:a16="http://schemas.microsoft.com/office/drawing/2014/main" id="{75720870-E63C-88EB-AE40-8F89115095DD}"/>
              </a:ext>
            </a:extLst>
          </p:cNvPr>
          <p:cNvSpPr>
            <a:spLocks noGrp="1"/>
          </p:cNvSpPr>
          <p:nvPr>
            <p:ph type="pic" sz="quarter" idx="63"/>
          </p:nvPr>
        </p:nvSpPr>
        <p:spPr/>
        <p:txBody>
          <a:bodyPr/>
          <a:lstStyle/>
          <a:p>
            <a:endParaRPr lang="en-US"/>
          </a:p>
        </p:txBody>
      </p:sp>
      <p:sp>
        <p:nvSpPr>
          <p:cNvPr id="20" name="Text Placeholder 19">
            <a:extLst>
              <a:ext uri="{FF2B5EF4-FFF2-40B4-BE49-F238E27FC236}">
                <a16:creationId xmlns:a16="http://schemas.microsoft.com/office/drawing/2014/main" id="{1019709F-7E9F-4FAE-8756-3D52780F55BE}"/>
              </a:ext>
            </a:extLst>
          </p:cNvPr>
          <p:cNvSpPr>
            <a:spLocks noGrp="1"/>
          </p:cNvSpPr>
          <p:nvPr>
            <p:ph type="body" sz="quarter" idx="64"/>
          </p:nvPr>
        </p:nvSpPr>
        <p:spPr/>
        <p:txBody>
          <a:bodyPr/>
          <a:lstStyle/>
          <a:p>
            <a:r>
              <a:rPr lang="en-US"/>
              <a:t>Description for timeline, up to two lines of copy</a:t>
            </a:r>
          </a:p>
        </p:txBody>
      </p:sp>
      <p:sp>
        <p:nvSpPr>
          <p:cNvPr id="95" name="Picture Placeholder 94">
            <a:extLst>
              <a:ext uri="{FF2B5EF4-FFF2-40B4-BE49-F238E27FC236}">
                <a16:creationId xmlns:a16="http://schemas.microsoft.com/office/drawing/2014/main" id="{50827FC8-F2E2-FC8D-2CD2-22F6530D5FAA}"/>
              </a:ext>
            </a:extLst>
          </p:cNvPr>
          <p:cNvSpPr>
            <a:spLocks noGrp="1"/>
          </p:cNvSpPr>
          <p:nvPr>
            <p:ph type="pic" sz="quarter" idx="65"/>
          </p:nvPr>
        </p:nvSpPr>
        <p:spPr/>
        <p:txBody>
          <a:bodyPr/>
          <a:lstStyle/>
          <a:p>
            <a:endParaRPr lang="en-US"/>
          </a:p>
        </p:txBody>
      </p:sp>
      <p:sp>
        <p:nvSpPr>
          <p:cNvPr id="22" name="Text Placeholder 21">
            <a:extLst>
              <a:ext uri="{FF2B5EF4-FFF2-40B4-BE49-F238E27FC236}">
                <a16:creationId xmlns:a16="http://schemas.microsoft.com/office/drawing/2014/main" id="{237269A2-2FDC-4844-9728-9A96BE775AD1}"/>
              </a:ext>
            </a:extLst>
          </p:cNvPr>
          <p:cNvSpPr>
            <a:spLocks noGrp="1"/>
          </p:cNvSpPr>
          <p:nvPr>
            <p:ph type="body" sz="quarter" idx="66"/>
          </p:nvPr>
        </p:nvSpPr>
        <p:spPr/>
        <p:txBody>
          <a:bodyPr/>
          <a:lstStyle/>
          <a:p>
            <a:r>
              <a:rPr lang="en-US"/>
              <a:t>Description for timeline, up to two lines of copy</a:t>
            </a:r>
          </a:p>
        </p:txBody>
      </p:sp>
      <p:sp>
        <p:nvSpPr>
          <p:cNvPr id="96" name="Picture Placeholder 95">
            <a:extLst>
              <a:ext uri="{FF2B5EF4-FFF2-40B4-BE49-F238E27FC236}">
                <a16:creationId xmlns:a16="http://schemas.microsoft.com/office/drawing/2014/main" id="{59011F34-1AD2-7434-E946-A4CB64F8A8D0}"/>
              </a:ext>
            </a:extLst>
          </p:cNvPr>
          <p:cNvSpPr>
            <a:spLocks noGrp="1"/>
          </p:cNvSpPr>
          <p:nvPr>
            <p:ph type="pic" sz="quarter" idx="67"/>
          </p:nvPr>
        </p:nvSpPr>
        <p:spPr/>
        <p:txBody>
          <a:bodyPr/>
          <a:lstStyle/>
          <a:p>
            <a:endParaRPr lang="en-US"/>
          </a:p>
        </p:txBody>
      </p:sp>
      <p:sp>
        <p:nvSpPr>
          <p:cNvPr id="24" name="Text Placeholder 23">
            <a:extLst>
              <a:ext uri="{FF2B5EF4-FFF2-40B4-BE49-F238E27FC236}">
                <a16:creationId xmlns:a16="http://schemas.microsoft.com/office/drawing/2014/main" id="{F50C47A4-CC7C-4A45-96E0-EB9A61F37046}"/>
              </a:ext>
            </a:extLst>
          </p:cNvPr>
          <p:cNvSpPr>
            <a:spLocks noGrp="1"/>
          </p:cNvSpPr>
          <p:nvPr>
            <p:ph type="body" sz="quarter" idx="68"/>
          </p:nvPr>
        </p:nvSpPr>
        <p:spPr/>
        <p:txBody>
          <a:bodyPr/>
          <a:lstStyle/>
          <a:p>
            <a:r>
              <a:rPr lang="en-US"/>
              <a:t>Description for timeline, up to two lines of copy</a:t>
            </a:r>
          </a:p>
        </p:txBody>
      </p:sp>
      <p:sp>
        <p:nvSpPr>
          <p:cNvPr id="97" name="Picture Placeholder 96">
            <a:extLst>
              <a:ext uri="{FF2B5EF4-FFF2-40B4-BE49-F238E27FC236}">
                <a16:creationId xmlns:a16="http://schemas.microsoft.com/office/drawing/2014/main" id="{C281B9EF-6D0E-A2F2-919F-1CF66D77718D}"/>
              </a:ext>
            </a:extLst>
          </p:cNvPr>
          <p:cNvSpPr>
            <a:spLocks noGrp="1"/>
          </p:cNvSpPr>
          <p:nvPr>
            <p:ph type="pic" sz="quarter" idx="69"/>
          </p:nvPr>
        </p:nvSpPr>
        <p:spPr/>
        <p:txBody>
          <a:bodyPr/>
          <a:lstStyle/>
          <a:p>
            <a:endParaRPr lang="en-US"/>
          </a:p>
        </p:txBody>
      </p:sp>
      <p:sp>
        <p:nvSpPr>
          <p:cNvPr id="26" name="Text Placeholder 25">
            <a:extLst>
              <a:ext uri="{FF2B5EF4-FFF2-40B4-BE49-F238E27FC236}">
                <a16:creationId xmlns:a16="http://schemas.microsoft.com/office/drawing/2014/main" id="{34AB6B0B-8DE8-4BFA-AACC-21637EB7C787}"/>
              </a:ext>
            </a:extLst>
          </p:cNvPr>
          <p:cNvSpPr>
            <a:spLocks noGrp="1"/>
          </p:cNvSpPr>
          <p:nvPr>
            <p:ph type="body" sz="quarter" idx="70"/>
          </p:nvPr>
        </p:nvSpPr>
        <p:spPr/>
        <p:txBody>
          <a:bodyPr/>
          <a:lstStyle/>
          <a:p>
            <a:r>
              <a:rPr lang="en-US"/>
              <a:t>Description for timeline, up to two lines of copy</a:t>
            </a:r>
          </a:p>
        </p:txBody>
      </p:sp>
      <p:sp>
        <p:nvSpPr>
          <p:cNvPr id="98" name="Picture Placeholder 97">
            <a:extLst>
              <a:ext uri="{FF2B5EF4-FFF2-40B4-BE49-F238E27FC236}">
                <a16:creationId xmlns:a16="http://schemas.microsoft.com/office/drawing/2014/main" id="{F102D478-A6C0-72E6-C980-0F4B26D7B299}"/>
              </a:ext>
            </a:extLst>
          </p:cNvPr>
          <p:cNvSpPr>
            <a:spLocks noGrp="1"/>
          </p:cNvSpPr>
          <p:nvPr>
            <p:ph type="pic" sz="quarter" idx="71"/>
          </p:nvPr>
        </p:nvSpPr>
        <p:spPr/>
        <p:txBody>
          <a:bodyPr/>
          <a:lstStyle/>
          <a:p>
            <a:endParaRPr lang="en-US"/>
          </a:p>
        </p:txBody>
      </p:sp>
      <p:sp>
        <p:nvSpPr>
          <p:cNvPr id="28" name="Text Placeholder 27">
            <a:extLst>
              <a:ext uri="{FF2B5EF4-FFF2-40B4-BE49-F238E27FC236}">
                <a16:creationId xmlns:a16="http://schemas.microsoft.com/office/drawing/2014/main" id="{E1209AF2-29B6-427B-B45D-9E088CA26D6A}"/>
              </a:ext>
            </a:extLst>
          </p:cNvPr>
          <p:cNvSpPr>
            <a:spLocks noGrp="1"/>
          </p:cNvSpPr>
          <p:nvPr>
            <p:ph type="body" sz="quarter" idx="72"/>
          </p:nvPr>
        </p:nvSpPr>
        <p:spPr/>
        <p:txBody>
          <a:bodyPr/>
          <a:lstStyle/>
          <a:p>
            <a:r>
              <a:rPr lang="en-US"/>
              <a:t>Description for timeline, up to two lines of copy</a:t>
            </a:r>
          </a:p>
        </p:txBody>
      </p:sp>
      <p:sp>
        <p:nvSpPr>
          <p:cNvPr id="99" name="Picture Placeholder 98">
            <a:extLst>
              <a:ext uri="{FF2B5EF4-FFF2-40B4-BE49-F238E27FC236}">
                <a16:creationId xmlns:a16="http://schemas.microsoft.com/office/drawing/2014/main" id="{585F0573-DE89-BE6B-57DF-999DF6879B2A}"/>
              </a:ext>
            </a:extLst>
          </p:cNvPr>
          <p:cNvSpPr>
            <a:spLocks noGrp="1"/>
          </p:cNvSpPr>
          <p:nvPr>
            <p:ph type="pic" sz="quarter" idx="73"/>
          </p:nvPr>
        </p:nvSpPr>
        <p:spPr/>
        <p:txBody>
          <a:bodyPr/>
          <a:lstStyle/>
          <a:p>
            <a:endParaRPr lang="en-US"/>
          </a:p>
        </p:txBody>
      </p:sp>
      <p:sp>
        <p:nvSpPr>
          <p:cNvPr id="30" name="Text Placeholder 29">
            <a:extLst>
              <a:ext uri="{FF2B5EF4-FFF2-40B4-BE49-F238E27FC236}">
                <a16:creationId xmlns:a16="http://schemas.microsoft.com/office/drawing/2014/main" id="{BFCA2C16-AB51-4D4C-BF08-79D4409DE665}"/>
              </a:ext>
            </a:extLst>
          </p:cNvPr>
          <p:cNvSpPr>
            <a:spLocks noGrp="1"/>
          </p:cNvSpPr>
          <p:nvPr>
            <p:ph type="body" sz="quarter" idx="74"/>
          </p:nvPr>
        </p:nvSpPr>
        <p:spPr/>
        <p:txBody>
          <a:bodyPr/>
          <a:lstStyle/>
          <a:p>
            <a:r>
              <a:rPr lang="en-US"/>
              <a:t>Description for timeline, up to two lines of copy</a:t>
            </a:r>
          </a:p>
        </p:txBody>
      </p:sp>
      <p:sp>
        <p:nvSpPr>
          <p:cNvPr id="100" name="Picture Placeholder 99">
            <a:extLst>
              <a:ext uri="{FF2B5EF4-FFF2-40B4-BE49-F238E27FC236}">
                <a16:creationId xmlns:a16="http://schemas.microsoft.com/office/drawing/2014/main" id="{DD371715-B45F-3ABC-49CC-88DE8D4E7467}"/>
              </a:ext>
            </a:extLst>
          </p:cNvPr>
          <p:cNvSpPr>
            <a:spLocks noGrp="1"/>
          </p:cNvSpPr>
          <p:nvPr>
            <p:ph type="pic" sz="quarter" idx="75"/>
          </p:nvPr>
        </p:nvSpPr>
        <p:spPr/>
        <p:txBody>
          <a:bodyPr/>
          <a:lstStyle/>
          <a:p>
            <a:endParaRPr lang="en-US"/>
          </a:p>
        </p:txBody>
      </p:sp>
      <p:sp>
        <p:nvSpPr>
          <p:cNvPr id="32" name="Text Placeholder 31">
            <a:extLst>
              <a:ext uri="{FF2B5EF4-FFF2-40B4-BE49-F238E27FC236}">
                <a16:creationId xmlns:a16="http://schemas.microsoft.com/office/drawing/2014/main" id="{503DDDBB-855A-46F8-AF02-4F7291E99E1E}"/>
              </a:ext>
            </a:extLst>
          </p:cNvPr>
          <p:cNvSpPr>
            <a:spLocks noGrp="1"/>
          </p:cNvSpPr>
          <p:nvPr>
            <p:ph type="body" sz="quarter" idx="76"/>
          </p:nvPr>
        </p:nvSpPr>
        <p:spPr/>
        <p:txBody>
          <a:bodyPr/>
          <a:lstStyle/>
          <a:p>
            <a:r>
              <a:rPr lang="en-US"/>
              <a:t>Description for timeline, up to two lines of copy</a:t>
            </a:r>
          </a:p>
        </p:txBody>
      </p:sp>
      <p:sp>
        <p:nvSpPr>
          <p:cNvPr id="33" name="Text Placeholder 32">
            <a:extLst>
              <a:ext uri="{FF2B5EF4-FFF2-40B4-BE49-F238E27FC236}">
                <a16:creationId xmlns:a16="http://schemas.microsoft.com/office/drawing/2014/main" id="{1E8EB5B2-17C5-4B6B-A2A1-D350AA4E1433}"/>
              </a:ext>
            </a:extLst>
          </p:cNvPr>
          <p:cNvSpPr>
            <a:spLocks noGrp="1"/>
          </p:cNvSpPr>
          <p:nvPr>
            <p:ph type="body" sz="quarter" idx="77"/>
          </p:nvPr>
        </p:nvSpPr>
        <p:spPr/>
        <p:txBody>
          <a:bodyPr/>
          <a:lstStyle/>
          <a:p>
            <a:r>
              <a:rPr lang="en-US"/>
              <a:t>XXXX</a:t>
            </a:r>
          </a:p>
        </p:txBody>
      </p:sp>
      <p:sp>
        <p:nvSpPr>
          <p:cNvPr id="34" name="Text Placeholder 33">
            <a:extLst>
              <a:ext uri="{FF2B5EF4-FFF2-40B4-BE49-F238E27FC236}">
                <a16:creationId xmlns:a16="http://schemas.microsoft.com/office/drawing/2014/main" id="{5E333673-D171-45B7-86F0-95DAE7DAD860}"/>
              </a:ext>
            </a:extLst>
          </p:cNvPr>
          <p:cNvSpPr>
            <a:spLocks noGrp="1"/>
          </p:cNvSpPr>
          <p:nvPr>
            <p:ph type="body" sz="quarter" idx="78"/>
          </p:nvPr>
        </p:nvSpPr>
        <p:spPr/>
        <p:txBody>
          <a:bodyPr/>
          <a:lstStyle/>
          <a:p>
            <a:r>
              <a:rPr lang="en-US"/>
              <a:t>XXXX</a:t>
            </a:r>
          </a:p>
        </p:txBody>
      </p:sp>
      <p:sp>
        <p:nvSpPr>
          <p:cNvPr id="35" name="Text Placeholder 34">
            <a:extLst>
              <a:ext uri="{FF2B5EF4-FFF2-40B4-BE49-F238E27FC236}">
                <a16:creationId xmlns:a16="http://schemas.microsoft.com/office/drawing/2014/main" id="{AACB8D11-5B1E-44F6-B9FE-03DEE9B4BAF4}"/>
              </a:ext>
            </a:extLst>
          </p:cNvPr>
          <p:cNvSpPr>
            <a:spLocks noGrp="1"/>
          </p:cNvSpPr>
          <p:nvPr>
            <p:ph type="body" sz="quarter" idx="79"/>
          </p:nvPr>
        </p:nvSpPr>
        <p:spPr/>
        <p:txBody>
          <a:bodyPr/>
          <a:lstStyle/>
          <a:p>
            <a:r>
              <a:rPr lang="en-US"/>
              <a:t>XXXX</a:t>
            </a:r>
          </a:p>
        </p:txBody>
      </p:sp>
      <p:sp>
        <p:nvSpPr>
          <p:cNvPr id="5" name="Footer Placeholder 4">
            <a:extLst>
              <a:ext uri="{FF2B5EF4-FFF2-40B4-BE49-F238E27FC236}">
                <a16:creationId xmlns:a16="http://schemas.microsoft.com/office/drawing/2014/main" id="{3B86021B-1717-4C28-94B2-E839712E957A}"/>
              </a:ext>
            </a:extLst>
          </p:cNvPr>
          <p:cNvSpPr>
            <a:spLocks noGrp="1"/>
          </p:cNvSpPr>
          <p:nvPr>
            <p:ph type="ftr" sz="quarter" idx="16"/>
          </p:nvPr>
        </p:nvSpPr>
        <p:spPr/>
        <p:txBody>
          <a:bodyPr/>
          <a:lstStyle/>
          <a:p>
            <a:r>
              <a:rPr lang="en-US"/>
              <a:t>Presentation Name or Footer Copy</a:t>
            </a:r>
          </a:p>
        </p:txBody>
      </p:sp>
      <p:cxnSp>
        <p:nvCxnSpPr>
          <p:cNvPr id="6" name="Straight Connector 5" descr="timeline">
            <a:extLst>
              <a:ext uri="{FF2B5EF4-FFF2-40B4-BE49-F238E27FC236}">
                <a16:creationId xmlns:a16="http://schemas.microsoft.com/office/drawing/2014/main" id="{C9F79CBA-FA1B-EC1E-CEAE-7FE1DCA8871E}"/>
              </a:ext>
            </a:extLst>
          </p:cNvPr>
          <p:cNvCxnSpPr>
            <a:cxnSpLocks/>
          </p:cNvCxnSpPr>
          <p:nvPr/>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66" name="Straight Connector 65" descr="timeline">
            <a:extLst>
              <a:ext uri="{FF2B5EF4-FFF2-40B4-BE49-F238E27FC236}">
                <a16:creationId xmlns:a16="http://schemas.microsoft.com/office/drawing/2014/main" id="{C5719C49-244C-0BBE-53B4-102D1AEC3DB1}"/>
              </a:ext>
            </a:extLst>
          </p:cNvPr>
          <p:cNvCxnSpPr>
            <a:cxnSpLocks/>
          </p:cNvCxnSpPr>
          <p:nvPr/>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67" name="Straight Connector 66" descr="timeline">
            <a:extLst>
              <a:ext uri="{FF2B5EF4-FFF2-40B4-BE49-F238E27FC236}">
                <a16:creationId xmlns:a16="http://schemas.microsoft.com/office/drawing/2014/main" id="{3DD32A16-528C-13E0-B039-CFC4E3F39E33}"/>
              </a:ext>
            </a:extLst>
          </p:cNvPr>
          <p:cNvCxnSpPr>
            <a:cxnSpLocks/>
          </p:cNvCxnSpPr>
          <p:nvPr/>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grpSp>
        <p:nvGrpSpPr>
          <p:cNvPr id="36" name="Group 35">
            <a:extLst>
              <a:ext uri="{FF2B5EF4-FFF2-40B4-BE49-F238E27FC236}">
                <a16:creationId xmlns:a16="http://schemas.microsoft.com/office/drawing/2014/main" id="{C0D91116-8474-4747-8769-33043C9B30C7}"/>
              </a:ext>
            </a:extLst>
          </p:cNvPr>
          <p:cNvGrpSpPr/>
          <p:nvPr/>
        </p:nvGrpSpPr>
        <p:grpSpPr>
          <a:xfrm>
            <a:off x="480788" y="2291440"/>
            <a:ext cx="126723" cy="492884"/>
            <a:chOff x="641051" y="3055253"/>
            <a:chExt cx="168964" cy="657178"/>
          </a:xfrm>
        </p:grpSpPr>
        <p:cxnSp>
          <p:nvCxnSpPr>
            <p:cNvPr id="37" name="Straight Connector 36" descr="timeline">
              <a:extLst>
                <a:ext uri="{FF2B5EF4-FFF2-40B4-BE49-F238E27FC236}">
                  <a16:creationId xmlns:a16="http://schemas.microsoft.com/office/drawing/2014/main" id="{D3818CB1-F366-4423-93C8-44820514A4CF}"/>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38" name="Oval 37" descr="timeline markers">
              <a:extLst>
                <a:ext uri="{FF2B5EF4-FFF2-40B4-BE49-F238E27FC236}">
                  <a16:creationId xmlns:a16="http://schemas.microsoft.com/office/drawing/2014/main" id="{9020D203-C558-4A27-AA7E-CF104EE23953}"/>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39" name="Group 38">
            <a:extLst>
              <a:ext uri="{FF2B5EF4-FFF2-40B4-BE49-F238E27FC236}">
                <a16:creationId xmlns:a16="http://schemas.microsoft.com/office/drawing/2014/main" id="{4493F64A-777E-4741-97D9-1CF2B3A8F32D}"/>
              </a:ext>
            </a:extLst>
          </p:cNvPr>
          <p:cNvGrpSpPr/>
          <p:nvPr/>
        </p:nvGrpSpPr>
        <p:grpSpPr>
          <a:xfrm rot="10800000">
            <a:off x="841364" y="2657600"/>
            <a:ext cx="126723" cy="492884"/>
            <a:chOff x="641051" y="3055253"/>
            <a:chExt cx="168964" cy="657178"/>
          </a:xfrm>
        </p:grpSpPr>
        <p:cxnSp>
          <p:nvCxnSpPr>
            <p:cNvPr id="40" name="Straight Connector 39" descr="timeline">
              <a:extLst>
                <a:ext uri="{FF2B5EF4-FFF2-40B4-BE49-F238E27FC236}">
                  <a16:creationId xmlns:a16="http://schemas.microsoft.com/office/drawing/2014/main" id="{D9EAE710-7ED0-44FD-84CC-E1941D8DD86E}"/>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41" name="Oval 40" descr="timeline markers">
              <a:extLst>
                <a:ext uri="{FF2B5EF4-FFF2-40B4-BE49-F238E27FC236}">
                  <a16:creationId xmlns:a16="http://schemas.microsoft.com/office/drawing/2014/main" id="{7F557422-DE30-460A-B06C-9A5A2957EDB9}"/>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2" name="Group 41">
            <a:extLst>
              <a:ext uri="{FF2B5EF4-FFF2-40B4-BE49-F238E27FC236}">
                <a16:creationId xmlns:a16="http://schemas.microsoft.com/office/drawing/2014/main" id="{89EB42FB-33AF-4C86-BE23-BE5F0B740690}"/>
              </a:ext>
            </a:extLst>
          </p:cNvPr>
          <p:cNvGrpSpPr/>
          <p:nvPr/>
        </p:nvGrpSpPr>
        <p:grpSpPr>
          <a:xfrm rot="10800000">
            <a:off x="2112775" y="2657600"/>
            <a:ext cx="126723" cy="492884"/>
            <a:chOff x="641051" y="3055253"/>
            <a:chExt cx="168964" cy="657178"/>
          </a:xfrm>
        </p:grpSpPr>
        <p:cxnSp>
          <p:nvCxnSpPr>
            <p:cNvPr id="43" name="Straight Connector 42" descr="timeline">
              <a:extLst>
                <a:ext uri="{FF2B5EF4-FFF2-40B4-BE49-F238E27FC236}">
                  <a16:creationId xmlns:a16="http://schemas.microsoft.com/office/drawing/2014/main" id="{264F7F41-8B6F-45D7-AE35-2093EC8580E0}"/>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44" name="Oval 43" descr="timeline markers">
              <a:extLst>
                <a:ext uri="{FF2B5EF4-FFF2-40B4-BE49-F238E27FC236}">
                  <a16:creationId xmlns:a16="http://schemas.microsoft.com/office/drawing/2014/main" id="{4AA5486F-E17D-4B75-AC69-82EA8E7C73BA}"/>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5" name="Group 44">
            <a:extLst>
              <a:ext uri="{FF2B5EF4-FFF2-40B4-BE49-F238E27FC236}">
                <a16:creationId xmlns:a16="http://schemas.microsoft.com/office/drawing/2014/main" id="{6F02EA55-07C3-48D7-BC9D-E4F4C70200A8}"/>
              </a:ext>
            </a:extLst>
          </p:cNvPr>
          <p:cNvGrpSpPr/>
          <p:nvPr/>
        </p:nvGrpSpPr>
        <p:grpSpPr>
          <a:xfrm rot="10800000">
            <a:off x="4445744" y="2657600"/>
            <a:ext cx="126723" cy="492884"/>
            <a:chOff x="641051" y="3055253"/>
            <a:chExt cx="168964" cy="657178"/>
          </a:xfrm>
        </p:grpSpPr>
        <p:cxnSp>
          <p:nvCxnSpPr>
            <p:cNvPr id="46" name="Straight Connector 45" descr="timeline">
              <a:extLst>
                <a:ext uri="{FF2B5EF4-FFF2-40B4-BE49-F238E27FC236}">
                  <a16:creationId xmlns:a16="http://schemas.microsoft.com/office/drawing/2014/main" id="{C9C71A4D-78CB-4553-BA2E-348FF6FB10E5}"/>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47" name="Oval 46" descr="timeline markers">
              <a:extLst>
                <a:ext uri="{FF2B5EF4-FFF2-40B4-BE49-F238E27FC236}">
                  <a16:creationId xmlns:a16="http://schemas.microsoft.com/office/drawing/2014/main" id="{E909484F-8886-4497-8AA2-60FBCA363464}"/>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8" name="Group 47">
            <a:extLst>
              <a:ext uri="{FF2B5EF4-FFF2-40B4-BE49-F238E27FC236}">
                <a16:creationId xmlns:a16="http://schemas.microsoft.com/office/drawing/2014/main" id="{0934DDA4-83B3-42AE-AC35-64D10430E3A0}"/>
              </a:ext>
            </a:extLst>
          </p:cNvPr>
          <p:cNvGrpSpPr/>
          <p:nvPr/>
        </p:nvGrpSpPr>
        <p:grpSpPr>
          <a:xfrm rot="10800000">
            <a:off x="6054852" y="2657600"/>
            <a:ext cx="126723" cy="492884"/>
            <a:chOff x="641051" y="3055253"/>
            <a:chExt cx="168964" cy="657178"/>
          </a:xfrm>
        </p:grpSpPr>
        <p:cxnSp>
          <p:nvCxnSpPr>
            <p:cNvPr id="49" name="Straight Connector 48" descr="timeline">
              <a:extLst>
                <a:ext uri="{FF2B5EF4-FFF2-40B4-BE49-F238E27FC236}">
                  <a16:creationId xmlns:a16="http://schemas.microsoft.com/office/drawing/2014/main" id="{DCEE5D8A-AA76-4040-AB8D-2760533EAEE7}"/>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50" name="Oval 49" descr="timeline markers">
              <a:extLst>
                <a:ext uri="{FF2B5EF4-FFF2-40B4-BE49-F238E27FC236}">
                  <a16:creationId xmlns:a16="http://schemas.microsoft.com/office/drawing/2014/main" id="{E3171EA2-E1E4-476C-8CCD-A321D24193E5}"/>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51" name="Group 50">
            <a:extLst>
              <a:ext uri="{FF2B5EF4-FFF2-40B4-BE49-F238E27FC236}">
                <a16:creationId xmlns:a16="http://schemas.microsoft.com/office/drawing/2014/main" id="{E811EED0-A10A-4746-87D3-D96FBE3FF19F}"/>
              </a:ext>
            </a:extLst>
          </p:cNvPr>
          <p:cNvGrpSpPr/>
          <p:nvPr/>
        </p:nvGrpSpPr>
        <p:grpSpPr>
          <a:xfrm rot="10800000">
            <a:off x="7750710" y="2657600"/>
            <a:ext cx="126723" cy="492884"/>
            <a:chOff x="641051" y="3055253"/>
            <a:chExt cx="168964" cy="657178"/>
          </a:xfrm>
        </p:grpSpPr>
        <p:cxnSp>
          <p:nvCxnSpPr>
            <p:cNvPr id="52" name="Straight Connector 51" descr="timeline">
              <a:extLst>
                <a:ext uri="{FF2B5EF4-FFF2-40B4-BE49-F238E27FC236}">
                  <a16:creationId xmlns:a16="http://schemas.microsoft.com/office/drawing/2014/main" id="{73522403-DE99-4B42-B29F-EAD19FAABA7A}"/>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53" name="Oval 52" descr="timeline markers">
              <a:extLst>
                <a:ext uri="{FF2B5EF4-FFF2-40B4-BE49-F238E27FC236}">
                  <a16:creationId xmlns:a16="http://schemas.microsoft.com/office/drawing/2014/main" id="{68F846B0-ED0B-4555-A56C-B89D54F00A28}"/>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54" name="Group 53">
            <a:extLst>
              <a:ext uri="{FF2B5EF4-FFF2-40B4-BE49-F238E27FC236}">
                <a16:creationId xmlns:a16="http://schemas.microsoft.com/office/drawing/2014/main" id="{3CDDED97-31C3-42C3-BD04-7A838F63A0F1}"/>
              </a:ext>
            </a:extLst>
          </p:cNvPr>
          <p:cNvGrpSpPr/>
          <p:nvPr/>
        </p:nvGrpSpPr>
        <p:grpSpPr>
          <a:xfrm>
            <a:off x="2507159" y="2291440"/>
            <a:ext cx="126723" cy="492884"/>
            <a:chOff x="641051" y="3055253"/>
            <a:chExt cx="168964" cy="657178"/>
          </a:xfrm>
        </p:grpSpPr>
        <p:cxnSp>
          <p:nvCxnSpPr>
            <p:cNvPr id="55" name="Straight Connector 54" descr="timeline">
              <a:extLst>
                <a:ext uri="{FF2B5EF4-FFF2-40B4-BE49-F238E27FC236}">
                  <a16:creationId xmlns:a16="http://schemas.microsoft.com/office/drawing/2014/main" id="{31F90B4B-D96B-4139-8E17-C97C39D05AB7}"/>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56" name="Oval 55" descr="timeline markers">
              <a:extLst>
                <a:ext uri="{FF2B5EF4-FFF2-40B4-BE49-F238E27FC236}">
                  <a16:creationId xmlns:a16="http://schemas.microsoft.com/office/drawing/2014/main" id="{1D47EA41-DA9E-4687-AF29-BAE2FE9C0995}"/>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57" name="Group 56">
            <a:extLst>
              <a:ext uri="{FF2B5EF4-FFF2-40B4-BE49-F238E27FC236}">
                <a16:creationId xmlns:a16="http://schemas.microsoft.com/office/drawing/2014/main" id="{09D36DB4-CA0A-414A-86B6-333192360B5A}"/>
              </a:ext>
            </a:extLst>
          </p:cNvPr>
          <p:cNvGrpSpPr/>
          <p:nvPr/>
        </p:nvGrpSpPr>
        <p:grpSpPr>
          <a:xfrm>
            <a:off x="4118096" y="2291440"/>
            <a:ext cx="126723" cy="492884"/>
            <a:chOff x="641051" y="3055253"/>
            <a:chExt cx="168964" cy="657178"/>
          </a:xfrm>
        </p:grpSpPr>
        <p:cxnSp>
          <p:nvCxnSpPr>
            <p:cNvPr id="58" name="Straight Connector 57" descr="timeline">
              <a:extLst>
                <a:ext uri="{FF2B5EF4-FFF2-40B4-BE49-F238E27FC236}">
                  <a16:creationId xmlns:a16="http://schemas.microsoft.com/office/drawing/2014/main" id="{942417A2-9F23-4A31-B1FA-6646C86BC1A2}"/>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59" name="Oval 58" descr="timeline markers">
              <a:extLst>
                <a:ext uri="{FF2B5EF4-FFF2-40B4-BE49-F238E27FC236}">
                  <a16:creationId xmlns:a16="http://schemas.microsoft.com/office/drawing/2014/main" id="{9737D5B5-B7C7-44EB-B216-2B05666CFEE1}"/>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60" name="Group 59">
            <a:extLst>
              <a:ext uri="{FF2B5EF4-FFF2-40B4-BE49-F238E27FC236}">
                <a16:creationId xmlns:a16="http://schemas.microsoft.com/office/drawing/2014/main" id="{866CBCC3-AC5D-41B0-8E92-5A8CA3047634}"/>
              </a:ext>
            </a:extLst>
          </p:cNvPr>
          <p:cNvGrpSpPr/>
          <p:nvPr/>
        </p:nvGrpSpPr>
        <p:grpSpPr>
          <a:xfrm>
            <a:off x="5630469" y="2291440"/>
            <a:ext cx="126723" cy="492884"/>
            <a:chOff x="641051" y="3055253"/>
            <a:chExt cx="168964" cy="657178"/>
          </a:xfrm>
        </p:grpSpPr>
        <p:cxnSp>
          <p:nvCxnSpPr>
            <p:cNvPr id="61" name="Straight Connector 60" descr="timeline">
              <a:extLst>
                <a:ext uri="{FF2B5EF4-FFF2-40B4-BE49-F238E27FC236}">
                  <a16:creationId xmlns:a16="http://schemas.microsoft.com/office/drawing/2014/main" id="{CE122348-AA7F-448F-BD9C-B2B1FB99C89B}"/>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62" name="Oval 61" descr="timeline markers">
              <a:extLst>
                <a:ext uri="{FF2B5EF4-FFF2-40B4-BE49-F238E27FC236}">
                  <a16:creationId xmlns:a16="http://schemas.microsoft.com/office/drawing/2014/main" id="{73DE69B8-4E5C-432D-A5BC-215A8057484B}"/>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63" name="Group 62">
            <a:extLst>
              <a:ext uri="{FF2B5EF4-FFF2-40B4-BE49-F238E27FC236}">
                <a16:creationId xmlns:a16="http://schemas.microsoft.com/office/drawing/2014/main" id="{372CA556-E09A-4D2B-9BE6-54FA1941241D}"/>
              </a:ext>
            </a:extLst>
          </p:cNvPr>
          <p:cNvGrpSpPr/>
          <p:nvPr/>
        </p:nvGrpSpPr>
        <p:grpSpPr>
          <a:xfrm>
            <a:off x="7388882" y="2291440"/>
            <a:ext cx="126723" cy="492884"/>
            <a:chOff x="641051" y="3055253"/>
            <a:chExt cx="168964" cy="657178"/>
          </a:xfrm>
        </p:grpSpPr>
        <p:cxnSp>
          <p:nvCxnSpPr>
            <p:cNvPr id="64" name="Straight Connector 63" descr="timeline">
              <a:extLst>
                <a:ext uri="{FF2B5EF4-FFF2-40B4-BE49-F238E27FC236}">
                  <a16:creationId xmlns:a16="http://schemas.microsoft.com/office/drawing/2014/main" id="{211C5029-1A97-4016-95FE-69F78920FA64}"/>
                </a:ext>
              </a:extLst>
            </p:cNvPr>
            <p:cNvCxnSpPr>
              <a:cxnSpLocks/>
            </p:cNvCxnSpPr>
            <p:nvPr userDrawn="1"/>
          </p:nvCxnSpPr>
          <p:spPr>
            <a:xfrm flipV="1">
              <a:off x="726609" y="3055253"/>
              <a:ext cx="0" cy="572695"/>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65" name="Oval 64" descr="timeline markers">
              <a:extLst>
                <a:ext uri="{FF2B5EF4-FFF2-40B4-BE49-F238E27FC236}">
                  <a16:creationId xmlns:a16="http://schemas.microsoft.com/office/drawing/2014/main" id="{17C2B5EB-C142-4035-9A75-B87C7ABD429C}"/>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spTree>
    <p:extLst>
      <p:ext uri="{BB962C8B-B14F-4D97-AF65-F5344CB8AC3E}">
        <p14:creationId xmlns:p14="http://schemas.microsoft.com/office/powerpoint/2010/main" val="28932668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919F70-304C-36D5-EB87-428F88FA46F1}"/>
              </a:ext>
            </a:extLst>
          </p:cNvPr>
          <p:cNvSpPr>
            <a:spLocks noGrp="1"/>
          </p:cNvSpPr>
          <p:nvPr>
            <p:ph type="body" sz="quarter" idx="20"/>
          </p:nvPr>
        </p:nvSpPr>
        <p:spPr/>
        <p:txBody>
          <a:bodyPr/>
          <a:lstStyle/>
          <a:p>
            <a:r>
              <a:rPr lang="en-US"/>
              <a:t>OVERLINE/SECTION (OPTIONAL) IN ARIAL 8PT ALL CAPS</a:t>
            </a:r>
          </a:p>
        </p:txBody>
      </p:sp>
      <p:sp>
        <p:nvSpPr>
          <p:cNvPr id="3" name="Title 2">
            <a:extLst>
              <a:ext uri="{FF2B5EF4-FFF2-40B4-BE49-F238E27FC236}">
                <a16:creationId xmlns:a16="http://schemas.microsoft.com/office/drawing/2014/main" id="{D3E49428-0C87-A060-AAAC-3BB37C6EDF3A}"/>
              </a:ext>
            </a:extLst>
          </p:cNvPr>
          <p:cNvSpPr>
            <a:spLocks noGrp="1"/>
          </p:cNvSpPr>
          <p:nvPr>
            <p:ph type="title"/>
          </p:nvPr>
        </p:nvSpPr>
        <p:spPr/>
        <p:txBody>
          <a:bodyPr/>
          <a:lstStyle/>
          <a:p>
            <a:r>
              <a:rPr lang="en-US"/>
              <a:t>6-Column Project Timeline</a:t>
            </a:r>
          </a:p>
        </p:txBody>
      </p:sp>
      <p:sp>
        <p:nvSpPr>
          <p:cNvPr id="4" name="Text Placeholder 3">
            <a:extLst>
              <a:ext uri="{FF2B5EF4-FFF2-40B4-BE49-F238E27FC236}">
                <a16:creationId xmlns:a16="http://schemas.microsoft.com/office/drawing/2014/main" id="{8AB2458D-40E9-6B32-E426-D598D484A6E3}"/>
              </a:ext>
            </a:extLst>
          </p:cNvPr>
          <p:cNvSpPr>
            <a:spLocks noGrp="1"/>
          </p:cNvSpPr>
          <p:nvPr>
            <p:ph type="body" sz="quarter" idx="35"/>
          </p:nvPr>
        </p:nvSpPr>
        <p:spPr/>
        <p:txBody>
          <a:bodyPr/>
          <a:lstStyle/>
          <a:p>
            <a:r>
              <a:rPr lang="en-US"/>
              <a:t>Subhead (optional) in Arial 20pt</a:t>
            </a:r>
          </a:p>
        </p:txBody>
      </p:sp>
      <p:sp>
        <p:nvSpPr>
          <p:cNvPr id="5" name="Footer Placeholder 4">
            <a:extLst>
              <a:ext uri="{FF2B5EF4-FFF2-40B4-BE49-F238E27FC236}">
                <a16:creationId xmlns:a16="http://schemas.microsoft.com/office/drawing/2014/main" id="{BF484E02-4B6B-DAC0-F51B-5B3875AABB62}"/>
              </a:ext>
            </a:extLst>
          </p:cNvPr>
          <p:cNvSpPr>
            <a:spLocks noGrp="1"/>
          </p:cNvSpPr>
          <p:nvPr>
            <p:ph type="ftr" sz="quarter" idx="16"/>
          </p:nvPr>
        </p:nvSpPr>
        <p:spPr/>
        <p:txBody>
          <a:bodyPr/>
          <a:lstStyle/>
          <a:p>
            <a:r>
              <a:rPr lang="en-US"/>
              <a:t>Presentation Name or Footer Copy</a:t>
            </a:r>
          </a:p>
        </p:txBody>
      </p:sp>
      <p:sp>
        <p:nvSpPr>
          <p:cNvPr id="67" name="Text Placeholder 66">
            <a:extLst>
              <a:ext uri="{FF2B5EF4-FFF2-40B4-BE49-F238E27FC236}">
                <a16:creationId xmlns:a16="http://schemas.microsoft.com/office/drawing/2014/main" id="{7409D0E0-75F6-C227-04F2-E9F6A44EE856}"/>
              </a:ext>
            </a:extLst>
          </p:cNvPr>
          <p:cNvSpPr>
            <a:spLocks noGrp="1"/>
          </p:cNvSpPr>
          <p:nvPr>
            <p:ph type="body" sz="quarter" idx="37"/>
          </p:nvPr>
        </p:nvSpPr>
        <p:spPr/>
        <p:txBody>
          <a:bodyPr/>
          <a:lstStyle/>
          <a:p>
            <a:r>
              <a:rPr lang="en-US"/>
              <a:t>Step Two</a:t>
            </a:r>
          </a:p>
        </p:txBody>
      </p:sp>
      <p:sp>
        <p:nvSpPr>
          <p:cNvPr id="68" name="Text Placeholder 67">
            <a:extLst>
              <a:ext uri="{FF2B5EF4-FFF2-40B4-BE49-F238E27FC236}">
                <a16:creationId xmlns:a16="http://schemas.microsoft.com/office/drawing/2014/main" id="{739E1775-1CC4-0220-414A-7F2743A8FA09}"/>
              </a:ext>
            </a:extLst>
          </p:cNvPr>
          <p:cNvSpPr>
            <a:spLocks noGrp="1"/>
          </p:cNvSpPr>
          <p:nvPr>
            <p:ph type="body" sz="quarter" idx="38"/>
          </p:nvPr>
        </p:nvSpPr>
        <p:spPr/>
        <p:txBody>
          <a:bodyPr/>
          <a:lstStyle/>
          <a:p>
            <a:r>
              <a:rPr lang="en-US"/>
              <a:t>Step Three</a:t>
            </a:r>
          </a:p>
        </p:txBody>
      </p:sp>
      <p:sp>
        <p:nvSpPr>
          <p:cNvPr id="69" name="Text Placeholder 68">
            <a:extLst>
              <a:ext uri="{FF2B5EF4-FFF2-40B4-BE49-F238E27FC236}">
                <a16:creationId xmlns:a16="http://schemas.microsoft.com/office/drawing/2014/main" id="{6422900F-B8C5-1FBC-345A-5A89A530A153}"/>
              </a:ext>
            </a:extLst>
          </p:cNvPr>
          <p:cNvSpPr>
            <a:spLocks noGrp="1"/>
          </p:cNvSpPr>
          <p:nvPr>
            <p:ph type="body" sz="quarter" idx="39"/>
          </p:nvPr>
        </p:nvSpPr>
        <p:spPr/>
        <p:txBody>
          <a:bodyPr/>
          <a:lstStyle/>
          <a:p>
            <a:r>
              <a:rPr lang="en-US"/>
              <a:t>Step Four</a:t>
            </a:r>
          </a:p>
        </p:txBody>
      </p:sp>
      <p:sp>
        <p:nvSpPr>
          <p:cNvPr id="70" name="Text Placeholder 69">
            <a:extLst>
              <a:ext uri="{FF2B5EF4-FFF2-40B4-BE49-F238E27FC236}">
                <a16:creationId xmlns:a16="http://schemas.microsoft.com/office/drawing/2014/main" id="{B13400B1-DFF4-9459-FB94-B4F898CEC826}"/>
              </a:ext>
            </a:extLst>
          </p:cNvPr>
          <p:cNvSpPr>
            <a:spLocks noGrp="1"/>
          </p:cNvSpPr>
          <p:nvPr>
            <p:ph type="body" sz="quarter" idx="40"/>
          </p:nvPr>
        </p:nvSpPr>
        <p:spPr/>
        <p:txBody>
          <a:bodyPr/>
          <a:lstStyle/>
          <a:p>
            <a:r>
              <a:rPr lang="en-US"/>
              <a:t>Step Five</a:t>
            </a:r>
          </a:p>
        </p:txBody>
      </p:sp>
      <p:sp>
        <p:nvSpPr>
          <p:cNvPr id="71" name="Text Placeholder 70">
            <a:extLst>
              <a:ext uri="{FF2B5EF4-FFF2-40B4-BE49-F238E27FC236}">
                <a16:creationId xmlns:a16="http://schemas.microsoft.com/office/drawing/2014/main" id="{D2AC42FC-8B6A-2A9D-ED27-9ACA6D5DA151}"/>
              </a:ext>
            </a:extLst>
          </p:cNvPr>
          <p:cNvSpPr>
            <a:spLocks noGrp="1"/>
          </p:cNvSpPr>
          <p:nvPr>
            <p:ph type="body" sz="quarter" idx="41"/>
          </p:nvPr>
        </p:nvSpPr>
        <p:spPr/>
        <p:txBody>
          <a:bodyPr/>
          <a:lstStyle/>
          <a:p>
            <a:r>
              <a:rPr lang="en-US"/>
              <a:t>Step Six</a:t>
            </a:r>
          </a:p>
        </p:txBody>
      </p:sp>
      <p:sp>
        <p:nvSpPr>
          <p:cNvPr id="72" name="Text Placeholder 71">
            <a:extLst>
              <a:ext uri="{FF2B5EF4-FFF2-40B4-BE49-F238E27FC236}">
                <a16:creationId xmlns:a16="http://schemas.microsoft.com/office/drawing/2014/main" id="{80F6210B-FEC4-268F-96E7-3E0B180DD46B}"/>
              </a:ext>
            </a:extLst>
          </p:cNvPr>
          <p:cNvSpPr>
            <a:spLocks noGrp="1"/>
          </p:cNvSpPr>
          <p:nvPr>
            <p:ph type="body" sz="quarter" idx="43"/>
          </p:nvPr>
        </p:nvSpPr>
        <p:spPr/>
        <p:txBody>
          <a:bodyPr/>
          <a:lstStyle/>
          <a:p>
            <a:r>
              <a:rPr lang="en-US"/>
              <a:t>Step One</a:t>
            </a:r>
          </a:p>
        </p:txBody>
      </p:sp>
      <p:sp>
        <p:nvSpPr>
          <p:cNvPr id="73" name="Text Placeholder 72">
            <a:extLst>
              <a:ext uri="{FF2B5EF4-FFF2-40B4-BE49-F238E27FC236}">
                <a16:creationId xmlns:a16="http://schemas.microsoft.com/office/drawing/2014/main" id="{1610241D-E67E-F7D0-403F-695DE314C270}"/>
              </a:ext>
            </a:extLst>
          </p:cNvPr>
          <p:cNvSpPr>
            <a:spLocks noGrp="1"/>
          </p:cNvSpPr>
          <p:nvPr>
            <p:ph type="body" sz="quarter" idx="44"/>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4" name="Text Placeholder 73">
            <a:extLst>
              <a:ext uri="{FF2B5EF4-FFF2-40B4-BE49-F238E27FC236}">
                <a16:creationId xmlns:a16="http://schemas.microsoft.com/office/drawing/2014/main" id="{0944A8C2-D9BC-C22F-7774-EFCC1CD5FD5A}"/>
              </a:ext>
            </a:extLst>
          </p:cNvPr>
          <p:cNvSpPr>
            <a:spLocks noGrp="1"/>
          </p:cNvSpPr>
          <p:nvPr>
            <p:ph type="body" sz="quarter" idx="45"/>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5" name="Text Placeholder 74">
            <a:extLst>
              <a:ext uri="{FF2B5EF4-FFF2-40B4-BE49-F238E27FC236}">
                <a16:creationId xmlns:a16="http://schemas.microsoft.com/office/drawing/2014/main" id="{5B8089B8-3C80-3D14-F45B-0253B1653F0A}"/>
              </a:ext>
            </a:extLst>
          </p:cNvPr>
          <p:cNvSpPr>
            <a:spLocks noGrp="1"/>
          </p:cNvSpPr>
          <p:nvPr>
            <p:ph type="body" sz="quarter" idx="46"/>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6" name="Text Placeholder 75">
            <a:extLst>
              <a:ext uri="{FF2B5EF4-FFF2-40B4-BE49-F238E27FC236}">
                <a16:creationId xmlns:a16="http://schemas.microsoft.com/office/drawing/2014/main" id="{F157DD90-7AAA-74A7-715E-233D3D586D37}"/>
              </a:ext>
            </a:extLst>
          </p:cNvPr>
          <p:cNvSpPr>
            <a:spLocks noGrp="1"/>
          </p:cNvSpPr>
          <p:nvPr>
            <p:ph type="body" sz="quarter" idx="47"/>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7" name="Text Placeholder 76">
            <a:extLst>
              <a:ext uri="{FF2B5EF4-FFF2-40B4-BE49-F238E27FC236}">
                <a16:creationId xmlns:a16="http://schemas.microsoft.com/office/drawing/2014/main" id="{70F13888-9CEC-6C57-CDA3-7A1F295A4DD1}"/>
              </a:ext>
            </a:extLst>
          </p:cNvPr>
          <p:cNvSpPr>
            <a:spLocks noGrp="1"/>
          </p:cNvSpPr>
          <p:nvPr>
            <p:ph type="body" sz="quarter" idx="48"/>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8" name="Text Placeholder 77">
            <a:extLst>
              <a:ext uri="{FF2B5EF4-FFF2-40B4-BE49-F238E27FC236}">
                <a16:creationId xmlns:a16="http://schemas.microsoft.com/office/drawing/2014/main" id="{12E45241-381C-8DA5-ED0D-9AF3D9360C7A}"/>
              </a:ext>
            </a:extLst>
          </p:cNvPr>
          <p:cNvSpPr>
            <a:spLocks noGrp="1"/>
          </p:cNvSpPr>
          <p:nvPr>
            <p:ph type="body" sz="quarter" idx="49"/>
          </p:nvPr>
        </p:nvSpPr>
        <p:spPr/>
        <p:txBody>
          <a:bodyPr/>
          <a:lstStyle/>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a:p>
            <a:r>
              <a:rPr lang="en-US"/>
              <a:t>Bullet point or body copy here set in Arial Regular 12pt, select text and type to replace. </a:t>
            </a:r>
          </a:p>
        </p:txBody>
      </p:sp>
      <p:sp>
        <p:nvSpPr>
          <p:cNvPr id="79" name="Oval 78">
            <a:extLst>
              <a:ext uri="{FF2B5EF4-FFF2-40B4-BE49-F238E27FC236}">
                <a16:creationId xmlns:a16="http://schemas.microsoft.com/office/drawing/2014/main" id="{AAC5C6FB-3B7B-ACC5-323A-F83FB5E349A3}"/>
              </a:ext>
            </a:extLst>
          </p:cNvPr>
          <p:cNvSpPr/>
          <p:nvPr/>
        </p:nvSpPr>
        <p:spPr>
          <a:xfrm>
            <a:off x="714773"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
        <p:nvSpPr>
          <p:cNvPr id="80" name="Oval 79">
            <a:extLst>
              <a:ext uri="{FF2B5EF4-FFF2-40B4-BE49-F238E27FC236}">
                <a16:creationId xmlns:a16="http://schemas.microsoft.com/office/drawing/2014/main" id="{6C8A2B10-A04D-1109-2D26-28C3EDD66018}"/>
              </a:ext>
            </a:extLst>
          </p:cNvPr>
          <p:cNvSpPr/>
          <p:nvPr/>
        </p:nvSpPr>
        <p:spPr>
          <a:xfrm>
            <a:off x="2146428"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
        <p:nvSpPr>
          <p:cNvPr id="81" name="Oval 80">
            <a:extLst>
              <a:ext uri="{FF2B5EF4-FFF2-40B4-BE49-F238E27FC236}">
                <a16:creationId xmlns:a16="http://schemas.microsoft.com/office/drawing/2014/main" id="{58A98646-AFE5-5201-B9A4-31860978D58B}"/>
              </a:ext>
            </a:extLst>
          </p:cNvPr>
          <p:cNvSpPr/>
          <p:nvPr/>
        </p:nvSpPr>
        <p:spPr>
          <a:xfrm>
            <a:off x="3609816"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
        <p:nvSpPr>
          <p:cNvPr id="82" name="Oval 81">
            <a:extLst>
              <a:ext uri="{FF2B5EF4-FFF2-40B4-BE49-F238E27FC236}">
                <a16:creationId xmlns:a16="http://schemas.microsoft.com/office/drawing/2014/main" id="{3DD18D8C-CA56-8711-4D15-50D419B8123A}"/>
              </a:ext>
            </a:extLst>
          </p:cNvPr>
          <p:cNvSpPr/>
          <p:nvPr/>
        </p:nvSpPr>
        <p:spPr>
          <a:xfrm>
            <a:off x="5073204"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
        <p:nvSpPr>
          <p:cNvPr id="83" name="Oval 82">
            <a:extLst>
              <a:ext uri="{FF2B5EF4-FFF2-40B4-BE49-F238E27FC236}">
                <a16:creationId xmlns:a16="http://schemas.microsoft.com/office/drawing/2014/main" id="{EB6CD1BA-4207-19D6-E8AC-FEC6194588FB}"/>
              </a:ext>
            </a:extLst>
          </p:cNvPr>
          <p:cNvSpPr/>
          <p:nvPr/>
        </p:nvSpPr>
        <p:spPr>
          <a:xfrm>
            <a:off x="6536592"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
        <p:nvSpPr>
          <p:cNvPr id="84" name="Oval 83">
            <a:extLst>
              <a:ext uri="{FF2B5EF4-FFF2-40B4-BE49-F238E27FC236}">
                <a16:creationId xmlns:a16="http://schemas.microsoft.com/office/drawing/2014/main" id="{0A05D74F-F097-4F76-8BD8-1E2A539CAFB7}"/>
              </a:ext>
            </a:extLst>
          </p:cNvPr>
          <p:cNvSpPr/>
          <p:nvPr/>
        </p:nvSpPr>
        <p:spPr>
          <a:xfrm>
            <a:off x="7999979" y="1557709"/>
            <a:ext cx="584616" cy="5846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bg1"/>
                </a:solidFill>
              </a:rPr>
              <a:t>20XX</a:t>
            </a:r>
          </a:p>
        </p:txBody>
      </p:sp>
    </p:spTree>
    <p:extLst>
      <p:ext uri="{BB962C8B-B14F-4D97-AF65-F5344CB8AC3E}">
        <p14:creationId xmlns:p14="http://schemas.microsoft.com/office/powerpoint/2010/main" val="17491957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 Placeholder 92">
            <a:extLst>
              <a:ext uri="{FF2B5EF4-FFF2-40B4-BE49-F238E27FC236}">
                <a16:creationId xmlns:a16="http://schemas.microsoft.com/office/drawing/2014/main" id="{7A2E82B9-D40E-EDD4-3437-D14A81433B80}"/>
              </a:ext>
            </a:extLst>
          </p:cNvPr>
          <p:cNvSpPr>
            <a:spLocks noGrp="1"/>
          </p:cNvSpPr>
          <p:nvPr>
            <p:ph type="body" sz="quarter" idx="20"/>
          </p:nvPr>
        </p:nvSpPr>
        <p:spPr/>
        <p:txBody>
          <a:bodyPr/>
          <a:lstStyle/>
          <a:p>
            <a:r>
              <a:rPr lang="en-US"/>
              <a:t>OVERLINE/SECTION (OPTIONAL) IN ARIAL 8PT ALL CAPS</a:t>
            </a:r>
          </a:p>
        </p:txBody>
      </p:sp>
      <p:sp>
        <p:nvSpPr>
          <p:cNvPr id="92" name="Title 91">
            <a:extLst>
              <a:ext uri="{FF2B5EF4-FFF2-40B4-BE49-F238E27FC236}">
                <a16:creationId xmlns:a16="http://schemas.microsoft.com/office/drawing/2014/main" id="{4205545E-2A19-63A0-15C9-0DA3131113AF}"/>
              </a:ext>
            </a:extLst>
          </p:cNvPr>
          <p:cNvSpPr>
            <a:spLocks noGrp="1"/>
          </p:cNvSpPr>
          <p:nvPr>
            <p:ph type="title"/>
          </p:nvPr>
        </p:nvSpPr>
        <p:spPr/>
        <p:txBody>
          <a:bodyPr/>
          <a:lstStyle/>
          <a:p>
            <a:r>
              <a:rPr lang="en-US"/>
              <a:t>6-Column Project Timeline</a:t>
            </a:r>
          </a:p>
        </p:txBody>
      </p:sp>
      <p:sp>
        <p:nvSpPr>
          <p:cNvPr id="94" name="Text Placeholder 93">
            <a:extLst>
              <a:ext uri="{FF2B5EF4-FFF2-40B4-BE49-F238E27FC236}">
                <a16:creationId xmlns:a16="http://schemas.microsoft.com/office/drawing/2014/main" id="{DA206079-7680-5726-8980-29365D4EF55F}"/>
              </a:ext>
            </a:extLst>
          </p:cNvPr>
          <p:cNvSpPr>
            <a:spLocks noGrp="1"/>
          </p:cNvSpPr>
          <p:nvPr>
            <p:ph type="body" sz="quarter" idx="35"/>
          </p:nvPr>
        </p:nvSpPr>
        <p:spPr/>
        <p:txBody>
          <a:bodyPr/>
          <a:lstStyle/>
          <a:p>
            <a:r>
              <a:rPr lang="en-US"/>
              <a:t>Subhead (optional) in Arial 20pt</a:t>
            </a:r>
          </a:p>
        </p:txBody>
      </p:sp>
      <p:sp>
        <p:nvSpPr>
          <p:cNvPr id="5" name="Footer Placeholder 4">
            <a:extLst>
              <a:ext uri="{FF2B5EF4-FFF2-40B4-BE49-F238E27FC236}">
                <a16:creationId xmlns:a16="http://schemas.microsoft.com/office/drawing/2014/main" id="{A08C09BE-066B-3B2C-7BD6-CD46C0DE7BE3}"/>
              </a:ext>
            </a:extLst>
          </p:cNvPr>
          <p:cNvSpPr>
            <a:spLocks noGrp="1"/>
          </p:cNvSpPr>
          <p:nvPr>
            <p:ph type="ftr" sz="quarter" idx="16"/>
          </p:nvPr>
        </p:nvSpPr>
        <p:spPr/>
        <p:txBody>
          <a:bodyPr/>
          <a:lstStyle/>
          <a:p>
            <a:r>
              <a:rPr lang="en-US"/>
              <a:t>Presentation Name or Footer Copy</a:t>
            </a:r>
          </a:p>
        </p:txBody>
      </p:sp>
      <p:sp>
        <p:nvSpPr>
          <p:cNvPr id="95" name="Text Placeholder 94">
            <a:extLst>
              <a:ext uri="{FF2B5EF4-FFF2-40B4-BE49-F238E27FC236}">
                <a16:creationId xmlns:a16="http://schemas.microsoft.com/office/drawing/2014/main" id="{3CFAFCE8-B5D0-BD62-C3EF-5D00BF1100FF}"/>
              </a:ext>
            </a:extLst>
          </p:cNvPr>
          <p:cNvSpPr>
            <a:spLocks noGrp="1"/>
          </p:cNvSpPr>
          <p:nvPr>
            <p:ph type="body" sz="quarter" idx="36"/>
          </p:nvPr>
        </p:nvSpPr>
        <p:spPr/>
        <p:txBody>
          <a:bodyPr/>
          <a:lstStyle/>
          <a:p>
            <a:r>
              <a:rPr lang="en-US"/>
              <a:t>Step One</a:t>
            </a:r>
          </a:p>
        </p:txBody>
      </p:sp>
      <p:sp>
        <p:nvSpPr>
          <p:cNvPr id="96" name="Text Placeholder 95">
            <a:extLst>
              <a:ext uri="{FF2B5EF4-FFF2-40B4-BE49-F238E27FC236}">
                <a16:creationId xmlns:a16="http://schemas.microsoft.com/office/drawing/2014/main" id="{E841FA71-F9FC-A298-960D-2B62E12BA682}"/>
              </a:ext>
            </a:extLst>
          </p:cNvPr>
          <p:cNvSpPr>
            <a:spLocks noGrp="1"/>
          </p:cNvSpPr>
          <p:nvPr>
            <p:ph type="body" sz="quarter" idx="38"/>
          </p:nvPr>
        </p:nvSpPr>
        <p:spPr/>
        <p:txBody>
          <a:bodyPr/>
          <a:lstStyle/>
          <a:p>
            <a:r>
              <a:rPr lang="en-US"/>
              <a:t>Step Three</a:t>
            </a:r>
          </a:p>
        </p:txBody>
      </p:sp>
      <p:sp>
        <p:nvSpPr>
          <p:cNvPr id="97" name="Text Placeholder 96">
            <a:extLst>
              <a:ext uri="{FF2B5EF4-FFF2-40B4-BE49-F238E27FC236}">
                <a16:creationId xmlns:a16="http://schemas.microsoft.com/office/drawing/2014/main" id="{B3AFF155-B63A-95AD-B962-319547EA16D7}"/>
              </a:ext>
            </a:extLst>
          </p:cNvPr>
          <p:cNvSpPr>
            <a:spLocks noGrp="1"/>
          </p:cNvSpPr>
          <p:nvPr>
            <p:ph type="body" sz="quarter" idx="39"/>
          </p:nvPr>
        </p:nvSpPr>
        <p:spPr/>
        <p:txBody>
          <a:bodyPr/>
          <a:lstStyle/>
          <a:p>
            <a:r>
              <a:rPr lang="en-US"/>
              <a:t>Step Four</a:t>
            </a:r>
          </a:p>
        </p:txBody>
      </p:sp>
      <p:sp>
        <p:nvSpPr>
          <p:cNvPr id="98" name="Text Placeholder 97">
            <a:extLst>
              <a:ext uri="{FF2B5EF4-FFF2-40B4-BE49-F238E27FC236}">
                <a16:creationId xmlns:a16="http://schemas.microsoft.com/office/drawing/2014/main" id="{005C1FC2-5443-FC32-E1B2-7819A91D5267}"/>
              </a:ext>
            </a:extLst>
          </p:cNvPr>
          <p:cNvSpPr>
            <a:spLocks noGrp="1"/>
          </p:cNvSpPr>
          <p:nvPr>
            <p:ph type="body" sz="quarter" idx="40"/>
          </p:nvPr>
        </p:nvSpPr>
        <p:spPr/>
        <p:txBody>
          <a:bodyPr/>
          <a:lstStyle/>
          <a:p>
            <a:r>
              <a:rPr lang="en-US"/>
              <a:t>Step Six</a:t>
            </a:r>
          </a:p>
        </p:txBody>
      </p:sp>
      <p:sp>
        <p:nvSpPr>
          <p:cNvPr id="99" name="Text Placeholder 98">
            <a:extLst>
              <a:ext uri="{FF2B5EF4-FFF2-40B4-BE49-F238E27FC236}">
                <a16:creationId xmlns:a16="http://schemas.microsoft.com/office/drawing/2014/main" id="{1F9E8669-8720-36A8-95CB-E41C03711921}"/>
              </a:ext>
            </a:extLst>
          </p:cNvPr>
          <p:cNvSpPr>
            <a:spLocks noGrp="1"/>
          </p:cNvSpPr>
          <p:nvPr>
            <p:ph type="body" sz="quarter" idx="41"/>
          </p:nvPr>
        </p:nvSpPr>
        <p:spPr/>
        <p:txBody>
          <a:bodyPr/>
          <a:lstStyle/>
          <a:p>
            <a:r>
              <a:rPr lang="en-US"/>
              <a:t>Step Five</a:t>
            </a:r>
          </a:p>
        </p:txBody>
      </p:sp>
      <p:sp>
        <p:nvSpPr>
          <p:cNvPr id="100" name="Text Placeholder 99">
            <a:extLst>
              <a:ext uri="{FF2B5EF4-FFF2-40B4-BE49-F238E27FC236}">
                <a16:creationId xmlns:a16="http://schemas.microsoft.com/office/drawing/2014/main" id="{B057BDF2-AA69-3AF4-772C-3827591A9D89}"/>
              </a:ext>
            </a:extLst>
          </p:cNvPr>
          <p:cNvSpPr>
            <a:spLocks noGrp="1"/>
          </p:cNvSpPr>
          <p:nvPr>
            <p:ph type="body" sz="quarter" idx="42"/>
          </p:nvPr>
        </p:nvSpPr>
        <p:spPr>
          <a:xfrm>
            <a:off x="362180" y="2598372"/>
            <a:ext cx="1264952" cy="669925"/>
          </a:xfrm>
        </p:spPr>
        <p:txBody>
          <a:bodyPr/>
          <a:lstStyle/>
          <a:p>
            <a:r>
              <a:rPr lang="en-US"/>
              <a:t>Bullet point or body copy here set in Arial Regular 8pt, select text and type to replace. </a:t>
            </a:r>
          </a:p>
          <a:p>
            <a:endParaRPr lang="en-US"/>
          </a:p>
        </p:txBody>
      </p:sp>
      <p:sp>
        <p:nvSpPr>
          <p:cNvPr id="158" name="Text Placeholder 157">
            <a:extLst>
              <a:ext uri="{FF2B5EF4-FFF2-40B4-BE49-F238E27FC236}">
                <a16:creationId xmlns:a16="http://schemas.microsoft.com/office/drawing/2014/main" id="{1F5D2239-8A86-4C07-1CB9-D16C734FDF42}"/>
              </a:ext>
            </a:extLst>
          </p:cNvPr>
          <p:cNvSpPr>
            <a:spLocks noGrp="1"/>
          </p:cNvSpPr>
          <p:nvPr>
            <p:ph type="body" sz="quarter" idx="48"/>
          </p:nvPr>
        </p:nvSpPr>
        <p:spPr/>
        <p:txBody>
          <a:bodyPr/>
          <a:lstStyle/>
          <a:p>
            <a:r>
              <a:rPr lang="en-US"/>
              <a:t>Bullet point or body copy set in Arial Regular 8pt.</a:t>
            </a:r>
          </a:p>
        </p:txBody>
      </p:sp>
      <p:sp>
        <p:nvSpPr>
          <p:cNvPr id="159" name="Text Placeholder 158">
            <a:extLst>
              <a:ext uri="{FF2B5EF4-FFF2-40B4-BE49-F238E27FC236}">
                <a16:creationId xmlns:a16="http://schemas.microsoft.com/office/drawing/2014/main" id="{61120B65-C31D-E7CD-138B-63C84C0B4FAE}"/>
              </a:ext>
            </a:extLst>
          </p:cNvPr>
          <p:cNvSpPr>
            <a:spLocks noGrp="1"/>
          </p:cNvSpPr>
          <p:nvPr>
            <p:ph type="body" sz="quarter" idx="49"/>
          </p:nvPr>
        </p:nvSpPr>
        <p:spPr/>
        <p:txBody>
          <a:bodyPr/>
          <a:lstStyle/>
          <a:p>
            <a:r>
              <a:rPr lang="en-US"/>
              <a:t>Bullet point or body copy set in Arial Regular 8pt.</a:t>
            </a:r>
          </a:p>
        </p:txBody>
      </p:sp>
      <p:sp>
        <p:nvSpPr>
          <p:cNvPr id="160" name="Text Placeholder 159">
            <a:extLst>
              <a:ext uri="{FF2B5EF4-FFF2-40B4-BE49-F238E27FC236}">
                <a16:creationId xmlns:a16="http://schemas.microsoft.com/office/drawing/2014/main" id="{2C627481-E33C-DAE7-59C9-5936F5031ACE}"/>
              </a:ext>
            </a:extLst>
          </p:cNvPr>
          <p:cNvSpPr>
            <a:spLocks noGrp="1"/>
          </p:cNvSpPr>
          <p:nvPr>
            <p:ph type="body" sz="quarter" idx="50"/>
          </p:nvPr>
        </p:nvSpPr>
        <p:spPr/>
        <p:txBody>
          <a:bodyPr/>
          <a:lstStyle/>
          <a:p>
            <a:r>
              <a:rPr lang="en-US"/>
              <a:t>Bullet point or body copy set in Arial Regular 8pt.</a:t>
            </a:r>
          </a:p>
        </p:txBody>
      </p:sp>
      <p:sp>
        <p:nvSpPr>
          <p:cNvPr id="161" name="Text Placeholder 160">
            <a:extLst>
              <a:ext uri="{FF2B5EF4-FFF2-40B4-BE49-F238E27FC236}">
                <a16:creationId xmlns:a16="http://schemas.microsoft.com/office/drawing/2014/main" id="{7803B1CA-2071-D187-EE99-94F07BD902CA}"/>
              </a:ext>
            </a:extLst>
          </p:cNvPr>
          <p:cNvSpPr>
            <a:spLocks noGrp="1"/>
          </p:cNvSpPr>
          <p:nvPr>
            <p:ph type="body" sz="quarter" idx="51"/>
          </p:nvPr>
        </p:nvSpPr>
        <p:spPr/>
        <p:txBody>
          <a:bodyPr/>
          <a:lstStyle/>
          <a:p>
            <a:r>
              <a:rPr lang="en-US"/>
              <a:t>Bullet point or body copy set in Arial Regular 8pt.</a:t>
            </a:r>
          </a:p>
        </p:txBody>
      </p:sp>
      <p:sp>
        <p:nvSpPr>
          <p:cNvPr id="162" name="Text Placeholder 161">
            <a:extLst>
              <a:ext uri="{FF2B5EF4-FFF2-40B4-BE49-F238E27FC236}">
                <a16:creationId xmlns:a16="http://schemas.microsoft.com/office/drawing/2014/main" id="{59BC973B-1E6E-AD2E-6B36-EAEEB0DD367E}"/>
              </a:ext>
            </a:extLst>
          </p:cNvPr>
          <p:cNvSpPr>
            <a:spLocks noGrp="1"/>
          </p:cNvSpPr>
          <p:nvPr>
            <p:ph type="body" sz="quarter" idx="52"/>
          </p:nvPr>
        </p:nvSpPr>
        <p:spPr/>
        <p:txBody>
          <a:bodyPr/>
          <a:lstStyle/>
          <a:p>
            <a:r>
              <a:rPr lang="en-US"/>
              <a:t>Bullet point or body copy set in Arial Regular 8pt.</a:t>
            </a:r>
          </a:p>
        </p:txBody>
      </p:sp>
      <p:sp>
        <p:nvSpPr>
          <p:cNvPr id="163" name="Text Placeholder 162">
            <a:extLst>
              <a:ext uri="{FF2B5EF4-FFF2-40B4-BE49-F238E27FC236}">
                <a16:creationId xmlns:a16="http://schemas.microsoft.com/office/drawing/2014/main" id="{2E4AC925-2273-4097-587B-42436F72552A}"/>
              </a:ext>
            </a:extLst>
          </p:cNvPr>
          <p:cNvSpPr>
            <a:spLocks noGrp="1"/>
          </p:cNvSpPr>
          <p:nvPr>
            <p:ph type="body" sz="quarter" idx="53"/>
          </p:nvPr>
        </p:nvSpPr>
        <p:spPr/>
        <p:txBody>
          <a:bodyPr/>
          <a:lstStyle/>
          <a:p>
            <a:r>
              <a:rPr lang="en-US"/>
              <a:t>Bullet point or body copy set in Arial Regular 8pt.</a:t>
            </a:r>
          </a:p>
        </p:txBody>
      </p:sp>
      <p:sp>
        <p:nvSpPr>
          <p:cNvPr id="164" name="Text Placeholder 163">
            <a:extLst>
              <a:ext uri="{FF2B5EF4-FFF2-40B4-BE49-F238E27FC236}">
                <a16:creationId xmlns:a16="http://schemas.microsoft.com/office/drawing/2014/main" id="{FB8BD710-2E20-13EC-4050-F11CAC78D4D6}"/>
              </a:ext>
            </a:extLst>
          </p:cNvPr>
          <p:cNvSpPr>
            <a:spLocks noGrp="1"/>
          </p:cNvSpPr>
          <p:nvPr>
            <p:ph type="body" sz="quarter" idx="54"/>
          </p:nvPr>
        </p:nvSpPr>
        <p:spPr/>
        <p:txBody>
          <a:bodyPr/>
          <a:lstStyle/>
          <a:p>
            <a:r>
              <a:rPr lang="en-US"/>
              <a:t>Bullet point or body copy set in Arial Regular 8pt.</a:t>
            </a:r>
          </a:p>
        </p:txBody>
      </p:sp>
      <p:sp>
        <p:nvSpPr>
          <p:cNvPr id="165" name="Text Placeholder 164">
            <a:extLst>
              <a:ext uri="{FF2B5EF4-FFF2-40B4-BE49-F238E27FC236}">
                <a16:creationId xmlns:a16="http://schemas.microsoft.com/office/drawing/2014/main" id="{103D9282-165C-64F8-CE3B-B49FA01A420C}"/>
              </a:ext>
            </a:extLst>
          </p:cNvPr>
          <p:cNvSpPr>
            <a:spLocks noGrp="1"/>
          </p:cNvSpPr>
          <p:nvPr>
            <p:ph type="body" sz="quarter" idx="55"/>
          </p:nvPr>
        </p:nvSpPr>
        <p:spPr/>
        <p:txBody>
          <a:bodyPr/>
          <a:lstStyle/>
          <a:p>
            <a:r>
              <a:rPr lang="en-US"/>
              <a:t>Bullet point or body copy set in Arial Regular 8pt.</a:t>
            </a:r>
          </a:p>
        </p:txBody>
      </p:sp>
      <p:sp>
        <p:nvSpPr>
          <p:cNvPr id="166" name="Text Placeholder 165">
            <a:extLst>
              <a:ext uri="{FF2B5EF4-FFF2-40B4-BE49-F238E27FC236}">
                <a16:creationId xmlns:a16="http://schemas.microsoft.com/office/drawing/2014/main" id="{115CF5C2-3C29-E1FC-82FC-AD03B4C63E8A}"/>
              </a:ext>
            </a:extLst>
          </p:cNvPr>
          <p:cNvSpPr>
            <a:spLocks noGrp="1"/>
          </p:cNvSpPr>
          <p:nvPr>
            <p:ph type="body" sz="quarter" idx="56"/>
          </p:nvPr>
        </p:nvSpPr>
        <p:spPr/>
        <p:txBody>
          <a:bodyPr/>
          <a:lstStyle/>
          <a:p>
            <a:r>
              <a:rPr lang="en-US"/>
              <a:t>Bullet point or body copy set in Arial Regular 8pt.</a:t>
            </a:r>
          </a:p>
        </p:txBody>
      </p:sp>
      <p:sp>
        <p:nvSpPr>
          <p:cNvPr id="167" name="Text Placeholder 166">
            <a:extLst>
              <a:ext uri="{FF2B5EF4-FFF2-40B4-BE49-F238E27FC236}">
                <a16:creationId xmlns:a16="http://schemas.microsoft.com/office/drawing/2014/main" id="{E85CDA30-452E-4525-6EA0-464775E381DD}"/>
              </a:ext>
            </a:extLst>
          </p:cNvPr>
          <p:cNvSpPr>
            <a:spLocks noGrp="1"/>
          </p:cNvSpPr>
          <p:nvPr>
            <p:ph type="body" sz="quarter" idx="57"/>
          </p:nvPr>
        </p:nvSpPr>
        <p:spPr/>
        <p:txBody>
          <a:bodyPr/>
          <a:lstStyle/>
          <a:p>
            <a:r>
              <a:rPr lang="en-US"/>
              <a:t>Bullet point or body copy set in Arial Regular 8pt.</a:t>
            </a:r>
          </a:p>
        </p:txBody>
      </p:sp>
      <p:sp>
        <p:nvSpPr>
          <p:cNvPr id="168" name="Text Placeholder 167">
            <a:extLst>
              <a:ext uri="{FF2B5EF4-FFF2-40B4-BE49-F238E27FC236}">
                <a16:creationId xmlns:a16="http://schemas.microsoft.com/office/drawing/2014/main" id="{B6669E4F-6F6E-5012-3DFB-3E1A58C019C9}"/>
              </a:ext>
            </a:extLst>
          </p:cNvPr>
          <p:cNvSpPr>
            <a:spLocks noGrp="1"/>
          </p:cNvSpPr>
          <p:nvPr>
            <p:ph type="body" sz="quarter" idx="58"/>
          </p:nvPr>
        </p:nvSpPr>
        <p:spPr/>
        <p:txBody>
          <a:bodyPr/>
          <a:lstStyle/>
          <a:p>
            <a:r>
              <a:rPr lang="en-US"/>
              <a:t>Bullet point or body copy set in Arial Regular 8pt.</a:t>
            </a:r>
          </a:p>
        </p:txBody>
      </p:sp>
      <p:sp>
        <p:nvSpPr>
          <p:cNvPr id="169" name="Text Placeholder 168">
            <a:extLst>
              <a:ext uri="{FF2B5EF4-FFF2-40B4-BE49-F238E27FC236}">
                <a16:creationId xmlns:a16="http://schemas.microsoft.com/office/drawing/2014/main" id="{F7287988-6FEF-E69F-4F9D-3DC97131FD60}"/>
              </a:ext>
            </a:extLst>
          </p:cNvPr>
          <p:cNvSpPr>
            <a:spLocks noGrp="1"/>
          </p:cNvSpPr>
          <p:nvPr>
            <p:ph type="body" sz="quarter" idx="59"/>
          </p:nvPr>
        </p:nvSpPr>
        <p:spPr/>
        <p:txBody>
          <a:bodyPr/>
          <a:lstStyle/>
          <a:p>
            <a:r>
              <a:rPr lang="en-US"/>
              <a:t>Bullet point or body copy set in Arial Regular 8pt.</a:t>
            </a:r>
          </a:p>
        </p:txBody>
      </p:sp>
      <p:sp>
        <p:nvSpPr>
          <p:cNvPr id="118" name="Text Placeholder 117">
            <a:extLst>
              <a:ext uri="{FF2B5EF4-FFF2-40B4-BE49-F238E27FC236}">
                <a16:creationId xmlns:a16="http://schemas.microsoft.com/office/drawing/2014/main" id="{A88F2A97-689B-AEF7-7C93-6DC021907ADB}"/>
              </a:ext>
            </a:extLst>
          </p:cNvPr>
          <p:cNvSpPr>
            <a:spLocks noGrp="1"/>
          </p:cNvSpPr>
          <p:nvPr>
            <p:ph type="body" sz="quarter" idx="60"/>
          </p:nvPr>
        </p:nvSpPr>
        <p:spPr/>
        <p:txBody>
          <a:bodyPr/>
          <a:lstStyle/>
          <a:p>
            <a:r>
              <a:rPr lang="en-US"/>
              <a:t>Step Two</a:t>
            </a:r>
          </a:p>
        </p:txBody>
      </p:sp>
      <p:sp>
        <p:nvSpPr>
          <p:cNvPr id="170" name="Text Placeholder 169">
            <a:extLst>
              <a:ext uri="{FF2B5EF4-FFF2-40B4-BE49-F238E27FC236}">
                <a16:creationId xmlns:a16="http://schemas.microsoft.com/office/drawing/2014/main" id="{4D933ACF-1BD4-4906-9CB7-F4A4EF04E17F}"/>
              </a:ext>
            </a:extLst>
          </p:cNvPr>
          <p:cNvSpPr>
            <a:spLocks noGrp="1"/>
          </p:cNvSpPr>
          <p:nvPr>
            <p:ph type="body" sz="quarter" idx="61"/>
          </p:nvPr>
        </p:nvSpPr>
        <p:spPr>
          <a:xfrm>
            <a:off x="7536007" y="2598372"/>
            <a:ext cx="1264952" cy="669925"/>
          </a:xfrm>
        </p:spPr>
        <p:txBody>
          <a:bodyPr/>
          <a:lstStyle/>
          <a:p>
            <a:r>
              <a:rPr lang="en-US"/>
              <a:t>Bullet point or body copy here set in Arial Regular 8pt, select text and type to replace. </a:t>
            </a:r>
          </a:p>
        </p:txBody>
      </p:sp>
      <p:sp>
        <p:nvSpPr>
          <p:cNvPr id="171" name="Text Placeholder 170">
            <a:extLst>
              <a:ext uri="{FF2B5EF4-FFF2-40B4-BE49-F238E27FC236}">
                <a16:creationId xmlns:a16="http://schemas.microsoft.com/office/drawing/2014/main" id="{F3AD90AB-4398-3515-BADA-035ABB415A23}"/>
              </a:ext>
            </a:extLst>
          </p:cNvPr>
          <p:cNvSpPr>
            <a:spLocks noGrp="1"/>
          </p:cNvSpPr>
          <p:nvPr>
            <p:ph type="body" sz="quarter" idx="62"/>
          </p:nvPr>
        </p:nvSpPr>
        <p:spPr>
          <a:xfrm>
            <a:off x="6101240" y="2598372"/>
            <a:ext cx="1264952" cy="669925"/>
          </a:xfrm>
        </p:spPr>
        <p:txBody>
          <a:bodyPr/>
          <a:lstStyle/>
          <a:p>
            <a:r>
              <a:rPr lang="en-US"/>
              <a:t>Bullet point or body copy here set in Arial Regular 8pt, select text and type to replace. </a:t>
            </a:r>
          </a:p>
        </p:txBody>
      </p:sp>
      <p:sp>
        <p:nvSpPr>
          <p:cNvPr id="172" name="Text Placeholder 171">
            <a:extLst>
              <a:ext uri="{FF2B5EF4-FFF2-40B4-BE49-F238E27FC236}">
                <a16:creationId xmlns:a16="http://schemas.microsoft.com/office/drawing/2014/main" id="{448A68FC-4C18-C98B-1E81-4D8B62467554}"/>
              </a:ext>
            </a:extLst>
          </p:cNvPr>
          <p:cNvSpPr>
            <a:spLocks noGrp="1"/>
          </p:cNvSpPr>
          <p:nvPr>
            <p:ph type="body" sz="quarter" idx="63"/>
          </p:nvPr>
        </p:nvSpPr>
        <p:spPr>
          <a:xfrm>
            <a:off x="4666475" y="2598372"/>
            <a:ext cx="1264952" cy="669925"/>
          </a:xfrm>
        </p:spPr>
        <p:txBody>
          <a:bodyPr/>
          <a:lstStyle/>
          <a:p>
            <a:r>
              <a:rPr lang="en-US"/>
              <a:t>Bullet point or body copy here set in Arial Regular 8pt, select text and type to replace. </a:t>
            </a:r>
          </a:p>
        </p:txBody>
      </p:sp>
      <p:sp>
        <p:nvSpPr>
          <p:cNvPr id="173" name="Text Placeholder 172">
            <a:extLst>
              <a:ext uri="{FF2B5EF4-FFF2-40B4-BE49-F238E27FC236}">
                <a16:creationId xmlns:a16="http://schemas.microsoft.com/office/drawing/2014/main" id="{F08270AB-B8DC-B6EA-5E6F-8D6AC2F68DBB}"/>
              </a:ext>
            </a:extLst>
          </p:cNvPr>
          <p:cNvSpPr>
            <a:spLocks noGrp="1"/>
          </p:cNvSpPr>
          <p:nvPr>
            <p:ph type="body" sz="quarter" idx="64"/>
          </p:nvPr>
        </p:nvSpPr>
        <p:spPr>
          <a:xfrm>
            <a:off x="3231710" y="2598372"/>
            <a:ext cx="1264952" cy="669925"/>
          </a:xfrm>
        </p:spPr>
        <p:txBody>
          <a:bodyPr/>
          <a:lstStyle/>
          <a:p>
            <a:r>
              <a:rPr lang="en-US"/>
              <a:t>Bullet point or body copy here set in Arial Regular 8pt, select text and type to replace. </a:t>
            </a:r>
          </a:p>
          <a:p>
            <a:endParaRPr lang="en-US"/>
          </a:p>
        </p:txBody>
      </p:sp>
      <p:sp>
        <p:nvSpPr>
          <p:cNvPr id="174" name="Text Placeholder 173">
            <a:extLst>
              <a:ext uri="{FF2B5EF4-FFF2-40B4-BE49-F238E27FC236}">
                <a16:creationId xmlns:a16="http://schemas.microsoft.com/office/drawing/2014/main" id="{68637DAA-E9D8-07B8-E4B5-F2FBAD5AB3B1}"/>
              </a:ext>
            </a:extLst>
          </p:cNvPr>
          <p:cNvSpPr>
            <a:spLocks noGrp="1"/>
          </p:cNvSpPr>
          <p:nvPr>
            <p:ph type="body" sz="quarter" idx="65"/>
          </p:nvPr>
        </p:nvSpPr>
        <p:spPr>
          <a:xfrm>
            <a:off x="1796945" y="2598372"/>
            <a:ext cx="1264952" cy="669925"/>
          </a:xfrm>
        </p:spPr>
        <p:txBody>
          <a:bodyPr/>
          <a:lstStyle/>
          <a:p>
            <a:r>
              <a:rPr lang="en-US"/>
              <a:t>Bullet point or body copy here set in Arial Regular 8pt, select text and type to replace. </a:t>
            </a:r>
          </a:p>
        </p:txBody>
      </p:sp>
      <p:sp>
        <p:nvSpPr>
          <p:cNvPr id="177" name="Oval 176">
            <a:extLst>
              <a:ext uri="{FF2B5EF4-FFF2-40B4-BE49-F238E27FC236}">
                <a16:creationId xmlns:a16="http://schemas.microsoft.com/office/drawing/2014/main" id="{BEB82709-1446-DC93-8DF3-9C447B149B3E}"/>
              </a:ext>
            </a:extLst>
          </p:cNvPr>
          <p:cNvSpPr/>
          <p:nvPr/>
        </p:nvSpPr>
        <p:spPr>
          <a:xfrm>
            <a:off x="898645"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78" name="Oval 177">
            <a:extLst>
              <a:ext uri="{FF2B5EF4-FFF2-40B4-BE49-F238E27FC236}">
                <a16:creationId xmlns:a16="http://schemas.microsoft.com/office/drawing/2014/main" id="{FC33A5AA-8794-1C87-2299-F5FD4CDAADAA}"/>
              </a:ext>
            </a:extLst>
          </p:cNvPr>
          <p:cNvSpPr/>
          <p:nvPr/>
        </p:nvSpPr>
        <p:spPr>
          <a:xfrm>
            <a:off x="898645"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a:ea typeface="+mn-ea"/>
                <a:cs typeface="+mn-cs"/>
              </a:rPr>
              <a:t>✔</a:t>
            </a:r>
          </a:p>
        </p:txBody>
      </p:sp>
      <p:sp>
        <p:nvSpPr>
          <p:cNvPr id="179" name="Oval 178">
            <a:extLst>
              <a:ext uri="{FF2B5EF4-FFF2-40B4-BE49-F238E27FC236}">
                <a16:creationId xmlns:a16="http://schemas.microsoft.com/office/drawing/2014/main" id="{4E9EE2A2-6D9A-C6F6-9FB7-B770FE82BE3D}"/>
              </a:ext>
            </a:extLst>
          </p:cNvPr>
          <p:cNvSpPr/>
          <p:nvPr/>
        </p:nvSpPr>
        <p:spPr>
          <a:xfrm>
            <a:off x="2335336"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a:ea typeface="+mn-ea"/>
                <a:cs typeface="+mn-cs"/>
              </a:rPr>
              <a:t>✔</a:t>
            </a:r>
          </a:p>
        </p:txBody>
      </p:sp>
      <p:sp>
        <p:nvSpPr>
          <p:cNvPr id="180" name="Oval 179">
            <a:extLst>
              <a:ext uri="{FF2B5EF4-FFF2-40B4-BE49-F238E27FC236}">
                <a16:creationId xmlns:a16="http://schemas.microsoft.com/office/drawing/2014/main" id="{AA6D03FB-75B7-FA3D-614A-7471E62E749E}"/>
              </a:ext>
            </a:extLst>
          </p:cNvPr>
          <p:cNvSpPr/>
          <p:nvPr/>
        </p:nvSpPr>
        <p:spPr>
          <a:xfrm>
            <a:off x="2335336"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1" name="Oval 180">
            <a:extLst>
              <a:ext uri="{FF2B5EF4-FFF2-40B4-BE49-F238E27FC236}">
                <a16:creationId xmlns:a16="http://schemas.microsoft.com/office/drawing/2014/main" id="{01088D57-A97E-788F-2A00-258677D26CEF}"/>
              </a:ext>
            </a:extLst>
          </p:cNvPr>
          <p:cNvSpPr/>
          <p:nvPr/>
        </p:nvSpPr>
        <p:spPr>
          <a:xfrm>
            <a:off x="3772027"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2" name="Oval 181">
            <a:extLst>
              <a:ext uri="{FF2B5EF4-FFF2-40B4-BE49-F238E27FC236}">
                <a16:creationId xmlns:a16="http://schemas.microsoft.com/office/drawing/2014/main" id="{0C086438-683F-0227-7633-C94B876D87CB}"/>
              </a:ext>
            </a:extLst>
          </p:cNvPr>
          <p:cNvSpPr/>
          <p:nvPr/>
        </p:nvSpPr>
        <p:spPr>
          <a:xfrm>
            <a:off x="3772027"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3" name="Oval 182">
            <a:extLst>
              <a:ext uri="{FF2B5EF4-FFF2-40B4-BE49-F238E27FC236}">
                <a16:creationId xmlns:a16="http://schemas.microsoft.com/office/drawing/2014/main" id="{72CCEC7F-7600-8F79-7DA4-D894601FCA17}"/>
              </a:ext>
            </a:extLst>
          </p:cNvPr>
          <p:cNvSpPr/>
          <p:nvPr/>
        </p:nvSpPr>
        <p:spPr>
          <a:xfrm>
            <a:off x="5208718"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a:ea typeface="+mn-ea"/>
                <a:cs typeface="+mn-cs"/>
              </a:rPr>
              <a:t>✔</a:t>
            </a:r>
          </a:p>
        </p:txBody>
      </p:sp>
      <p:sp>
        <p:nvSpPr>
          <p:cNvPr id="184" name="Oval 183">
            <a:extLst>
              <a:ext uri="{FF2B5EF4-FFF2-40B4-BE49-F238E27FC236}">
                <a16:creationId xmlns:a16="http://schemas.microsoft.com/office/drawing/2014/main" id="{37BB16B6-293A-D024-DD77-5E07CBA48560}"/>
              </a:ext>
            </a:extLst>
          </p:cNvPr>
          <p:cNvSpPr/>
          <p:nvPr/>
        </p:nvSpPr>
        <p:spPr>
          <a:xfrm>
            <a:off x="5208718"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5" name="Oval 184">
            <a:extLst>
              <a:ext uri="{FF2B5EF4-FFF2-40B4-BE49-F238E27FC236}">
                <a16:creationId xmlns:a16="http://schemas.microsoft.com/office/drawing/2014/main" id="{D84CCCFE-AC54-6B03-971F-5516149B8FDD}"/>
              </a:ext>
            </a:extLst>
          </p:cNvPr>
          <p:cNvSpPr/>
          <p:nvPr/>
        </p:nvSpPr>
        <p:spPr>
          <a:xfrm>
            <a:off x="6645409"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6" name="Oval 185">
            <a:extLst>
              <a:ext uri="{FF2B5EF4-FFF2-40B4-BE49-F238E27FC236}">
                <a16:creationId xmlns:a16="http://schemas.microsoft.com/office/drawing/2014/main" id="{FB9F58E9-5A28-8BBA-7E14-78E9E51DB416}"/>
              </a:ext>
            </a:extLst>
          </p:cNvPr>
          <p:cNvSpPr/>
          <p:nvPr/>
        </p:nvSpPr>
        <p:spPr>
          <a:xfrm>
            <a:off x="6645409"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187" name="Oval 186">
            <a:extLst>
              <a:ext uri="{FF2B5EF4-FFF2-40B4-BE49-F238E27FC236}">
                <a16:creationId xmlns:a16="http://schemas.microsoft.com/office/drawing/2014/main" id="{99DF3CC8-6BB2-0C6B-034B-9BA6BBE92284}"/>
              </a:ext>
            </a:extLst>
          </p:cNvPr>
          <p:cNvSpPr/>
          <p:nvPr/>
        </p:nvSpPr>
        <p:spPr>
          <a:xfrm>
            <a:off x="8082101" y="341201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a:ea typeface="+mn-ea"/>
                <a:cs typeface="+mn-cs"/>
              </a:rPr>
              <a:t>✔</a:t>
            </a:r>
          </a:p>
        </p:txBody>
      </p:sp>
      <p:sp>
        <p:nvSpPr>
          <p:cNvPr id="188" name="Oval 187">
            <a:extLst>
              <a:ext uri="{FF2B5EF4-FFF2-40B4-BE49-F238E27FC236}">
                <a16:creationId xmlns:a16="http://schemas.microsoft.com/office/drawing/2014/main" id="{75DF5197-01B4-ACD7-1A53-A4907EEE250F}"/>
              </a:ext>
            </a:extLst>
          </p:cNvPr>
          <p:cNvSpPr/>
          <p:nvPr/>
        </p:nvSpPr>
        <p:spPr>
          <a:xfrm>
            <a:off x="8082101" y="3975643"/>
            <a:ext cx="192023" cy="1920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a:ea typeface="+mn-ea"/>
                <a:cs typeface="+mn-cs"/>
              </a:rPr>
              <a:t>✔</a:t>
            </a:r>
          </a:p>
        </p:txBody>
      </p:sp>
      <p:sp>
        <p:nvSpPr>
          <p:cNvPr id="218" name="Oval 217">
            <a:extLst>
              <a:ext uri="{FF2B5EF4-FFF2-40B4-BE49-F238E27FC236}">
                <a16:creationId xmlns:a16="http://schemas.microsoft.com/office/drawing/2014/main" id="{D19BF422-637C-6252-B37E-824B294A6609}"/>
              </a:ext>
            </a:extLst>
          </p:cNvPr>
          <p:cNvSpPr/>
          <p:nvPr/>
        </p:nvSpPr>
        <p:spPr>
          <a:xfrm>
            <a:off x="753079"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1</a:t>
            </a:r>
          </a:p>
        </p:txBody>
      </p:sp>
      <p:sp>
        <p:nvSpPr>
          <p:cNvPr id="219" name="Oval 218">
            <a:extLst>
              <a:ext uri="{FF2B5EF4-FFF2-40B4-BE49-F238E27FC236}">
                <a16:creationId xmlns:a16="http://schemas.microsoft.com/office/drawing/2014/main" id="{1626E02F-16A6-6CF4-26FA-98C04DA6216B}"/>
              </a:ext>
            </a:extLst>
          </p:cNvPr>
          <p:cNvSpPr/>
          <p:nvPr/>
        </p:nvSpPr>
        <p:spPr>
          <a:xfrm>
            <a:off x="2189770"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2</a:t>
            </a:r>
          </a:p>
        </p:txBody>
      </p:sp>
      <p:sp>
        <p:nvSpPr>
          <p:cNvPr id="220" name="Oval 219">
            <a:extLst>
              <a:ext uri="{FF2B5EF4-FFF2-40B4-BE49-F238E27FC236}">
                <a16:creationId xmlns:a16="http://schemas.microsoft.com/office/drawing/2014/main" id="{338C9C25-44CC-9EC2-CEFA-AC6836C3750D}"/>
              </a:ext>
            </a:extLst>
          </p:cNvPr>
          <p:cNvSpPr/>
          <p:nvPr/>
        </p:nvSpPr>
        <p:spPr>
          <a:xfrm>
            <a:off x="3626461"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3</a:t>
            </a:r>
          </a:p>
        </p:txBody>
      </p:sp>
      <p:sp>
        <p:nvSpPr>
          <p:cNvPr id="221" name="Oval 220">
            <a:extLst>
              <a:ext uri="{FF2B5EF4-FFF2-40B4-BE49-F238E27FC236}">
                <a16:creationId xmlns:a16="http://schemas.microsoft.com/office/drawing/2014/main" id="{02715E86-4B77-8DDD-29A3-2D5D9C99E8CC}"/>
              </a:ext>
            </a:extLst>
          </p:cNvPr>
          <p:cNvSpPr/>
          <p:nvPr/>
        </p:nvSpPr>
        <p:spPr>
          <a:xfrm>
            <a:off x="5063152"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4</a:t>
            </a:r>
          </a:p>
        </p:txBody>
      </p:sp>
      <p:sp>
        <p:nvSpPr>
          <p:cNvPr id="222" name="Oval 221">
            <a:extLst>
              <a:ext uri="{FF2B5EF4-FFF2-40B4-BE49-F238E27FC236}">
                <a16:creationId xmlns:a16="http://schemas.microsoft.com/office/drawing/2014/main" id="{2FCA0D59-BD91-D6BA-11EE-42A38483374E}"/>
              </a:ext>
            </a:extLst>
          </p:cNvPr>
          <p:cNvSpPr/>
          <p:nvPr/>
        </p:nvSpPr>
        <p:spPr>
          <a:xfrm>
            <a:off x="6499843"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5</a:t>
            </a:r>
          </a:p>
        </p:txBody>
      </p:sp>
      <p:sp>
        <p:nvSpPr>
          <p:cNvPr id="223" name="Oval 222">
            <a:extLst>
              <a:ext uri="{FF2B5EF4-FFF2-40B4-BE49-F238E27FC236}">
                <a16:creationId xmlns:a16="http://schemas.microsoft.com/office/drawing/2014/main" id="{C0411102-26F5-CF97-6980-D0D840262DBB}"/>
              </a:ext>
            </a:extLst>
          </p:cNvPr>
          <p:cNvSpPr/>
          <p:nvPr/>
        </p:nvSpPr>
        <p:spPr>
          <a:xfrm>
            <a:off x="7936535" y="1540409"/>
            <a:ext cx="483154" cy="4831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a:solidFill>
                  <a:schemeClr val="tx2"/>
                </a:solidFill>
              </a:rPr>
              <a:t>6</a:t>
            </a:r>
          </a:p>
        </p:txBody>
      </p:sp>
    </p:spTree>
    <p:extLst>
      <p:ext uri="{BB962C8B-B14F-4D97-AF65-F5344CB8AC3E}">
        <p14:creationId xmlns:p14="http://schemas.microsoft.com/office/powerpoint/2010/main" val="3613533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919F70-304C-36D5-EB87-428F88FA46F1}"/>
              </a:ext>
            </a:extLst>
          </p:cNvPr>
          <p:cNvSpPr>
            <a:spLocks noGrp="1"/>
          </p:cNvSpPr>
          <p:nvPr>
            <p:ph type="body" sz="quarter" idx="20"/>
          </p:nvPr>
        </p:nvSpPr>
        <p:spPr/>
        <p:txBody>
          <a:bodyPr/>
          <a:lstStyle/>
          <a:p>
            <a:r>
              <a:rPr lang="en-US"/>
              <a:t>OVERLINE/SECTION (OPTIONAL) IN ARIAL 8PT ALL CAPS</a:t>
            </a:r>
          </a:p>
        </p:txBody>
      </p:sp>
      <p:sp>
        <p:nvSpPr>
          <p:cNvPr id="3" name="Title 2">
            <a:extLst>
              <a:ext uri="{FF2B5EF4-FFF2-40B4-BE49-F238E27FC236}">
                <a16:creationId xmlns:a16="http://schemas.microsoft.com/office/drawing/2014/main" id="{D3E49428-0C87-A060-AAAC-3BB37C6EDF3A}"/>
              </a:ext>
            </a:extLst>
          </p:cNvPr>
          <p:cNvSpPr>
            <a:spLocks noGrp="1"/>
          </p:cNvSpPr>
          <p:nvPr>
            <p:ph type="title"/>
          </p:nvPr>
        </p:nvSpPr>
        <p:spPr/>
        <p:txBody>
          <a:bodyPr/>
          <a:lstStyle/>
          <a:p>
            <a:r>
              <a:rPr lang="en-US"/>
              <a:t>Project Timeline</a:t>
            </a:r>
          </a:p>
        </p:txBody>
      </p:sp>
      <p:sp>
        <p:nvSpPr>
          <p:cNvPr id="5" name="Footer Placeholder 4">
            <a:extLst>
              <a:ext uri="{FF2B5EF4-FFF2-40B4-BE49-F238E27FC236}">
                <a16:creationId xmlns:a16="http://schemas.microsoft.com/office/drawing/2014/main" id="{BF484E02-4B6B-DAC0-F51B-5B3875AABB62}"/>
              </a:ext>
            </a:extLst>
          </p:cNvPr>
          <p:cNvSpPr>
            <a:spLocks noGrp="1"/>
          </p:cNvSpPr>
          <p:nvPr>
            <p:ph type="ftr" sz="quarter" idx="16"/>
          </p:nvPr>
        </p:nvSpPr>
        <p:spPr/>
        <p:txBody>
          <a:bodyPr/>
          <a:lstStyle/>
          <a:p>
            <a:r>
              <a:rPr lang="en-US"/>
              <a:t>Presentation Name or Footer Copy</a:t>
            </a:r>
          </a:p>
        </p:txBody>
      </p:sp>
      <p:sp>
        <p:nvSpPr>
          <p:cNvPr id="210" name="Text Placeholder 209">
            <a:extLst>
              <a:ext uri="{FF2B5EF4-FFF2-40B4-BE49-F238E27FC236}">
                <a16:creationId xmlns:a16="http://schemas.microsoft.com/office/drawing/2014/main" id="{D2581D3F-7D2F-70AD-142E-44D776CD09DB}"/>
              </a:ext>
            </a:extLst>
          </p:cNvPr>
          <p:cNvSpPr>
            <a:spLocks noGrp="1"/>
          </p:cNvSpPr>
          <p:nvPr>
            <p:ph type="body" sz="quarter" idx="22"/>
          </p:nvPr>
        </p:nvSpPr>
        <p:spPr/>
        <p:txBody>
          <a:bodyPr/>
          <a:lstStyle/>
          <a:p>
            <a:endParaRPr lang="en-US"/>
          </a:p>
        </p:txBody>
      </p:sp>
      <p:sp>
        <p:nvSpPr>
          <p:cNvPr id="188" name="Text Placeholder 187">
            <a:extLst>
              <a:ext uri="{FF2B5EF4-FFF2-40B4-BE49-F238E27FC236}">
                <a16:creationId xmlns:a16="http://schemas.microsoft.com/office/drawing/2014/main" id="{533961B8-5482-0F37-9323-3D2FD1140955}"/>
              </a:ext>
            </a:extLst>
          </p:cNvPr>
          <p:cNvSpPr>
            <a:spLocks noGrp="1"/>
          </p:cNvSpPr>
          <p:nvPr>
            <p:ph type="body" sz="quarter" idx="23"/>
          </p:nvPr>
        </p:nvSpPr>
        <p:spPr/>
        <p:txBody>
          <a:bodyPr/>
          <a:lstStyle/>
          <a:p>
            <a:r>
              <a:rPr lang="en-US"/>
              <a:t>20XX-20XX</a:t>
            </a:r>
          </a:p>
        </p:txBody>
      </p:sp>
      <p:sp>
        <p:nvSpPr>
          <p:cNvPr id="189" name="Text Placeholder 188">
            <a:extLst>
              <a:ext uri="{FF2B5EF4-FFF2-40B4-BE49-F238E27FC236}">
                <a16:creationId xmlns:a16="http://schemas.microsoft.com/office/drawing/2014/main" id="{9CD1B26B-ACAF-B872-D9FF-A0491FD81BF2}"/>
              </a:ext>
            </a:extLst>
          </p:cNvPr>
          <p:cNvSpPr>
            <a:spLocks noGrp="1"/>
          </p:cNvSpPr>
          <p:nvPr>
            <p:ph type="body" sz="quarter" idx="24"/>
          </p:nvPr>
        </p:nvSpPr>
        <p:spPr/>
        <p:txBody>
          <a:bodyPr/>
          <a:lstStyle/>
          <a:p>
            <a:r>
              <a:rPr lang="en-US"/>
              <a:t>20XX-20XX</a:t>
            </a:r>
          </a:p>
        </p:txBody>
      </p:sp>
      <p:sp>
        <p:nvSpPr>
          <p:cNvPr id="190" name="Text Placeholder 189">
            <a:extLst>
              <a:ext uri="{FF2B5EF4-FFF2-40B4-BE49-F238E27FC236}">
                <a16:creationId xmlns:a16="http://schemas.microsoft.com/office/drawing/2014/main" id="{B1B15EC8-6EF7-C45F-7417-13F1403F93DC}"/>
              </a:ext>
            </a:extLst>
          </p:cNvPr>
          <p:cNvSpPr>
            <a:spLocks noGrp="1"/>
          </p:cNvSpPr>
          <p:nvPr>
            <p:ph type="body" sz="quarter" idx="25"/>
          </p:nvPr>
        </p:nvSpPr>
        <p:spPr/>
        <p:txBody>
          <a:bodyPr/>
          <a:lstStyle/>
          <a:p>
            <a:r>
              <a:rPr lang="en-US"/>
              <a:t>20XX-20XX</a:t>
            </a:r>
          </a:p>
        </p:txBody>
      </p:sp>
      <p:sp>
        <p:nvSpPr>
          <p:cNvPr id="211" name="Text Placeholder 210">
            <a:extLst>
              <a:ext uri="{FF2B5EF4-FFF2-40B4-BE49-F238E27FC236}">
                <a16:creationId xmlns:a16="http://schemas.microsoft.com/office/drawing/2014/main" id="{B1C61174-D6CD-FCF1-E32C-768722E11C50}"/>
              </a:ext>
            </a:extLst>
          </p:cNvPr>
          <p:cNvSpPr>
            <a:spLocks noGrp="1"/>
          </p:cNvSpPr>
          <p:nvPr>
            <p:ph type="body" sz="quarter" idx="26"/>
          </p:nvPr>
        </p:nvSpPr>
        <p:spPr/>
        <p:txBody>
          <a:bodyPr/>
          <a:lstStyle/>
          <a:p>
            <a:r>
              <a:rPr lang="en-US"/>
              <a:t>Column one title</a:t>
            </a:r>
          </a:p>
        </p:txBody>
      </p:sp>
      <p:sp>
        <p:nvSpPr>
          <p:cNvPr id="212" name="Text Placeholder 211">
            <a:extLst>
              <a:ext uri="{FF2B5EF4-FFF2-40B4-BE49-F238E27FC236}">
                <a16:creationId xmlns:a16="http://schemas.microsoft.com/office/drawing/2014/main" id="{95C529AE-FB9C-F39C-FDF8-392401548E67}"/>
              </a:ext>
            </a:extLst>
          </p:cNvPr>
          <p:cNvSpPr>
            <a:spLocks noGrp="1"/>
          </p:cNvSpPr>
          <p:nvPr>
            <p:ph type="body" sz="quarter" idx="27"/>
          </p:nvPr>
        </p:nvSpPr>
        <p:spPr/>
        <p:txBody>
          <a:bodyPr/>
          <a:lstStyle/>
          <a:p>
            <a:r>
              <a:rPr lang="en-US"/>
              <a:t>Column two title</a:t>
            </a:r>
          </a:p>
        </p:txBody>
      </p:sp>
      <p:sp>
        <p:nvSpPr>
          <p:cNvPr id="213" name="Text Placeholder 212">
            <a:extLst>
              <a:ext uri="{FF2B5EF4-FFF2-40B4-BE49-F238E27FC236}">
                <a16:creationId xmlns:a16="http://schemas.microsoft.com/office/drawing/2014/main" id="{F1D6572F-F248-5EF3-25DC-B8DEDECE495F}"/>
              </a:ext>
            </a:extLst>
          </p:cNvPr>
          <p:cNvSpPr>
            <a:spLocks noGrp="1"/>
          </p:cNvSpPr>
          <p:nvPr>
            <p:ph type="body" sz="quarter" idx="28"/>
          </p:nvPr>
        </p:nvSpPr>
        <p:spPr/>
        <p:txBody>
          <a:bodyPr/>
          <a:lstStyle/>
          <a:p>
            <a:r>
              <a:rPr lang="en-US"/>
              <a:t>Column three title</a:t>
            </a:r>
          </a:p>
        </p:txBody>
      </p:sp>
      <p:sp>
        <p:nvSpPr>
          <p:cNvPr id="194" name="Text Placeholder 193">
            <a:extLst>
              <a:ext uri="{FF2B5EF4-FFF2-40B4-BE49-F238E27FC236}">
                <a16:creationId xmlns:a16="http://schemas.microsoft.com/office/drawing/2014/main" id="{B5C2D2E4-E500-0C69-8C0B-B4E8959EAC22}"/>
              </a:ext>
            </a:extLst>
          </p:cNvPr>
          <p:cNvSpPr>
            <a:spLocks noGrp="1"/>
          </p:cNvSpPr>
          <p:nvPr>
            <p:ph type="body" sz="quarter" idx="29"/>
          </p:nvPr>
        </p:nvSpPr>
        <p:spPr/>
        <p:txBody>
          <a:bodyPr rIns="91440"/>
          <a:lstStyle/>
          <a:p>
            <a:r>
              <a:rPr lang="en-US" sz="1200"/>
              <a:t>Bullet point or body copy here set in Arial Regular 12pt, select text and type to replace. </a:t>
            </a:r>
          </a:p>
          <a:p>
            <a:endParaRPr lang="en-US"/>
          </a:p>
        </p:txBody>
      </p:sp>
      <p:sp>
        <p:nvSpPr>
          <p:cNvPr id="214" name="Text Placeholder 213">
            <a:extLst>
              <a:ext uri="{FF2B5EF4-FFF2-40B4-BE49-F238E27FC236}">
                <a16:creationId xmlns:a16="http://schemas.microsoft.com/office/drawing/2014/main" id="{4DF72D88-36D0-36F7-D99F-42ABCBD455BB}"/>
              </a:ext>
            </a:extLst>
          </p:cNvPr>
          <p:cNvSpPr>
            <a:spLocks noGrp="1"/>
          </p:cNvSpPr>
          <p:nvPr>
            <p:ph type="body" sz="quarter" idx="32"/>
          </p:nvPr>
        </p:nvSpPr>
        <p:spPr/>
        <p:txBody>
          <a:bodyPr/>
          <a:lstStyle/>
          <a:p>
            <a:r>
              <a:rPr lang="en-US"/>
              <a:t>Optional text</a:t>
            </a:r>
          </a:p>
        </p:txBody>
      </p:sp>
      <p:sp>
        <p:nvSpPr>
          <p:cNvPr id="215" name="Text Placeholder 214">
            <a:extLst>
              <a:ext uri="{FF2B5EF4-FFF2-40B4-BE49-F238E27FC236}">
                <a16:creationId xmlns:a16="http://schemas.microsoft.com/office/drawing/2014/main" id="{69B2D980-069B-66F8-7913-046757CEBF9F}"/>
              </a:ext>
            </a:extLst>
          </p:cNvPr>
          <p:cNvSpPr>
            <a:spLocks noGrp="1"/>
          </p:cNvSpPr>
          <p:nvPr>
            <p:ph type="body" sz="quarter" idx="33"/>
          </p:nvPr>
        </p:nvSpPr>
        <p:spPr/>
        <p:txBody>
          <a:bodyPr/>
          <a:lstStyle/>
          <a:p>
            <a:r>
              <a:rPr lang="en-US"/>
              <a:t>Optional text</a:t>
            </a:r>
          </a:p>
        </p:txBody>
      </p:sp>
      <p:sp>
        <p:nvSpPr>
          <p:cNvPr id="216" name="Text Placeholder 215">
            <a:extLst>
              <a:ext uri="{FF2B5EF4-FFF2-40B4-BE49-F238E27FC236}">
                <a16:creationId xmlns:a16="http://schemas.microsoft.com/office/drawing/2014/main" id="{A09D3727-7E2A-7B66-F52E-726AB99984B7}"/>
              </a:ext>
            </a:extLst>
          </p:cNvPr>
          <p:cNvSpPr>
            <a:spLocks noGrp="1"/>
          </p:cNvSpPr>
          <p:nvPr>
            <p:ph type="body" sz="quarter" idx="34"/>
          </p:nvPr>
        </p:nvSpPr>
        <p:spPr/>
        <p:txBody>
          <a:bodyPr/>
          <a:lstStyle/>
          <a:p>
            <a:r>
              <a:rPr lang="en-US"/>
              <a:t>Optional text</a:t>
            </a:r>
          </a:p>
        </p:txBody>
      </p:sp>
      <p:sp>
        <p:nvSpPr>
          <p:cNvPr id="217" name="Text Placeholder 216">
            <a:extLst>
              <a:ext uri="{FF2B5EF4-FFF2-40B4-BE49-F238E27FC236}">
                <a16:creationId xmlns:a16="http://schemas.microsoft.com/office/drawing/2014/main" id="{9D43FD57-6B98-BC24-50C8-4911730289B3}"/>
              </a:ext>
            </a:extLst>
          </p:cNvPr>
          <p:cNvSpPr>
            <a:spLocks noGrp="1"/>
          </p:cNvSpPr>
          <p:nvPr>
            <p:ph type="body" sz="quarter" idx="35"/>
          </p:nvPr>
        </p:nvSpPr>
        <p:spPr/>
        <p:txBody>
          <a:bodyPr/>
          <a:lstStyle/>
          <a:p>
            <a:endParaRPr lang="en-US"/>
          </a:p>
        </p:txBody>
      </p:sp>
      <p:sp>
        <p:nvSpPr>
          <p:cNvPr id="219" name="Text Placeholder 218">
            <a:extLst>
              <a:ext uri="{FF2B5EF4-FFF2-40B4-BE49-F238E27FC236}">
                <a16:creationId xmlns:a16="http://schemas.microsoft.com/office/drawing/2014/main" id="{7C2E259A-148D-F534-A61D-44C10300D12E}"/>
              </a:ext>
            </a:extLst>
          </p:cNvPr>
          <p:cNvSpPr>
            <a:spLocks noGrp="1"/>
          </p:cNvSpPr>
          <p:nvPr>
            <p:ph type="body" sz="quarter" idx="30"/>
          </p:nvPr>
        </p:nvSpPr>
        <p:spPr/>
        <p:txBody>
          <a:bodyPr/>
          <a:lstStyle/>
          <a:p>
            <a:r>
              <a:rPr lang="en-US" sz="1200"/>
              <a:t>Bullet point or body copy here set in Arial Regular 12pt, select text and type to replace. </a:t>
            </a:r>
          </a:p>
          <a:p>
            <a:r>
              <a:rPr lang="en-US" sz="1200"/>
              <a:t>Bullet point or body copy here set in Arial Regular 12pt, select text and type to replace. </a:t>
            </a:r>
          </a:p>
          <a:p>
            <a:endParaRPr lang="en-US"/>
          </a:p>
        </p:txBody>
      </p:sp>
      <p:sp>
        <p:nvSpPr>
          <p:cNvPr id="221" name="Text Placeholder 220">
            <a:extLst>
              <a:ext uri="{FF2B5EF4-FFF2-40B4-BE49-F238E27FC236}">
                <a16:creationId xmlns:a16="http://schemas.microsoft.com/office/drawing/2014/main" id="{7E12CF4A-A1D7-562D-88D3-474D4546E5DE}"/>
              </a:ext>
            </a:extLst>
          </p:cNvPr>
          <p:cNvSpPr>
            <a:spLocks noGrp="1"/>
          </p:cNvSpPr>
          <p:nvPr>
            <p:ph type="body" sz="quarter" idx="31"/>
          </p:nvPr>
        </p:nvSpPr>
        <p:spPr/>
        <p:txBody>
          <a:bodyPr/>
          <a:lstStyle/>
          <a:p>
            <a:r>
              <a:rPr lang="en-US" sz="1200"/>
              <a:t>Bullet point or body copy here set in Arial Regular 12pt, select text and type to replace. </a:t>
            </a:r>
          </a:p>
          <a:p>
            <a:r>
              <a:rPr lang="en-US" sz="1200"/>
              <a:t>Bullet point or body copy here set in Arial Regular 12pt, select text and type to replace. </a:t>
            </a:r>
          </a:p>
          <a:p>
            <a:r>
              <a:rPr lang="en-US" sz="1200"/>
              <a:t>Bullet point or body copy here set in Arial Regular 12pt, select text and type to replace. </a:t>
            </a:r>
          </a:p>
        </p:txBody>
      </p:sp>
    </p:spTree>
    <p:extLst>
      <p:ext uri="{BB962C8B-B14F-4D97-AF65-F5344CB8AC3E}">
        <p14:creationId xmlns:p14="http://schemas.microsoft.com/office/powerpoint/2010/main" val="19162378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992DBBDE-1890-CB0F-D8A4-CD311487223F}"/>
              </a:ext>
            </a:extLst>
          </p:cNvPr>
          <p:cNvGrpSpPr/>
          <p:nvPr/>
        </p:nvGrpSpPr>
        <p:grpSpPr>
          <a:xfrm rot="10800000">
            <a:off x="3475986" y="1789347"/>
            <a:ext cx="126723" cy="2557652"/>
            <a:chOff x="641051" y="302232"/>
            <a:chExt cx="168964" cy="3410199"/>
          </a:xfrm>
        </p:grpSpPr>
        <p:cxnSp>
          <p:nvCxnSpPr>
            <p:cNvPr id="45" name="Straight Connector 44" descr="timeline">
              <a:extLst>
                <a:ext uri="{FF2B5EF4-FFF2-40B4-BE49-F238E27FC236}">
                  <a16:creationId xmlns:a16="http://schemas.microsoft.com/office/drawing/2014/main" id="{32DCAAD6-A412-D0EB-9800-9A5819ACE9A8}"/>
                </a:ext>
              </a:extLst>
            </p:cNvPr>
            <p:cNvCxnSpPr>
              <a:cxnSpLocks/>
            </p:cNvCxnSpPr>
            <p:nvPr userDrawn="1"/>
          </p:nvCxnSpPr>
          <p:spPr>
            <a:xfrm rot="10800000">
              <a:off x="726608" y="302232"/>
              <a:ext cx="0" cy="3325717"/>
            </a:xfrm>
            <a:prstGeom prst="line">
              <a:avLst/>
            </a:prstGeom>
            <a:ln w="19050">
              <a:solidFill>
                <a:schemeClr val="bg2"/>
              </a:solidFill>
            </a:ln>
          </p:spPr>
          <p:style>
            <a:lnRef idx="1">
              <a:schemeClr val="accent2"/>
            </a:lnRef>
            <a:fillRef idx="0">
              <a:schemeClr val="accent2"/>
            </a:fillRef>
            <a:effectRef idx="0">
              <a:schemeClr val="accent2"/>
            </a:effectRef>
            <a:fontRef idx="minor">
              <a:schemeClr val="tx1"/>
            </a:fontRef>
          </p:style>
        </p:cxnSp>
        <p:sp>
          <p:nvSpPr>
            <p:cNvPr id="46" name="Oval 45" descr="timeline markers">
              <a:extLst>
                <a:ext uri="{FF2B5EF4-FFF2-40B4-BE49-F238E27FC236}">
                  <a16:creationId xmlns:a16="http://schemas.microsoft.com/office/drawing/2014/main" id="{2C37BD87-7532-2700-D08C-4B69726638FA}"/>
                </a:ext>
              </a:extLst>
            </p:cNvPr>
            <p:cNvSpPr/>
            <p:nvPr userDrawn="1"/>
          </p:nvSpPr>
          <p:spPr>
            <a:xfrm>
              <a:off x="641051" y="3543467"/>
              <a:ext cx="168964" cy="168964"/>
            </a:xfrm>
            <a:prstGeom prst="ellipse">
              <a:avLst/>
            </a:prstGeom>
            <a:solidFill>
              <a:schemeClr val="bg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7" name="Group 46">
            <a:extLst>
              <a:ext uri="{FF2B5EF4-FFF2-40B4-BE49-F238E27FC236}">
                <a16:creationId xmlns:a16="http://schemas.microsoft.com/office/drawing/2014/main" id="{CB1DCC5C-1F7A-4676-49D1-A38D1D9AE401}"/>
              </a:ext>
            </a:extLst>
          </p:cNvPr>
          <p:cNvGrpSpPr/>
          <p:nvPr/>
        </p:nvGrpSpPr>
        <p:grpSpPr>
          <a:xfrm rot="10800000">
            <a:off x="3819211" y="2427700"/>
            <a:ext cx="126723" cy="1919299"/>
            <a:chOff x="641051" y="1153369"/>
            <a:chExt cx="168964" cy="2559062"/>
          </a:xfrm>
        </p:grpSpPr>
        <p:cxnSp>
          <p:nvCxnSpPr>
            <p:cNvPr id="48" name="Straight Connector 47" descr="timeline">
              <a:extLst>
                <a:ext uri="{FF2B5EF4-FFF2-40B4-BE49-F238E27FC236}">
                  <a16:creationId xmlns:a16="http://schemas.microsoft.com/office/drawing/2014/main" id="{A5BB5B27-40F6-90BE-9876-130C0E31CE33}"/>
                </a:ext>
              </a:extLst>
            </p:cNvPr>
            <p:cNvCxnSpPr>
              <a:cxnSpLocks/>
            </p:cNvCxnSpPr>
            <p:nvPr userDrawn="1"/>
          </p:nvCxnSpPr>
          <p:spPr>
            <a:xfrm rot="10800000">
              <a:off x="726608" y="1153369"/>
              <a:ext cx="0" cy="2474580"/>
            </a:xfrm>
            <a:prstGeom prst="line">
              <a:avLst/>
            </a:prstGeom>
            <a:ln w="19050">
              <a:solidFill>
                <a:schemeClr val="bg2"/>
              </a:solidFill>
            </a:ln>
          </p:spPr>
          <p:style>
            <a:lnRef idx="1">
              <a:schemeClr val="accent2"/>
            </a:lnRef>
            <a:fillRef idx="0">
              <a:schemeClr val="accent2"/>
            </a:fillRef>
            <a:effectRef idx="0">
              <a:schemeClr val="accent2"/>
            </a:effectRef>
            <a:fontRef idx="minor">
              <a:schemeClr val="tx1"/>
            </a:fontRef>
          </p:style>
        </p:cxnSp>
        <p:sp>
          <p:nvSpPr>
            <p:cNvPr id="49" name="Oval 48" descr="timeline markers">
              <a:extLst>
                <a:ext uri="{FF2B5EF4-FFF2-40B4-BE49-F238E27FC236}">
                  <a16:creationId xmlns:a16="http://schemas.microsoft.com/office/drawing/2014/main" id="{0087C9E9-DAF0-ED5E-CD42-4B87B46C1846}"/>
                </a:ext>
              </a:extLst>
            </p:cNvPr>
            <p:cNvSpPr/>
            <p:nvPr userDrawn="1"/>
          </p:nvSpPr>
          <p:spPr>
            <a:xfrm>
              <a:off x="641051" y="3543467"/>
              <a:ext cx="168964" cy="168964"/>
            </a:xfrm>
            <a:prstGeom prst="ellipse">
              <a:avLst/>
            </a:prstGeom>
            <a:solidFill>
              <a:schemeClr val="bg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50" name="Group 49">
            <a:extLst>
              <a:ext uri="{FF2B5EF4-FFF2-40B4-BE49-F238E27FC236}">
                <a16:creationId xmlns:a16="http://schemas.microsoft.com/office/drawing/2014/main" id="{CB328D75-C9F3-8372-AAF5-B88F40AA7AC7}"/>
              </a:ext>
            </a:extLst>
          </p:cNvPr>
          <p:cNvGrpSpPr/>
          <p:nvPr/>
        </p:nvGrpSpPr>
        <p:grpSpPr>
          <a:xfrm rot="10800000">
            <a:off x="4154257" y="3074330"/>
            <a:ext cx="126723" cy="1272668"/>
            <a:chOff x="641051" y="2015543"/>
            <a:chExt cx="168964" cy="1696888"/>
          </a:xfrm>
        </p:grpSpPr>
        <p:cxnSp>
          <p:nvCxnSpPr>
            <p:cNvPr id="51" name="Straight Connector 50" descr="timeline">
              <a:extLst>
                <a:ext uri="{FF2B5EF4-FFF2-40B4-BE49-F238E27FC236}">
                  <a16:creationId xmlns:a16="http://schemas.microsoft.com/office/drawing/2014/main" id="{A73F0115-E8D8-AD0F-152E-3A0B7C6E5738}"/>
                </a:ext>
              </a:extLst>
            </p:cNvPr>
            <p:cNvCxnSpPr>
              <a:cxnSpLocks/>
            </p:cNvCxnSpPr>
            <p:nvPr userDrawn="1"/>
          </p:nvCxnSpPr>
          <p:spPr>
            <a:xfrm rot="10800000">
              <a:off x="726608" y="2015543"/>
              <a:ext cx="0" cy="1612406"/>
            </a:xfrm>
            <a:prstGeom prst="line">
              <a:avLst/>
            </a:prstGeom>
            <a:ln w="19050">
              <a:solidFill>
                <a:schemeClr val="bg2"/>
              </a:solidFill>
            </a:ln>
          </p:spPr>
          <p:style>
            <a:lnRef idx="1">
              <a:schemeClr val="accent2"/>
            </a:lnRef>
            <a:fillRef idx="0">
              <a:schemeClr val="accent2"/>
            </a:fillRef>
            <a:effectRef idx="0">
              <a:schemeClr val="accent2"/>
            </a:effectRef>
            <a:fontRef idx="minor">
              <a:schemeClr val="tx1"/>
            </a:fontRef>
          </p:style>
        </p:cxnSp>
        <p:sp>
          <p:nvSpPr>
            <p:cNvPr id="52" name="Oval 51" descr="timeline markers">
              <a:extLst>
                <a:ext uri="{FF2B5EF4-FFF2-40B4-BE49-F238E27FC236}">
                  <a16:creationId xmlns:a16="http://schemas.microsoft.com/office/drawing/2014/main" id="{D693A240-6FFF-A360-930D-01B8F8C37583}"/>
                </a:ext>
              </a:extLst>
            </p:cNvPr>
            <p:cNvSpPr/>
            <p:nvPr userDrawn="1"/>
          </p:nvSpPr>
          <p:spPr>
            <a:xfrm>
              <a:off x="641051" y="3543467"/>
              <a:ext cx="168964" cy="168964"/>
            </a:xfrm>
            <a:prstGeom prst="ellipse">
              <a:avLst/>
            </a:prstGeom>
            <a:solidFill>
              <a:schemeClr val="bg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3" name="Group 42">
            <a:extLst>
              <a:ext uri="{FF2B5EF4-FFF2-40B4-BE49-F238E27FC236}">
                <a16:creationId xmlns:a16="http://schemas.microsoft.com/office/drawing/2014/main" id="{822FCCD6-4F51-9A2D-0FB0-09BF6A2EF188}"/>
              </a:ext>
            </a:extLst>
          </p:cNvPr>
          <p:cNvGrpSpPr/>
          <p:nvPr/>
        </p:nvGrpSpPr>
        <p:grpSpPr>
          <a:xfrm>
            <a:off x="501697" y="1154868"/>
            <a:ext cx="126723" cy="3196110"/>
            <a:chOff x="529129" y="1154868"/>
            <a:chExt cx="126723" cy="3196110"/>
          </a:xfrm>
        </p:grpSpPr>
        <p:cxnSp>
          <p:nvCxnSpPr>
            <p:cNvPr id="29" name="Straight Connector 28" descr="timeline">
              <a:extLst>
                <a:ext uri="{FF2B5EF4-FFF2-40B4-BE49-F238E27FC236}">
                  <a16:creationId xmlns:a16="http://schemas.microsoft.com/office/drawing/2014/main" id="{23265111-C076-7A36-F3A1-9C30A351A8B7}"/>
                </a:ext>
              </a:extLst>
            </p:cNvPr>
            <p:cNvCxnSpPr>
              <a:cxnSpLocks/>
            </p:cNvCxnSpPr>
            <p:nvPr/>
          </p:nvCxnSpPr>
          <p:spPr>
            <a:xfrm>
              <a:off x="591684" y="1218230"/>
              <a:ext cx="0" cy="3132748"/>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30" name="Oval 29" descr="timeline markers">
              <a:extLst>
                <a:ext uri="{FF2B5EF4-FFF2-40B4-BE49-F238E27FC236}">
                  <a16:creationId xmlns:a16="http://schemas.microsoft.com/office/drawing/2014/main" id="{1EDB3938-EEAD-4418-4744-BEC1E01081F0}"/>
                </a:ext>
              </a:extLst>
            </p:cNvPr>
            <p:cNvSpPr/>
            <p:nvPr/>
          </p:nvSpPr>
          <p:spPr>
            <a:xfrm rot="10800000">
              <a:off x="529129" y="1154868"/>
              <a:ext cx="126723" cy="126723"/>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31" name="Group 30">
            <a:extLst>
              <a:ext uri="{FF2B5EF4-FFF2-40B4-BE49-F238E27FC236}">
                <a16:creationId xmlns:a16="http://schemas.microsoft.com/office/drawing/2014/main" id="{93E480B5-54F8-43ED-49A7-A07885E5A885}"/>
              </a:ext>
            </a:extLst>
          </p:cNvPr>
          <p:cNvGrpSpPr/>
          <p:nvPr/>
        </p:nvGrpSpPr>
        <p:grpSpPr>
          <a:xfrm rot="10800000">
            <a:off x="843646" y="1789347"/>
            <a:ext cx="126723" cy="2557652"/>
            <a:chOff x="641051" y="302232"/>
            <a:chExt cx="168964" cy="3410199"/>
          </a:xfrm>
        </p:grpSpPr>
        <p:cxnSp>
          <p:nvCxnSpPr>
            <p:cNvPr id="32" name="Straight Connector 31" descr="timeline">
              <a:extLst>
                <a:ext uri="{FF2B5EF4-FFF2-40B4-BE49-F238E27FC236}">
                  <a16:creationId xmlns:a16="http://schemas.microsoft.com/office/drawing/2014/main" id="{88325621-8ED6-931C-C68F-704A534BCED7}"/>
                </a:ext>
              </a:extLst>
            </p:cNvPr>
            <p:cNvCxnSpPr>
              <a:cxnSpLocks/>
            </p:cNvCxnSpPr>
            <p:nvPr userDrawn="1"/>
          </p:nvCxnSpPr>
          <p:spPr>
            <a:xfrm rot="10800000">
              <a:off x="726608" y="302232"/>
              <a:ext cx="0" cy="3325717"/>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33" name="Oval 32" descr="timeline markers">
              <a:extLst>
                <a:ext uri="{FF2B5EF4-FFF2-40B4-BE49-F238E27FC236}">
                  <a16:creationId xmlns:a16="http://schemas.microsoft.com/office/drawing/2014/main" id="{74C8F88F-63B8-BD16-08BE-54CBF5B73375}"/>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34" name="Group 33">
            <a:extLst>
              <a:ext uri="{FF2B5EF4-FFF2-40B4-BE49-F238E27FC236}">
                <a16:creationId xmlns:a16="http://schemas.microsoft.com/office/drawing/2014/main" id="{BD1C6379-72EF-BCBC-3C24-2C27D9E46DCB}"/>
              </a:ext>
            </a:extLst>
          </p:cNvPr>
          <p:cNvGrpSpPr/>
          <p:nvPr/>
        </p:nvGrpSpPr>
        <p:grpSpPr>
          <a:xfrm rot="10800000">
            <a:off x="1186871" y="2427700"/>
            <a:ext cx="126723" cy="1919299"/>
            <a:chOff x="641051" y="1153369"/>
            <a:chExt cx="168964" cy="2559062"/>
          </a:xfrm>
        </p:grpSpPr>
        <p:cxnSp>
          <p:nvCxnSpPr>
            <p:cNvPr id="35" name="Straight Connector 34" descr="timeline">
              <a:extLst>
                <a:ext uri="{FF2B5EF4-FFF2-40B4-BE49-F238E27FC236}">
                  <a16:creationId xmlns:a16="http://schemas.microsoft.com/office/drawing/2014/main" id="{18F7C74C-7EE7-9BBB-8F29-2339CA2AC1E0}"/>
                </a:ext>
              </a:extLst>
            </p:cNvPr>
            <p:cNvCxnSpPr>
              <a:cxnSpLocks/>
            </p:cNvCxnSpPr>
            <p:nvPr userDrawn="1"/>
          </p:nvCxnSpPr>
          <p:spPr>
            <a:xfrm rot="10800000">
              <a:off x="726608" y="1153369"/>
              <a:ext cx="0" cy="2474580"/>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36" name="Oval 35" descr="timeline markers">
              <a:extLst>
                <a:ext uri="{FF2B5EF4-FFF2-40B4-BE49-F238E27FC236}">
                  <a16:creationId xmlns:a16="http://schemas.microsoft.com/office/drawing/2014/main" id="{D6BAF50A-C4C0-9DF2-EFE4-F1FE5254E90E}"/>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37" name="Group 36">
            <a:extLst>
              <a:ext uri="{FF2B5EF4-FFF2-40B4-BE49-F238E27FC236}">
                <a16:creationId xmlns:a16="http://schemas.microsoft.com/office/drawing/2014/main" id="{3486928A-3429-D22A-DF1D-4F53520A6CF2}"/>
              </a:ext>
            </a:extLst>
          </p:cNvPr>
          <p:cNvGrpSpPr/>
          <p:nvPr/>
        </p:nvGrpSpPr>
        <p:grpSpPr>
          <a:xfrm rot="10800000">
            <a:off x="1521917" y="3074330"/>
            <a:ext cx="126723" cy="1272668"/>
            <a:chOff x="641051" y="2015543"/>
            <a:chExt cx="168964" cy="1696888"/>
          </a:xfrm>
        </p:grpSpPr>
        <p:cxnSp>
          <p:nvCxnSpPr>
            <p:cNvPr id="38" name="Straight Connector 37" descr="timeline">
              <a:extLst>
                <a:ext uri="{FF2B5EF4-FFF2-40B4-BE49-F238E27FC236}">
                  <a16:creationId xmlns:a16="http://schemas.microsoft.com/office/drawing/2014/main" id="{8CFE59D9-B734-113D-9605-A72A6F8E5C18}"/>
                </a:ext>
              </a:extLst>
            </p:cNvPr>
            <p:cNvCxnSpPr>
              <a:cxnSpLocks/>
            </p:cNvCxnSpPr>
            <p:nvPr userDrawn="1"/>
          </p:nvCxnSpPr>
          <p:spPr>
            <a:xfrm rot="10800000">
              <a:off x="726608" y="2015543"/>
              <a:ext cx="0" cy="1612406"/>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39" name="Oval 38" descr="timeline markers">
              <a:extLst>
                <a:ext uri="{FF2B5EF4-FFF2-40B4-BE49-F238E27FC236}">
                  <a16:creationId xmlns:a16="http://schemas.microsoft.com/office/drawing/2014/main" id="{41FCDCD4-C2E8-2101-F4A9-D296252EE01D}"/>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40" name="Group 39">
            <a:extLst>
              <a:ext uri="{FF2B5EF4-FFF2-40B4-BE49-F238E27FC236}">
                <a16:creationId xmlns:a16="http://schemas.microsoft.com/office/drawing/2014/main" id="{48286535-0D8B-ADF7-F732-AF54227F8767}"/>
              </a:ext>
            </a:extLst>
          </p:cNvPr>
          <p:cNvGrpSpPr/>
          <p:nvPr/>
        </p:nvGrpSpPr>
        <p:grpSpPr>
          <a:xfrm rot="10800000">
            <a:off x="1864535" y="3704138"/>
            <a:ext cx="126723" cy="642859"/>
            <a:chOff x="641051" y="2855287"/>
            <a:chExt cx="168964" cy="857144"/>
          </a:xfrm>
        </p:grpSpPr>
        <p:cxnSp>
          <p:nvCxnSpPr>
            <p:cNvPr id="41" name="Straight Connector 40" descr="timeline">
              <a:extLst>
                <a:ext uri="{FF2B5EF4-FFF2-40B4-BE49-F238E27FC236}">
                  <a16:creationId xmlns:a16="http://schemas.microsoft.com/office/drawing/2014/main" id="{E158F6F6-3601-901E-F8E5-F1C77374E510}"/>
                </a:ext>
              </a:extLst>
            </p:cNvPr>
            <p:cNvCxnSpPr>
              <a:cxnSpLocks/>
            </p:cNvCxnSpPr>
            <p:nvPr userDrawn="1"/>
          </p:nvCxnSpPr>
          <p:spPr>
            <a:xfrm rot="10800000">
              <a:off x="726608" y="2855287"/>
              <a:ext cx="0" cy="772662"/>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42" name="Oval 41" descr="timeline markers">
              <a:extLst>
                <a:ext uri="{FF2B5EF4-FFF2-40B4-BE49-F238E27FC236}">
                  <a16:creationId xmlns:a16="http://schemas.microsoft.com/office/drawing/2014/main" id="{72E75372-1104-7DAB-E3FA-C68251230F7B}"/>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sp>
        <p:nvSpPr>
          <p:cNvPr id="2" name="Text Placeholder 1">
            <a:extLst>
              <a:ext uri="{FF2B5EF4-FFF2-40B4-BE49-F238E27FC236}">
                <a16:creationId xmlns:a16="http://schemas.microsoft.com/office/drawing/2014/main" id="{F8ACB7A1-D693-C563-B990-7BF8EFEA93D8}"/>
              </a:ext>
            </a:extLst>
          </p:cNvPr>
          <p:cNvSpPr>
            <a:spLocks noGrp="1"/>
          </p:cNvSpPr>
          <p:nvPr>
            <p:ph type="body" sz="quarter" idx="20"/>
          </p:nvPr>
        </p:nvSpPr>
        <p:spPr/>
        <p:txBody>
          <a:bodyPr/>
          <a:lstStyle/>
          <a:p>
            <a:r>
              <a:rPr lang="en-US"/>
              <a:t>OVERLINE/SECTION IN ARIAL 8PT ALL CAPS</a:t>
            </a:r>
          </a:p>
        </p:txBody>
      </p:sp>
      <p:sp>
        <p:nvSpPr>
          <p:cNvPr id="3" name="Title 2">
            <a:extLst>
              <a:ext uri="{FF2B5EF4-FFF2-40B4-BE49-F238E27FC236}">
                <a16:creationId xmlns:a16="http://schemas.microsoft.com/office/drawing/2014/main" id="{FE37415F-F18F-74A6-29D0-673C466359C1}"/>
              </a:ext>
            </a:extLst>
          </p:cNvPr>
          <p:cNvSpPr>
            <a:spLocks noGrp="1"/>
          </p:cNvSpPr>
          <p:nvPr>
            <p:ph type="title"/>
          </p:nvPr>
        </p:nvSpPr>
        <p:spPr/>
        <p:txBody>
          <a:bodyPr/>
          <a:lstStyle/>
          <a:p>
            <a:r>
              <a:rPr lang="en-US"/>
              <a:t>Stage Timeline</a:t>
            </a:r>
          </a:p>
        </p:txBody>
      </p:sp>
      <p:sp>
        <p:nvSpPr>
          <p:cNvPr id="4" name="Footer Placeholder 3">
            <a:extLst>
              <a:ext uri="{FF2B5EF4-FFF2-40B4-BE49-F238E27FC236}">
                <a16:creationId xmlns:a16="http://schemas.microsoft.com/office/drawing/2014/main" id="{12D789F9-F278-17CE-9223-5087B367BEA5}"/>
              </a:ext>
            </a:extLst>
          </p:cNvPr>
          <p:cNvSpPr>
            <a:spLocks noGrp="1"/>
          </p:cNvSpPr>
          <p:nvPr>
            <p:ph type="ftr" sz="quarter" idx="16"/>
          </p:nvPr>
        </p:nvSpPr>
        <p:spPr/>
        <p:txBody>
          <a:bodyPr/>
          <a:lstStyle/>
          <a:p>
            <a:r>
              <a:rPr lang="en-US"/>
              <a:t>Presentation Name or Footer Copy</a:t>
            </a:r>
          </a:p>
        </p:txBody>
      </p:sp>
      <p:sp>
        <p:nvSpPr>
          <p:cNvPr id="5" name="Text Placeholder 4">
            <a:extLst>
              <a:ext uri="{FF2B5EF4-FFF2-40B4-BE49-F238E27FC236}">
                <a16:creationId xmlns:a16="http://schemas.microsoft.com/office/drawing/2014/main" id="{3259FBE1-B5DA-B4AB-84D2-C2B97A54C9C2}"/>
              </a:ext>
            </a:extLst>
          </p:cNvPr>
          <p:cNvSpPr>
            <a:spLocks noGrp="1"/>
          </p:cNvSpPr>
          <p:nvPr>
            <p:ph type="body" sz="quarter" idx="21"/>
          </p:nvPr>
        </p:nvSpPr>
        <p:spPr/>
        <p:txBody>
          <a:bodyPr/>
          <a:lstStyle/>
          <a:p>
            <a:r>
              <a:rPr lang="en-US"/>
              <a:t>Stage XX</a:t>
            </a:r>
          </a:p>
        </p:txBody>
      </p:sp>
      <p:sp>
        <p:nvSpPr>
          <p:cNvPr id="6" name="Text Placeholder 5">
            <a:extLst>
              <a:ext uri="{FF2B5EF4-FFF2-40B4-BE49-F238E27FC236}">
                <a16:creationId xmlns:a16="http://schemas.microsoft.com/office/drawing/2014/main" id="{A9AEB9EF-3E68-4F41-41E9-D30193083BC6}"/>
              </a:ext>
            </a:extLst>
          </p:cNvPr>
          <p:cNvSpPr>
            <a:spLocks noGrp="1"/>
          </p:cNvSpPr>
          <p:nvPr>
            <p:ph type="body" sz="quarter" idx="22"/>
          </p:nvPr>
        </p:nvSpPr>
        <p:spPr/>
        <p:txBody>
          <a:bodyPr/>
          <a:lstStyle/>
          <a:p>
            <a:r>
              <a:rPr lang="en-US"/>
              <a:t>Stage XX</a:t>
            </a:r>
          </a:p>
        </p:txBody>
      </p:sp>
      <p:sp>
        <p:nvSpPr>
          <p:cNvPr id="7" name="Text Placeholder 6">
            <a:extLst>
              <a:ext uri="{FF2B5EF4-FFF2-40B4-BE49-F238E27FC236}">
                <a16:creationId xmlns:a16="http://schemas.microsoft.com/office/drawing/2014/main" id="{81B03610-CC32-D478-E420-258F703A10A4}"/>
              </a:ext>
            </a:extLst>
          </p:cNvPr>
          <p:cNvSpPr>
            <a:spLocks noGrp="1"/>
          </p:cNvSpPr>
          <p:nvPr>
            <p:ph type="body" sz="quarter" idx="23"/>
          </p:nvPr>
        </p:nvSpPr>
        <p:spPr/>
        <p:txBody>
          <a:bodyPr/>
          <a:lstStyle/>
          <a:p>
            <a:r>
              <a:rPr lang="en-US"/>
              <a:t>Stage XX</a:t>
            </a:r>
          </a:p>
        </p:txBody>
      </p:sp>
      <p:sp>
        <p:nvSpPr>
          <p:cNvPr id="8" name="Text Placeholder 7">
            <a:extLst>
              <a:ext uri="{FF2B5EF4-FFF2-40B4-BE49-F238E27FC236}">
                <a16:creationId xmlns:a16="http://schemas.microsoft.com/office/drawing/2014/main" id="{F655BBFC-8507-0330-B514-F323BE7A434C}"/>
              </a:ext>
            </a:extLst>
          </p:cNvPr>
          <p:cNvSpPr>
            <a:spLocks noGrp="1"/>
          </p:cNvSpPr>
          <p:nvPr>
            <p:ph type="body" sz="quarter" idx="24"/>
          </p:nvPr>
        </p:nvSpPr>
        <p:spPr/>
        <p:txBody>
          <a:bodyPr/>
          <a:lstStyle/>
          <a:p>
            <a:r>
              <a:rPr lang="en-US" sz="800">
                <a:solidFill>
                  <a:schemeClr val="bg2"/>
                </a:solidFill>
              </a:rPr>
              <a:t>Bullet point or body copy here set in Arial Regular 8pt, select text and type to replace. </a:t>
            </a:r>
          </a:p>
        </p:txBody>
      </p:sp>
      <p:sp>
        <p:nvSpPr>
          <p:cNvPr id="9" name="Text Placeholder 8">
            <a:extLst>
              <a:ext uri="{FF2B5EF4-FFF2-40B4-BE49-F238E27FC236}">
                <a16:creationId xmlns:a16="http://schemas.microsoft.com/office/drawing/2014/main" id="{D2171669-4277-1C1D-A1F1-8D5CEC725BF6}"/>
              </a:ext>
            </a:extLst>
          </p:cNvPr>
          <p:cNvSpPr>
            <a:spLocks noGrp="1"/>
          </p:cNvSpPr>
          <p:nvPr>
            <p:ph type="body" sz="quarter" idx="25"/>
          </p:nvPr>
        </p:nvSpPr>
        <p:spPr/>
        <p:txBody>
          <a:bodyPr/>
          <a:lstStyle/>
          <a:p>
            <a:r>
              <a:rPr lang="en-US" sz="800">
                <a:solidFill>
                  <a:schemeClr val="bg2"/>
                </a:solidFill>
              </a:rPr>
              <a:t>Bullet point or body copy here set in Arial Regular 8pt, select text and type to replace. </a:t>
            </a:r>
          </a:p>
        </p:txBody>
      </p:sp>
      <p:sp>
        <p:nvSpPr>
          <p:cNvPr id="10" name="Text Placeholder 9">
            <a:extLst>
              <a:ext uri="{FF2B5EF4-FFF2-40B4-BE49-F238E27FC236}">
                <a16:creationId xmlns:a16="http://schemas.microsoft.com/office/drawing/2014/main" id="{3E0098CB-843F-4EC3-A9D6-4BD7577614B4}"/>
              </a:ext>
            </a:extLst>
          </p:cNvPr>
          <p:cNvSpPr>
            <a:spLocks noGrp="1"/>
          </p:cNvSpPr>
          <p:nvPr>
            <p:ph type="body" sz="quarter" idx="26"/>
          </p:nvPr>
        </p:nvSpPr>
        <p:spPr/>
        <p:txBody>
          <a:bodyPr/>
          <a:lstStyle/>
          <a:p>
            <a:r>
              <a:rPr lang="en-US" sz="800">
                <a:solidFill>
                  <a:schemeClr val="bg2"/>
                </a:solidFill>
              </a:rPr>
              <a:t>Bullet point or body copy here set in Arial Regular 8pt, select text and type to replace. </a:t>
            </a:r>
          </a:p>
        </p:txBody>
      </p:sp>
      <p:sp>
        <p:nvSpPr>
          <p:cNvPr id="11" name="Text Placeholder 10">
            <a:extLst>
              <a:ext uri="{FF2B5EF4-FFF2-40B4-BE49-F238E27FC236}">
                <a16:creationId xmlns:a16="http://schemas.microsoft.com/office/drawing/2014/main" id="{59256769-923D-B46E-643A-147855BC32FF}"/>
              </a:ext>
            </a:extLst>
          </p:cNvPr>
          <p:cNvSpPr>
            <a:spLocks noGrp="1"/>
          </p:cNvSpPr>
          <p:nvPr>
            <p:ph type="body" sz="quarter" idx="27"/>
          </p:nvPr>
        </p:nvSpPr>
        <p:spPr/>
        <p:txBody>
          <a:bodyPr/>
          <a:lstStyle/>
          <a:p>
            <a:r>
              <a:rPr lang="en-US" sz="800">
                <a:solidFill>
                  <a:schemeClr val="bg2"/>
                </a:solidFill>
              </a:rPr>
              <a:t>Bullet point or body copy here set in Arial Regular 8pt, select text and type to replace. </a:t>
            </a:r>
          </a:p>
        </p:txBody>
      </p:sp>
      <p:sp>
        <p:nvSpPr>
          <p:cNvPr id="12" name="Text Placeholder 11">
            <a:extLst>
              <a:ext uri="{FF2B5EF4-FFF2-40B4-BE49-F238E27FC236}">
                <a16:creationId xmlns:a16="http://schemas.microsoft.com/office/drawing/2014/main" id="{EC65723D-DED2-18ED-705C-33B0A0289571}"/>
              </a:ext>
            </a:extLst>
          </p:cNvPr>
          <p:cNvSpPr>
            <a:spLocks noGrp="1"/>
          </p:cNvSpPr>
          <p:nvPr>
            <p:ph type="body" sz="quarter" idx="28"/>
          </p:nvPr>
        </p:nvSpPr>
        <p:spPr/>
        <p:txBody>
          <a:bodyPr/>
          <a:lstStyle/>
          <a:p>
            <a:r>
              <a:rPr lang="en-US" sz="800">
                <a:solidFill>
                  <a:schemeClr val="bg2"/>
                </a:solidFill>
              </a:rPr>
              <a:t>Bullet point or body copy here set in Arial Regular 8pt, select text and type to replace. </a:t>
            </a:r>
          </a:p>
        </p:txBody>
      </p:sp>
      <p:sp>
        <p:nvSpPr>
          <p:cNvPr id="13" name="Text Placeholder 12">
            <a:extLst>
              <a:ext uri="{FF2B5EF4-FFF2-40B4-BE49-F238E27FC236}">
                <a16:creationId xmlns:a16="http://schemas.microsoft.com/office/drawing/2014/main" id="{13E8BE47-632C-9C9C-E9DA-828AE531C7E7}"/>
              </a:ext>
            </a:extLst>
          </p:cNvPr>
          <p:cNvSpPr>
            <a:spLocks noGrp="1"/>
          </p:cNvSpPr>
          <p:nvPr>
            <p:ph type="body" sz="quarter" idx="29"/>
          </p:nvPr>
        </p:nvSpPr>
        <p:spPr>
          <a:noFill/>
        </p:spPr>
        <p:txBody>
          <a:bodyPr vert="horz" wrap="square" lIns="0" tIns="0" rIns="0" bIns="0" rtlCol="0" anchor="ctr">
            <a:noAutofit/>
          </a:bodyPr>
          <a:lstStyle/>
          <a:p>
            <a:r>
              <a:rPr lang="en-US"/>
              <a:t>Bullet point or body copy here set in Arial Regular 8pt.</a:t>
            </a:r>
          </a:p>
        </p:txBody>
      </p:sp>
      <p:sp>
        <p:nvSpPr>
          <p:cNvPr id="14" name="Text Placeholder 13">
            <a:extLst>
              <a:ext uri="{FF2B5EF4-FFF2-40B4-BE49-F238E27FC236}">
                <a16:creationId xmlns:a16="http://schemas.microsoft.com/office/drawing/2014/main" id="{DC82B775-9759-A485-259E-505D1BB9B2D1}"/>
              </a:ext>
            </a:extLst>
          </p:cNvPr>
          <p:cNvSpPr>
            <a:spLocks noGrp="1"/>
          </p:cNvSpPr>
          <p:nvPr>
            <p:ph type="body" sz="quarter" idx="30"/>
          </p:nvPr>
        </p:nvSpPr>
        <p:spPr/>
        <p:txBody>
          <a:bodyPr/>
          <a:lstStyle/>
          <a:p>
            <a:r>
              <a:rPr lang="en-US"/>
              <a:t>Bullet point or body copy here set in Arial Regular 8pt.</a:t>
            </a:r>
          </a:p>
        </p:txBody>
      </p:sp>
      <p:sp>
        <p:nvSpPr>
          <p:cNvPr id="15" name="Text Placeholder 14">
            <a:extLst>
              <a:ext uri="{FF2B5EF4-FFF2-40B4-BE49-F238E27FC236}">
                <a16:creationId xmlns:a16="http://schemas.microsoft.com/office/drawing/2014/main" id="{FE1D7FF1-FC8C-5ABD-140A-8FF47FD8912E}"/>
              </a:ext>
            </a:extLst>
          </p:cNvPr>
          <p:cNvSpPr>
            <a:spLocks noGrp="1"/>
          </p:cNvSpPr>
          <p:nvPr>
            <p:ph type="body" sz="quarter" idx="31"/>
          </p:nvPr>
        </p:nvSpPr>
        <p:spPr/>
        <p:txBody>
          <a:bodyPr/>
          <a:lstStyle/>
          <a:p>
            <a:r>
              <a:rPr lang="en-US"/>
              <a:t>Bullet point or body copy here set in Arial Regular 8pt.</a:t>
            </a:r>
          </a:p>
        </p:txBody>
      </p:sp>
      <p:sp>
        <p:nvSpPr>
          <p:cNvPr id="53" name="Text Placeholder 8">
            <a:extLst>
              <a:ext uri="{FF2B5EF4-FFF2-40B4-BE49-F238E27FC236}">
                <a16:creationId xmlns:a16="http://schemas.microsoft.com/office/drawing/2014/main" id="{24BDD457-8F67-BAC8-2620-03A39C4D50D9}"/>
              </a:ext>
            </a:extLst>
          </p:cNvPr>
          <p:cNvSpPr txBox="1">
            <a:spLocks/>
          </p:cNvSpPr>
          <p:nvPr/>
        </p:nvSpPr>
        <p:spPr>
          <a:xfrm>
            <a:off x="3678202" y="1776878"/>
            <a:ext cx="2054627"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
        <p:nvSpPr>
          <p:cNvPr id="54" name="Text Placeholder 9">
            <a:extLst>
              <a:ext uri="{FF2B5EF4-FFF2-40B4-BE49-F238E27FC236}">
                <a16:creationId xmlns:a16="http://schemas.microsoft.com/office/drawing/2014/main" id="{3DEB9AEC-38F4-896C-62C4-AC682EB477BA}"/>
              </a:ext>
            </a:extLst>
          </p:cNvPr>
          <p:cNvSpPr txBox="1">
            <a:spLocks/>
          </p:cNvSpPr>
          <p:nvPr/>
        </p:nvSpPr>
        <p:spPr>
          <a:xfrm>
            <a:off x="4008653" y="2435350"/>
            <a:ext cx="1724176"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
        <p:nvSpPr>
          <p:cNvPr id="55" name="Text Placeholder 10">
            <a:extLst>
              <a:ext uri="{FF2B5EF4-FFF2-40B4-BE49-F238E27FC236}">
                <a16:creationId xmlns:a16="http://schemas.microsoft.com/office/drawing/2014/main" id="{9298B0F6-AD30-49A1-923A-968B6FDABA90}"/>
              </a:ext>
            </a:extLst>
          </p:cNvPr>
          <p:cNvSpPr txBox="1">
            <a:spLocks/>
          </p:cNvSpPr>
          <p:nvPr/>
        </p:nvSpPr>
        <p:spPr>
          <a:xfrm>
            <a:off x="4343699" y="3078084"/>
            <a:ext cx="1389130"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grpSp>
        <p:nvGrpSpPr>
          <p:cNvPr id="56" name="Group 55">
            <a:extLst>
              <a:ext uri="{FF2B5EF4-FFF2-40B4-BE49-F238E27FC236}">
                <a16:creationId xmlns:a16="http://schemas.microsoft.com/office/drawing/2014/main" id="{A7F806CD-115B-5C66-A356-C07495A58F65}"/>
              </a:ext>
            </a:extLst>
          </p:cNvPr>
          <p:cNvGrpSpPr/>
          <p:nvPr/>
        </p:nvGrpSpPr>
        <p:grpSpPr>
          <a:xfrm rot="10800000">
            <a:off x="6295222" y="1789347"/>
            <a:ext cx="126723" cy="2557652"/>
            <a:chOff x="641051" y="302232"/>
            <a:chExt cx="168964" cy="3410199"/>
          </a:xfrm>
        </p:grpSpPr>
        <p:cxnSp>
          <p:nvCxnSpPr>
            <p:cNvPr id="57" name="Straight Connector 56" descr="timeline">
              <a:extLst>
                <a:ext uri="{FF2B5EF4-FFF2-40B4-BE49-F238E27FC236}">
                  <a16:creationId xmlns:a16="http://schemas.microsoft.com/office/drawing/2014/main" id="{46407806-B652-7930-3C2B-51F0E927E26E}"/>
                </a:ext>
              </a:extLst>
            </p:cNvPr>
            <p:cNvCxnSpPr>
              <a:cxnSpLocks/>
            </p:cNvCxnSpPr>
            <p:nvPr userDrawn="1"/>
          </p:nvCxnSpPr>
          <p:spPr>
            <a:xfrm rot="10800000">
              <a:off x="726608" y="302232"/>
              <a:ext cx="0" cy="3325717"/>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58" name="Oval 57" descr="timeline markers">
              <a:extLst>
                <a:ext uri="{FF2B5EF4-FFF2-40B4-BE49-F238E27FC236}">
                  <a16:creationId xmlns:a16="http://schemas.microsoft.com/office/drawing/2014/main" id="{C45A8932-8C2D-F6DB-0678-1B50917993C2}"/>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59" name="Group 58">
            <a:extLst>
              <a:ext uri="{FF2B5EF4-FFF2-40B4-BE49-F238E27FC236}">
                <a16:creationId xmlns:a16="http://schemas.microsoft.com/office/drawing/2014/main" id="{EF845E17-D102-256F-B988-3F620FA6B583}"/>
              </a:ext>
            </a:extLst>
          </p:cNvPr>
          <p:cNvGrpSpPr/>
          <p:nvPr/>
        </p:nvGrpSpPr>
        <p:grpSpPr>
          <a:xfrm rot="10800000">
            <a:off x="6638447" y="2427700"/>
            <a:ext cx="126723" cy="1919299"/>
            <a:chOff x="641051" y="1153369"/>
            <a:chExt cx="168964" cy="2559062"/>
          </a:xfrm>
        </p:grpSpPr>
        <p:cxnSp>
          <p:nvCxnSpPr>
            <p:cNvPr id="60" name="Straight Connector 59" descr="timeline">
              <a:extLst>
                <a:ext uri="{FF2B5EF4-FFF2-40B4-BE49-F238E27FC236}">
                  <a16:creationId xmlns:a16="http://schemas.microsoft.com/office/drawing/2014/main" id="{D9B882C9-10DE-A966-1E9E-EFBC1E7B3E0D}"/>
                </a:ext>
              </a:extLst>
            </p:cNvPr>
            <p:cNvCxnSpPr>
              <a:cxnSpLocks/>
            </p:cNvCxnSpPr>
            <p:nvPr userDrawn="1"/>
          </p:nvCxnSpPr>
          <p:spPr>
            <a:xfrm rot="10800000">
              <a:off x="726608" y="1153369"/>
              <a:ext cx="0" cy="2474580"/>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61" name="Oval 60" descr="timeline markers">
              <a:extLst>
                <a:ext uri="{FF2B5EF4-FFF2-40B4-BE49-F238E27FC236}">
                  <a16:creationId xmlns:a16="http://schemas.microsoft.com/office/drawing/2014/main" id="{5DB5C89B-B8EB-0DEA-260C-24F1DE990CE8}"/>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62" name="Group 61">
            <a:extLst>
              <a:ext uri="{FF2B5EF4-FFF2-40B4-BE49-F238E27FC236}">
                <a16:creationId xmlns:a16="http://schemas.microsoft.com/office/drawing/2014/main" id="{7DB062FF-8998-7AD0-02BC-DA1F7ADE0529}"/>
              </a:ext>
            </a:extLst>
          </p:cNvPr>
          <p:cNvGrpSpPr/>
          <p:nvPr/>
        </p:nvGrpSpPr>
        <p:grpSpPr>
          <a:xfrm rot="10800000">
            <a:off x="6973493" y="3074330"/>
            <a:ext cx="126723" cy="1272668"/>
            <a:chOff x="641051" y="2015543"/>
            <a:chExt cx="168964" cy="1696888"/>
          </a:xfrm>
        </p:grpSpPr>
        <p:cxnSp>
          <p:nvCxnSpPr>
            <p:cNvPr id="63" name="Straight Connector 62" descr="timeline">
              <a:extLst>
                <a:ext uri="{FF2B5EF4-FFF2-40B4-BE49-F238E27FC236}">
                  <a16:creationId xmlns:a16="http://schemas.microsoft.com/office/drawing/2014/main" id="{33408BB5-A403-80CA-061E-1E25263EA633}"/>
                </a:ext>
              </a:extLst>
            </p:cNvPr>
            <p:cNvCxnSpPr>
              <a:cxnSpLocks/>
            </p:cNvCxnSpPr>
            <p:nvPr userDrawn="1"/>
          </p:nvCxnSpPr>
          <p:spPr>
            <a:xfrm rot="10800000">
              <a:off x="726608" y="2015543"/>
              <a:ext cx="0" cy="1612406"/>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64" name="Oval 63" descr="timeline markers">
              <a:extLst>
                <a:ext uri="{FF2B5EF4-FFF2-40B4-BE49-F238E27FC236}">
                  <a16:creationId xmlns:a16="http://schemas.microsoft.com/office/drawing/2014/main" id="{2E3B4BDB-797B-A57D-78CF-1C5B6315501E}"/>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grpSp>
        <p:nvGrpSpPr>
          <p:cNvPr id="65" name="Group 64">
            <a:extLst>
              <a:ext uri="{FF2B5EF4-FFF2-40B4-BE49-F238E27FC236}">
                <a16:creationId xmlns:a16="http://schemas.microsoft.com/office/drawing/2014/main" id="{0A5EE18A-115A-F535-D4EB-7D1F6E7944CE}"/>
              </a:ext>
            </a:extLst>
          </p:cNvPr>
          <p:cNvGrpSpPr/>
          <p:nvPr/>
        </p:nvGrpSpPr>
        <p:grpSpPr>
          <a:xfrm rot="10800000">
            <a:off x="7316111" y="3704138"/>
            <a:ext cx="126723" cy="642859"/>
            <a:chOff x="641051" y="2855287"/>
            <a:chExt cx="168964" cy="857144"/>
          </a:xfrm>
        </p:grpSpPr>
        <p:cxnSp>
          <p:nvCxnSpPr>
            <p:cNvPr id="66" name="Straight Connector 65" descr="timeline">
              <a:extLst>
                <a:ext uri="{FF2B5EF4-FFF2-40B4-BE49-F238E27FC236}">
                  <a16:creationId xmlns:a16="http://schemas.microsoft.com/office/drawing/2014/main" id="{CC4654F7-9310-FC87-D3E9-6DD0041EF59B}"/>
                </a:ext>
              </a:extLst>
            </p:cNvPr>
            <p:cNvCxnSpPr>
              <a:cxnSpLocks/>
            </p:cNvCxnSpPr>
            <p:nvPr userDrawn="1"/>
          </p:nvCxnSpPr>
          <p:spPr>
            <a:xfrm rot="10800000">
              <a:off x="726608" y="2855287"/>
              <a:ext cx="0" cy="772662"/>
            </a:xfrm>
            <a:prstGeom prst="line">
              <a:avLst/>
            </a:prstGeom>
            <a:ln w="19050">
              <a:solidFill>
                <a:schemeClr val="tx2"/>
              </a:solidFill>
            </a:ln>
          </p:spPr>
          <p:style>
            <a:lnRef idx="1">
              <a:schemeClr val="accent2"/>
            </a:lnRef>
            <a:fillRef idx="0">
              <a:schemeClr val="accent2"/>
            </a:fillRef>
            <a:effectRef idx="0">
              <a:schemeClr val="accent2"/>
            </a:effectRef>
            <a:fontRef idx="minor">
              <a:schemeClr val="tx1"/>
            </a:fontRef>
          </p:style>
        </p:cxnSp>
        <p:sp>
          <p:nvSpPr>
            <p:cNvPr id="67" name="Oval 66" descr="timeline markers">
              <a:extLst>
                <a:ext uri="{FF2B5EF4-FFF2-40B4-BE49-F238E27FC236}">
                  <a16:creationId xmlns:a16="http://schemas.microsoft.com/office/drawing/2014/main" id="{AC3852BA-D0B2-22EA-7F18-1B0F0E0CC87E}"/>
                </a:ext>
              </a:extLst>
            </p:cNvPr>
            <p:cNvSpPr/>
            <p:nvPr userDrawn="1"/>
          </p:nvSpPr>
          <p:spPr>
            <a:xfrm>
              <a:off x="641051" y="3543467"/>
              <a:ext cx="168964" cy="16896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base">
                <a:spcBef>
                  <a:spcPct val="0"/>
                </a:spcBef>
                <a:spcAft>
                  <a:spcPct val="0"/>
                </a:spcAft>
                <a:defRPr/>
              </a:pPr>
              <a:endParaRPr lang="en-US" sz="1800">
                <a:ln>
                  <a:solidFill>
                    <a:srgbClr val="000000"/>
                  </a:solidFill>
                </a:ln>
                <a:solidFill>
                  <a:prstClr val="white"/>
                </a:solidFill>
                <a:latin typeface="Arial"/>
              </a:endParaRPr>
            </a:p>
          </p:txBody>
        </p:sp>
      </p:grpSp>
      <p:sp>
        <p:nvSpPr>
          <p:cNvPr id="68" name="Text Placeholder 8">
            <a:extLst>
              <a:ext uri="{FF2B5EF4-FFF2-40B4-BE49-F238E27FC236}">
                <a16:creationId xmlns:a16="http://schemas.microsoft.com/office/drawing/2014/main" id="{E535E809-BC24-80A0-D420-0AD1D9003037}"/>
              </a:ext>
            </a:extLst>
          </p:cNvPr>
          <p:cNvSpPr txBox="1">
            <a:spLocks/>
          </p:cNvSpPr>
          <p:nvPr/>
        </p:nvSpPr>
        <p:spPr>
          <a:xfrm>
            <a:off x="6497439" y="1776878"/>
            <a:ext cx="2054627"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
        <p:nvSpPr>
          <p:cNvPr id="69" name="Text Placeholder 9">
            <a:extLst>
              <a:ext uri="{FF2B5EF4-FFF2-40B4-BE49-F238E27FC236}">
                <a16:creationId xmlns:a16="http://schemas.microsoft.com/office/drawing/2014/main" id="{D99C767E-1D32-17FA-AD23-ECDCBCA01C18}"/>
              </a:ext>
            </a:extLst>
          </p:cNvPr>
          <p:cNvSpPr txBox="1">
            <a:spLocks/>
          </p:cNvSpPr>
          <p:nvPr/>
        </p:nvSpPr>
        <p:spPr>
          <a:xfrm>
            <a:off x="6827890" y="2435350"/>
            <a:ext cx="1724176"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
        <p:nvSpPr>
          <p:cNvPr id="70" name="Text Placeholder 10">
            <a:extLst>
              <a:ext uri="{FF2B5EF4-FFF2-40B4-BE49-F238E27FC236}">
                <a16:creationId xmlns:a16="http://schemas.microsoft.com/office/drawing/2014/main" id="{1FEFFD25-DE02-7521-001F-2C8A8536E779}"/>
              </a:ext>
            </a:extLst>
          </p:cNvPr>
          <p:cNvSpPr txBox="1">
            <a:spLocks/>
          </p:cNvSpPr>
          <p:nvPr/>
        </p:nvSpPr>
        <p:spPr>
          <a:xfrm>
            <a:off x="7162936" y="3078084"/>
            <a:ext cx="1389130"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
        <p:nvSpPr>
          <p:cNvPr id="71" name="Text Placeholder 11">
            <a:extLst>
              <a:ext uri="{FF2B5EF4-FFF2-40B4-BE49-F238E27FC236}">
                <a16:creationId xmlns:a16="http://schemas.microsoft.com/office/drawing/2014/main" id="{E97CFD2E-B5B8-C6D4-8F93-E02BB1DF5880}"/>
              </a:ext>
            </a:extLst>
          </p:cNvPr>
          <p:cNvSpPr txBox="1">
            <a:spLocks/>
          </p:cNvSpPr>
          <p:nvPr/>
        </p:nvSpPr>
        <p:spPr>
          <a:xfrm>
            <a:off x="7505554" y="3708886"/>
            <a:ext cx="1046512" cy="325438"/>
          </a:xfrm>
          <a:prstGeom prst="rect">
            <a:avLst/>
          </a:prstGeom>
          <a:noFill/>
        </p:spPr>
        <p:txBody>
          <a:bodyPr vert="horz" wrap="square" lIns="0"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dirty="0" smtClean="0">
                <a:solidFill>
                  <a:schemeClr val="bg2"/>
                </a:solidFill>
                <a:latin typeface="+mn-lt"/>
                <a:ea typeface="+mn-ea"/>
                <a:cs typeface="+mn-cs"/>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kern="1200" dirty="0" smtClean="0">
                <a:solidFill>
                  <a:schemeClr val="tx1"/>
                </a:solidFill>
                <a:latin typeface="+mn-lt"/>
                <a:ea typeface="+mn-ea"/>
                <a:cs typeface="+mn-cs"/>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u="none" kern="1200" dirty="0" smtClean="0">
                <a:solidFill>
                  <a:schemeClr val="tx1"/>
                </a:solidFill>
                <a:latin typeface="+mn-lt"/>
                <a:ea typeface="+mn-ea"/>
                <a:cs typeface="+mn-cs"/>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350" b="0" u="none"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Bullet point or body copy here set in Arial Regular 8pt, select text and type to replace. </a:t>
            </a:r>
          </a:p>
        </p:txBody>
      </p:sp>
    </p:spTree>
    <p:extLst>
      <p:ext uri="{BB962C8B-B14F-4D97-AF65-F5344CB8AC3E}">
        <p14:creationId xmlns:p14="http://schemas.microsoft.com/office/powerpoint/2010/main" val="2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4CD025-4C98-DE7F-A60E-FFC26B0193C5}"/>
              </a:ext>
            </a:extLst>
          </p:cNvPr>
          <p:cNvSpPr>
            <a:spLocks noGrp="1"/>
          </p:cNvSpPr>
          <p:nvPr>
            <p:ph type="ftr" sz="quarter" idx="16"/>
          </p:nvPr>
        </p:nvSpPr>
        <p:spPr/>
        <p:txBody>
          <a:bodyPr/>
          <a:lstStyle/>
          <a:p>
            <a:r>
              <a:rPr lang="en-US"/>
              <a:t>Presentation Name or Footer Copy</a:t>
            </a:r>
          </a:p>
        </p:txBody>
      </p:sp>
      <p:sp>
        <p:nvSpPr>
          <p:cNvPr id="18" name="Text Placeholder 1">
            <a:extLst>
              <a:ext uri="{FF2B5EF4-FFF2-40B4-BE49-F238E27FC236}">
                <a16:creationId xmlns:a16="http://schemas.microsoft.com/office/drawing/2014/main" id="{C8E45176-3CCA-05A4-25B6-4608A7A0C954}"/>
              </a:ext>
            </a:extLst>
          </p:cNvPr>
          <p:cNvSpPr>
            <a:spLocks noGrp="1"/>
          </p:cNvSpPr>
          <p:nvPr>
            <p:ph type="body" sz="quarter" idx="20"/>
          </p:nvPr>
        </p:nvSpPr>
        <p:spPr>
          <a:xfrm>
            <a:off x="336854" y="250372"/>
            <a:ext cx="4085170" cy="167013"/>
          </a:xfrm>
        </p:spPr>
        <p:txBody>
          <a:bodyPr/>
          <a:lstStyle/>
          <a:p>
            <a:r>
              <a:rPr lang="en-US"/>
              <a:t>OVERLINE/SECTION (OPTIONAL) IN ARIAL 8PT ALL CAPS</a:t>
            </a:r>
          </a:p>
        </p:txBody>
      </p:sp>
      <p:sp>
        <p:nvSpPr>
          <p:cNvPr id="19" name="Title 3">
            <a:extLst>
              <a:ext uri="{FF2B5EF4-FFF2-40B4-BE49-F238E27FC236}">
                <a16:creationId xmlns:a16="http://schemas.microsoft.com/office/drawing/2014/main" id="{48AFCEAD-3256-D3D0-3D4E-B58E5DF41A7F}"/>
              </a:ext>
            </a:extLst>
          </p:cNvPr>
          <p:cNvSpPr>
            <a:spLocks noGrp="1"/>
          </p:cNvSpPr>
          <p:nvPr>
            <p:ph type="title"/>
          </p:nvPr>
        </p:nvSpPr>
        <p:spPr>
          <a:xfrm>
            <a:off x="336853" y="445961"/>
            <a:ext cx="8470293" cy="506940"/>
          </a:xfrm>
        </p:spPr>
        <p:txBody>
          <a:bodyPr/>
          <a:lstStyle/>
          <a:p>
            <a:r>
              <a:rPr lang="en-US"/>
              <a:t>2 Column Scorecard</a:t>
            </a:r>
          </a:p>
        </p:txBody>
      </p:sp>
      <p:sp>
        <p:nvSpPr>
          <p:cNvPr id="20" name="Text Placeholder 4">
            <a:extLst>
              <a:ext uri="{FF2B5EF4-FFF2-40B4-BE49-F238E27FC236}">
                <a16:creationId xmlns:a16="http://schemas.microsoft.com/office/drawing/2014/main" id="{C5D7EF75-26E4-6863-FCA5-2BF37D4C90F6}"/>
              </a:ext>
            </a:extLst>
          </p:cNvPr>
          <p:cNvSpPr>
            <a:spLocks noGrp="1"/>
          </p:cNvSpPr>
          <p:nvPr>
            <p:ph type="body" sz="quarter" idx="35"/>
          </p:nvPr>
        </p:nvSpPr>
        <p:spPr>
          <a:xfrm>
            <a:off x="336853" y="962227"/>
            <a:ext cx="8470293" cy="432307"/>
          </a:xfrm>
        </p:spPr>
        <p:txBody>
          <a:bodyPr/>
          <a:lstStyle/>
          <a:p>
            <a:r>
              <a:rPr lang="en-US"/>
              <a:t>Subhead (optional) in Arial 20pt</a:t>
            </a:r>
          </a:p>
        </p:txBody>
      </p:sp>
      <p:graphicFrame>
        <p:nvGraphicFramePr>
          <p:cNvPr id="21" name="Table Placeholder 14">
            <a:extLst>
              <a:ext uri="{FF2B5EF4-FFF2-40B4-BE49-F238E27FC236}">
                <a16:creationId xmlns:a16="http://schemas.microsoft.com/office/drawing/2014/main" id="{5FEB58B4-A7C0-62F7-DA1E-56ED03887EF1}"/>
              </a:ext>
            </a:extLst>
          </p:cNvPr>
          <p:cNvGraphicFramePr>
            <a:graphicFrameLocks/>
          </p:cNvGraphicFramePr>
          <p:nvPr>
            <p:extLst>
              <p:ext uri="{D42A27DB-BD31-4B8C-83A1-F6EECF244321}">
                <p14:modId xmlns:p14="http://schemas.microsoft.com/office/powerpoint/2010/main" val="759658627"/>
              </p:ext>
            </p:extLst>
          </p:nvPr>
        </p:nvGraphicFramePr>
        <p:xfrm>
          <a:off x="371475" y="1403860"/>
          <a:ext cx="4050550" cy="3175758"/>
        </p:xfrm>
        <a:graphic>
          <a:graphicData uri="http://schemas.openxmlformats.org/drawingml/2006/table">
            <a:tbl>
              <a:tblPr firstRow="1" bandRow="1">
                <a:tableStyleId>{7E9639D4-E3E2-4D34-9284-5A2195B3D0D7}</a:tableStyleId>
              </a:tblPr>
              <a:tblGrid>
                <a:gridCol w="1624965">
                  <a:extLst>
                    <a:ext uri="{9D8B030D-6E8A-4147-A177-3AD203B41FA5}">
                      <a16:colId xmlns:a16="http://schemas.microsoft.com/office/drawing/2014/main" val="20001"/>
                    </a:ext>
                  </a:extLst>
                </a:gridCol>
                <a:gridCol w="1478674">
                  <a:extLst>
                    <a:ext uri="{9D8B030D-6E8A-4147-A177-3AD203B41FA5}">
                      <a16:colId xmlns:a16="http://schemas.microsoft.com/office/drawing/2014/main" val="20002"/>
                    </a:ext>
                  </a:extLst>
                </a:gridCol>
                <a:gridCol w="946911">
                  <a:extLst>
                    <a:ext uri="{9D8B030D-6E8A-4147-A177-3AD203B41FA5}">
                      <a16:colId xmlns:a16="http://schemas.microsoft.com/office/drawing/2014/main" val="3414807122"/>
                    </a:ext>
                  </a:extLst>
                </a:gridCol>
              </a:tblGrid>
              <a:tr h="258142">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1</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2</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ea typeface="+mn-ea"/>
                          <a:cs typeface="Arial" panose="020B0604020202020204" pitchFamily="34" charset="0"/>
                        </a:rPr>
                        <a:t>% Change</a:t>
                      </a: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2" indent="0" algn="l" defTabSz="1218895" rtl="0" eaLnBrk="1" latinLnBrk="0" hangingPunct="1">
                        <a:lnSpc>
                          <a:spcPct val="90000"/>
                        </a:lnSpc>
                        <a:spcBef>
                          <a:spcPts val="0"/>
                        </a:spcBef>
                        <a:spcAft>
                          <a:spcPts val="300"/>
                        </a:spcAft>
                        <a:buClr>
                          <a:schemeClr val="tx2"/>
                        </a:buClr>
                        <a:buFont typeface="Arial" panose="020B0604020202020204" pitchFamily="34" charset="0"/>
                        <a:buNone/>
                        <a:tabLst/>
                        <a:defRPr/>
                      </a:pPr>
                      <a:r>
                        <a:rPr lang="en-US" sz="1100" b="0" i="0" kern="1200">
                          <a:solidFill>
                            <a:schemeClr val="bg2"/>
                          </a:solidFill>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339691">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2"/>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4"/>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831078974"/>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03341920"/>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4228976737"/>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561583933"/>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4044089928"/>
                  </a:ext>
                </a:extLst>
              </a:tr>
            </a:tbl>
          </a:graphicData>
        </a:graphic>
      </p:graphicFrame>
      <p:graphicFrame>
        <p:nvGraphicFramePr>
          <p:cNvPr id="22" name="Table Placeholder 14">
            <a:extLst>
              <a:ext uri="{FF2B5EF4-FFF2-40B4-BE49-F238E27FC236}">
                <a16:creationId xmlns:a16="http://schemas.microsoft.com/office/drawing/2014/main" id="{2ED9B7E8-CE3E-2680-466D-5603D1BEB8B0}"/>
              </a:ext>
            </a:extLst>
          </p:cNvPr>
          <p:cNvGraphicFramePr>
            <a:graphicFrameLocks/>
          </p:cNvGraphicFramePr>
          <p:nvPr>
            <p:extLst>
              <p:ext uri="{D42A27DB-BD31-4B8C-83A1-F6EECF244321}">
                <p14:modId xmlns:p14="http://schemas.microsoft.com/office/powerpoint/2010/main" val="2070522076"/>
              </p:ext>
            </p:extLst>
          </p:nvPr>
        </p:nvGraphicFramePr>
        <p:xfrm>
          <a:off x="4756596" y="1403860"/>
          <a:ext cx="4050550" cy="3175758"/>
        </p:xfrm>
        <a:graphic>
          <a:graphicData uri="http://schemas.openxmlformats.org/drawingml/2006/table">
            <a:tbl>
              <a:tblPr firstRow="1" bandRow="1">
                <a:tableStyleId>{7E9639D4-E3E2-4D34-9284-5A2195B3D0D7}</a:tableStyleId>
              </a:tblPr>
              <a:tblGrid>
                <a:gridCol w="1624965">
                  <a:extLst>
                    <a:ext uri="{9D8B030D-6E8A-4147-A177-3AD203B41FA5}">
                      <a16:colId xmlns:a16="http://schemas.microsoft.com/office/drawing/2014/main" val="20001"/>
                    </a:ext>
                  </a:extLst>
                </a:gridCol>
                <a:gridCol w="1478674">
                  <a:extLst>
                    <a:ext uri="{9D8B030D-6E8A-4147-A177-3AD203B41FA5}">
                      <a16:colId xmlns:a16="http://schemas.microsoft.com/office/drawing/2014/main" val="20002"/>
                    </a:ext>
                  </a:extLst>
                </a:gridCol>
                <a:gridCol w="946911">
                  <a:extLst>
                    <a:ext uri="{9D8B030D-6E8A-4147-A177-3AD203B41FA5}">
                      <a16:colId xmlns:a16="http://schemas.microsoft.com/office/drawing/2014/main" val="3414807122"/>
                    </a:ext>
                  </a:extLst>
                </a:gridCol>
              </a:tblGrid>
              <a:tr h="258142">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1</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2</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ea typeface="+mn-ea"/>
                          <a:cs typeface="Arial" panose="020B0604020202020204" pitchFamily="34" charset="0"/>
                        </a:rPr>
                        <a:t>% Change</a:t>
                      </a: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339691">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831078974"/>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03341920"/>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4228976737"/>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561583933"/>
                  </a:ext>
                </a:extLst>
              </a:tr>
              <a:tr h="36827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4044089928"/>
                  </a:ext>
                </a:extLst>
              </a:tr>
            </a:tbl>
          </a:graphicData>
        </a:graphic>
      </p:graphicFrame>
    </p:spTree>
    <p:extLst>
      <p:ext uri="{BB962C8B-B14F-4D97-AF65-F5344CB8AC3E}">
        <p14:creationId xmlns:p14="http://schemas.microsoft.com/office/powerpoint/2010/main" val="34042861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1">
            <a:extLst>
              <a:ext uri="{FF2B5EF4-FFF2-40B4-BE49-F238E27FC236}">
                <a16:creationId xmlns:a16="http://schemas.microsoft.com/office/drawing/2014/main" id="{2408CBA5-07BE-B22B-77B2-F346ABD2D626}"/>
              </a:ext>
            </a:extLst>
          </p:cNvPr>
          <p:cNvSpPr>
            <a:spLocks noGrp="1"/>
          </p:cNvSpPr>
          <p:nvPr>
            <p:ph type="body" sz="quarter" idx="20"/>
          </p:nvPr>
        </p:nvSpPr>
        <p:spPr/>
        <p:txBody>
          <a:bodyPr/>
          <a:lstStyle/>
          <a:p>
            <a:r>
              <a:rPr lang="en-US"/>
              <a:t>OVERLINE/SECTION (OPTIONAL) IN ARIAL 8PT ALL CAPS</a:t>
            </a:r>
          </a:p>
        </p:txBody>
      </p:sp>
      <p:sp>
        <p:nvSpPr>
          <p:cNvPr id="32" name="Title 3">
            <a:extLst>
              <a:ext uri="{FF2B5EF4-FFF2-40B4-BE49-F238E27FC236}">
                <a16:creationId xmlns:a16="http://schemas.microsoft.com/office/drawing/2014/main" id="{D700F65A-98F3-5416-0CEB-1903536B6040}"/>
              </a:ext>
            </a:extLst>
          </p:cNvPr>
          <p:cNvSpPr>
            <a:spLocks noGrp="1"/>
          </p:cNvSpPr>
          <p:nvPr>
            <p:ph type="title"/>
          </p:nvPr>
        </p:nvSpPr>
        <p:spPr/>
        <p:txBody>
          <a:bodyPr/>
          <a:lstStyle/>
          <a:p>
            <a:r>
              <a:rPr lang="en-US"/>
              <a:t>3 Column Scorecard and Legend</a:t>
            </a:r>
          </a:p>
        </p:txBody>
      </p:sp>
      <p:sp>
        <p:nvSpPr>
          <p:cNvPr id="3" name="Footer Placeholder 2">
            <a:extLst>
              <a:ext uri="{FF2B5EF4-FFF2-40B4-BE49-F238E27FC236}">
                <a16:creationId xmlns:a16="http://schemas.microsoft.com/office/drawing/2014/main" id="{514CD025-4C98-DE7F-A60E-FFC26B0193C5}"/>
              </a:ext>
            </a:extLst>
          </p:cNvPr>
          <p:cNvSpPr>
            <a:spLocks noGrp="1"/>
          </p:cNvSpPr>
          <p:nvPr>
            <p:ph type="ftr" sz="quarter" idx="16"/>
          </p:nvPr>
        </p:nvSpPr>
        <p:spPr/>
        <p:txBody>
          <a:bodyPr/>
          <a:lstStyle/>
          <a:p>
            <a:r>
              <a:rPr lang="en-US"/>
              <a:t>Presentation Name or Footer Copy</a:t>
            </a:r>
          </a:p>
        </p:txBody>
      </p:sp>
      <p:sp>
        <p:nvSpPr>
          <p:cNvPr id="33" name="Text Placeholder 4">
            <a:extLst>
              <a:ext uri="{FF2B5EF4-FFF2-40B4-BE49-F238E27FC236}">
                <a16:creationId xmlns:a16="http://schemas.microsoft.com/office/drawing/2014/main" id="{29E16888-49BC-12D1-81EF-5B7C239D6464}"/>
              </a:ext>
            </a:extLst>
          </p:cNvPr>
          <p:cNvSpPr>
            <a:spLocks noGrp="1"/>
          </p:cNvSpPr>
          <p:nvPr>
            <p:ph type="body" sz="quarter" idx="35"/>
          </p:nvPr>
        </p:nvSpPr>
        <p:spPr/>
        <p:txBody>
          <a:bodyPr/>
          <a:lstStyle/>
          <a:p>
            <a:r>
              <a:rPr lang="en-US"/>
              <a:t>Subhead (optional) in Arial 20pt</a:t>
            </a:r>
          </a:p>
        </p:txBody>
      </p:sp>
      <p:graphicFrame>
        <p:nvGraphicFramePr>
          <p:cNvPr id="34" name="Table Placeholder 14">
            <a:extLst>
              <a:ext uri="{FF2B5EF4-FFF2-40B4-BE49-F238E27FC236}">
                <a16:creationId xmlns:a16="http://schemas.microsoft.com/office/drawing/2014/main" id="{6FD97592-ED9F-CFA4-B623-E2F7AB24419A}"/>
              </a:ext>
            </a:extLst>
          </p:cNvPr>
          <p:cNvGraphicFramePr>
            <a:graphicFrameLocks/>
          </p:cNvGraphicFramePr>
          <p:nvPr>
            <p:extLst>
              <p:ext uri="{D42A27DB-BD31-4B8C-83A1-F6EECF244321}">
                <p14:modId xmlns:p14="http://schemas.microsoft.com/office/powerpoint/2010/main" val="745905119"/>
              </p:ext>
            </p:extLst>
          </p:nvPr>
        </p:nvGraphicFramePr>
        <p:xfrm>
          <a:off x="371475" y="1403860"/>
          <a:ext cx="2661851" cy="3091939"/>
        </p:xfrm>
        <a:graphic>
          <a:graphicData uri="http://schemas.openxmlformats.org/drawingml/2006/table">
            <a:tbl>
              <a:tblPr firstRow="1" bandRow="1">
                <a:tableStyleId>{7E9639D4-E3E2-4D34-9284-5A2195B3D0D7}</a:tableStyleId>
              </a:tblPr>
              <a:tblGrid>
                <a:gridCol w="1225296">
                  <a:extLst>
                    <a:ext uri="{9D8B030D-6E8A-4147-A177-3AD203B41FA5}">
                      <a16:colId xmlns:a16="http://schemas.microsoft.com/office/drawing/2014/main" val="20001"/>
                    </a:ext>
                  </a:extLst>
                </a:gridCol>
                <a:gridCol w="814285">
                  <a:extLst>
                    <a:ext uri="{9D8B030D-6E8A-4147-A177-3AD203B41FA5}">
                      <a16:colId xmlns:a16="http://schemas.microsoft.com/office/drawing/2014/main" val="20002"/>
                    </a:ext>
                  </a:extLst>
                </a:gridCol>
                <a:gridCol w="622270">
                  <a:extLst>
                    <a:ext uri="{9D8B030D-6E8A-4147-A177-3AD203B41FA5}">
                      <a16:colId xmlns:a16="http://schemas.microsoft.com/office/drawing/2014/main" val="3414807122"/>
                    </a:ext>
                  </a:extLst>
                </a:gridCol>
              </a:tblGrid>
              <a:tr h="251329">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1</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2</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ea typeface="+mn-ea"/>
                          <a:cs typeface="Arial" panose="020B0604020202020204" pitchFamily="34" charset="0"/>
                        </a:rPr>
                        <a:t>Status</a:t>
                      </a: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2" indent="0" algn="l" defTabSz="1218895" rtl="0" eaLnBrk="1" latinLnBrk="0" hangingPunct="1">
                        <a:lnSpc>
                          <a:spcPct val="90000"/>
                        </a:lnSpc>
                        <a:spcBef>
                          <a:spcPts val="0"/>
                        </a:spcBef>
                        <a:spcAft>
                          <a:spcPts val="300"/>
                        </a:spcAft>
                        <a:buClr>
                          <a:schemeClr val="tx2"/>
                        </a:buClr>
                        <a:buFont typeface="Arial" panose="020B0604020202020204" pitchFamily="34" charset="0"/>
                        <a:buNone/>
                        <a:tabLst/>
                        <a:defRPr/>
                      </a:pPr>
                      <a:r>
                        <a:rPr lang="en-US" sz="1100" b="0" i="0" kern="1200">
                          <a:solidFill>
                            <a:schemeClr val="bg2"/>
                          </a:solidFill>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072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10002"/>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1831078974"/>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3341920"/>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228976737"/>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583933"/>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044089928"/>
                  </a:ext>
                </a:extLst>
              </a:tr>
            </a:tbl>
          </a:graphicData>
        </a:graphic>
      </p:graphicFrame>
      <p:graphicFrame>
        <p:nvGraphicFramePr>
          <p:cNvPr id="35" name="Table Placeholder 14">
            <a:extLst>
              <a:ext uri="{FF2B5EF4-FFF2-40B4-BE49-F238E27FC236}">
                <a16:creationId xmlns:a16="http://schemas.microsoft.com/office/drawing/2014/main" id="{6501E05B-1556-7A41-5F42-4D232F010808}"/>
              </a:ext>
            </a:extLst>
          </p:cNvPr>
          <p:cNvGraphicFramePr>
            <a:graphicFrameLocks/>
          </p:cNvGraphicFramePr>
          <p:nvPr>
            <p:extLst>
              <p:ext uri="{D42A27DB-BD31-4B8C-83A1-F6EECF244321}">
                <p14:modId xmlns:p14="http://schemas.microsoft.com/office/powerpoint/2010/main" val="2577301898"/>
              </p:ext>
            </p:extLst>
          </p:nvPr>
        </p:nvGraphicFramePr>
        <p:xfrm>
          <a:off x="3258410" y="1403860"/>
          <a:ext cx="2627180" cy="3091939"/>
        </p:xfrm>
        <a:graphic>
          <a:graphicData uri="http://schemas.openxmlformats.org/drawingml/2006/table">
            <a:tbl>
              <a:tblPr firstRow="1" bandRow="1">
                <a:tableStyleId>{7E9639D4-E3E2-4D34-9284-5A2195B3D0D7}</a:tableStyleId>
              </a:tblPr>
              <a:tblGrid>
                <a:gridCol w="1222150">
                  <a:extLst>
                    <a:ext uri="{9D8B030D-6E8A-4147-A177-3AD203B41FA5}">
                      <a16:colId xmlns:a16="http://schemas.microsoft.com/office/drawing/2014/main" val="20001"/>
                    </a:ext>
                  </a:extLst>
                </a:gridCol>
                <a:gridCol w="782760">
                  <a:extLst>
                    <a:ext uri="{9D8B030D-6E8A-4147-A177-3AD203B41FA5}">
                      <a16:colId xmlns:a16="http://schemas.microsoft.com/office/drawing/2014/main" val="20002"/>
                    </a:ext>
                  </a:extLst>
                </a:gridCol>
                <a:gridCol w="622270">
                  <a:extLst>
                    <a:ext uri="{9D8B030D-6E8A-4147-A177-3AD203B41FA5}">
                      <a16:colId xmlns:a16="http://schemas.microsoft.com/office/drawing/2014/main" val="3414807122"/>
                    </a:ext>
                  </a:extLst>
                </a:gridCol>
              </a:tblGrid>
              <a:tr h="251329">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1</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2</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ea typeface="+mn-ea"/>
                          <a:cs typeface="Arial" panose="020B0604020202020204" pitchFamily="34" charset="0"/>
                        </a:rPr>
                        <a:t>Status</a:t>
                      </a: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2" indent="0" algn="l" defTabSz="1218895" rtl="0" eaLnBrk="1" latinLnBrk="0" hangingPunct="1">
                        <a:lnSpc>
                          <a:spcPct val="90000"/>
                        </a:lnSpc>
                        <a:spcBef>
                          <a:spcPts val="0"/>
                        </a:spcBef>
                        <a:spcAft>
                          <a:spcPts val="300"/>
                        </a:spcAft>
                        <a:buClr>
                          <a:schemeClr val="tx2"/>
                        </a:buClr>
                        <a:buFont typeface="Arial" panose="020B0604020202020204" pitchFamily="34" charset="0"/>
                        <a:buNone/>
                        <a:tabLst/>
                        <a:defRPr/>
                      </a:pPr>
                      <a:r>
                        <a:rPr lang="en-US" sz="1100" b="0" i="0" kern="1200">
                          <a:solidFill>
                            <a:schemeClr val="bg2"/>
                          </a:solidFill>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072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10002"/>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1831078974"/>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3341920"/>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228976737"/>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583933"/>
                  </a:ext>
                </a:extLst>
              </a:tr>
              <a:tr h="358555">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044089928"/>
                  </a:ext>
                </a:extLst>
              </a:tr>
            </a:tbl>
          </a:graphicData>
        </a:graphic>
      </p:graphicFrame>
      <p:graphicFrame>
        <p:nvGraphicFramePr>
          <p:cNvPr id="36" name="Table Placeholder 14">
            <a:extLst>
              <a:ext uri="{FF2B5EF4-FFF2-40B4-BE49-F238E27FC236}">
                <a16:creationId xmlns:a16="http://schemas.microsoft.com/office/drawing/2014/main" id="{21481B50-3EF9-AAB9-C7F5-CAA2A209B15A}"/>
              </a:ext>
            </a:extLst>
          </p:cNvPr>
          <p:cNvGraphicFramePr>
            <a:graphicFrameLocks/>
          </p:cNvGraphicFramePr>
          <p:nvPr>
            <p:extLst>
              <p:ext uri="{D42A27DB-BD31-4B8C-83A1-F6EECF244321}">
                <p14:modId xmlns:p14="http://schemas.microsoft.com/office/powerpoint/2010/main" val="737398541"/>
              </p:ext>
            </p:extLst>
          </p:nvPr>
        </p:nvGraphicFramePr>
        <p:xfrm>
          <a:off x="6145345" y="1403860"/>
          <a:ext cx="2850021" cy="3091941"/>
        </p:xfrm>
        <a:graphic>
          <a:graphicData uri="http://schemas.openxmlformats.org/drawingml/2006/table">
            <a:tbl>
              <a:tblPr firstRow="1" bandRow="1">
                <a:tableStyleId>{7E9639D4-E3E2-4D34-9284-5A2195B3D0D7}</a:tableStyleId>
              </a:tblPr>
              <a:tblGrid>
                <a:gridCol w="1225296">
                  <a:extLst>
                    <a:ext uri="{9D8B030D-6E8A-4147-A177-3AD203B41FA5}">
                      <a16:colId xmlns:a16="http://schemas.microsoft.com/office/drawing/2014/main" val="20001"/>
                    </a:ext>
                  </a:extLst>
                </a:gridCol>
                <a:gridCol w="1002455">
                  <a:extLst>
                    <a:ext uri="{9D8B030D-6E8A-4147-A177-3AD203B41FA5}">
                      <a16:colId xmlns:a16="http://schemas.microsoft.com/office/drawing/2014/main" val="20002"/>
                    </a:ext>
                  </a:extLst>
                </a:gridCol>
                <a:gridCol w="622270">
                  <a:extLst>
                    <a:ext uri="{9D8B030D-6E8A-4147-A177-3AD203B41FA5}">
                      <a16:colId xmlns:a16="http://schemas.microsoft.com/office/drawing/2014/main" val="3414807122"/>
                    </a:ext>
                  </a:extLst>
                </a:gridCol>
              </a:tblGrid>
              <a:tr h="250168">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1</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cs typeface="Arial" panose="020B0604020202020204" pitchFamily="34" charset="0"/>
                        </a:rPr>
                        <a:t>Column 2</a:t>
                      </a:r>
                      <a:endParaRPr lang="en-US" sz="900" b="0" i="0" kern="1200">
                        <a:solidFill>
                          <a:schemeClr val="bg1"/>
                        </a:solidFill>
                        <a:latin typeface="Arial" panose="020B0604020202020204" pitchFamily="34" charset="0"/>
                        <a:ea typeface="+mn-ea"/>
                        <a:cs typeface="Arial" panose="020B0604020202020204" pitchFamily="34" charset="0"/>
                      </a:endParaRP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100000"/>
                        </a:lnSpc>
                        <a:spcBef>
                          <a:spcPts val="600"/>
                        </a:spcBef>
                        <a:spcAft>
                          <a:spcPts val="0"/>
                        </a:spcAft>
                        <a:buClr>
                          <a:schemeClr val="tx2"/>
                        </a:buClr>
                        <a:buFontTx/>
                        <a:buNone/>
                        <a:defRPr/>
                      </a:pPr>
                      <a:r>
                        <a:rPr lang="en-US" sz="900" b="0" i="0" kern="1200">
                          <a:solidFill>
                            <a:schemeClr val="bg1"/>
                          </a:solidFill>
                          <a:latin typeface="Arial" panose="020B0604020202020204" pitchFamily="34" charset="0"/>
                          <a:ea typeface="+mn-ea"/>
                          <a:cs typeface="Arial" panose="020B0604020202020204" pitchFamily="34" charset="0"/>
                        </a:rPr>
                        <a:t>Status</a:t>
                      </a:r>
                    </a:p>
                  </a:txBody>
                  <a:tcPr marL="102870"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miter lim="800000"/>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8274802"/>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2" indent="0" algn="l" defTabSz="1218895" rtl="0" eaLnBrk="1" latinLnBrk="0" hangingPunct="1">
                        <a:lnSpc>
                          <a:spcPct val="90000"/>
                        </a:lnSpc>
                        <a:spcBef>
                          <a:spcPts val="0"/>
                        </a:spcBef>
                        <a:spcAft>
                          <a:spcPts val="300"/>
                        </a:spcAft>
                        <a:buClr>
                          <a:schemeClr val="tx2"/>
                        </a:buClr>
                        <a:buFont typeface="Arial" panose="020B0604020202020204" pitchFamily="34" charset="0"/>
                        <a:buNone/>
                        <a:tabLst/>
                        <a:defRPr/>
                      </a:pPr>
                      <a:r>
                        <a:rPr lang="en-US" sz="1100" b="0" i="0" kern="1200">
                          <a:solidFill>
                            <a:schemeClr val="bg2"/>
                          </a:solidFill>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3473">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10002"/>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1831078974"/>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3341920"/>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228976737"/>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583933"/>
                  </a:ext>
                </a:extLst>
              </a:tr>
              <a:tr h="356900">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Category</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l"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100" b="0" i="0" u="none" strike="noStrike" kern="1200" cap="none" spc="0" normalizeH="0" baseline="0" noProof="0">
                          <a:ln>
                            <a:noFill/>
                          </a:ln>
                          <a:solidFill>
                            <a:srgbClr val="595756"/>
                          </a:solidFill>
                          <a:effectLst/>
                          <a:uLnTx/>
                          <a:uFillTx/>
                          <a:latin typeface="Arial" panose="020B0604020202020204" pitchFamily="34" charset="0"/>
                          <a:ea typeface="+mn-ea"/>
                          <a:cs typeface="Arial" panose="020B0604020202020204" pitchFamily="34" charset="0"/>
                        </a:rPr>
                        <a:t>XXX</a:t>
                      </a: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044089928"/>
                  </a:ext>
                </a:extLst>
              </a:tr>
            </a:tbl>
          </a:graphicData>
        </a:graphic>
      </p:graphicFrame>
      <p:grpSp>
        <p:nvGrpSpPr>
          <p:cNvPr id="13" name="Group 12">
            <a:extLst>
              <a:ext uri="{FF2B5EF4-FFF2-40B4-BE49-F238E27FC236}">
                <a16:creationId xmlns:a16="http://schemas.microsoft.com/office/drawing/2014/main" id="{39972096-4FE1-9172-A499-D00B8D7CD114}"/>
              </a:ext>
            </a:extLst>
          </p:cNvPr>
          <p:cNvGrpSpPr/>
          <p:nvPr/>
        </p:nvGrpSpPr>
        <p:grpSpPr>
          <a:xfrm>
            <a:off x="6915934" y="242340"/>
            <a:ext cx="2063750" cy="2041198"/>
            <a:chOff x="6915934" y="242340"/>
            <a:chExt cx="2063750" cy="2041198"/>
          </a:xfrm>
        </p:grpSpPr>
        <p:sp>
          <p:nvSpPr>
            <p:cNvPr id="10" name="Rectangle: Rounded Corners 9">
              <a:extLst>
                <a:ext uri="{FF2B5EF4-FFF2-40B4-BE49-F238E27FC236}">
                  <a16:creationId xmlns:a16="http://schemas.microsoft.com/office/drawing/2014/main" id="{8E8E9310-AC64-D584-379D-8B8A17A8C643}"/>
                </a:ext>
              </a:extLst>
            </p:cNvPr>
            <p:cNvSpPr/>
            <p:nvPr/>
          </p:nvSpPr>
          <p:spPr>
            <a:xfrm>
              <a:off x="6915934" y="242340"/>
              <a:ext cx="2063750" cy="2041198"/>
            </a:xfrm>
            <a:prstGeom prst="roundRect">
              <a:avLst>
                <a:gd name="adj" fmla="val 22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nSpc>
                  <a:spcPct val="90000"/>
                </a:lnSpc>
                <a:spcAft>
                  <a:spcPts val="600"/>
                </a:spcAft>
              </a:pPr>
              <a:r>
                <a:rPr lang="en-US" altLang="en-US" sz="900" b="1">
                  <a:solidFill>
                    <a:schemeClr val="tx2"/>
                  </a:solidFill>
                  <a:ea typeface="ＭＳ Ｐゴシック" pitchFamily="34" charset="-128"/>
                </a:rPr>
                <a:t>Design Tip!</a:t>
              </a:r>
              <a:endParaRPr lang="en-US" altLang="en-US" sz="900" b="1">
                <a:solidFill>
                  <a:schemeClr val="bg2"/>
                </a:solidFill>
                <a:ea typeface="ＭＳ Ｐゴシック" pitchFamily="34" charset="-128"/>
              </a:endParaRPr>
            </a:p>
            <a:p>
              <a:pPr>
                <a:lnSpc>
                  <a:spcPct val="90000"/>
                </a:lnSpc>
                <a:spcAft>
                  <a:spcPts val="300"/>
                </a:spcAft>
              </a:pPr>
              <a:r>
                <a:rPr lang="en-US" altLang="en-US" sz="900" b="1">
                  <a:solidFill>
                    <a:schemeClr val="bg2"/>
                  </a:solidFill>
                  <a:ea typeface="ＭＳ Ｐゴシック" pitchFamily="34" charset="-128"/>
                </a:rPr>
                <a:t>Change status color.</a:t>
              </a:r>
            </a:p>
            <a:p>
              <a:pPr>
                <a:lnSpc>
                  <a:spcPct val="90000"/>
                </a:lnSpc>
                <a:spcAft>
                  <a:spcPts val="300"/>
                </a:spcAft>
              </a:pPr>
              <a:r>
                <a:rPr lang="en-US" altLang="en-US" sz="900">
                  <a:solidFill>
                    <a:schemeClr val="bg2"/>
                  </a:solidFill>
                  <a:ea typeface="ＭＳ Ｐゴシック" pitchFamily="34" charset="-128"/>
                </a:rPr>
                <a:t>To change the status circles, highlight it (like you would with text) and color it (like you would with text) using the </a:t>
              </a:r>
              <a:r>
                <a:rPr lang="en-US" altLang="en-US" sz="900" b="1">
                  <a:solidFill>
                    <a:schemeClr val="bg2"/>
                  </a:solidFill>
                  <a:ea typeface="ＭＳ Ｐゴシック" pitchFamily="34" charset="-128"/>
                </a:rPr>
                <a:t>Standard Colors </a:t>
              </a:r>
              <a:r>
                <a:rPr lang="en-US" altLang="en-US" sz="900">
                  <a:solidFill>
                    <a:schemeClr val="bg2"/>
                  </a:solidFill>
                  <a:ea typeface="ＭＳ Ｐゴシック" pitchFamily="34" charset="-128"/>
                </a:rPr>
                <a:t>palette.</a:t>
              </a:r>
            </a:p>
            <a:p>
              <a:pPr>
                <a:lnSpc>
                  <a:spcPct val="90000"/>
                </a:lnSpc>
                <a:spcAft>
                  <a:spcPts val="300"/>
                </a:spcAft>
              </a:pPr>
              <a:endParaRPr lang="en-US" altLang="en-US" sz="900">
                <a:solidFill>
                  <a:schemeClr val="bg2"/>
                </a:solidFill>
                <a:ea typeface="ＭＳ Ｐゴシック" pitchFamily="34" charset="-128"/>
              </a:endParaRPr>
            </a:p>
            <a:p>
              <a:pPr>
                <a:lnSpc>
                  <a:spcPct val="90000"/>
                </a:lnSpc>
                <a:spcAft>
                  <a:spcPts val="300"/>
                </a:spcAft>
              </a:pPr>
              <a:endParaRPr lang="en-US" altLang="en-US" sz="900">
                <a:solidFill>
                  <a:schemeClr val="bg2"/>
                </a:solidFill>
                <a:ea typeface="ＭＳ Ｐゴシック" pitchFamily="34" charset="-128"/>
              </a:endParaRPr>
            </a:p>
            <a:p>
              <a:pPr>
                <a:lnSpc>
                  <a:spcPct val="90000"/>
                </a:lnSpc>
                <a:spcBef>
                  <a:spcPts val="600"/>
                </a:spcBef>
                <a:spcAft>
                  <a:spcPts val="300"/>
                </a:spcAft>
              </a:pPr>
              <a:r>
                <a:rPr lang="en-US" altLang="en-US" sz="900">
                  <a:solidFill>
                    <a:schemeClr val="bg2"/>
                  </a:solidFill>
                  <a:ea typeface="ＭＳ Ｐゴシック" pitchFamily="34" charset="-128"/>
                </a:rPr>
                <a:t>To update or remove a legend item, select </a:t>
              </a:r>
              <a:r>
                <a:rPr lang="en-US" altLang="en-US" sz="900" b="1">
                  <a:solidFill>
                    <a:schemeClr val="bg2"/>
                  </a:solidFill>
                  <a:ea typeface="ＭＳ Ｐゴシック" pitchFamily="34" charset="-128"/>
                </a:rPr>
                <a:t>View </a:t>
              </a:r>
              <a:r>
                <a:rPr lang="en-US" altLang="en-US" sz="900">
                  <a:solidFill>
                    <a:schemeClr val="bg2"/>
                  </a:solidFill>
                  <a:ea typeface="ＭＳ Ｐゴシック" pitchFamily="34" charset="-128"/>
                </a:rPr>
                <a:t>&gt; </a:t>
              </a:r>
              <a:r>
                <a:rPr lang="en-US" altLang="en-US" sz="900" b="1">
                  <a:solidFill>
                    <a:schemeClr val="bg2"/>
                  </a:solidFill>
                  <a:ea typeface="ＭＳ Ｐゴシック" pitchFamily="34" charset="-128"/>
                </a:rPr>
                <a:t>Master Template</a:t>
              </a:r>
              <a:r>
                <a:rPr lang="en-US" altLang="en-US" sz="900">
                  <a:solidFill>
                    <a:schemeClr val="bg2"/>
                  </a:solidFill>
                  <a:ea typeface="ＭＳ Ｐゴシック" pitchFamily="34" charset="-128"/>
                </a:rPr>
                <a:t>. Make your changes then click on </a:t>
              </a:r>
              <a:r>
                <a:rPr lang="en-US" altLang="en-US" sz="900" b="1">
                  <a:solidFill>
                    <a:schemeClr val="bg2"/>
                  </a:solidFill>
                  <a:ea typeface="ＭＳ Ｐゴシック" pitchFamily="34" charset="-128"/>
                </a:rPr>
                <a:t>Close Master Template.</a:t>
              </a:r>
              <a:r>
                <a:rPr lang="en-US" altLang="en-US" sz="900">
                  <a:solidFill>
                    <a:schemeClr val="bg2"/>
                  </a:solidFill>
                  <a:ea typeface="ＭＳ Ｐゴシック" pitchFamily="34" charset="-128"/>
                </a:rPr>
                <a:t> </a:t>
              </a:r>
              <a:endParaRPr lang="en-US" altLang="en-US" sz="900">
                <a:solidFill>
                  <a:schemeClr val="bg1"/>
                </a:solidFill>
                <a:ea typeface="ＭＳ Ｐゴシック" pitchFamily="34" charset="-128"/>
              </a:endParaRPr>
            </a:p>
            <a:p>
              <a:pPr>
                <a:lnSpc>
                  <a:spcPct val="90000"/>
                </a:lnSpc>
                <a:spcAft>
                  <a:spcPts val="300"/>
                </a:spcAft>
              </a:pPr>
              <a:endParaRPr lang="en-US" altLang="en-US" sz="900">
                <a:solidFill>
                  <a:schemeClr val="bg2"/>
                </a:solidFill>
                <a:ea typeface="ＭＳ Ｐゴシック" pitchFamily="34" charset="-128"/>
              </a:endParaRPr>
            </a:p>
            <a:p>
              <a:pPr>
                <a:lnSpc>
                  <a:spcPct val="90000"/>
                </a:lnSpc>
                <a:spcAft>
                  <a:spcPts val="300"/>
                </a:spcAft>
              </a:pPr>
              <a:endParaRPr lang="en-US" altLang="en-US" sz="900">
                <a:solidFill>
                  <a:schemeClr val="bg1"/>
                </a:solidFill>
                <a:ea typeface="ＭＳ Ｐゴシック" pitchFamily="34" charset="-128"/>
              </a:endParaRPr>
            </a:p>
          </p:txBody>
        </p:sp>
        <p:pic>
          <p:nvPicPr>
            <p:cNvPr id="11" name="Picture 10">
              <a:extLst>
                <a:ext uri="{FF2B5EF4-FFF2-40B4-BE49-F238E27FC236}">
                  <a16:creationId xmlns:a16="http://schemas.microsoft.com/office/drawing/2014/main" id="{961E975F-B127-09D3-0A15-A39D702E595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028623" y="1318060"/>
              <a:ext cx="1835977" cy="205939"/>
            </a:xfrm>
            <a:prstGeom prst="rect">
              <a:avLst/>
            </a:prstGeom>
          </p:spPr>
        </p:pic>
        <p:sp>
          <p:nvSpPr>
            <p:cNvPr id="12" name="Arrow: Right 11">
              <a:extLst>
                <a:ext uri="{FF2B5EF4-FFF2-40B4-BE49-F238E27FC236}">
                  <a16:creationId xmlns:a16="http://schemas.microsoft.com/office/drawing/2014/main" id="{12D6B81F-CB79-0C56-4DA4-E9CD3084D9A5}"/>
                </a:ext>
              </a:extLst>
            </p:cNvPr>
            <p:cNvSpPr/>
            <p:nvPr/>
          </p:nvSpPr>
          <p:spPr>
            <a:xfrm>
              <a:off x="7712187" y="1334161"/>
              <a:ext cx="350750" cy="17373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Tree>
    <p:extLst>
      <p:ext uri="{BB962C8B-B14F-4D97-AF65-F5344CB8AC3E}">
        <p14:creationId xmlns:p14="http://schemas.microsoft.com/office/powerpoint/2010/main" val="25534418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DE4B87-7A8E-D173-F477-C1E7D9A2D1A0}"/>
              </a:ext>
            </a:extLst>
          </p:cNvPr>
          <p:cNvSpPr>
            <a:spLocks noGrp="1"/>
          </p:cNvSpPr>
          <p:nvPr>
            <p:ph type="body" sz="quarter" idx="20"/>
          </p:nvPr>
        </p:nvSpPr>
        <p:spPr/>
        <p:txBody>
          <a:bodyPr/>
          <a:lstStyle/>
          <a:p>
            <a:r>
              <a:rPr lang="en-US"/>
              <a:t>OVERLINE/SECTION (OPTIONAL) IN ARIAL 8PT ALL CAPS</a:t>
            </a:r>
          </a:p>
        </p:txBody>
      </p:sp>
      <p:sp>
        <p:nvSpPr>
          <p:cNvPr id="3" name="Title 2">
            <a:extLst>
              <a:ext uri="{FF2B5EF4-FFF2-40B4-BE49-F238E27FC236}">
                <a16:creationId xmlns:a16="http://schemas.microsoft.com/office/drawing/2014/main" id="{F34A6366-99E8-BF4A-4A72-E41984B48B41}"/>
              </a:ext>
            </a:extLst>
          </p:cNvPr>
          <p:cNvSpPr>
            <a:spLocks noGrp="1"/>
          </p:cNvSpPr>
          <p:nvPr>
            <p:ph type="title"/>
          </p:nvPr>
        </p:nvSpPr>
        <p:spPr/>
        <p:txBody>
          <a:bodyPr/>
          <a:lstStyle/>
          <a:p>
            <a:r>
              <a:rPr lang="en-US"/>
              <a:t>6 Column Summaries and Scorecards</a:t>
            </a:r>
          </a:p>
        </p:txBody>
      </p:sp>
      <p:sp>
        <p:nvSpPr>
          <p:cNvPr id="4" name="Footer Placeholder 3">
            <a:extLst>
              <a:ext uri="{FF2B5EF4-FFF2-40B4-BE49-F238E27FC236}">
                <a16:creationId xmlns:a16="http://schemas.microsoft.com/office/drawing/2014/main" id="{5F8584D2-3DD8-8EF2-8B4D-786A2A5FE9BD}"/>
              </a:ext>
            </a:extLst>
          </p:cNvPr>
          <p:cNvSpPr>
            <a:spLocks noGrp="1"/>
          </p:cNvSpPr>
          <p:nvPr>
            <p:ph type="ftr" sz="quarter" idx="16"/>
          </p:nvPr>
        </p:nvSpPr>
        <p:spPr/>
        <p:txBody>
          <a:bodyPr/>
          <a:lstStyle/>
          <a:p>
            <a:r>
              <a:rPr lang="en-US"/>
              <a:t>Presentation Name or Footer Copy</a:t>
            </a:r>
          </a:p>
        </p:txBody>
      </p:sp>
      <p:sp>
        <p:nvSpPr>
          <p:cNvPr id="5" name="Text Placeholder 4">
            <a:extLst>
              <a:ext uri="{FF2B5EF4-FFF2-40B4-BE49-F238E27FC236}">
                <a16:creationId xmlns:a16="http://schemas.microsoft.com/office/drawing/2014/main" id="{F825BAB6-A63B-5348-8468-88C8C4F2C4AC}"/>
              </a:ext>
            </a:extLst>
          </p:cNvPr>
          <p:cNvSpPr>
            <a:spLocks noGrp="1"/>
          </p:cNvSpPr>
          <p:nvPr>
            <p:ph type="body" sz="quarter" idx="22"/>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endParaRPr lang="en-US"/>
          </a:p>
        </p:txBody>
      </p:sp>
      <p:sp>
        <p:nvSpPr>
          <p:cNvPr id="6" name="Text Placeholder 5">
            <a:extLst>
              <a:ext uri="{FF2B5EF4-FFF2-40B4-BE49-F238E27FC236}">
                <a16:creationId xmlns:a16="http://schemas.microsoft.com/office/drawing/2014/main" id="{53DBC7CC-01D3-4994-CC02-1793A1DEF362}"/>
              </a:ext>
            </a:extLst>
          </p:cNvPr>
          <p:cNvSpPr>
            <a:spLocks noGrp="1"/>
          </p:cNvSpPr>
          <p:nvPr>
            <p:ph type="body" sz="quarter" idx="23"/>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endParaRPr lang="en-US"/>
          </a:p>
        </p:txBody>
      </p:sp>
      <p:sp>
        <p:nvSpPr>
          <p:cNvPr id="7" name="Text Placeholder 6">
            <a:extLst>
              <a:ext uri="{FF2B5EF4-FFF2-40B4-BE49-F238E27FC236}">
                <a16:creationId xmlns:a16="http://schemas.microsoft.com/office/drawing/2014/main" id="{C43A9682-89D4-B3D3-4E97-A094856F8434}"/>
              </a:ext>
            </a:extLst>
          </p:cNvPr>
          <p:cNvSpPr>
            <a:spLocks noGrp="1"/>
          </p:cNvSpPr>
          <p:nvPr>
            <p:ph type="body" sz="quarter" idx="24"/>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endParaRPr lang="en-US"/>
          </a:p>
        </p:txBody>
      </p:sp>
      <p:sp>
        <p:nvSpPr>
          <p:cNvPr id="8" name="Text Placeholder 7">
            <a:extLst>
              <a:ext uri="{FF2B5EF4-FFF2-40B4-BE49-F238E27FC236}">
                <a16:creationId xmlns:a16="http://schemas.microsoft.com/office/drawing/2014/main" id="{EC2227E2-FF2E-FF5D-671E-B5BEAA345C60}"/>
              </a:ext>
            </a:extLst>
          </p:cNvPr>
          <p:cNvSpPr>
            <a:spLocks noGrp="1"/>
          </p:cNvSpPr>
          <p:nvPr>
            <p:ph type="body" sz="quarter" idx="25"/>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endParaRPr lang="en-US"/>
          </a:p>
        </p:txBody>
      </p:sp>
      <p:sp>
        <p:nvSpPr>
          <p:cNvPr id="9" name="Text Placeholder 8">
            <a:extLst>
              <a:ext uri="{FF2B5EF4-FFF2-40B4-BE49-F238E27FC236}">
                <a16:creationId xmlns:a16="http://schemas.microsoft.com/office/drawing/2014/main" id="{12188107-7E45-D6B2-2C3A-318B6481FD76}"/>
              </a:ext>
            </a:extLst>
          </p:cNvPr>
          <p:cNvSpPr>
            <a:spLocks noGrp="1"/>
          </p:cNvSpPr>
          <p:nvPr>
            <p:ph type="body" sz="quarter" idx="26"/>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10" name="Text Placeholder 9">
            <a:extLst>
              <a:ext uri="{FF2B5EF4-FFF2-40B4-BE49-F238E27FC236}">
                <a16:creationId xmlns:a16="http://schemas.microsoft.com/office/drawing/2014/main" id="{2BBFF3FC-E1B5-FD16-5A2A-DFABF3C8B888}"/>
              </a:ext>
            </a:extLst>
          </p:cNvPr>
          <p:cNvSpPr>
            <a:spLocks noGrp="1"/>
          </p:cNvSpPr>
          <p:nvPr>
            <p:ph type="body" sz="quarter" idx="27"/>
          </p:nvPr>
        </p:nvSpPr>
        <p:spPr/>
        <p:txBody>
          <a:bodyPr/>
          <a:lstStyle/>
          <a:p>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endParaRPr lang="en-US"/>
          </a:p>
        </p:txBody>
      </p:sp>
      <p:graphicFrame>
        <p:nvGraphicFramePr>
          <p:cNvPr id="11" name="Table 25">
            <a:extLst>
              <a:ext uri="{FF2B5EF4-FFF2-40B4-BE49-F238E27FC236}">
                <a16:creationId xmlns:a16="http://schemas.microsoft.com/office/drawing/2014/main" id="{094863D9-ED1D-DF97-087D-8B016AADF3A2}"/>
              </a:ext>
            </a:extLst>
          </p:cNvPr>
          <p:cNvGraphicFramePr>
            <a:graphicFrameLocks noGrp="1"/>
          </p:cNvGraphicFramePr>
          <p:nvPr>
            <p:extLst>
              <p:ext uri="{D42A27DB-BD31-4B8C-83A1-F6EECF244321}">
                <p14:modId xmlns:p14="http://schemas.microsoft.com/office/powerpoint/2010/main" val="2166440955"/>
              </p:ext>
            </p:extLst>
          </p:nvPr>
        </p:nvGraphicFramePr>
        <p:xfrm>
          <a:off x="336853"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graphicFrame>
        <p:nvGraphicFramePr>
          <p:cNvPr id="12" name="Table 25">
            <a:extLst>
              <a:ext uri="{FF2B5EF4-FFF2-40B4-BE49-F238E27FC236}">
                <a16:creationId xmlns:a16="http://schemas.microsoft.com/office/drawing/2014/main" id="{63668294-2B79-28E7-08CC-E5FEB47E3F9E}"/>
              </a:ext>
            </a:extLst>
          </p:cNvPr>
          <p:cNvGraphicFramePr>
            <a:graphicFrameLocks noGrp="1"/>
          </p:cNvGraphicFramePr>
          <p:nvPr>
            <p:extLst>
              <p:ext uri="{D42A27DB-BD31-4B8C-83A1-F6EECF244321}">
                <p14:modId xmlns:p14="http://schemas.microsoft.com/office/powerpoint/2010/main" val="655002217"/>
              </p:ext>
            </p:extLst>
          </p:nvPr>
        </p:nvGraphicFramePr>
        <p:xfrm>
          <a:off x="1769281"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graphicFrame>
        <p:nvGraphicFramePr>
          <p:cNvPr id="13" name="Table 25">
            <a:extLst>
              <a:ext uri="{FF2B5EF4-FFF2-40B4-BE49-F238E27FC236}">
                <a16:creationId xmlns:a16="http://schemas.microsoft.com/office/drawing/2014/main" id="{70739524-D283-20BB-8FA4-A6D7911ED252}"/>
              </a:ext>
            </a:extLst>
          </p:cNvPr>
          <p:cNvGraphicFramePr>
            <a:graphicFrameLocks noGrp="1"/>
          </p:cNvGraphicFramePr>
          <p:nvPr>
            <p:extLst>
              <p:ext uri="{D42A27DB-BD31-4B8C-83A1-F6EECF244321}">
                <p14:modId xmlns:p14="http://schemas.microsoft.com/office/powerpoint/2010/main" val="3049089874"/>
              </p:ext>
            </p:extLst>
          </p:nvPr>
        </p:nvGraphicFramePr>
        <p:xfrm>
          <a:off x="3201709"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graphicFrame>
        <p:nvGraphicFramePr>
          <p:cNvPr id="14" name="Table 25">
            <a:extLst>
              <a:ext uri="{FF2B5EF4-FFF2-40B4-BE49-F238E27FC236}">
                <a16:creationId xmlns:a16="http://schemas.microsoft.com/office/drawing/2014/main" id="{39A5CFD7-5B7A-7960-42A0-1D4D52F5BA0C}"/>
              </a:ext>
            </a:extLst>
          </p:cNvPr>
          <p:cNvGraphicFramePr>
            <a:graphicFrameLocks noGrp="1"/>
          </p:cNvGraphicFramePr>
          <p:nvPr>
            <p:extLst>
              <p:ext uri="{D42A27DB-BD31-4B8C-83A1-F6EECF244321}">
                <p14:modId xmlns:p14="http://schemas.microsoft.com/office/powerpoint/2010/main" val="2350393370"/>
              </p:ext>
            </p:extLst>
          </p:nvPr>
        </p:nvGraphicFramePr>
        <p:xfrm>
          <a:off x="4634137"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graphicFrame>
        <p:nvGraphicFramePr>
          <p:cNvPr id="15" name="Table 25">
            <a:extLst>
              <a:ext uri="{FF2B5EF4-FFF2-40B4-BE49-F238E27FC236}">
                <a16:creationId xmlns:a16="http://schemas.microsoft.com/office/drawing/2014/main" id="{EA59B85D-EA6A-274C-BDBE-32E07266FCA9}"/>
              </a:ext>
            </a:extLst>
          </p:cNvPr>
          <p:cNvGraphicFramePr>
            <a:graphicFrameLocks noGrp="1"/>
          </p:cNvGraphicFramePr>
          <p:nvPr>
            <p:extLst>
              <p:ext uri="{D42A27DB-BD31-4B8C-83A1-F6EECF244321}">
                <p14:modId xmlns:p14="http://schemas.microsoft.com/office/powerpoint/2010/main" val="2210676743"/>
              </p:ext>
            </p:extLst>
          </p:nvPr>
        </p:nvGraphicFramePr>
        <p:xfrm>
          <a:off x="6066565"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graphicFrame>
        <p:nvGraphicFramePr>
          <p:cNvPr id="16" name="Table 25">
            <a:extLst>
              <a:ext uri="{FF2B5EF4-FFF2-40B4-BE49-F238E27FC236}">
                <a16:creationId xmlns:a16="http://schemas.microsoft.com/office/drawing/2014/main" id="{123D9F4F-F66E-7AFC-7B50-98BFF4582EA6}"/>
              </a:ext>
            </a:extLst>
          </p:cNvPr>
          <p:cNvGraphicFramePr>
            <a:graphicFrameLocks noGrp="1"/>
          </p:cNvGraphicFramePr>
          <p:nvPr>
            <p:extLst>
              <p:ext uri="{D42A27DB-BD31-4B8C-83A1-F6EECF244321}">
                <p14:modId xmlns:p14="http://schemas.microsoft.com/office/powerpoint/2010/main" val="2123478620"/>
              </p:ext>
            </p:extLst>
          </p:nvPr>
        </p:nvGraphicFramePr>
        <p:xfrm>
          <a:off x="7498993" y="3218817"/>
          <a:ext cx="1308153" cy="1331988"/>
        </p:xfrm>
        <a:graphic>
          <a:graphicData uri="http://schemas.openxmlformats.org/drawingml/2006/table">
            <a:tbl>
              <a:tblPr>
                <a:tableStyleId>{5C22544A-7EE6-4342-B048-85BDC9FD1C3A}</a:tableStyleId>
              </a:tblPr>
              <a:tblGrid>
                <a:gridCol w="919317">
                  <a:extLst>
                    <a:ext uri="{9D8B030D-6E8A-4147-A177-3AD203B41FA5}">
                      <a16:colId xmlns:a16="http://schemas.microsoft.com/office/drawing/2014/main" val="71117308"/>
                    </a:ext>
                  </a:extLst>
                </a:gridCol>
                <a:gridCol w="388836">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677740"/>
                  </a:ext>
                </a:extLst>
              </a:tr>
            </a:tbl>
          </a:graphicData>
        </a:graphic>
      </p:graphicFrame>
    </p:spTree>
    <p:extLst>
      <p:ext uri="{BB962C8B-B14F-4D97-AF65-F5344CB8AC3E}">
        <p14:creationId xmlns:p14="http://schemas.microsoft.com/office/powerpoint/2010/main" val="9755480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A4A02F-1B7F-B1DA-3D9B-4BD562DFB27E}"/>
              </a:ext>
            </a:extLst>
          </p:cNvPr>
          <p:cNvSpPr>
            <a:spLocks noGrp="1"/>
          </p:cNvSpPr>
          <p:nvPr>
            <p:ph type="ftr" sz="quarter" idx="16"/>
          </p:nvPr>
        </p:nvSpPr>
        <p:spPr/>
        <p:txBody>
          <a:bodyPr/>
          <a:lstStyle/>
          <a:p>
            <a:r>
              <a:rPr lang="en-US"/>
              <a:t>Presentation Name or Footer Copy</a:t>
            </a:r>
          </a:p>
        </p:txBody>
      </p:sp>
      <p:sp>
        <p:nvSpPr>
          <p:cNvPr id="24" name="Rectangle: Top Corners Rounded 23">
            <a:extLst>
              <a:ext uri="{FF2B5EF4-FFF2-40B4-BE49-F238E27FC236}">
                <a16:creationId xmlns:a16="http://schemas.microsoft.com/office/drawing/2014/main" id="{813DDB07-7B87-0112-9FCA-3FE44841254E}"/>
              </a:ext>
            </a:extLst>
          </p:cNvPr>
          <p:cNvSpPr/>
          <p:nvPr/>
        </p:nvSpPr>
        <p:spPr>
          <a:xfrm>
            <a:off x="2059666"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25" name="Straight Connector 24">
            <a:extLst>
              <a:ext uri="{FF2B5EF4-FFF2-40B4-BE49-F238E27FC236}">
                <a16:creationId xmlns:a16="http://schemas.microsoft.com/office/drawing/2014/main" id="{AC15B5E7-C2B3-8911-8E9F-47D1CF1B2096}"/>
              </a:ext>
            </a:extLst>
          </p:cNvPr>
          <p:cNvCxnSpPr>
            <a:cxnSpLocks/>
          </p:cNvCxnSpPr>
          <p:nvPr/>
        </p:nvCxnSpPr>
        <p:spPr>
          <a:xfrm>
            <a:off x="2059667"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Rectangle: Top Corners Rounded 25">
            <a:extLst>
              <a:ext uri="{FF2B5EF4-FFF2-40B4-BE49-F238E27FC236}">
                <a16:creationId xmlns:a16="http://schemas.microsoft.com/office/drawing/2014/main" id="{1C941909-5042-A853-E2C4-AB3CF42C13D6}"/>
              </a:ext>
            </a:extLst>
          </p:cNvPr>
          <p:cNvSpPr/>
          <p:nvPr/>
        </p:nvSpPr>
        <p:spPr>
          <a:xfrm>
            <a:off x="378433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27" name="Straight Connector 26">
            <a:extLst>
              <a:ext uri="{FF2B5EF4-FFF2-40B4-BE49-F238E27FC236}">
                <a16:creationId xmlns:a16="http://schemas.microsoft.com/office/drawing/2014/main" id="{DBD0E46B-55FC-3356-1F3B-CF4EEE82FBFE}"/>
              </a:ext>
            </a:extLst>
          </p:cNvPr>
          <p:cNvCxnSpPr>
            <a:cxnSpLocks/>
          </p:cNvCxnSpPr>
          <p:nvPr/>
        </p:nvCxnSpPr>
        <p:spPr>
          <a:xfrm>
            <a:off x="378433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Top Corners Rounded 27">
            <a:extLst>
              <a:ext uri="{FF2B5EF4-FFF2-40B4-BE49-F238E27FC236}">
                <a16:creationId xmlns:a16="http://schemas.microsoft.com/office/drawing/2014/main" id="{FCA27730-4BC8-CDBA-EB3B-44B0463E72D7}"/>
              </a:ext>
            </a:extLst>
          </p:cNvPr>
          <p:cNvSpPr/>
          <p:nvPr/>
        </p:nvSpPr>
        <p:spPr>
          <a:xfrm>
            <a:off x="5507380"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29" name="Straight Connector 28">
            <a:extLst>
              <a:ext uri="{FF2B5EF4-FFF2-40B4-BE49-F238E27FC236}">
                <a16:creationId xmlns:a16="http://schemas.microsoft.com/office/drawing/2014/main" id="{802A4FD0-B051-7225-FADE-E6C1258B61F8}"/>
              </a:ext>
            </a:extLst>
          </p:cNvPr>
          <p:cNvCxnSpPr>
            <a:cxnSpLocks/>
          </p:cNvCxnSpPr>
          <p:nvPr/>
        </p:nvCxnSpPr>
        <p:spPr>
          <a:xfrm>
            <a:off x="5507381"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Rectangle: Top Corners Rounded 30">
            <a:extLst>
              <a:ext uri="{FF2B5EF4-FFF2-40B4-BE49-F238E27FC236}">
                <a16:creationId xmlns:a16="http://schemas.microsoft.com/office/drawing/2014/main" id="{D8CF0D65-84E4-03B9-54C6-49C3670C2506}"/>
              </a:ext>
            </a:extLst>
          </p:cNvPr>
          <p:cNvSpPr/>
          <p:nvPr/>
        </p:nvSpPr>
        <p:spPr>
          <a:xfrm>
            <a:off x="72313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2" name="Straight Connector 31">
            <a:extLst>
              <a:ext uri="{FF2B5EF4-FFF2-40B4-BE49-F238E27FC236}">
                <a16:creationId xmlns:a16="http://schemas.microsoft.com/office/drawing/2014/main" id="{D0A6629C-E238-2C75-2F96-29CC45C0A27E}"/>
              </a:ext>
            </a:extLst>
          </p:cNvPr>
          <p:cNvCxnSpPr>
            <a:cxnSpLocks/>
          </p:cNvCxnSpPr>
          <p:nvPr/>
        </p:nvCxnSpPr>
        <p:spPr>
          <a:xfrm>
            <a:off x="72313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Rectangle: Top Corners Rounded 32">
            <a:extLst>
              <a:ext uri="{FF2B5EF4-FFF2-40B4-BE49-F238E27FC236}">
                <a16:creationId xmlns:a16="http://schemas.microsoft.com/office/drawing/2014/main" id="{FCBF2EFB-8ED8-5C21-2592-89E92983C9ED}"/>
              </a:ext>
            </a:extLst>
          </p:cNvPr>
          <p:cNvSpPr/>
          <p:nvPr/>
        </p:nvSpPr>
        <p:spPr>
          <a:xfrm>
            <a:off x="3368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4" name="Straight Connector 33">
            <a:extLst>
              <a:ext uri="{FF2B5EF4-FFF2-40B4-BE49-F238E27FC236}">
                <a16:creationId xmlns:a16="http://schemas.microsoft.com/office/drawing/2014/main" id="{EABE5A96-FBE3-9881-FDED-C2F32A3BF9E8}"/>
              </a:ext>
            </a:extLst>
          </p:cNvPr>
          <p:cNvCxnSpPr>
            <a:cxnSpLocks/>
          </p:cNvCxnSpPr>
          <p:nvPr/>
        </p:nvCxnSpPr>
        <p:spPr>
          <a:xfrm>
            <a:off x="3368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 Placeholder 1">
            <a:extLst>
              <a:ext uri="{FF2B5EF4-FFF2-40B4-BE49-F238E27FC236}">
                <a16:creationId xmlns:a16="http://schemas.microsoft.com/office/drawing/2014/main" id="{38FD61AB-42CF-8D88-14B5-F52A6BCE18C1}"/>
              </a:ext>
            </a:extLst>
          </p:cNvPr>
          <p:cNvSpPr>
            <a:spLocks noGrp="1"/>
          </p:cNvSpPr>
          <p:nvPr>
            <p:ph type="body" sz="quarter" idx="20"/>
          </p:nvPr>
        </p:nvSpPr>
        <p:spPr>
          <a:xfrm>
            <a:off x="336854" y="250372"/>
            <a:ext cx="4085170" cy="167013"/>
          </a:xfrm>
        </p:spPr>
        <p:txBody>
          <a:bodyPr/>
          <a:lstStyle/>
          <a:p>
            <a:r>
              <a:rPr lang="en-US"/>
              <a:t>OVERLINE/SECTION (OPTIONAL) IN ARIAL 8PT ALL CAPS</a:t>
            </a:r>
          </a:p>
        </p:txBody>
      </p:sp>
      <p:sp>
        <p:nvSpPr>
          <p:cNvPr id="42" name="Title 3">
            <a:extLst>
              <a:ext uri="{FF2B5EF4-FFF2-40B4-BE49-F238E27FC236}">
                <a16:creationId xmlns:a16="http://schemas.microsoft.com/office/drawing/2014/main" id="{AF477F0B-09E1-AD31-1035-7C95C7972801}"/>
              </a:ext>
            </a:extLst>
          </p:cNvPr>
          <p:cNvSpPr>
            <a:spLocks noGrp="1"/>
          </p:cNvSpPr>
          <p:nvPr>
            <p:ph type="title"/>
          </p:nvPr>
        </p:nvSpPr>
        <p:spPr>
          <a:xfrm>
            <a:off x="336853" y="445961"/>
            <a:ext cx="8470293" cy="506940"/>
          </a:xfrm>
        </p:spPr>
        <p:txBody>
          <a:bodyPr/>
          <a:lstStyle/>
          <a:p>
            <a:r>
              <a:rPr lang="en-US"/>
              <a:t>5 Column Summaries and Scorecards</a:t>
            </a:r>
          </a:p>
        </p:txBody>
      </p:sp>
      <p:sp>
        <p:nvSpPr>
          <p:cNvPr id="43" name="Rectangle: Rounded Corners 42">
            <a:extLst>
              <a:ext uri="{FF2B5EF4-FFF2-40B4-BE49-F238E27FC236}">
                <a16:creationId xmlns:a16="http://schemas.microsoft.com/office/drawing/2014/main" id="{78BF54C7-BA1E-59F7-C362-4B6C9A61F7CB}"/>
              </a:ext>
            </a:extLst>
          </p:cNvPr>
          <p:cNvSpPr/>
          <p:nvPr/>
        </p:nvSpPr>
        <p:spPr>
          <a:xfrm>
            <a:off x="33685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44" name="Rectangle: Rounded Corners 43">
            <a:extLst>
              <a:ext uri="{FF2B5EF4-FFF2-40B4-BE49-F238E27FC236}">
                <a16:creationId xmlns:a16="http://schemas.microsoft.com/office/drawing/2014/main" id="{B19465FF-322D-6852-83EA-78909B05A50E}"/>
              </a:ext>
            </a:extLst>
          </p:cNvPr>
          <p:cNvSpPr/>
          <p:nvPr/>
        </p:nvSpPr>
        <p:spPr>
          <a:xfrm>
            <a:off x="2060826"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47" name="Rectangle: Rounded Corners 46">
            <a:extLst>
              <a:ext uri="{FF2B5EF4-FFF2-40B4-BE49-F238E27FC236}">
                <a16:creationId xmlns:a16="http://schemas.microsoft.com/office/drawing/2014/main" id="{284902A4-E5EF-36AA-07E7-95DE2BA32841}"/>
              </a:ext>
            </a:extLst>
          </p:cNvPr>
          <p:cNvSpPr/>
          <p:nvPr/>
        </p:nvSpPr>
        <p:spPr>
          <a:xfrm>
            <a:off x="3784799"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0" name="Rectangle: Rounded Corners 49">
            <a:extLst>
              <a:ext uri="{FF2B5EF4-FFF2-40B4-BE49-F238E27FC236}">
                <a16:creationId xmlns:a16="http://schemas.microsoft.com/office/drawing/2014/main" id="{E9AAF7D2-548A-4D91-D9CA-068110451D24}"/>
              </a:ext>
            </a:extLst>
          </p:cNvPr>
          <p:cNvSpPr/>
          <p:nvPr/>
        </p:nvSpPr>
        <p:spPr>
          <a:xfrm>
            <a:off x="5508771"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3" name="Rectangle: Rounded Corners 52">
            <a:extLst>
              <a:ext uri="{FF2B5EF4-FFF2-40B4-BE49-F238E27FC236}">
                <a16:creationId xmlns:a16="http://schemas.microsoft.com/office/drawing/2014/main" id="{B8D624A8-13A7-9601-7731-AA8324CDBD7E}"/>
              </a:ext>
            </a:extLst>
          </p:cNvPr>
          <p:cNvSpPr/>
          <p:nvPr/>
        </p:nvSpPr>
        <p:spPr>
          <a:xfrm>
            <a:off x="723274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6" name="Oval 55">
            <a:extLst>
              <a:ext uri="{FF2B5EF4-FFF2-40B4-BE49-F238E27FC236}">
                <a16:creationId xmlns:a16="http://schemas.microsoft.com/office/drawing/2014/main" id="{79914EED-F18D-EDA4-C46C-F64CC1640231}"/>
              </a:ext>
            </a:extLst>
          </p:cNvPr>
          <p:cNvSpPr/>
          <p:nvPr/>
        </p:nvSpPr>
        <p:spPr>
          <a:xfrm>
            <a:off x="905225"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57" name="Oval 56">
            <a:extLst>
              <a:ext uri="{FF2B5EF4-FFF2-40B4-BE49-F238E27FC236}">
                <a16:creationId xmlns:a16="http://schemas.microsoft.com/office/drawing/2014/main" id="{2902FE00-1B37-B15D-5672-257EC0051C75}"/>
              </a:ext>
            </a:extLst>
          </p:cNvPr>
          <p:cNvSpPr/>
          <p:nvPr/>
        </p:nvSpPr>
        <p:spPr>
          <a:xfrm>
            <a:off x="2628966"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58" name="Oval 57">
            <a:extLst>
              <a:ext uri="{FF2B5EF4-FFF2-40B4-BE49-F238E27FC236}">
                <a16:creationId xmlns:a16="http://schemas.microsoft.com/office/drawing/2014/main" id="{88ADF920-D776-6536-2842-314B2653CCB5}"/>
              </a:ext>
            </a:extLst>
          </p:cNvPr>
          <p:cNvSpPr/>
          <p:nvPr/>
        </p:nvSpPr>
        <p:spPr>
          <a:xfrm>
            <a:off x="4352707"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59" name="Oval 58">
            <a:extLst>
              <a:ext uri="{FF2B5EF4-FFF2-40B4-BE49-F238E27FC236}">
                <a16:creationId xmlns:a16="http://schemas.microsoft.com/office/drawing/2014/main" id="{2E6F1AEA-330E-12EC-2C74-141CD58A9D80}"/>
              </a:ext>
            </a:extLst>
          </p:cNvPr>
          <p:cNvSpPr/>
          <p:nvPr/>
        </p:nvSpPr>
        <p:spPr>
          <a:xfrm>
            <a:off x="607644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60" name="Oval 59">
            <a:extLst>
              <a:ext uri="{FF2B5EF4-FFF2-40B4-BE49-F238E27FC236}">
                <a16:creationId xmlns:a16="http://schemas.microsoft.com/office/drawing/2014/main" id="{6329F34C-1D20-5898-9887-1C5A55B016A2}"/>
              </a:ext>
            </a:extLst>
          </p:cNvPr>
          <p:cNvSpPr/>
          <p:nvPr/>
        </p:nvSpPr>
        <p:spPr>
          <a:xfrm>
            <a:off x="780018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graphicFrame>
        <p:nvGraphicFramePr>
          <p:cNvPr id="61" name="Table 25">
            <a:extLst>
              <a:ext uri="{FF2B5EF4-FFF2-40B4-BE49-F238E27FC236}">
                <a16:creationId xmlns:a16="http://schemas.microsoft.com/office/drawing/2014/main" id="{8A1F7B88-2C48-BF9D-F038-E1BBBDF679BC}"/>
              </a:ext>
            </a:extLst>
          </p:cNvPr>
          <p:cNvGraphicFramePr>
            <a:graphicFrameLocks noGrp="1" noDrilldown="1" noMove="1" noResize="1"/>
          </p:cNvGraphicFramePr>
          <p:nvPr>
            <p:extLst>
              <p:ext uri="{D42A27DB-BD31-4B8C-83A1-F6EECF244321}">
                <p14:modId xmlns:p14="http://schemas.microsoft.com/office/powerpoint/2010/main" val="2701307300"/>
              </p:ext>
            </p:extLst>
          </p:nvPr>
        </p:nvGraphicFramePr>
        <p:xfrm>
          <a:off x="408418" y="2921012"/>
          <a:ext cx="1431273" cy="1331988"/>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71117308"/>
                    </a:ext>
                  </a:extLst>
                </a:gridCol>
                <a:gridCol w="425433">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2677740"/>
                  </a:ext>
                </a:extLst>
              </a:tr>
            </a:tbl>
          </a:graphicData>
        </a:graphic>
      </p:graphicFrame>
      <p:graphicFrame>
        <p:nvGraphicFramePr>
          <p:cNvPr id="62" name="Table 25">
            <a:extLst>
              <a:ext uri="{FF2B5EF4-FFF2-40B4-BE49-F238E27FC236}">
                <a16:creationId xmlns:a16="http://schemas.microsoft.com/office/drawing/2014/main" id="{07704A44-865D-16F3-ADF5-8764D7A30694}"/>
              </a:ext>
            </a:extLst>
          </p:cNvPr>
          <p:cNvGraphicFramePr>
            <a:graphicFrameLocks noGrp="1" noDrilldown="1" noMove="1" noResize="1"/>
          </p:cNvGraphicFramePr>
          <p:nvPr>
            <p:extLst>
              <p:ext uri="{D42A27DB-BD31-4B8C-83A1-F6EECF244321}">
                <p14:modId xmlns:p14="http://schemas.microsoft.com/office/powerpoint/2010/main" val="3789310703"/>
              </p:ext>
            </p:extLst>
          </p:nvPr>
        </p:nvGraphicFramePr>
        <p:xfrm>
          <a:off x="2132157" y="2921012"/>
          <a:ext cx="1431273" cy="1331988"/>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71117308"/>
                    </a:ext>
                  </a:extLst>
                </a:gridCol>
                <a:gridCol w="425433">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2677740"/>
                  </a:ext>
                </a:extLst>
              </a:tr>
            </a:tbl>
          </a:graphicData>
        </a:graphic>
      </p:graphicFrame>
      <p:graphicFrame>
        <p:nvGraphicFramePr>
          <p:cNvPr id="63" name="Table 25">
            <a:extLst>
              <a:ext uri="{FF2B5EF4-FFF2-40B4-BE49-F238E27FC236}">
                <a16:creationId xmlns:a16="http://schemas.microsoft.com/office/drawing/2014/main" id="{B503CED4-9976-69BA-E00F-63E9D53EAD3F}"/>
              </a:ext>
            </a:extLst>
          </p:cNvPr>
          <p:cNvGraphicFramePr>
            <a:graphicFrameLocks noGrp="1" noDrilldown="1" noMove="1" noResize="1"/>
          </p:cNvGraphicFramePr>
          <p:nvPr>
            <p:extLst>
              <p:ext uri="{D42A27DB-BD31-4B8C-83A1-F6EECF244321}">
                <p14:modId xmlns:p14="http://schemas.microsoft.com/office/powerpoint/2010/main" val="3174629823"/>
              </p:ext>
            </p:extLst>
          </p:nvPr>
        </p:nvGraphicFramePr>
        <p:xfrm>
          <a:off x="3855898" y="2921012"/>
          <a:ext cx="1431273" cy="1331988"/>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71117308"/>
                    </a:ext>
                  </a:extLst>
                </a:gridCol>
                <a:gridCol w="425433">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2677740"/>
                  </a:ext>
                </a:extLst>
              </a:tr>
            </a:tbl>
          </a:graphicData>
        </a:graphic>
      </p:graphicFrame>
      <p:graphicFrame>
        <p:nvGraphicFramePr>
          <p:cNvPr id="64" name="Table 25">
            <a:extLst>
              <a:ext uri="{FF2B5EF4-FFF2-40B4-BE49-F238E27FC236}">
                <a16:creationId xmlns:a16="http://schemas.microsoft.com/office/drawing/2014/main" id="{AFECB21C-8693-1127-5357-6E9264E5F186}"/>
              </a:ext>
            </a:extLst>
          </p:cNvPr>
          <p:cNvGraphicFramePr>
            <a:graphicFrameLocks noGrp="1" noDrilldown="1" noMove="1" noResize="1"/>
          </p:cNvGraphicFramePr>
          <p:nvPr>
            <p:extLst>
              <p:ext uri="{D42A27DB-BD31-4B8C-83A1-F6EECF244321}">
                <p14:modId xmlns:p14="http://schemas.microsoft.com/office/powerpoint/2010/main" val="171806574"/>
              </p:ext>
            </p:extLst>
          </p:nvPr>
        </p:nvGraphicFramePr>
        <p:xfrm>
          <a:off x="5579639" y="2921012"/>
          <a:ext cx="1431273" cy="1331988"/>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71117308"/>
                    </a:ext>
                  </a:extLst>
                </a:gridCol>
                <a:gridCol w="425433">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2677740"/>
                  </a:ext>
                </a:extLst>
              </a:tr>
            </a:tbl>
          </a:graphicData>
        </a:graphic>
      </p:graphicFrame>
      <p:graphicFrame>
        <p:nvGraphicFramePr>
          <p:cNvPr id="65" name="Table 25">
            <a:extLst>
              <a:ext uri="{FF2B5EF4-FFF2-40B4-BE49-F238E27FC236}">
                <a16:creationId xmlns:a16="http://schemas.microsoft.com/office/drawing/2014/main" id="{E4DB2FE6-EF21-F8C9-1E9B-5359FE426FB7}"/>
              </a:ext>
            </a:extLst>
          </p:cNvPr>
          <p:cNvGraphicFramePr>
            <a:graphicFrameLocks noGrp="1" noDrilldown="1" noMove="1" noResize="1"/>
          </p:cNvGraphicFramePr>
          <p:nvPr>
            <p:extLst>
              <p:ext uri="{D42A27DB-BD31-4B8C-83A1-F6EECF244321}">
                <p14:modId xmlns:p14="http://schemas.microsoft.com/office/powerpoint/2010/main" val="2014124741"/>
              </p:ext>
            </p:extLst>
          </p:nvPr>
        </p:nvGraphicFramePr>
        <p:xfrm>
          <a:off x="7304309" y="2921012"/>
          <a:ext cx="1431273" cy="1331988"/>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71117308"/>
                    </a:ext>
                  </a:extLst>
                </a:gridCol>
                <a:gridCol w="425433">
                  <a:extLst>
                    <a:ext uri="{9D8B030D-6E8A-4147-A177-3AD203B41FA5}">
                      <a16:colId xmlns:a16="http://schemas.microsoft.com/office/drawing/2014/main" val="3563087160"/>
                    </a:ext>
                  </a:extLst>
                </a:gridCol>
              </a:tblGrid>
              <a:tr h="332997">
                <a:tc>
                  <a:txBody>
                    <a:bodyPr/>
                    <a:lstStyle/>
                    <a:p>
                      <a:r>
                        <a:rPr lang="en-US" sz="1100">
                          <a:solidFill>
                            <a:schemeClr val="bg2"/>
                          </a:solidFill>
                        </a:rPr>
                        <a:t>Category</a:t>
                      </a:r>
                    </a:p>
                  </a:txBody>
                  <a:tcPr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60995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797235"/>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688082"/>
                  </a:ext>
                </a:extLst>
              </a:tr>
              <a:tr h="332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95756"/>
                          </a:solidFill>
                          <a:effectLst/>
                          <a:uLnTx/>
                          <a:uFillTx/>
                          <a:latin typeface="Arial" panose="020B0604020202020204"/>
                          <a:ea typeface="+mn-ea"/>
                          <a:cs typeface="+mn-cs"/>
                        </a:rPr>
                        <a:t>Category</a:t>
                      </a:r>
                    </a:p>
                  </a:txBody>
                  <a:tcPr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2" indent="0" algn="ctr" defTabSz="1218895" rtl="0" eaLnBrk="1" fontAlgn="auto" latinLnBrk="0" hangingPunct="1">
                        <a:lnSpc>
                          <a:spcPct val="90000"/>
                        </a:lnSpc>
                        <a:spcBef>
                          <a:spcPts val="0"/>
                        </a:spcBef>
                        <a:spcAft>
                          <a:spcPts val="300"/>
                        </a:spcAft>
                        <a:buClr>
                          <a:srgbClr val="F65C00"/>
                        </a:buClr>
                        <a:buSzTx/>
                        <a:buFont typeface="Arial" panose="020B0604020202020204" pitchFamily="34" charset="0"/>
                        <a:buNone/>
                        <a:tabLst/>
                        <a:defRPr/>
                      </a:pPr>
                      <a:r>
                        <a:rPr kumimoji="0" lang="en-US" sz="160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6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91746" marR="87410" marT="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2677740"/>
                  </a:ext>
                </a:extLst>
              </a:tr>
            </a:tbl>
          </a:graphicData>
        </a:graphic>
      </p:graphicFrame>
      <p:graphicFrame>
        <p:nvGraphicFramePr>
          <p:cNvPr id="67" name="Table 66">
            <a:extLst>
              <a:ext uri="{FF2B5EF4-FFF2-40B4-BE49-F238E27FC236}">
                <a16:creationId xmlns:a16="http://schemas.microsoft.com/office/drawing/2014/main" id="{123CF2C7-D5FD-CBEA-B2A4-0F102807FC18}"/>
              </a:ext>
            </a:extLst>
          </p:cNvPr>
          <p:cNvGraphicFramePr>
            <a:graphicFrameLocks noGrp="1"/>
          </p:cNvGraphicFramePr>
          <p:nvPr>
            <p:extLst>
              <p:ext uri="{D42A27DB-BD31-4B8C-83A1-F6EECF244321}">
                <p14:modId xmlns:p14="http://schemas.microsoft.com/office/powerpoint/2010/main" val="1618886343"/>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68" name="Table 67">
            <a:extLst>
              <a:ext uri="{FF2B5EF4-FFF2-40B4-BE49-F238E27FC236}">
                <a16:creationId xmlns:a16="http://schemas.microsoft.com/office/drawing/2014/main" id="{1C9C2AD0-1AEB-10C0-766F-5493BD19300E}"/>
              </a:ext>
            </a:extLst>
          </p:cNvPr>
          <p:cNvGraphicFramePr>
            <a:graphicFrameLocks noGrp="1"/>
          </p:cNvGraphicFramePr>
          <p:nvPr>
            <p:extLst>
              <p:ext uri="{D42A27DB-BD31-4B8C-83A1-F6EECF244321}">
                <p14:modId xmlns:p14="http://schemas.microsoft.com/office/powerpoint/2010/main" val="3688427414"/>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69" name="Table 68">
            <a:extLst>
              <a:ext uri="{FF2B5EF4-FFF2-40B4-BE49-F238E27FC236}">
                <a16:creationId xmlns:a16="http://schemas.microsoft.com/office/drawing/2014/main" id="{EF53E882-CDEB-BC9E-E594-F77D9A730EE1}"/>
              </a:ext>
            </a:extLst>
          </p:cNvPr>
          <p:cNvGraphicFramePr>
            <a:graphicFrameLocks noGrp="1"/>
          </p:cNvGraphicFramePr>
          <p:nvPr>
            <p:extLst>
              <p:ext uri="{D42A27DB-BD31-4B8C-83A1-F6EECF244321}">
                <p14:modId xmlns:p14="http://schemas.microsoft.com/office/powerpoint/2010/main" val="2584163364"/>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70" name="Table 69">
            <a:extLst>
              <a:ext uri="{FF2B5EF4-FFF2-40B4-BE49-F238E27FC236}">
                <a16:creationId xmlns:a16="http://schemas.microsoft.com/office/drawing/2014/main" id="{14A11180-1DAE-04EF-8179-242B6DAA543E}"/>
              </a:ext>
            </a:extLst>
          </p:cNvPr>
          <p:cNvGraphicFramePr>
            <a:graphicFrameLocks noGrp="1"/>
          </p:cNvGraphicFramePr>
          <p:nvPr>
            <p:extLst>
              <p:ext uri="{D42A27DB-BD31-4B8C-83A1-F6EECF244321}">
                <p14:modId xmlns:p14="http://schemas.microsoft.com/office/powerpoint/2010/main" val="128218778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71" name="Table 70">
            <a:extLst>
              <a:ext uri="{FF2B5EF4-FFF2-40B4-BE49-F238E27FC236}">
                <a16:creationId xmlns:a16="http://schemas.microsoft.com/office/drawing/2014/main" id="{46C8DF33-3DE4-6595-8E27-6F7997F36970}"/>
              </a:ext>
            </a:extLst>
          </p:cNvPr>
          <p:cNvGraphicFramePr>
            <a:graphicFrameLocks noGrp="1"/>
          </p:cNvGraphicFramePr>
          <p:nvPr>
            <p:extLst>
              <p:ext uri="{D42A27DB-BD31-4B8C-83A1-F6EECF244321}">
                <p14:modId xmlns:p14="http://schemas.microsoft.com/office/powerpoint/2010/main" val="1214562704"/>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Tree>
    <p:extLst>
      <p:ext uri="{BB962C8B-B14F-4D97-AF65-F5344CB8AC3E}">
        <p14:creationId xmlns:p14="http://schemas.microsoft.com/office/powerpoint/2010/main" val="38460432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988E08A-F014-F7DF-4D5B-1C6CEE8F61F4}"/>
              </a:ext>
            </a:extLst>
          </p:cNvPr>
          <p:cNvSpPr>
            <a:spLocks noGrp="1"/>
          </p:cNvSpPr>
          <p:nvPr>
            <p:ph sz="quarter" idx="18"/>
          </p:nvPr>
        </p:nvSpPr>
        <p:spPr>
          <a:xfrm>
            <a:off x="336855" y="952901"/>
            <a:ext cx="5721045" cy="3113410"/>
          </a:xfrm>
        </p:spPr>
        <p:txBody>
          <a:bodyPr/>
          <a:lstStyle/>
          <a:p>
            <a:r>
              <a:rPr lang="en-US"/>
              <a:t>The QR code should be placed in the top right or bottom left area of the slide.</a:t>
            </a:r>
          </a:p>
          <a:p>
            <a:r>
              <a:rPr lang="en-US"/>
              <a:t>Footnotes should align with the “Presentation Name or Footer Copy” and set in the same gray.</a:t>
            </a:r>
          </a:p>
          <a:p>
            <a:r>
              <a:rPr lang="en-US"/>
              <a:t>Flags should be set to a non-Zoetis brand color and placed in the top, right corner of the slide.</a:t>
            </a:r>
          </a:p>
        </p:txBody>
      </p:sp>
      <p:sp>
        <p:nvSpPr>
          <p:cNvPr id="8" name="Title 7">
            <a:extLst>
              <a:ext uri="{FF2B5EF4-FFF2-40B4-BE49-F238E27FC236}">
                <a16:creationId xmlns:a16="http://schemas.microsoft.com/office/drawing/2014/main" id="{9E6F4C1B-8FFF-4DB5-5FCB-B2CA052FCE97}"/>
              </a:ext>
            </a:extLst>
          </p:cNvPr>
          <p:cNvSpPr>
            <a:spLocks noGrp="1"/>
          </p:cNvSpPr>
          <p:nvPr>
            <p:ph type="title"/>
          </p:nvPr>
        </p:nvSpPr>
        <p:spPr>
          <a:xfrm>
            <a:off x="336855" y="445961"/>
            <a:ext cx="5644846" cy="506940"/>
          </a:xfrm>
        </p:spPr>
        <p:txBody>
          <a:bodyPr/>
          <a:lstStyle/>
          <a:p>
            <a:r>
              <a:rPr lang="en-US"/>
              <a:t>QR code, footnotes and flags</a:t>
            </a:r>
          </a:p>
        </p:txBody>
      </p:sp>
      <p:sp>
        <p:nvSpPr>
          <p:cNvPr id="9" name="Text Placeholder 8">
            <a:extLst>
              <a:ext uri="{FF2B5EF4-FFF2-40B4-BE49-F238E27FC236}">
                <a16:creationId xmlns:a16="http://schemas.microsoft.com/office/drawing/2014/main" id="{600AC08E-ACB3-512C-C5CF-F0C200479B56}"/>
              </a:ext>
            </a:extLst>
          </p:cNvPr>
          <p:cNvSpPr>
            <a:spLocks noGrp="1"/>
          </p:cNvSpPr>
          <p:nvPr>
            <p:ph type="body" sz="quarter" idx="12"/>
          </p:nvPr>
        </p:nvSpPr>
        <p:spPr/>
        <p:txBody>
          <a:bodyPr/>
          <a:lstStyle/>
          <a:p>
            <a:r>
              <a:rPr lang="en-US"/>
              <a:t>OVERLINE/SECTION (OPTIONAL) IN ARIAL 8PT ALL CAPS</a:t>
            </a:r>
          </a:p>
        </p:txBody>
      </p:sp>
      <p:sp>
        <p:nvSpPr>
          <p:cNvPr id="2" name="Footer Placeholder 1">
            <a:extLst>
              <a:ext uri="{FF2B5EF4-FFF2-40B4-BE49-F238E27FC236}">
                <a16:creationId xmlns:a16="http://schemas.microsoft.com/office/drawing/2014/main" id="{74924CEF-4F18-2911-6FA0-A8978CD90BDC}"/>
              </a:ext>
            </a:extLst>
          </p:cNvPr>
          <p:cNvSpPr txBox="1">
            <a:spLocks/>
          </p:cNvSpPr>
          <p:nvPr/>
        </p:nvSpPr>
        <p:spPr>
          <a:xfrm>
            <a:off x="2328483" y="4749428"/>
            <a:ext cx="4487032" cy="218098"/>
          </a:xfrm>
          <a:prstGeom prst="rect">
            <a:avLst/>
          </a:prstGeom>
        </p:spPr>
        <p:txBody>
          <a:bodyPr vert="horz" lIns="0" tIns="0" rIns="0" bIns="0" rtlCol="0" anchor="b" anchorCtr="0">
            <a:noAutofit/>
          </a:bodyPr>
          <a:lstStyle>
            <a:defPPr>
              <a:defRPr lang="en-US"/>
            </a:defPPr>
            <a:lvl1pPr marL="0" algn="l" defTabSz="685800" rtl="0" eaLnBrk="1" latinLnBrk="0" hangingPunct="1">
              <a:defRPr sz="8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baseline="30000"/>
              <a:t>1 </a:t>
            </a:r>
            <a:r>
              <a:rPr lang="en-US"/>
              <a:t>First footnote should be set in Arial, 8pt, #7F7F7F and left aligned</a:t>
            </a:r>
          </a:p>
          <a:p>
            <a:r>
              <a:rPr lang="en-US" baseline="30000"/>
              <a:t>2 </a:t>
            </a:r>
            <a:r>
              <a:rPr lang="en-US"/>
              <a:t>Second footnote</a:t>
            </a:r>
          </a:p>
        </p:txBody>
      </p:sp>
      <p:sp>
        <p:nvSpPr>
          <p:cNvPr id="52" name="Text Placeholder 8">
            <a:extLst>
              <a:ext uri="{FF2B5EF4-FFF2-40B4-BE49-F238E27FC236}">
                <a16:creationId xmlns:a16="http://schemas.microsoft.com/office/drawing/2014/main" id="{954348BE-79B5-766D-60AC-63C43972F3CF}"/>
              </a:ext>
            </a:extLst>
          </p:cNvPr>
          <p:cNvSpPr txBox="1">
            <a:spLocks/>
          </p:cNvSpPr>
          <p:nvPr/>
        </p:nvSpPr>
        <p:spPr>
          <a:xfrm>
            <a:off x="6583979" y="192754"/>
            <a:ext cx="1431827" cy="567396"/>
          </a:xfrm>
          <a:prstGeom prst="rect">
            <a:avLst/>
          </a:prstGeom>
        </p:spPr>
        <p:txBody>
          <a:bodyPr vert="horz" lIns="36576" tIns="0" rIns="0" bIns="0" rtlCol="0">
            <a:noAutofit/>
          </a:bodyPr>
          <a:lstStyle>
            <a:lvl1pPr marL="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2"/>
                </a:solidFill>
                <a:latin typeface="Arial" panose="020B0604020202020204" pitchFamily="34" charset="0"/>
                <a:ea typeface="+mn-ea"/>
                <a:cs typeface="Arial" panose="020B0604020202020204" pitchFamily="34" charset="0"/>
              </a:defRPr>
            </a:lvl1pPr>
            <a:lvl2pPr marL="173831"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2pPr>
            <a:lvl3pPr marL="3429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3pPr>
            <a:lvl4pPr marL="511968"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u="none" kern="1200">
                <a:solidFill>
                  <a:schemeClr val="bg1">
                    <a:lumMod val="50000"/>
                  </a:schemeClr>
                </a:solidFill>
                <a:latin typeface="Arial" panose="020B0604020202020204" pitchFamily="34" charset="0"/>
                <a:ea typeface="+mn-ea"/>
                <a:cs typeface="Arial" panose="020B0604020202020204" pitchFamily="34" charset="0"/>
              </a:defRPr>
            </a:lvl4pPr>
            <a:lvl5pPr marL="6858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b="0" u="none" kern="1200">
                <a:solidFill>
                  <a:schemeClr val="bg1">
                    <a:lumMod val="50000"/>
                  </a:schemeClr>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lnSpc>
                <a:spcPct val="105000"/>
              </a:lnSpc>
              <a:spcAft>
                <a:spcPts val="0"/>
              </a:spcAft>
            </a:pPr>
            <a:r>
              <a:rPr lang="en-US" sz="1200"/>
              <a:t>QR Code Example</a:t>
            </a:r>
          </a:p>
          <a:p>
            <a:pPr algn="r">
              <a:lnSpc>
                <a:spcPct val="105000"/>
              </a:lnSpc>
              <a:spcAft>
                <a:spcPts val="0"/>
              </a:spcAft>
            </a:pPr>
            <a:r>
              <a:rPr lang="en-US" sz="1200"/>
              <a:t>Code #123-1234</a:t>
            </a:r>
          </a:p>
          <a:p>
            <a:pPr algn="r">
              <a:lnSpc>
                <a:spcPct val="105000"/>
              </a:lnSpc>
              <a:spcAft>
                <a:spcPts val="0"/>
              </a:spcAft>
            </a:pPr>
            <a:r>
              <a:rPr lang="en-US" sz="1200"/>
              <a:t>Arial Regular 12pt</a:t>
            </a:r>
          </a:p>
        </p:txBody>
      </p:sp>
      <p:pic>
        <p:nvPicPr>
          <p:cNvPr id="53" name="Picture 52">
            <a:extLst>
              <a:ext uri="{FF2B5EF4-FFF2-40B4-BE49-F238E27FC236}">
                <a16:creationId xmlns:a16="http://schemas.microsoft.com/office/drawing/2014/main" id="{A9288739-5EBD-DDA2-8769-63FE508E051C}"/>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8190576" y="2"/>
            <a:ext cx="953424" cy="952900"/>
          </a:xfrm>
          <a:prstGeom prst="rect">
            <a:avLst/>
          </a:prstGeom>
        </p:spPr>
      </p:pic>
      <p:sp>
        <p:nvSpPr>
          <p:cNvPr id="3" name="Footer Placeholder 4">
            <a:extLst>
              <a:ext uri="{FF2B5EF4-FFF2-40B4-BE49-F238E27FC236}">
                <a16:creationId xmlns:a16="http://schemas.microsoft.com/office/drawing/2014/main" id="{E85968F9-67BC-CD8D-D6EC-543626C557FF}"/>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grpSp>
        <p:nvGrpSpPr>
          <p:cNvPr id="14" name="Group 13">
            <a:extLst>
              <a:ext uri="{FF2B5EF4-FFF2-40B4-BE49-F238E27FC236}">
                <a16:creationId xmlns:a16="http://schemas.microsoft.com/office/drawing/2014/main" id="{B35DC891-C748-2EB9-AA29-E898226C2C28}"/>
              </a:ext>
            </a:extLst>
          </p:cNvPr>
          <p:cNvGrpSpPr/>
          <p:nvPr/>
        </p:nvGrpSpPr>
        <p:grpSpPr>
          <a:xfrm>
            <a:off x="6588252" y="1265063"/>
            <a:ext cx="2555748" cy="554286"/>
            <a:chOff x="6588252" y="1265063"/>
            <a:chExt cx="2555748" cy="554286"/>
          </a:xfrm>
        </p:grpSpPr>
        <p:grpSp>
          <p:nvGrpSpPr>
            <p:cNvPr id="70" name="Group 69">
              <a:extLst>
                <a:ext uri="{FF2B5EF4-FFF2-40B4-BE49-F238E27FC236}">
                  <a16:creationId xmlns:a16="http://schemas.microsoft.com/office/drawing/2014/main" id="{2B3525E2-4BC0-D2D8-4E18-F7D812EC86F1}"/>
                </a:ext>
              </a:extLst>
            </p:cNvPr>
            <p:cNvGrpSpPr/>
            <p:nvPr/>
          </p:nvGrpSpPr>
          <p:grpSpPr>
            <a:xfrm>
              <a:off x="6588252" y="1265063"/>
              <a:ext cx="2555748" cy="554286"/>
              <a:chOff x="-18288" y="342696"/>
              <a:chExt cx="2555748" cy="554286"/>
            </a:xfrm>
          </p:grpSpPr>
          <p:sp>
            <p:nvSpPr>
              <p:cNvPr id="71" name="Rectangle: Top Corners Rounded 70">
                <a:extLst>
                  <a:ext uri="{FF2B5EF4-FFF2-40B4-BE49-F238E27FC236}">
                    <a16:creationId xmlns:a16="http://schemas.microsoft.com/office/drawing/2014/main" id="{123D8BAF-53C4-0A2D-C3D5-D7C101E2012E}"/>
                  </a:ext>
                </a:extLst>
              </p:cNvPr>
              <p:cNvSpPr/>
              <p:nvPr/>
            </p:nvSpPr>
            <p:spPr>
              <a:xfrm rot="16200000">
                <a:off x="982443" y="-658035"/>
                <a:ext cx="554286" cy="2555748"/>
              </a:xfrm>
              <a:prstGeom prst="round2SameRect">
                <a:avLst>
                  <a:gd name="adj1" fmla="val 5184"/>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a:solidFill>
                    <a:schemeClr val="bg2"/>
                  </a:solidFill>
                </a:endParaRPr>
              </a:p>
            </p:txBody>
          </p:sp>
          <p:sp>
            <p:nvSpPr>
              <p:cNvPr id="73" name="TextBox 72">
                <a:extLst>
                  <a:ext uri="{FF2B5EF4-FFF2-40B4-BE49-F238E27FC236}">
                    <a16:creationId xmlns:a16="http://schemas.microsoft.com/office/drawing/2014/main" id="{9B28E27F-CDAE-F6EB-C77D-29219022FF6D}"/>
                  </a:ext>
                </a:extLst>
              </p:cNvPr>
              <p:cNvSpPr txBox="1"/>
              <p:nvPr/>
            </p:nvSpPr>
            <p:spPr>
              <a:xfrm>
                <a:off x="675757" y="367938"/>
                <a:ext cx="1694688" cy="503802"/>
              </a:xfrm>
              <a:prstGeom prst="rect">
                <a:avLst/>
              </a:prstGeom>
              <a:noFill/>
            </p:spPr>
            <p:txBody>
              <a:bodyPr wrap="square" lIns="0" tIns="0" rIns="0" bIns="0" rtlCol="0" anchor="ctr">
                <a:normAutofit/>
              </a:bodyPr>
              <a:lstStyle/>
              <a:p>
                <a:pPr>
                  <a:lnSpc>
                    <a:spcPct val="90000"/>
                  </a:lnSpc>
                  <a:spcAft>
                    <a:spcPts val="600"/>
                  </a:spcAft>
                </a:pPr>
                <a:r>
                  <a:rPr lang="en-US" sz="1000" b="0" i="0">
                    <a:solidFill>
                      <a:schemeClr val="bg2"/>
                    </a:solidFill>
                    <a:latin typeface="Arial" panose="020B0604020202020204" pitchFamily="34" charset="0"/>
                    <a:cs typeface="Arial" panose="020B0604020202020204" pitchFamily="34" charset="0"/>
                  </a:rPr>
                  <a:t>For pre-read only.</a:t>
                </a:r>
              </a:p>
            </p:txBody>
          </p:sp>
        </p:grpSp>
        <p:pic>
          <p:nvPicPr>
            <p:cNvPr id="6" name="Graphic 5">
              <a:extLst>
                <a:ext uri="{FF2B5EF4-FFF2-40B4-BE49-F238E27FC236}">
                  <a16:creationId xmlns:a16="http://schemas.microsoft.com/office/drawing/2014/main" id="{06021A94-5F41-EA3E-BCA7-FF5A497965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2754" y="1367140"/>
              <a:ext cx="341465" cy="341465"/>
            </a:xfrm>
            <a:prstGeom prst="rect">
              <a:avLst/>
            </a:prstGeom>
          </p:spPr>
        </p:pic>
      </p:grpSp>
      <p:grpSp>
        <p:nvGrpSpPr>
          <p:cNvPr id="15" name="Group 14">
            <a:extLst>
              <a:ext uri="{FF2B5EF4-FFF2-40B4-BE49-F238E27FC236}">
                <a16:creationId xmlns:a16="http://schemas.microsoft.com/office/drawing/2014/main" id="{77CC9DCA-8D6A-A968-F711-3629BCB4C00B}"/>
              </a:ext>
            </a:extLst>
          </p:cNvPr>
          <p:cNvGrpSpPr/>
          <p:nvPr/>
        </p:nvGrpSpPr>
        <p:grpSpPr>
          <a:xfrm>
            <a:off x="6588252" y="1922210"/>
            <a:ext cx="2555748" cy="554286"/>
            <a:chOff x="6588252" y="1922210"/>
            <a:chExt cx="2555748" cy="554286"/>
          </a:xfrm>
        </p:grpSpPr>
        <p:sp>
          <p:nvSpPr>
            <p:cNvPr id="55" name="Rectangle: Top Corners Rounded 54">
              <a:extLst>
                <a:ext uri="{FF2B5EF4-FFF2-40B4-BE49-F238E27FC236}">
                  <a16:creationId xmlns:a16="http://schemas.microsoft.com/office/drawing/2014/main" id="{62ADDCBE-4EDF-E93B-68F3-99AE3E4BC041}"/>
                </a:ext>
              </a:extLst>
            </p:cNvPr>
            <p:cNvSpPr/>
            <p:nvPr/>
          </p:nvSpPr>
          <p:spPr>
            <a:xfrm rot="16200000">
              <a:off x="7588983" y="921479"/>
              <a:ext cx="554286" cy="2555748"/>
            </a:xfrm>
            <a:prstGeom prst="round2SameRect">
              <a:avLst>
                <a:gd name="adj1" fmla="val 5184"/>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a:solidFill>
                  <a:schemeClr val="bg2"/>
                </a:solidFill>
              </a:endParaRPr>
            </a:p>
          </p:txBody>
        </p:sp>
        <p:sp>
          <p:nvSpPr>
            <p:cNvPr id="57" name="TextBox 56">
              <a:extLst>
                <a:ext uri="{FF2B5EF4-FFF2-40B4-BE49-F238E27FC236}">
                  <a16:creationId xmlns:a16="http://schemas.microsoft.com/office/drawing/2014/main" id="{B865E406-0DC7-E46C-2709-F1970DCAF626}"/>
                </a:ext>
              </a:extLst>
            </p:cNvPr>
            <p:cNvSpPr txBox="1"/>
            <p:nvPr/>
          </p:nvSpPr>
          <p:spPr>
            <a:xfrm>
              <a:off x="7282297" y="1947452"/>
              <a:ext cx="1694688" cy="503802"/>
            </a:xfrm>
            <a:prstGeom prst="rect">
              <a:avLst/>
            </a:prstGeom>
            <a:noFill/>
          </p:spPr>
          <p:txBody>
            <a:bodyPr wrap="square" lIns="0" tIns="0" rIns="0" bIns="0" rtlCol="0" anchor="ctr">
              <a:normAutofit/>
            </a:bodyPr>
            <a:lstStyle/>
            <a:p>
              <a:pPr>
                <a:lnSpc>
                  <a:spcPct val="90000"/>
                </a:lnSpc>
                <a:spcAft>
                  <a:spcPts val="600"/>
                </a:spcAft>
              </a:pPr>
              <a:r>
                <a:rPr lang="en-US" sz="1000" b="0" i="0">
                  <a:solidFill>
                    <a:schemeClr val="bg2"/>
                  </a:solidFill>
                  <a:latin typeface="Arial" panose="020B0604020202020204" pitchFamily="34" charset="0"/>
                  <a:cs typeface="Arial" panose="020B0604020202020204" pitchFamily="34" charset="0"/>
                </a:rPr>
                <a:t>For internal use only.</a:t>
              </a:r>
            </a:p>
          </p:txBody>
        </p:sp>
        <p:pic>
          <p:nvPicPr>
            <p:cNvPr id="7" name="Graphic 6">
              <a:extLst>
                <a:ext uri="{FF2B5EF4-FFF2-40B4-BE49-F238E27FC236}">
                  <a16:creationId xmlns:a16="http://schemas.microsoft.com/office/drawing/2014/main" id="{F75E06C5-CD33-796A-7CE3-1EDAAD5E23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2754" y="2034470"/>
              <a:ext cx="341465" cy="341465"/>
            </a:xfrm>
            <a:prstGeom prst="rect">
              <a:avLst/>
            </a:prstGeom>
          </p:spPr>
        </p:pic>
      </p:grpSp>
      <p:grpSp>
        <p:nvGrpSpPr>
          <p:cNvPr id="16" name="Group 15">
            <a:extLst>
              <a:ext uri="{FF2B5EF4-FFF2-40B4-BE49-F238E27FC236}">
                <a16:creationId xmlns:a16="http://schemas.microsoft.com/office/drawing/2014/main" id="{6B6852F5-ACDD-AE3C-9043-AE88489374FF}"/>
              </a:ext>
            </a:extLst>
          </p:cNvPr>
          <p:cNvGrpSpPr/>
          <p:nvPr/>
        </p:nvGrpSpPr>
        <p:grpSpPr>
          <a:xfrm>
            <a:off x="6588252" y="2579357"/>
            <a:ext cx="2555748" cy="554286"/>
            <a:chOff x="6588252" y="2579357"/>
            <a:chExt cx="2555748" cy="554286"/>
          </a:xfrm>
        </p:grpSpPr>
        <p:sp>
          <p:nvSpPr>
            <p:cNvPr id="59" name="Rectangle: Top Corners Rounded 58">
              <a:extLst>
                <a:ext uri="{FF2B5EF4-FFF2-40B4-BE49-F238E27FC236}">
                  <a16:creationId xmlns:a16="http://schemas.microsoft.com/office/drawing/2014/main" id="{46B12A07-7FD8-0BCE-5469-74F94E50D2FD}"/>
                </a:ext>
              </a:extLst>
            </p:cNvPr>
            <p:cNvSpPr/>
            <p:nvPr/>
          </p:nvSpPr>
          <p:spPr>
            <a:xfrm rot="16200000">
              <a:off x="7588983" y="1578626"/>
              <a:ext cx="554286" cy="2555748"/>
            </a:xfrm>
            <a:prstGeom prst="round2SameRect">
              <a:avLst>
                <a:gd name="adj1" fmla="val 5184"/>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a:solidFill>
                  <a:schemeClr val="bg2"/>
                </a:solidFill>
              </a:endParaRPr>
            </a:p>
          </p:txBody>
        </p:sp>
        <p:sp>
          <p:nvSpPr>
            <p:cNvPr id="61" name="TextBox 60">
              <a:extLst>
                <a:ext uri="{FF2B5EF4-FFF2-40B4-BE49-F238E27FC236}">
                  <a16:creationId xmlns:a16="http://schemas.microsoft.com/office/drawing/2014/main" id="{E8D39469-BA8F-A81F-9B57-EDA1A90A76FB}"/>
                </a:ext>
              </a:extLst>
            </p:cNvPr>
            <p:cNvSpPr txBox="1"/>
            <p:nvPr/>
          </p:nvSpPr>
          <p:spPr>
            <a:xfrm>
              <a:off x="7282297" y="2601487"/>
              <a:ext cx="1694688" cy="503802"/>
            </a:xfrm>
            <a:prstGeom prst="rect">
              <a:avLst/>
            </a:prstGeom>
            <a:noFill/>
          </p:spPr>
          <p:txBody>
            <a:bodyPr wrap="square" lIns="0" tIns="0" rIns="0" bIns="0" rtlCol="0" anchor="ctr">
              <a:normAutofit/>
            </a:bodyPr>
            <a:lstStyle/>
            <a:p>
              <a:pPr>
                <a:lnSpc>
                  <a:spcPct val="90000"/>
                </a:lnSpc>
                <a:spcAft>
                  <a:spcPts val="600"/>
                </a:spcAft>
              </a:pPr>
              <a:r>
                <a:rPr lang="en-US" sz="1000" b="0" i="0">
                  <a:solidFill>
                    <a:schemeClr val="bg2"/>
                  </a:solidFill>
                  <a:latin typeface="Arial" panose="020B0604020202020204" pitchFamily="34" charset="0"/>
                  <a:cs typeface="Arial" panose="020B0604020202020204" pitchFamily="34" charset="0"/>
                </a:rPr>
                <a:t>Contact Legal if using this slide externally for accompanying reconciliations. </a:t>
              </a:r>
            </a:p>
          </p:txBody>
        </p:sp>
        <p:pic>
          <p:nvPicPr>
            <p:cNvPr id="11" name="Graphic 10">
              <a:extLst>
                <a:ext uri="{FF2B5EF4-FFF2-40B4-BE49-F238E27FC236}">
                  <a16:creationId xmlns:a16="http://schemas.microsoft.com/office/drawing/2014/main" id="{1BE2537D-FEC3-58E7-29DD-C6A7FEFBC3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2754" y="2691617"/>
              <a:ext cx="341465" cy="341465"/>
            </a:xfrm>
            <a:prstGeom prst="rect">
              <a:avLst/>
            </a:prstGeom>
          </p:spPr>
        </p:pic>
      </p:grpSp>
      <p:grpSp>
        <p:nvGrpSpPr>
          <p:cNvPr id="17" name="Group 16">
            <a:extLst>
              <a:ext uri="{FF2B5EF4-FFF2-40B4-BE49-F238E27FC236}">
                <a16:creationId xmlns:a16="http://schemas.microsoft.com/office/drawing/2014/main" id="{35BC8C40-47D8-BBC7-A1D8-525B90954432}"/>
              </a:ext>
            </a:extLst>
          </p:cNvPr>
          <p:cNvGrpSpPr/>
          <p:nvPr/>
        </p:nvGrpSpPr>
        <p:grpSpPr>
          <a:xfrm>
            <a:off x="6588252" y="3236504"/>
            <a:ext cx="2555748" cy="554286"/>
            <a:chOff x="6588252" y="3236504"/>
            <a:chExt cx="2555748" cy="554286"/>
          </a:xfrm>
        </p:grpSpPr>
        <p:sp>
          <p:nvSpPr>
            <p:cNvPr id="63" name="Rectangle: Top Corners Rounded 62">
              <a:extLst>
                <a:ext uri="{FF2B5EF4-FFF2-40B4-BE49-F238E27FC236}">
                  <a16:creationId xmlns:a16="http://schemas.microsoft.com/office/drawing/2014/main" id="{BD3E8191-74CB-FFA5-AE05-A9E00E686FE5}"/>
                </a:ext>
              </a:extLst>
            </p:cNvPr>
            <p:cNvSpPr/>
            <p:nvPr/>
          </p:nvSpPr>
          <p:spPr>
            <a:xfrm rot="16200000">
              <a:off x="7588983" y="2235773"/>
              <a:ext cx="554286" cy="2555748"/>
            </a:xfrm>
            <a:prstGeom prst="round2SameRect">
              <a:avLst>
                <a:gd name="adj1" fmla="val 5184"/>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a:solidFill>
                  <a:schemeClr val="bg2"/>
                </a:solidFill>
              </a:endParaRPr>
            </a:p>
          </p:txBody>
        </p:sp>
        <p:sp>
          <p:nvSpPr>
            <p:cNvPr id="65" name="TextBox 64">
              <a:extLst>
                <a:ext uri="{FF2B5EF4-FFF2-40B4-BE49-F238E27FC236}">
                  <a16:creationId xmlns:a16="http://schemas.microsoft.com/office/drawing/2014/main" id="{43A01672-74D3-D9FF-CDB4-0BDE5482846E}"/>
                </a:ext>
              </a:extLst>
            </p:cNvPr>
            <p:cNvSpPr txBox="1"/>
            <p:nvPr/>
          </p:nvSpPr>
          <p:spPr>
            <a:xfrm>
              <a:off x="7282297" y="3258634"/>
              <a:ext cx="1694688" cy="503802"/>
            </a:xfrm>
            <a:prstGeom prst="rect">
              <a:avLst/>
            </a:prstGeom>
            <a:noFill/>
          </p:spPr>
          <p:txBody>
            <a:bodyPr wrap="square" lIns="0" tIns="0" rIns="0" bIns="0" rtlCol="0" anchor="ctr">
              <a:normAutofit/>
            </a:bodyPr>
            <a:lstStyle/>
            <a:p>
              <a:pPr>
                <a:lnSpc>
                  <a:spcPct val="90000"/>
                </a:lnSpc>
                <a:spcAft>
                  <a:spcPts val="600"/>
                </a:spcAft>
              </a:pPr>
              <a:r>
                <a:rPr lang="en-US" sz="1000" b="0" i="0">
                  <a:solidFill>
                    <a:schemeClr val="bg2"/>
                  </a:solidFill>
                  <a:latin typeface="Arial" panose="020B0604020202020204" pitchFamily="34" charset="0"/>
                  <a:cs typeface="Arial" panose="020B0604020202020204" pitchFamily="34" charset="0"/>
                </a:rPr>
                <a:t>Update coming Month, Year.</a:t>
              </a:r>
            </a:p>
          </p:txBody>
        </p:sp>
        <p:pic>
          <p:nvPicPr>
            <p:cNvPr id="12" name="Graphic 11">
              <a:extLst>
                <a:ext uri="{FF2B5EF4-FFF2-40B4-BE49-F238E27FC236}">
                  <a16:creationId xmlns:a16="http://schemas.microsoft.com/office/drawing/2014/main" id="{20AEC539-CB5F-269A-784C-C8E5B48631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2754" y="3345808"/>
              <a:ext cx="341465" cy="341465"/>
            </a:xfrm>
            <a:prstGeom prst="rect">
              <a:avLst/>
            </a:prstGeom>
          </p:spPr>
        </p:pic>
      </p:grpSp>
      <p:grpSp>
        <p:nvGrpSpPr>
          <p:cNvPr id="18" name="Group 17">
            <a:extLst>
              <a:ext uri="{FF2B5EF4-FFF2-40B4-BE49-F238E27FC236}">
                <a16:creationId xmlns:a16="http://schemas.microsoft.com/office/drawing/2014/main" id="{568AA5FC-B76C-62CA-D07A-E31DE2E1CDE2}"/>
              </a:ext>
            </a:extLst>
          </p:cNvPr>
          <p:cNvGrpSpPr/>
          <p:nvPr/>
        </p:nvGrpSpPr>
        <p:grpSpPr>
          <a:xfrm>
            <a:off x="6588252" y="3893651"/>
            <a:ext cx="2555748" cy="554286"/>
            <a:chOff x="6588252" y="3893651"/>
            <a:chExt cx="2555748" cy="554286"/>
          </a:xfrm>
        </p:grpSpPr>
        <p:sp>
          <p:nvSpPr>
            <p:cNvPr id="67" name="Rectangle: Top Corners Rounded 66">
              <a:extLst>
                <a:ext uri="{FF2B5EF4-FFF2-40B4-BE49-F238E27FC236}">
                  <a16:creationId xmlns:a16="http://schemas.microsoft.com/office/drawing/2014/main" id="{5B72AF4E-987F-61E6-7DAA-86050EF8108D}"/>
                </a:ext>
              </a:extLst>
            </p:cNvPr>
            <p:cNvSpPr/>
            <p:nvPr/>
          </p:nvSpPr>
          <p:spPr>
            <a:xfrm rot="16200000">
              <a:off x="7588983" y="2892920"/>
              <a:ext cx="554286" cy="2555748"/>
            </a:xfrm>
            <a:prstGeom prst="round2SameRect">
              <a:avLst>
                <a:gd name="adj1" fmla="val 5184"/>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200">
                <a:solidFill>
                  <a:schemeClr val="bg2"/>
                </a:solidFill>
              </a:endParaRPr>
            </a:p>
          </p:txBody>
        </p:sp>
        <p:sp>
          <p:nvSpPr>
            <p:cNvPr id="69" name="TextBox 68">
              <a:extLst>
                <a:ext uri="{FF2B5EF4-FFF2-40B4-BE49-F238E27FC236}">
                  <a16:creationId xmlns:a16="http://schemas.microsoft.com/office/drawing/2014/main" id="{68E3552A-9AFD-8F97-751F-5D8BEF411DC6}"/>
                </a:ext>
              </a:extLst>
            </p:cNvPr>
            <p:cNvSpPr txBox="1"/>
            <p:nvPr/>
          </p:nvSpPr>
          <p:spPr>
            <a:xfrm>
              <a:off x="7282297" y="3915781"/>
              <a:ext cx="1694688" cy="503802"/>
            </a:xfrm>
            <a:prstGeom prst="rect">
              <a:avLst/>
            </a:prstGeom>
            <a:noFill/>
          </p:spPr>
          <p:txBody>
            <a:bodyPr wrap="square" lIns="0" tIns="0" rIns="0" bIns="0" rtlCol="0" anchor="ctr">
              <a:normAutofit/>
            </a:bodyPr>
            <a:lstStyle/>
            <a:p>
              <a:pPr>
                <a:lnSpc>
                  <a:spcPct val="90000"/>
                </a:lnSpc>
                <a:spcAft>
                  <a:spcPts val="600"/>
                </a:spcAft>
              </a:pPr>
              <a:r>
                <a:rPr lang="en-US" sz="1000" b="0" i="0">
                  <a:solidFill>
                    <a:schemeClr val="bg2"/>
                  </a:solidFill>
                  <a:latin typeface="Arial" panose="020B0604020202020204" pitchFamily="34" charset="0"/>
                  <a:cs typeface="Arial" panose="020B0604020202020204" pitchFamily="34" charset="0"/>
                </a:rPr>
                <a:t>Use subsequent slides only as needed.</a:t>
              </a:r>
            </a:p>
          </p:txBody>
        </p:sp>
        <p:pic>
          <p:nvPicPr>
            <p:cNvPr id="13" name="Graphic 12">
              <a:extLst>
                <a:ext uri="{FF2B5EF4-FFF2-40B4-BE49-F238E27FC236}">
                  <a16:creationId xmlns:a16="http://schemas.microsoft.com/office/drawing/2014/main" id="{D4F49B4E-01C9-8B72-D81A-7925CB4514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2754" y="3996949"/>
              <a:ext cx="341465" cy="341465"/>
            </a:xfrm>
            <a:prstGeom prst="rect">
              <a:avLst/>
            </a:prstGeom>
          </p:spPr>
        </p:pic>
      </p:grpSp>
    </p:spTree>
    <p:extLst>
      <p:ext uri="{BB962C8B-B14F-4D97-AF65-F5344CB8AC3E}">
        <p14:creationId xmlns:p14="http://schemas.microsoft.com/office/powerpoint/2010/main" val="26853836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187744B-A01F-EF41-9201-D3B084ED236C}"/>
              </a:ext>
            </a:extLst>
          </p:cNvPr>
          <p:cNvSpPr>
            <a:spLocks noGrp="1"/>
          </p:cNvSpPr>
          <p:nvPr>
            <p:ph type="ctrTitle" idx="4294967295"/>
          </p:nvPr>
        </p:nvSpPr>
        <p:spPr>
          <a:xfrm>
            <a:off x="371475" y="2008762"/>
            <a:ext cx="6315075" cy="1054274"/>
          </a:xfrm>
        </p:spPr>
        <p:txBody>
          <a:bodyPr/>
          <a:lstStyle/>
          <a:p>
            <a:r>
              <a:rPr lang="en-US"/>
              <a:t>THANK YOU</a:t>
            </a:r>
          </a:p>
        </p:txBody>
      </p:sp>
      <p:sp>
        <p:nvSpPr>
          <p:cNvPr id="4" name="Slide Number Placeholder 3">
            <a:extLst>
              <a:ext uri="{FF2B5EF4-FFF2-40B4-BE49-F238E27FC236}">
                <a16:creationId xmlns:a16="http://schemas.microsoft.com/office/drawing/2014/main" id="{83409EC0-7D50-EB4F-BD2E-D30D1802D4AC}"/>
              </a:ext>
            </a:extLst>
          </p:cNvPr>
          <p:cNvSpPr>
            <a:spLocks noGrp="1"/>
          </p:cNvSpPr>
          <p:nvPr>
            <p:ph type="sldNum" sz="quarter" idx="4294967295"/>
          </p:nvPr>
        </p:nvSpPr>
        <p:spPr>
          <a:xfrm>
            <a:off x="8772525" y="4767263"/>
            <a:ext cx="242707" cy="69652"/>
          </a:xfrm>
          <a:prstGeom prst="rect">
            <a:avLst/>
          </a:prstGeom>
        </p:spPr>
        <p:txBody>
          <a:bodyPr/>
          <a:lstStyle/>
          <a:p>
            <a:fld id="{7C42C27E-A055-1E4A-AC8F-7399EDF815E4}" type="slidenum">
              <a:rPr lang="en-US" smtClean="0"/>
              <a:pPr/>
              <a:t>80</a:t>
            </a:fld>
            <a:endParaRPr lang="en-US"/>
          </a:p>
        </p:txBody>
      </p:sp>
    </p:spTree>
    <p:extLst>
      <p:ext uri="{BB962C8B-B14F-4D97-AF65-F5344CB8AC3E}">
        <p14:creationId xmlns:p14="http://schemas.microsoft.com/office/powerpoint/2010/main" val="1544781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462F3A-D8D0-AD40-B3F4-CCF5E42BEDC8}"/>
              </a:ext>
            </a:extLst>
          </p:cNvPr>
          <p:cNvSpPr>
            <a:spLocks noGrp="1"/>
          </p:cNvSpPr>
          <p:nvPr>
            <p:ph type="title"/>
          </p:nvPr>
        </p:nvSpPr>
        <p:spPr/>
        <p:txBody>
          <a:bodyPr/>
          <a:lstStyle/>
          <a:p>
            <a:r>
              <a:rPr lang="en-US"/>
              <a:t>Sample Layouts</a:t>
            </a:r>
            <a:br>
              <a:rPr lang="en-US"/>
            </a:br>
            <a:r>
              <a:rPr lang="en-US"/>
              <a:t>with Content</a:t>
            </a:r>
            <a:br>
              <a:rPr lang="en-US"/>
            </a:br>
            <a:endParaRPr lang="en-US"/>
          </a:p>
        </p:txBody>
      </p:sp>
      <p:sp>
        <p:nvSpPr>
          <p:cNvPr id="4" name="Text Placeholder 3">
            <a:extLst>
              <a:ext uri="{FF2B5EF4-FFF2-40B4-BE49-F238E27FC236}">
                <a16:creationId xmlns:a16="http://schemas.microsoft.com/office/drawing/2014/main" id="{2427A697-815E-FA4E-AC7A-6FF7BF4C106D}"/>
              </a:ext>
            </a:extLst>
          </p:cNvPr>
          <p:cNvSpPr>
            <a:spLocks noGrp="1"/>
          </p:cNvSpPr>
          <p:nvPr>
            <p:ph type="body" sz="quarter" idx="13"/>
          </p:nvPr>
        </p:nvSpPr>
        <p:spPr/>
        <p:txBody>
          <a:bodyPr/>
          <a:lstStyle/>
          <a:p>
            <a:r>
              <a:rPr lang="en-US"/>
              <a:t>POWER POINT TEMPLATE</a:t>
            </a:r>
          </a:p>
        </p:txBody>
      </p:sp>
      <p:sp>
        <p:nvSpPr>
          <p:cNvPr id="2" name="Footer Placeholder 1">
            <a:extLst>
              <a:ext uri="{FF2B5EF4-FFF2-40B4-BE49-F238E27FC236}">
                <a16:creationId xmlns:a16="http://schemas.microsoft.com/office/drawing/2014/main" id="{8D4580CB-8F7B-944D-9B30-75C77C94D4FA}"/>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13968899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F21BDF67-5414-2772-6CE9-C7A4948F043C}"/>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A85FEC51-3683-544D-9852-08A67CA16F9A}"/>
              </a:ext>
            </a:extLst>
          </p:cNvPr>
          <p:cNvSpPr/>
          <p:nvPr/>
        </p:nvSpPr>
        <p:spPr>
          <a:xfrm rot="5400000">
            <a:off x="1460498" y="-1460501"/>
            <a:ext cx="5143504" cy="8064501"/>
          </a:xfrm>
          <a:prstGeom prst="rect">
            <a:avLst/>
          </a:prstGeom>
          <a:gradFill flip="none" rotWithShape="1">
            <a:gsLst>
              <a:gs pos="0">
                <a:srgbClr val="000000">
                  <a:alpha val="0"/>
                </a:srgbClr>
              </a:gs>
              <a:gs pos="33000">
                <a:srgbClr val="000000">
                  <a:alpha val="4805"/>
                </a:srgbClr>
              </a:gs>
              <a:gs pos="74000">
                <a:srgbClr val="000000">
                  <a:alpha val="4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12" name="Text Placeholder 11">
            <a:extLst>
              <a:ext uri="{FF2B5EF4-FFF2-40B4-BE49-F238E27FC236}">
                <a16:creationId xmlns:a16="http://schemas.microsoft.com/office/drawing/2014/main" id="{E5FF14C5-BB02-274B-98FD-BE6DC6BE015C}"/>
              </a:ext>
            </a:extLst>
          </p:cNvPr>
          <p:cNvSpPr>
            <a:spLocks noGrp="1"/>
          </p:cNvSpPr>
          <p:nvPr>
            <p:ph type="body" sz="quarter" idx="16"/>
          </p:nvPr>
        </p:nvSpPr>
        <p:spPr/>
        <p:txBody>
          <a:bodyPr/>
          <a:lstStyle/>
          <a:p>
            <a:r>
              <a:rPr lang="en-US"/>
              <a:t>OUR PURPOSE</a:t>
            </a:r>
          </a:p>
          <a:p>
            <a:endParaRPr lang="en-US"/>
          </a:p>
          <a:p>
            <a:endParaRPr lang="en-US"/>
          </a:p>
          <a:p>
            <a:endParaRPr lang="en-US"/>
          </a:p>
          <a:p>
            <a:endParaRPr lang="en-US"/>
          </a:p>
        </p:txBody>
      </p:sp>
      <p:sp>
        <p:nvSpPr>
          <p:cNvPr id="10" name="Title 9">
            <a:extLst>
              <a:ext uri="{FF2B5EF4-FFF2-40B4-BE49-F238E27FC236}">
                <a16:creationId xmlns:a16="http://schemas.microsoft.com/office/drawing/2014/main" id="{27993CF3-87B3-9948-B48B-94F9B77BDF87}"/>
              </a:ext>
            </a:extLst>
          </p:cNvPr>
          <p:cNvSpPr>
            <a:spLocks noGrp="1"/>
          </p:cNvSpPr>
          <p:nvPr>
            <p:ph type="title"/>
          </p:nvPr>
        </p:nvSpPr>
        <p:spPr>
          <a:xfrm>
            <a:off x="350488" y="444501"/>
            <a:ext cx="4738963" cy="2672182"/>
          </a:xfrm>
        </p:spPr>
        <p:txBody>
          <a:bodyPr>
            <a:normAutofit fontScale="90000"/>
          </a:bodyPr>
          <a:lstStyle/>
          <a:p>
            <a:r>
              <a:rPr lang="en-US"/>
              <a:t>To nurture </a:t>
            </a:r>
            <a:br>
              <a:rPr lang="en-US"/>
            </a:br>
            <a:r>
              <a:rPr lang="en-US"/>
              <a:t>our world and</a:t>
            </a:r>
            <a:br>
              <a:rPr lang="en-US"/>
            </a:br>
            <a:r>
              <a:rPr lang="en-US"/>
              <a:t>humankind by advancing care </a:t>
            </a:r>
            <a:br>
              <a:rPr lang="en-US"/>
            </a:br>
            <a:r>
              <a:rPr lang="en-US"/>
              <a:t>for animals</a:t>
            </a:r>
          </a:p>
        </p:txBody>
      </p:sp>
      <p:sp>
        <p:nvSpPr>
          <p:cNvPr id="19" name="Text Placeholder 18">
            <a:extLst>
              <a:ext uri="{FF2B5EF4-FFF2-40B4-BE49-F238E27FC236}">
                <a16:creationId xmlns:a16="http://schemas.microsoft.com/office/drawing/2014/main" id="{FA84D330-504B-4113-B657-09DD9EF10BCA}"/>
              </a:ext>
            </a:extLst>
          </p:cNvPr>
          <p:cNvSpPr>
            <a:spLocks noGrp="1"/>
          </p:cNvSpPr>
          <p:nvPr>
            <p:ph type="body" sz="quarter" idx="15"/>
          </p:nvPr>
        </p:nvSpPr>
        <p:spPr>
          <a:xfrm>
            <a:off x="336855" y="3386043"/>
            <a:ext cx="2661800" cy="859871"/>
          </a:xfrm>
        </p:spPr>
        <p:txBody>
          <a:bodyPr/>
          <a:lstStyle/>
          <a:p>
            <a:pPr>
              <a:lnSpc>
                <a:spcPct val="90000"/>
              </a:lnSpc>
            </a:pPr>
            <a:r>
              <a:rPr lang="en-US"/>
              <a:t>We are guided by our purpose because care for animals is essential to the comfort, companionship and nutrition people seek from animals </a:t>
            </a:r>
            <a:br>
              <a:rPr lang="en-US"/>
            </a:br>
            <a:r>
              <a:rPr lang="en-US"/>
              <a:t>every day.</a:t>
            </a:r>
          </a:p>
        </p:txBody>
      </p:sp>
      <p:sp>
        <p:nvSpPr>
          <p:cNvPr id="8" name="Text Placeholder 6">
            <a:extLst>
              <a:ext uri="{FF2B5EF4-FFF2-40B4-BE49-F238E27FC236}">
                <a16:creationId xmlns:a16="http://schemas.microsoft.com/office/drawing/2014/main" id="{55BDE750-D00C-1B4A-80FC-1D890EFF2948}"/>
              </a:ext>
            </a:extLst>
          </p:cNvPr>
          <p:cNvSpPr txBox="1">
            <a:spLocks/>
          </p:cNvSpPr>
          <p:nvPr/>
        </p:nvSpPr>
        <p:spPr>
          <a:xfrm>
            <a:off x="432000" y="297000"/>
            <a:ext cx="4139999" cy="270000"/>
          </a:xfrm>
          <a:prstGeom prst="rect">
            <a:avLst/>
          </a:prstGeom>
        </p:spPr>
        <p:txBody>
          <a:bodyPr lIns="0" tIns="0" rIns="0" bIns="0"/>
          <a:lstStyle>
            <a:lvl1pPr marL="0" indent="0" algn="l" defTabSz="914377" rtl="0" eaLnBrk="1" latinLnBrk="0" hangingPunct="1">
              <a:lnSpc>
                <a:spcPct val="90000"/>
              </a:lnSpc>
              <a:spcBef>
                <a:spcPts val="0"/>
              </a:spcBef>
              <a:buFont typeface="Arial" panose="020B0604020202020204" pitchFamily="34" charset="0"/>
              <a:buNone/>
              <a:defRPr sz="3200" b="0" i="0" kern="1200" spc="0" baseline="0">
                <a:solidFill>
                  <a:schemeClr val="tx1"/>
                </a:solidFill>
                <a:latin typeface="Arial" panose="020B0604020202020204" pitchFamily="34" charset="0"/>
                <a:ea typeface="+mn-ea"/>
                <a:cs typeface="+mn-cs"/>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sz="2000" b="0" i="0" kern="1200" spc="0" baseline="0">
                <a:solidFill>
                  <a:schemeClr val="tx1"/>
                </a:solidFill>
                <a:latin typeface="Arial" panose="020B0604020202020204" pitchFamily="34" charset="0"/>
                <a:ea typeface="+mn-ea"/>
                <a:cs typeface="+mn-cs"/>
              </a:defRPr>
            </a:lvl2pPr>
            <a:lvl3pPr marL="0" indent="0" algn="l" defTabSz="914377" rtl="0" eaLnBrk="1" latinLnBrk="0" hangingPunct="1">
              <a:lnSpc>
                <a:spcPct val="110000"/>
              </a:lnSpc>
              <a:spcBef>
                <a:spcPts val="0"/>
              </a:spcBef>
              <a:buFont typeface="Arial" panose="020B0604020202020204" pitchFamily="34" charset="0"/>
              <a:buNone/>
              <a:defRPr sz="1000" b="1" i="0" kern="1200" cap="all" spc="0" baseline="0">
                <a:solidFill>
                  <a:schemeClr val="tx2"/>
                </a:solidFill>
                <a:latin typeface="Arial" panose="020B0604020202020204" pitchFamily="34" charset="0"/>
                <a:ea typeface="+mn-ea"/>
                <a:cs typeface="+mn-cs"/>
              </a:defRPr>
            </a:lvl3pPr>
            <a:lvl4pPr marL="0" indent="0" algn="l" defTabSz="914377" rtl="0" eaLnBrk="1" latinLnBrk="0" hangingPunct="1">
              <a:lnSpc>
                <a:spcPct val="110000"/>
              </a:lnSpc>
              <a:spcBef>
                <a:spcPts val="0"/>
              </a:spcBef>
              <a:buFont typeface="Arial" panose="020B0604020202020204" pitchFamily="34" charset="0"/>
              <a:buNone/>
              <a:defRPr sz="1400" b="0" i="0" kern="1200" spc="0">
                <a:solidFill>
                  <a:schemeClr val="tx1"/>
                </a:solidFill>
                <a:latin typeface="Arial" panose="020B0604020202020204" pitchFamily="34" charset="0"/>
                <a:ea typeface="+mn-ea"/>
                <a:cs typeface="+mn-cs"/>
              </a:defRPr>
            </a:lvl4pPr>
            <a:lvl5pPr marL="0" indent="0" algn="l" defTabSz="914377" rtl="0" eaLnBrk="1" latinLnBrk="0" hangingPunct="1">
              <a:lnSpc>
                <a:spcPct val="110000"/>
              </a:lnSpc>
              <a:spcBef>
                <a:spcPts val="0"/>
              </a:spcBef>
              <a:buFont typeface="Arial" panose="020B0604020202020204" pitchFamily="34" charset="0"/>
              <a:buNone/>
              <a:defRPr sz="1000" b="0" i="0" kern="1200" spc="0">
                <a:solidFill>
                  <a:schemeClr val="tx1"/>
                </a:solidFill>
                <a:latin typeface="Arial" panose="020B0604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750">
              <a:solidFill>
                <a:schemeClr val="bg1"/>
              </a:solidFill>
            </a:endParaRPr>
          </a:p>
        </p:txBody>
      </p:sp>
      <p:pic>
        <p:nvPicPr>
          <p:cNvPr id="2" name="Picture 1">
            <a:extLst>
              <a:ext uri="{FF2B5EF4-FFF2-40B4-BE49-F238E27FC236}">
                <a16:creationId xmlns:a16="http://schemas.microsoft.com/office/drawing/2014/main" id="{DAA2EEA4-3353-A591-C6A4-12C157C431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15" name="Footer Placeholder 4">
            <a:extLst>
              <a:ext uri="{FF2B5EF4-FFF2-40B4-BE49-F238E27FC236}">
                <a16:creationId xmlns:a16="http://schemas.microsoft.com/office/drawing/2014/main" id="{A7DDF7CF-C72B-765F-6A7F-3645CB85CE0E}"/>
              </a:ext>
            </a:extLst>
          </p:cNvPr>
          <p:cNvSpPr>
            <a:spLocks noGrp="1"/>
          </p:cNvSpPr>
          <p:nvPr>
            <p:ph type="ftr" sz="quarter" idx="17"/>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7" name="TextBox 16">
            <a:extLst>
              <a:ext uri="{FF2B5EF4-FFF2-40B4-BE49-F238E27FC236}">
                <a16:creationId xmlns:a16="http://schemas.microsoft.com/office/drawing/2014/main" id="{5B071E52-F84C-0B60-83AD-056C4BBAA55D}"/>
              </a:ext>
            </a:extLst>
          </p:cNvPr>
          <p:cNvSpPr txBox="1">
            <a:spLocks noGrp="1" noRot="1" noMove="1" noResize="1" noEditPoints="1" noAdjustHandles="1" noChangeArrowheads="1" noChangeShapeType="1"/>
          </p:cNvSpPr>
          <p:nvPr/>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82</a:t>
            </a:fld>
            <a:endParaRPr lang="en-US" sz="900" b="1" i="0">
              <a:solidFill>
                <a:schemeClr val="bg1"/>
              </a:solidFill>
              <a:latin typeface="Arial" panose="020B0604020202020204" pitchFamily="34" charset="0"/>
              <a:cs typeface="Arial" panose="020B0604020202020204" pitchFamily="34" charset="0"/>
            </a:endParaRPr>
          </a:p>
        </p:txBody>
      </p:sp>
      <p:sp>
        <p:nvSpPr>
          <p:cNvPr id="6" name="Rectangle: Top Corners Rounded 5">
            <a:extLst>
              <a:ext uri="{FF2B5EF4-FFF2-40B4-BE49-F238E27FC236}">
                <a16:creationId xmlns:a16="http://schemas.microsoft.com/office/drawing/2014/main" id="{EA966D41-EA61-2260-01F7-08EFBE16A204}"/>
              </a:ext>
            </a:extLst>
          </p:cNvPr>
          <p:cNvSpPr/>
          <p:nvPr/>
        </p:nvSpPr>
        <p:spPr>
          <a:xfrm rot="5400000">
            <a:off x="-1228668" y="1712774"/>
            <a:ext cx="2634083"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5397639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63F1614-C683-10CB-7C8A-838CC9590EE5}"/>
              </a:ext>
            </a:extLst>
          </p:cNvPr>
          <p:cNvPicPr>
            <a:picLocks noGrp="1" noChangeAspect="1" noChangeArrowheads="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bwMode="auto">
          <a:xfrm>
            <a:off x="4552950" y="0"/>
            <a:ext cx="459105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4F13C780-6DB7-7E42-945B-9D370A7DF540}"/>
              </a:ext>
            </a:extLst>
          </p:cNvPr>
          <p:cNvSpPr>
            <a:spLocks noGrp="1"/>
          </p:cNvSpPr>
          <p:nvPr>
            <p:ph type="body" sz="quarter" idx="12"/>
          </p:nvPr>
        </p:nvSpPr>
        <p:spPr/>
        <p:txBody>
          <a:bodyPr/>
          <a:lstStyle/>
          <a:p>
            <a:r>
              <a:rPr lang="en-US"/>
              <a:t>INNOVATION</a:t>
            </a:r>
          </a:p>
          <a:p>
            <a:endParaRPr lang="en-US"/>
          </a:p>
          <a:p>
            <a:endParaRPr lang="en-US"/>
          </a:p>
        </p:txBody>
      </p:sp>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a:xfrm>
            <a:off x="336854" y="444501"/>
            <a:ext cx="3960256" cy="1788635"/>
          </a:xfrm>
        </p:spPr>
        <p:txBody>
          <a:bodyPr>
            <a:noAutofit/>
          </a:bodyPr>
          <a:lstStyle/>
          <a:p>
            <a:r>
              <a:rPr lang="en-US"/>
              <a:t>Advancing care through innovation</a:t>
            </a:r>
          </a:p>
        </p:txBody>
      </p:sp>
      <p:sp>
        <p:nvSpPr>
          <p:cNvPr id="4" name="Text Placeholder 3">
            <a:extLst>
              <a:ext uri="{FF2B5EF4-FFF2-40B4-BE49-F238E27FC236}">
                <a16:creationId xmlns:a16="http://schemas.microsoft.com/office/drawing/2014/main" id="{04FED93B-6EA1-8949-BFE1-1EBEDD0245DE}"/>
              </a:ext>
            </a:extLst>
          </p:cNvPr>
          <p:cNvSpPr>
            <a:spLocks noGrp="1"/>
          </p:cNvSpPr>
          <p:nvPr>
            <p:ph type="body" sz="quarter" idx="15"/>
          </p:nvPr>
        </p:nvSpPr>
        <p:spPr>
          <a:xfrm>
            <a:off x="336854" y="2388989"/>
            <a:ext cx="4066334" cy="859871"/>
          </a:xfrm>
        </p:spPr>
        <p:txBody>
          <a:bodyPr>
            <a:noAutofit/>
          </a:bodyPr>
          <a:lstStyle/>
          <a:p>
            <a:pPr>
              <a:lnSpc>
                <a:spcPct val="90000"/>
              </a:lnSpc>
            </a:pPr>
            <a:r>
              <a:rPr lang="en-US"/>
              <a:t>Driven by our customers' unmet needs, our scientists help pets live longer, healthier lives and support healthier, more productive livestock. We are committed to innovation across the continuum of care — predict, prevent, detect and treat.</a:t>
            </a:r>
          </a:p>
        </p:txBody>
      </p:sp>
      <p:pic>
        <p:nvPicPr>
          <p:cNvPr id="3" name="Picture 2">
            <a:extLst>
              <a:ext uri="{FF2B5EF4-FFF2-40B4-BE49-F238E27FC236}">
                <a16:creationId xmlns:a16="http://schemas.microsoft.com/office/drawing/2014/main" id="{A627FEB7-B5D6-538F-205C-ACB6D47C71D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11" name="Footer Placeholder 4">
            <a:extLst>
              <a:ext uri="{FF2B5EF4-FFF2-40B4-BE49-F238E27FC236}">
                <a16:creationId xmlns:a16="http://schemas.microsoft.com/office/drawing/2014/main" id="{2ECCC964-9ED5-9FC0-3A48-D3EE693FAF5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solidFill>
                  <a:schemeClr val="bg1"/>
                </a:solidFill>
              </a:rPr>
              <a:t>Presentation Name or Footer Copy</a:t>
            </a:r>
          </a:p>
        </p:txBody>
      </p:sp>
    </p:spTree>
    <p:extLst>
      <p:ext uri="{BB962C8B-B14F-4D97-AF65-F5344CB8AC3E}">
        <p14:creationId xmlns:p14="http://schemas.microsoft.com/office/powerpoint/2010/main" val="37060759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55D835BF-691B-E7A9-8571-9A6B63E5FC8D}"/>
              </a:ext>
            </a:extLst>
          </p:cNvPr>
          <p:cNvPicPr>
            <a:picLocks noGrp="1" noChangeAspect="1" noChangeArrowheads="1"/>
          </p:cNvPicPr>
          <p:nvPr>
            <p:ph type="pic" sz="quarter" idx="17"/>
          </p:nvPr>
        </p:nvPicPr>
        <p:blipFill>
          <a:blip r:embed="rId2" cstate="email">
            <a:extLst>
              <a:ext uri="{28A0092B-C50C-407E-A947-70E740481C1C}">
                <a14:useLocalDpi xmlns:a14="http://schemas.microsoft.com/office/drawing/2010/main"/>
              </a:ext>
            </a:extLst>
          </a:blip>
          <a:srcRect/>
          <a:stretch>
            <a:fillRect/>
          </a:stretch>
        </p:blipFill>
        <p:spPr bwMode="auto">
          <a:xfrm>
            <a:off x="-19050" y="0"/>
            <a:ext cx="459105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FA0BD38-4E00-3949-9C6A-8A9B740FC3F5}"/>
              </a:ext>
            </a:extLst>
          </p:cNvPr>
          <p:cNvSpPr>
            <a:spLocks noGrp="1"/>
          </p:cNvSpPr>
          <p:nvPr>
            <p:ph type="ftr" sz="quarter" idx="16"/>
          </p:nvPr>
        </p:nvSpPr>
        <p:spPr>
          <a:xfrm>
            <a:off x="4846526" y="4778149"/>
            <a:ext cx="3198016" cy="274637"/>
          </a:xfrm>
        </p:spPr>
        <p:txBody>
          <a:bodyPr/>
          <a:lstStyle/>
          <a:p>
            <a:r>
              <a:rPr lang="en-US"/>
              <a:t>Presentation Name or Footer Copy</a:t>
            </a:r>
          </a:p>
        </p:txBody>
      </p:sp>
      <p:sp>
        <p:nvSpPr>
          <p:cNvPr id="4" name="Text Placeholder 3">
            <a:extLst>
              <a:ext uri="{FF2B5EF4-FFF2-40B4-BE49-F238E27FC236}">
                <a16:creationId xmlns:a16="http://schemas.microsoft.com/office/drawing/2014/main" id="{04FED93B-6EA1-8949-BFE1-1EBEDD0245DE}"/>
              </a:ext>
            </a:extLst>
          </p:cNvPr>
          <p:cNvSpPr>
            <a:spLocks noGrp="1"/>
          </p:cNvSpPr>
          <p:nvPr>
            <p:ph type="body" sz="quarter" idx="4294967295"/>
          </p:nvPr>
        </p:nvSpPr>
        <p:spPr>
          <a:xfrm>
            <a:off x="4858319" y="1759547"/>
            <a:ext cx="3548262" cy="1052478"/>
          </a:xfrm>
        </p:spPr>
        <p:txBody>
          <a:bodyPr>
            <a:noAutofit/>
          </a:bodyPr>
          <a:lstStyle/>
          <a:p>
            <a:pPr marL="0" indent="0">
              <a:buNone/>
            </a:pPr>
            <a:r>
              <a:rPr lang="en-US"/>
              <a:t>At Zoetis, we believe that healthier animals make a healthier world. That’s why we are committed to purpose-driven innovation that is focused on advancing care for animals. We are a global team dedicated to nurturing the world and humankind by advancing care for animals.</a:t>
            </a:r>
          </a:p>
        </p:txBody>
      </p:sp>
      <p:sp>
        <p:nvSpPr>
          <p:cNvPr id="7" name="Text Placeholder 6">
            <a:extLst>
              <a:ext uri="{FF2B5EF4-FFF2-40B4-BE49-F238E27FC236}">
                <a16:creationId xmlns:a16="http://schemas.microsoft.com/office/drawing/2014/main" id="{4F13C780-6DB7-7E42-945B-9D370A7DF540}"/>
              </a:ext>
            </a:extLst>
          </p:cNvPr>
          <p:cNvSpPr>
            <a:spLocks noGrp="1"/>
          </p:cNvSpPr>
          <p:nvPr>
            <p:ph type="body" sz="quarter" idx="12"/>
          </p:nvPr>
        </p:nvSpPr>
        <p:spPr/>
        <p:txBody>
          <a:bodyPr/>
          <a:lstStyle/>
          <a:p>
            <a:r>
              <a:rPr lang="en-US"/>
              <a:t>ABOUT US</a:t>
            </a:r>
          </a:p>
          <a:p>
            <a:endParaRPr lang="en-US"/>
          </a:p>
          <a:p>
            <a:endParaRPr lang="en-US"/>
          </a:p>
          <a:p>
            <a:endParaRPr lang="en-US"/>
          </a:p>
        </p:txBody>
      </p:sp>
      <p:sp>
        <p:nvSpPr>
          <p:cNvPr id="6" name="Title 5">
            <a:extLst>
              <a:ext uri="{FF2B5EF4-FFF2-40B4-BE49-F238E27FC236}">
                <a16:creationId xmlns:a16="http://schemas.microsoft.com/office/drawing/2014/main" id="{0CF9C739-6410-674F-B8C0-6601A5CC1C65}"/>
              </a:ext>
            </a:extLst>
          </p:cNvPr>
          <p:cNvSpPr>
            <a:spLocks noGrp="1"/>
          </p:cNvSpPr>
          <p:nvPr>
            <p:ph type="title"/>
          </p:nvPr>
        </p:nvSpPr>
        <p:spPr>
          <a:xfrm>
            <a:off x="4858319" y="444501"/>
            <a:ext cx="3548262" cy="1315046"/>
          </a:xfrm>
        </p:spPr>
        <p:txBody>
          <a:bodyPr>
            <a:noAutofit/>
          </a:bodyPr>
          <a:lstStyle/>
          <a:p>
            <a:r>
              <a:rPr lang="en-US"/>
              <a:t>About our company</a:t>
            </a:r>
          </a:p>
        </p:txBody>
      </p:sp>
      <p:sp>
        <p:nvSpPr>
          <p:cNvPr id="9" name="Footer Placeholder 4">
            <a:extLst>
              <a:ext uri="{FF2B5EF4-FFF2-40B4-BE49-F238E27FC236}">
                <a16:creationId xmlns:a16="http://schemas.microsoft.com/office/drawing/2014/main" id="{5CA9CA0A-A394-D534-AD6D-0662B9496187}"/>
              </a:ext>
            </a:extLst>
          </p:cNvPr>
          <p:cNvSpPr txBox="1">
            <a:spLocks/>
          </p:cNvSpPr>
          <p:nvPr/>
        </p:nvSpPr>
        <p:spPr>
          <a:xfrm>
            <a:off x="574006" y="4839652"/>
            <a:ext cx="2468429" cy="123111"/>
          </a:xfrm>
          <a:prstGeom prst="rect">
            <a:avLst/>
          </a:prstGeom>
        </p:spPr>
        <p:txBody>
          <a:bodyPr vert="horz" lIns="0" tIns="45720" rIns="0" bIns="45720" rtlCol="0" anchor="ctr">
            <a:noAutofit/>
          </a:bodyPr>
          <a:lstStyle>
            <a:defPPr>
              <a:defRPr lang="en-US"/>
            </a:defPPr>
            <a:lvl1pPr marL="0" algn="l" defTabSz="685800" rtl="0" eaLnBrk="1" latinLnBrk="0" hangingPunct="1">
              <a:defRPr sz="800" kern="1200">
                <a:solidFill>
                  <a:schemeClr val="bg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t>Presentation Name or Footer Copy</a:t>
            </a:r>
          </a:p>
        </p:txBody>
      </p:sp>
      <p:sp>
        <p:nvSpPr>
          <p:cNvPr id="10" name="TextBox 9">
            <a:extLst>
              <a:ext uri="{FF2B5EF4-FFF2-40B4-BE49-F238E27FC236}">
                <a16:creationId xmlns:a16="http://schemas.microsoft.com/office/drawing/2014/main" id="{226DAAE0-52B7-EC87-A5DB-360E26503EF9}"/>
              </a:ext>
            </a:extLst>
          </p:cNvPr>
          <p:cNvSpPr txBox="1"/>
          <p:nvPr/>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84</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46080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31">
            <a:extLst>
              <a:ext uri="{FF2B5EF4-FFF2-40B4-BE49-F238E27FC236}">
                <a16:creationId xmlns:a16="http://schemas.microsoft.com/office/drawing/2014/main" id="{D31D59D7-1658-EF4A-B5F2-3F6907FE28EF}"/>
              </a:ext>
            </a:extLst>
          </p:cNvPr>
          <p:cNvSpPr>
            <a:spLocks noGrp="1"/>
          </p:cNvSpPr>
          <p:nvPr>
            <p:ph type="body" sz="quarter" idx="15"/>
          </p:nvPr>
        </p:nvSpPr>
        <p:spPr>
          <a:xfrm>
            <a:off x="336854" y="3080256"/>
            <a:ext cx="2697480" cy="327125"/>
          </a:xfrm>
        </p:spPr>
        <p:txBody>
          <a:bodyPr/>
          <a:lstStyle/>
          <a:p>
            <a:r>
              <a:rPr lang="en-US"/>
              <a:t>Communities</a:t>
            </a:r>
          </a:p>
        </p:txBody>
      </p:sp>
      <p:sp>
        <p:nvSpPr>
          <p:cNvPr id="31" name="Text Placeholder 30">
            <a:extLst>
              <a:ext uri="{FF2B5EF4-FFF2-40B4-BE49-F238E27FC236}">
                <a16:creationId xmlns:a16="http://schemas.microsoft.com/office/drawing/2014/main" id="{35B37ADC-92D4-8246-B4B4-BA4298EDC719}"/>
              </a:ext>
            </a:extLst>
          </p:cNvPr>
          <p:cNvSpPr>
            <a:spLocks noGrp="1"/>
          </p:cNvSpPr>
          <p:nvPr>
            <p:ph type="body" sz="quarter" idx="13"/>
          </p:nvPr>
        </p:nvSpPr>
        <p:spPr>
          <a:xfrm>
            <a:off x="336854" y="3407596"/>
            <a:ext cx="2697480" cy="1114904"/>
          </a:xfrm>
        </p:spPr>
        <p:txBody>
          <a:bodyPr/>
          <a:lstStyle/>
          <a:p>
            <a:r>
              <a:rPr lang="en-US"/>
              <a:t>Partnerships with colleagues, communities and the people </a:t>
            </a:r>
            <a:br>
              <a:rPr lang="en-US"/>
            </a:br>
            <a:r>
              <a:rPr lang="en-US"/>
              <a:t>who care for animals.</a:t>
            </a:r>
          </a:p>
          <a:p>
            <a:endParaRPr lang="en-US"/>
          </a:p>
          <a:p>
            <a:endParaRPr lang="en-US"/>
          </a:p>
        </p:txBody>
      </p:sp>
      <p:sp>
        <p:nvSpPr>
          <p:cNvPr id="36" name="Text Placeholder 35">
            <a:extLst>
              <a:ext uri="{FF2B5EF4-FFF2-40B4-BE49-F238E27FC236}">
                <a16:creationId xmlns:a16="http://schemas.microsoft.com/office/drawing/2014/main" id="{38F519A4-11F0-9D40-9290-AFF19C7E81B3}"/>
              </a:ext>
            </a:extLst>
          </p:cNvPr>
          <p:cNvSpPr>
            <a:spLocks noGrp="1"/>
          </p:cNvSpPr>
          <p:nvPr>
            <p:ph type="body" sz="quarter" idx="29"/>
          </p:nvPr>
        </p:nvSpPr>
        <p:spPr>
          <a:xfrm>
            <a:off x="6099242" y="3080256"/>
            <a:ext cx="2697480" cy="327125"/>
          </a:xfrm>
        </p:spPr>
        <p:txBody>
          <a:bodyPr/>
          <a:lstStyle/>
          <a:p>
            <a:r>
              <a:rPr lang="en-US"/>
              <a:t>Planet </a:t>
            </a:r>
          </a:p>
        </p:txBody>
      </p:sp>
      <p:sp>
        <p:nvSpPr>
          <p:cNvPr id="37" name="Text Placeholder 36">
            <a:extLst>
              <a:ext uri="{FF2B5EF4-FFF2-40B4-BE49-F238E27FC236}">
                <a16:creationId xmlns:a16="http://schemas.microsoft.com/office/drawing/2014/main" id="{E0B007A1-C18B-CF43-868C-06DC0928FAFB}"/>
              </a:ext>
            </a:extLst>
          </p:cNvPr>
          <p:cNvSpPr>
            <a:spLocks noGrp="1"/>
          </p:cNvSpPr>
          <p:nvPr>
            <p:ph type="body" sz="quarter" idx="30"/>
          </p:nvPr>
        </p:nvSpPr>
        <p:spPr>
          <a:xfrm>
            <a:off x="6099242" y="3407596"/>
            <a:ext cx="2697480" cy="1114904"/>
          </a:xfrm>
        </p:spPr>
        <p:txBody>
          <a:bodyPr/>
          <a:lstStyle/>
          <a:p>
            <a:r>
              <a:rPr lang="en-US"/>
              <a:t>Stewarding resources responsibly and minimizing our impact.</a:t>
            </a:r>
          </a:p>
        </p:txBody>
      </p:sp>
      <p:sp>
        <p:nvSpPr>
          <p:cNvPr id="38" name="Text Placeholder 37">
            <a:extLst>
              <a:ext uri="{FF2B5EF4-FFF2-40B4-BE49-F238E27FC236}">
                <a16:creationId xmlns:a16="http://schemas.microsoft.com/office/drawing/2014/main" id="{C020568C-35A5-824C-94DF-B29846862662}"/>
              </a:ext>
            </a:extLst>
          </p:cNvPr>
          <p:cNvSpPr>
            <a:spLocks noGrp="1"/>
          </p:cNvSpPr>
          <p:nvPr>
            <p:ph type="body" sz="quarter" idx="31"/>
          </p:nvPr>
        </p:nvSpPr>
        <p:spPr>
          <a:xfrm>
            <a:off x="3218048" y="3080256"/>
            <a:ext cx="2697480" cy="327125"/>
          </a:xfrm>
        </p:spPr>
        <p:txBody>
          <a:bodyPr/>
          <a:lstStyle/>
          <a:p>
            <a:r>
              <a:rPr lang="en-US"/>
              <a:t>Animals</a:t>
            </a:r>
          </a:p>
        </p:txBody>
      </p:sp>
      <p:sp>
        <p:nvSpPr>
          <p:cNvPr id="39" name="Text Placeholder 38">
            <a:extLst>
              <a:ext uri="{FF2B5EF4-FFF2-40B4-BE49-F238E27FC236}">
                <a16:creationId xmlns:a16="http://schemas.microsoft.com/office/drawing/2014/main" id="{15655598-DD39-5F40-A4A0-1F6132575F8B}"/>
              </a:ext>
            </a:extLst>
          </p:cNvPr>
          <p:cNvSpPr>
            <a:spLocks noGrp="1"/>
          </p:cNvSpPr>
          <p:nvPr>
            <p:ph type="body" sz="quarter" idx="32"/>
          </p:nvPr>
        </p:nvSpPr>
        <p:spPr>
          <a:xfrm>
            <a:off x="3218048" y="3407596"/>
            <a:ext cx="2697480" cy="1114904"/>
          </a:xfrm>
        </p:spPr>
        <p:txBody>
          <a:bodyPr/>
          <a:lstStyle/>
          <a:p>
            <a:r>
              <a:rPr lang="en-US"/>
              <a:t>Using our expertise in animal health to solve the biggest sustainability challenges.</a:t>
            </a:r>
          </a:p>
          <a:p>
            <a:endParaRPr lang="en-US"/>
          </a:p>
          <a:p>
            <a:endParaRPr lang="en-US"/>
          </a:p>
        </p:txBody>
      </p:sp>
      <p:sp>
        <p:nvSpPr>
          <p:cNvPr id="29" name="Title 28">
            <a:extLst>
              <a:ext uri="{FF2B5EF4-FFF2-40B4-BE49-F238E27FC236}">
                <a16:creationId xmlns:a16="http://schemas.microsoft.com/office/drawing/2014/main" id="{980B85C5-B351-DC42-805E-74BDA75A4071}"/>
              </a:ext>
            </a:extLst>
          </p:cNvPr>
          <p:cNvSpPr>
            <a:spLocks noGrp="1"/>
          </p:cNvSpPr>
          <p:nvPr>
            <p:ph type="title"/>
          </p:nvPr>
        </p:nvSpPr>
        <p:spPr/>
        <p:txBody>
          <a:bodyPr/>
          <a:lstStyle/>
          <a:p>
            <a:r>
              <a:rPr lang="en-US"/>
              <a:t>Driven to Care</a:t>
            </a:r>
          </a:p>
        </p:txBody>
      </p:sp>
      <p:sp>
        <p:nvSpPr>
          <p:cNvPr id="30" name="Text Placeholder 29">
            <a:extLst>
              <a:ext uri="{FF2B5EF4-FFF2-40B4-BE49-F238E27FC236}">
                <a16:creationId xmlns:a16="http://schemas.microsoft.com/office/drawing/2014/main" id="{262A8C00-4B7C-7E45-80ED-3A8A8E2AFA67}"/>
              </a:ext>
            </a:extLst>
          </p:cNvPr>
          <p:cNvSpPr>
            <a:spLocks noGrp="1"/>
          </p:cNvSpPr>
          <p:nvPr>
            <p:ph type="body" sz="quarter" idx="36"/>
          </p:nvPr>
        </p:nvSpPr>
        <p:spPr/>
        <p:txBody>
          <a:bodyPr/>
          <a:lstStyle/>
          <a:p>
            <a:r>
              <a:rPr lang="en-US"/>
              <a:t>OUR SUSTAINABILITY STRATEGY</a:t>
            </a:r>
          </a:p>
        </p:txBody>
      </p:sp>
      <p:pic>
        <p:nvPicPr>
          <p:cNvPr id="29702" name="Picture 6">
            <a:extLst>
              <a:ext uri="{FF2B5EF4-FFF2-40B4-BE49-F238E27FC236}">
                <a16:creationId xmlns:a16="http://schemas.microsoft.com/office/drawing/2014/main" id="{14D08601-0106-0C97-86CF-218C595CBFC2}"/>
              </a:ext>
            </a:extLst>
          </p:cNvPr>
          <p:cNvPicPr>
            <a:picLocks noGrp="1" noChangeAspect="1" noChangeArrowheads="1"/>
          </p:cNvPicPr>
          <p:nvPr>
            <p:ph type="pic" sz="quarter" idx="28"/>
          </p:nvPr>
        </p:nvPicPr>
        <p:blipFill>
          <a:blip r:embed="rId3" cstate="email">
            <a:extLst>
              <a:ext uri="{28A0092B-C50C-407E-A947-70E740481C1C}">
                <a14:useLocalDpi xmlns:a14="http://schemas.microsoft.com/office/drawing/2010/main"/>
              </a:ext>
            </a:extLst>
          </a:blip>
          <a:srcRect/>
          <a:stretch>
            <a:fillRect/>
          </a:stretch>
        </p:blipFill>
        <p:spPr bwMode="auto">
          <a:xfrm>
            <a:off x="6099242" y="1274815"/>
            <a:ext cx="2697480" cy="1628718"/>
          </a:xfrm>
          <a:prstGeom prst="rect">
            <a:avLst/>
          </a:prstGeom>
          <a:noFill/>
          <a:extLst>
            <a:ext uri="{909E8E84-426E-40DD-AFC4-6F175D3DCCD1}">
              <a14:hiddenFill xmlns:a14="http://schemas.microsoft.com/office/drawing/2010/main">
                <a:solidFill>
                  <a:srgbClr val="FFFFFF"/>
                </a:solidFill>
              </a14:hiddenFill>
            </a:ext>
          </a:extLst>
        </p:spPr>
      </p:pic>
      <p:pic>
        <p:nvPicPr>
          <p:cNvPr id="29704" name="Picture 8">
            <a:extLst>
              <a:ext uri="{FF2B5EF4-FFF2-40B4-BE49-F238E27FC236}">
                <a16:creationId xmlns:a16="http://schemas.microsoft.com/office/drawing/2014/main" id="{2BBF0D82-AAC1-167C-11BB-C3B47EA6348F}"/>
              </a:ext>
            </a:extLst>
          </p:cNvPr>
          <p:cNvPicPr>
            <a:picLocks noGrp="1" noChangeAspect="1" noChangeArrowheads="1"/>
          </p:cNvPicPr>
          <p:nvPr>
            <p:ph type="pic" sz="quarter" idx="26"/>
          </p:nvPr>
        </p:nvPicPr>
        <p:blipFill rotWithShape="1">
          <a:blip r:embed="rId4" cstate="email">
            <a:extLst>
              <a:ext uri="{28A0092B-C50C-407E-A947-70E740481C1C}">
                <a14:useLocalDpi xmlns:a14="http://schemas.microsoft.com/office/drawing/2010/main"/>
              </a:ext>
            </a:extLst>
          </a:blip>
          <a:srcRect/>
          <a:stretch/>
        </p:blipFill>
        <p:spPr bwMode="auto">
          <a:xfrm>
            <a:off x="336854" y="1295814"/>
            <a:ext cx="2697480" cy="1628718"/>
          </a:xfrm>
          <a:prstGeom prst="rect">
            <a:avLst/>
          </a:prstGeom>
          <a:noFill/>
          <a:extLst>
            <a:ext uri="{909E8E84-426E-40DD-AFC4-6F175D3DCCD1}">
              <a14:hiddenFill xmlns:a14="http://schemas.microsoft.com/office/drawing/2010/main">
                <a:solidFill>
                  <a:srgbClr val="FFFFFF"/>
                </a:solidFill>
              </a14:hiddenFill>
            </a:ext>
          </a:extLst>
        </p:spPr>
      </p:pic>
      <p:pic>
        <p:nvPicPr>
          <p:cNvPr id="29706" name="Picture 10">
            <a:extLst>
              <a:ext uri="{FF2B5EF4-FFF2-40B4-BE49-F238E27FC236}">
                <a16:creationId xmlns:a16="http://schemas.microsoft.com/office/drawing/2014/main" id="{DC5B82D9-F84F-41BE-F1C4-CAC02D12A2FE}"/>
              </a:ext>
            </a:extLst>
          </p:cNvPr>
          <p:cNvPicPr>
            <a:picLocks noGrp="1" noChangeAspect="1" noChangeArrowheads="1"/>
          </p:cNvPicPr>
          <p:nvPr>
            <p:ph type="pic" sz="quarter" idx="27"/>
          </p:nvPr>
        </p:nvPicPr>
        <p:blipFill rotWithShape="1">
          <a:blip r:embed="rId5" cstate="email">
            <a:extLst>
              <a:ext uri="{28A0092B-C50C-407E-A947-70E740481C1C}">
                <a14:useLocalDpi xmlns:a14="http://schemas.microsoft.com/office/drawing/2010/main"/>
              </a:ext>
            </a:extLst>
          </a:blip>
          <a:srcRect/>
          <a:stretch/>
        </p:blipFill>
        <p:spPr bwMode="auto">
          <a:xfrm>
            <a:off x="3218048" y="1274815"/>
            <a:ext cx="2697480" cy="1628718"/>
          </a:xfrm>
          <a:prstGeom prst="rect">
            <a:avLst/>
          </a:prstGeom>
          <a:noFill/>
          <a:extLst>
            <a:ext uri="{909E8E84-426E-40DD-AFC4-6F175D3DCCD1}">
              <a14:hiddenFill xmlns:a14="http://schemas.microsoft.com/office/drawing/2010/main">
                <a:solidFill>
                  <a:srgbClr val="FFFFFF"/>
                </a:solidFill>
              </a14:hiddenFill>
            </a:ext>
          </a:extLst>
        </p:spPr>
      </p:pic>
      <p:sp>
        <p:nvSpPr>
          <p:cNvPr id="15" name="Footer Placeholder 4">
            <a:extLst>
              <a:ext uri="{FF2B5EF4-FFF2-40B4-BE49-F238E27FC236}">
                <a16:creationId xmlns:a16="http://schemas.microsoft.com/office/drawing/2014/main" id="{23F5F47E-FABB-BE4B-6938-89745F3DD55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41572327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7F55DA7B-D6C0-743E-16ED-628F420F76E1}"/>
              </a:ext>
            </a:extLst>
          </p:cNvPr>
          <p:cNvPicPr>
            <a:picLocks noGrp="1" noChangeAspect="1" noChangeArrowheads="1"/>
          </p:cNvPicPr>
          <p:nvPr>
            <p:ph type="pic" sz="quarter" idx="18"/>
          </p:nvPr>
        </p:nvPicPr>
        <p:blipFill rotWithShape="1">
          <a:blip r:embed="rId3" cstate="email">
            <a:extLst>
              <a:ext uri="{28A0092B-C50C-407E-A947-70E740481C1C}">
                <a14:useLocalDpi xmlns:a14="http://schemas.microsoft.com/office/drawing/2010/main"/>
              </a:ext>
            </a:extLst>
          </a:blip>
          <a:srcRect/>
          <a:stretch/>
        </p:blipFill>
        <p:spPr bwMode="auto">
          <a:xfrm>
            <a:off x="4552950" y="0"/>
            <a:ext cx="4591050" cy="5143500"/>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4">
            <a:extLst>
              <a:ext uri="{FF2B5EF4-FFF2-40B4-BE49-F238E27FC236}">
                <a16:creationId xmlns:a16="http://schemas.microsoft.com/office/drawing/2014/main" id="{322EB8B6-58A0-1D4B-93DD-189D0B4EAE15}"/>
              </a:ext>
            </a:extLst>
          </p:cNvPr>
          <p:cNvSpPr>
            <a:spLocks noGrp="1"/>
          </p:cNvSpPr>
          <p:nvPr>
            <p:ph type="title"/>
          </p:nvPr>
        </p:nvSpPr>
        <p:spPr>
          <a:xfrm>
            <a:off x="348744" y="445960"/>
            <a:ext cx="3680645" cy="1237458"/>
          </a:xfrm>
        </p:spPr>
        <p:txBody>
          <a:bodyPr>
            <a:noAutofit/>
          </a:bodyPr>
          <a:lstStyle/>
          <a:p>
            <a:r>
              <a:rPr lang="en-US"/>
              <a:t>Animal health diagnostics portfolio </a:t>
            </a:r>
            <a:br>
              <a:rPr lang="en-US"/>
            </a:br>
            <a:endParaRPr lang="en-US"/>
          </a:p>
        </p:txBody>
      </p:sp>
      <p:sp>
        <p:nvSpPr>
          <p:cNvPr id="5" name="Text Placeholder 4">
            <a:extLst>
              <a:ext uri="{FF2B5EF4-FFF2-40B4-BE49-F238E27FC236}">
                <a16:creationId xmlns:a16="http://schemas.microsoft.com/office/drawing/2014/main" id="{0DAC5D81-A5A7-B943-BAB7-7759E2FBC557}"/>
              </a:ext>
            </a:extLst>
          </p:cNvPr>
          <p:cNvSpPr>
            <a:spLocks noGrp="1"/>
          </p:cNvSpPr>
          <p:nvPr>
            <p:ph type="body" sz="quarter" idx="4294967295"/>
          </p:nvPr>
        </p:nvSpPr>
        <p:spPr>
          <a:xfrm>
            <a:off x="350488" y="1806529"/>
            <a:ext cx="3849723" cy="820131"/>
          </a:xfrm>
        </p:spPr>
        <p:txBody>
          <a:bodyPr>
            <a:noAutofit/>
          </a:bodyPr>
          <a:lstStyle/>
          <a:p>
            <a:pPr marL="0" indent="0">
              <a:buNone/>
            </a:pPr>
            <a:r>
              <a:rPr lang="en-US">
                <a:solidFill>
                  <a:schemeClr val="tx2"/>
                </a:solidFill>
              </a:rPr>
              <a:t>Point-of-care (POC) and reference laboratories provide comprehensive diagnostic testing solutions to our customers</a:t>
            </a:r>
          </a:p>
          <a:p>
            <a:pPr marL="0" indent="0">
              <a:buNone/>
            </a:pPr>
            <a:endParaRPr lang="en-US">
              <a:solidFill>
                <a:schemeClr val="tx2"/>
              </a:solidFill>
            </a:endParaRPr>
          </a:p>
        </p:txBody>
      </p:sp>
      <p:sp>
        <p:nvSpPr>
          <p:cNvPr id="4" name="Text Placeholder 3">
            <a:extLst>
              <a:ext uri="{FF2B5EF4-FFF2-40B4-BE49-F238E27FC236}">
                <a16:creationId xmlns:a16="http://schemas.microsoft.com/office/drawing/2014/main" id="{DD182AA5-DA1C-DB4A-91F4-F3F384EC7A2E}"/>
              </a:ext>
            </a:extLst>
          </p:cNvPr>
          <p:cNvSpPr>
            <a:spLocks noGrp="1"/>
          </p:cNvSpPr>
          <p:nvPr>
            <p:ph type="body" sz="quarter" idx="15"/>
          </p:nvPr>
        </p:nvSpPr>
        <p:spPr>
          <a:xfrm>
            <a:off x="350488" y="2656470"/>
            <a:ext cx="3849723" cy="2010780"/>
          </a:xfrm>
        </p:spPr>
        <p:txBody>
          <a:bodyPr>
            <a:noAutofit/>
          </a:bodyPr>
          <a:lstStyle/>
          <a:p>
            <a:r>
              <a:rPr lang="en-US"/>
              <a:t>Zoetis delivers diagnostic insights for our customers through our broad point-of-care portfolio, featuring the </a:t>
            </a:r>
            <a:r>
              <a:rPr lang="en-US" b="1" err="1"/>
              <a:t>VetScan</a:t>
            </a:r>
            <a:r>
              <a:rPr lang="en-US" b="1"/>
              <a:t>®</a:t>
            </a:r>
            <a:r>
              <a:rPr lang="en-US"/>
              <a:t> family of diagnostic instruments, rapid assay tests and consumables for use in dogs, cats, horses, cattle and pigs. </a:t>
            </a:r>
          </a:p>
          <a:p>
            <a:pPr marL="320040" indent="-171450">
              <a:buFont typeface="Arial" panose="020B0604020202020204" pitchFamily="34" charset="0"/>
              <a:buChar char="•"/>
            </a:pPr>
            <a:r>
              <a:rPr lang="en-US"/>
              <a:t>In 2019, we entered the </a:t>
            </a:r>
            <a:r>
              <a:rPr lang="en-US" b="1"/>
              <a:t>reference laboratory space</a:t>
            </a:r>
            <a:r>
              <a:rPr lang="en-US"/>
              <a:t>, building on our strategy to develop a more comprehensive  diagnostics offering for veterinarians.</a:t>
            </a:r>
          </a:p>
          <a:p>
            <a:pPr marL="320040" indent="-171450">
              <a:buFont typeface="Arial" panose="020B0604020202020204" pitchFamily="34" charset="0"/>
              <a:buChar char="•"/>
            </a:pPr>
            <a:r>
              <a:rPr lang="en-US"/>
              <a:t>Our diagnostic portfolio also includes the </a:t>
            </a:r>
            <a:r>
              <a:rPr lang="en-US" b="1" err="1"/>
              <a:t>AlphaTRAK</a:t>
            </a:r>
            <a:r>
              <a:rPr lang="en-US" b="1"/>
              <a:t>® </a:t>
            </a:r>
            <a:r>
              <a:rPr lang="en-US"/>
              <a:t>blood glucose monitoring system, as well as the </a:t>
            </a:r>
            <a:r>
              <a:rPr lang="en-US" b="1"/>
              <a:t>Witness®, </a:t>
            </a:r>
            <a:r>
              <a:rPr lang="en-US" b="1" err="1"/>
              <a:t>Serelisa</a:t>
            </a:r>
            <a:r>
              <a:rPr lang="en-US" b="1"/>
              <a:t>®, </a:t>
            </a:r>
            <a:r>
              <a:rPr lang="en-US" b="1" err="1"/>
              <a:t>ProFlok</a:t>
            </a:r>
            <a:r>
              <a:rPr lang="en-US" b="1"/>
              <a:t>® and CHEK®</a:t>
            </a:r>
            <a:r>
              <a:rPr lang="en-US"/>
              <a:t> lines of immunodiagnostic test kits.</a:t>
            </a:r>
          </a:p>
          <a:p>
            <a:endParaRPr lang="en-US"/>
          </a:p>
        </p:txBody>
      </p:sp>
      <p:sp>
        <p:nvSpPr>
          <p:cNvPr id="8" name="Text Placeholder 7">
            <a:extLst>
              <a:ext uri="{FF2B5EF4-FFF2-40B4-BE49-F238E27FC236}">
                <a16:creationId xmlns:a16="http://schemas.microsoft.com/office/drawing/2014/main" id="{221D281E-338D-EE4D-9FC4-1185F7E09019}"/>
              </a:ext>
            </a:extLst>
          </p:cNvPr>
          <p:cNvSpPr>
            <a:spLocks noGrp="1"/>
          </p:cNvSpPr>
          <p:nvPr>
            <p:ph type="body" sz="quarter" idx="12"/>
          </p:nvPr>
        </p:nvSpPr>
        <p:spPr/>
        <p:txBody>
          <a:bodyPr/>
          <a:lstStyle/>
          <a:p>
            <a:r>
              <a:rPr lang="en-US"/>
              <a:t>DIVERSE PRODUCT PORTFOLIO</a:t>
            </a:r>
            <a:br>
              <a:rPr lang="en-US"/>
            </a:br>
            <a:endParaRPr lang="en-US"/>
          </a:p>
        </p:txBody>
      </p:sp>
      <p:pic>
        <p:nvPicPr>
          <p:cNvPr id="2" name="Picture 1">
            <a:extLst>
              <a:ext uri="{FF2B5EF4-FFF2-40B4-BE49-F238E27FC236}">
                <a16:creationId xmlns:a16="http://schemas.microsoft.com/office/drawing/2014/main" id="{697379C1-A523-649B-0A22-933A512C31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6" name="Footer Placeholder 4">
            <a:extLst>
              <a:ext uri="{FF2B5EF4-FFF2-40B4-BE49-F238E27FC236}">
                <a16:creationId xmlns:a16="http://schemas.microsoft.com/office/drawing/2014/main" id="{22E95E97-EE3D-EEF1-EE17-0B0BBA51869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33319168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21">
            <a:extLst>
              <a:ext uri="{FF2B5EF4-FFF2-40B4-BE49-F238E27FC236}">
                <a16:creationId xmlns:a16="http://schemas.microsoft.com/office/drawing/2014/main" id="{AA906B46-7448-2367-B132-15048DA0BB8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096000" y="0"/>
            <a:ext cx="3048000" cy="5143500"/>
          </a:xfrm>
          <a:prstGeom prst="rect">
            <a:avLst/>
          </a:prstGeom>
        </p:spPr>
      </p:pic>
      <p:sp>
        <p:nvSpPr>
          <p:cNvPr id="15" name="Title 14">
            <a:extLst>
              <a:ext uri="{FF2B5EF4-FFF2-40B4-BE49-F238E27FC236}">
                <a16:creationId xmlns:a16="http://schemas.microsoft.com/office/drawing/2014/main" id="{322EB8B6-58A0-1D4B-93DD-189D0B4EAE15}"/>
              </a:ext>
            </a:extLst>
          </p:cNvPr>
          <p:cNvSpPr>
            <a:spLocks noGrp="1"/>
          </p:cNvSpPr>
          <p:nvPr>
            <p:ph type="title"/>
          </p:nvPr>
        </p:nvSpPr>
        <p:spPr>
          <a:xfrm>
            <a:off x="348743" y="445960"/>
            <a:ext cx="5576037" cy="853597"/>
          </a:xfrm>
        </p:spPr>
        <p:txBody>
          <a:bodyPr>
            <a:noAutofit/>
          </a:bodyPr>
          <a:lstStyle/>
          <a:p>
            <a:r>
              <a:rPr lang="en-US"/>
              <a:t>Leadership in product lifecycle innovation</a:t>
            </a:r>
            <a:br>
              <a:rPr lang="en-US"/>
            </a:br>
            <a:endParaRPr lang="en-US"/>
          </a:p>
        </p:txBody>
      </p:sp>
      <p:sp>
        <p:nvSpPr>
          <p:cNvPr id="8" name="Text Placeholder 7">
            <a:extLst>
              <a:ext uri="{FF2B5EF4-FFF2-40B4-BE49-F238E27FC236}">
                <a16:creationId xmlns:a16="http://schemas.microsoft.com/office/drawing/2014/main" id="{221D281E-338D-EE4D-9FC4-1185F7E09019}"/>
              </a:ext>
            </a:extLst>
          </p:cNvPr>
          <p:cNvSpPr>
            <a:spLocks noGrp="1"/>
          </p:cNvSpPr>
          <p:nvPr>
            <p:ph type="body" sz="quarter" idx="12"/>
          </p:nvPr>
        </p:nvSpPr>
        <p:spPr/>
        <p:txBody>
          <a:bodyPr/>
          <a:lstStyle/>
          <a:p>
            <a:r>
              <a:rPr lang="en-US"/>
              <a:t>DIVERSE PRODUCT PORTFOLIO</a:t>
            </a:r>
            <a:br>
              <a:rPr lang="en-US"/>
            </a:br>
            <a:endParaRPr lang="en-US"/>
          </a:p>
        </p:txBody>
      </p:sp>
      <p:sp>
        <p:nvSpPr>
          <p:cNvPr id="4" name="Text Placeholder 3">
            <a:extLst>
              <a:ext uri="{FF2B5EF4-FFF2-40B4-BE49-F238E27FC236}">
                <a16:creationId xmlns:a16="http://schemas.microsoft.com/office/drawing/2014/main" id="{DD182AA5-DA1C-DB4A-91F4-F3F384EC7A2E}"/>
              </a:ext>
            </a:extLst>
          </p:cNvPr>
          <p:cNvSpPr>
            <a:spLocks noGrp="1"/>
          </p:cNvSpPr>
          <p:nvPr>
            <p:ph type="body" sz="quarter" idx="4294967295"/>
          </p:nvPr>
        </p:nvSpPr>
        <p:spPr>
          <a:xfrm>
            <a:off x="338695" y="2793790"/>
            <a:ext cx="2697480" cy="2050625"/>
          </a:xfrm>
        </p:spPr>
        <p:txBody>
          <a:bodyPr>
            <a:noAutofit/>
          </a:bodyPr>
          <a:lstStyle/>
          <a:p>
            <a:pPr marL="137160" indent="-137160">
              <a:buFont typeface="Arial" panose="020B0604020202020204" pitchFamily="34" charset="0"/>
              <a:buChar char="•"/>
            </a:pPr>
            <a:r>
              <a:rPr lang="en-US" sz="1050"/>
              <a:t>New chemical entities</a:t>
            </a:r>
          </a:p>
          <a:p>
            <a:pPr marL="137160" indent="-137160">
              <a:buFont typeface="Arial" panose="020B0604020202020204" pitchFamily="34" charset="0"/>
              <a:buChar char="•"/>
            </a:pPr>
            <a:r>
              <a:rPr lang="en-US" sz="1050"/>
              <a:t>New antigen targets</a:t>
            </a:r>
          </a:p>
          <a:p>
            <a:pPr marL="137160" indent="-137160">
              <a:buFont typeface="Arial" panose="020B0604020202020204" pitchFamily="34" charset="0"/>
              <a:buChar char="•"/>
            </a:pPr>
            <a:r>
              <a:rPr lang="en-US" sz="1050"/>
              <a:t>New biopharmaceutical approaches </a:t>
            </a:r>
            <a:br>
              <a:rPr lang="en-US" sz="1050"/>
            </a:br>
            <a:r>
              <a:rPr lang="en-US" sz="1050"/>
              <a:t>to prevent or treat disease</a:t>
            </a:r>
          </a:p>
          <a:p>
            <a:pPr marL="137160" indent="-137160">
              <a:buFont typeface="Arial" panose="020B0604020202020204" pitchFamily="34" charset="0"/>
              <a:buChar char="•"/>
            </a:pPr>
            <a:r>
              <a:rPr lang="en-US" sz="1050"/>
              <a:t>Integrating research programs for genetics, diagnostics and core </a:t>
            </a:r>
            <a:br>
              <a:rPr lang="en-US" sz="1050"/>
            </a:br>
            <a:r>
              <a:rPr lang="en-US" sz="1050"/>
              <a:t>product offerings</a:t>
            </a:r>
          </a:p>
          <a:p>
            <a:pPr marL="228600" indent="-228600">
              <a:buFont typeface="Arial" panose="020B0604020202020204" pitchFamily="34" charset="0"/>
              <a:buChar char="•"/>
            </a:pPr>
            <a:endParaRPr lang="en-US" sz="1050"/>
          </a:p>
          <a:p>
            <a:pPr marL="228600" indent="-228600">
              <a:buFont typeface="Arial" panose="020B0604020202020204" pitchFamily="34" charset="0"/>
              <a:buChar char="•"/>
            </a:pPr>
            <a:endParaRPr lang="en-US" sz="1050"/>
          </a:p>
        </p:txBody>
      </p:sp>
      <p:sp>
        <p:nvSpPr>
          <p:cNvPr id="5" name="Text Placeholder 4">
            <a:extLst>
              <a:ext uri="{FF2B5EF4-FFF2-40B4-BE49-F238E27FC236}">
                <a16:creationId xmlns:a16="http://schemas.microsoft.com/office/drawing/2014/main" id="{0DAC5D81-A5A7-B943-BAB7-7759E2FBC557}"/>
              </a:ext>
            </a:extLst>
          </p:cNvPr>
          <p:cNvSpPr>
            <a:spLocks noGrp="1"/>
          </p:cNvSpPr>
          <p:nvPr>
            <p:ph type="body" sz="quarter" idx="4294967295"/>
          </p:nvPr>
        </p:nvSpPr>
        <p:spPr>
          <a:xfrm>
            <a:off x="338695" y="2244625"/>
            <a:ext cx="2697480" cy="402290"/>
          </a:xfrm>
        </p:spPr>
        <p:txBody>
          <a:bodyPr>
            <a:noAutofit/>
          </a:bodyPr>
          <a:lstStyle/>
          <a:p>
            <a:pPr marL="0" indent="0">
              <a:buNone/>
            </a:pPr>
            <a:r>
              <a:rPr lang="en-US" spc="0">
                <a:solidFill>
                  <a:schemeClr val="tx2"/>
                </a:solidFill>
              </a:rPr>
              <a:t>New product </a:t>
            </a:r>
            <a:br>
              <a:rPr lang="en-US" spc="0">
                <a:solidFill>
                  <a:schemeClr val="tx2"/>
                </a:solidFill>
              </a:rPr>
            </a:br>
            <a:r>
              <a:rPr lang="en-US" spc="0">
                <a:solidFill>
                  <a:schemeClr val="tx2"/>
                </a:solidFill>
              </a:rPr>
              <a:t>development</a:t>
            </a:r>
          </a:p>
          <a:p>
            <a:pPr marL="0" indent="0">
              <a:buNone/>
            </a:pPr>
            <a:endParaRPr lang="en-US" spc="0">
              <a:solidFill>
                <a:schemeClr val="tx2"/>
              </a:solidFill>
            </a:endParaRPr>
          </a:p>
          <a:p>
            <a:pPr marL="0" indent="0">
              <a:buNone/>
            </a:pPr>
            <a:endParaRPr lang="en-US" spc="0">
              <a:solidFill>
                <a:schemeClr val="tx2"/>
              </a:solidFill>
            </a:endParaRPr>
          </a:p>
        </p:txBody>
      </p:sp>
      <p:sp>
        <p:nvSpPr>
          <p:cNvPr id="3" name="Text Placeholder 2">
            <a:extLst>
              <a:ext uri="{FF2B5EF4-FFF2-40B4-BE49-F238E27FC236}">
                <a16:creationId xmlns:a16="http://schemas.microsoft.com/office/drawing/2014/main" id="{41D8ECCC-B216-B540-B9C4-65EB42CE4AA0}"/>
              </a:ext>
            </a:extLst>
          </p:cNvPr>
          <p:cNvSpPr>
            <a:spLocks noGrp="1"/>
          </p:cNvSpPr>
          <p:nvPr>
            <p:ph type="body" sz="quarter" idx="4294967295"/>
          </p:nvPr>
        </p:nvSpPr>
        <p:spPr>
          <a:xfrm>
            <a:off x="3227300" y="2244625"/>
            <a:ext cx="2697480" cy="327125"/>
          </a:xfrm>
        </p:spPr>
        <p:txBody>
          <a:bodyPr>
            <a:noAutofit/>
          </a:bodyPr>
          <a:lstStyle/>
          <a:p>
            <a:pPr marL="0" indent="0">
              <a:buNone/>
            </a:pPr>
            <a:r>
              <a:rPr lang="en-US" spc="0">
                <a:solidFill>
                  <a:schemeClr val="tx2"/>
                </a:solidFill>
              </a:rPr>
              <a:t>Product lifecycle </a:t>
            </a:r>
            <a:br>
              <a:rPr lang="en-US" spc="0">
                <a:solidFill>
                  <a:schemeClr val="tx2"/>
                </a:solidFill>
              </a:rPr>
            </a:br>
            <a:r>
              <a:rPr lang="en-US" spc="0">
                <a:solidFill>
                  <a:schemeClr val="tx2"/>
                </a:solidFill>
              </a:rPr>
              <a:t>innovation</a:t>
            </a:r>
          </a:p>
        </p:txBody>
      </p:sp>
      <p:sp>
        <p:nvSpPr>
          <p:cNvPr id="6" name="Text Placeholder 5">
            <a:extLst>
              <a:ext uri="{FF2B5EF4-FFF2-40B4-BE49-F238E27FC236}">
                <a16:creationId xmlns:a16="http://schemas.microsoft.com/office/drawing/2014/main" id="{554B9DAF-E62C-4E45-8E02-D6133E3F2645}"/>
              </a:ext>
            </a:extLst>
          </p:cNvPr>
          <p:cNvSpPr>
            <a:spLocks noGrp="1"/>
          </p:cNvSpPr>
          <p:nvPr>
            <p:ph type="body" sz="quarter" idx="4294967295"/>
          </p:nvPr>
        </p:nvSpPr>
        <p:spPr>
          <a:xfrm>
            <a:off x="3232473" y="2793790"/>
            <a:ext cx="2275698" cy="2050625"/>
          </a:xfrm>
        </p:spPr>
        <p:txBody>
          <a:bodyPr>
            <a:noAutofit/>
          </a:bodyPr>
          <a:lstStyle/>
          <a:p>
            <a:pPr marL="137160" indent="-137160">
              <a:buFont typeface="Arial" panose="020B0604020202020204" pitchFamily="34" charset="0"/>
              <a:buChar char="•"/>
            </a:pPr>
            <a:r>
              <a:rPr lang="en-US" sz="1050"/>
              <a:t>Adapting existing approved products for use in new species</a:t>
            </a:r>
          </a:p>
          <a:p>
            <a:pPr marL="137160" indent="-137160">
              <a:buFont typeface="Arial" panose="020B0604020202020204" pitchFamily="34" charset="0"/>
              <a:buChar char="•"/>
            </a:pPr>
            <a:r>
              <a:rPr lang="en-US" sz="1050"/>
              <a:t>New claims on existing products</a:t>
            </a:r>
          </a:p>
          <a:p>
            <a:pPr marL="137160" indent="-137160">
              <a:buFont typeface="Arial" panose="020B0604020202020204" pitchFamily="34" charset="0"/>
              <a:buChar char="•"/>
            </a:pPr>
            <a:r>
              <a:rPr lang="en-US" sz="1050"/>
              <a:t>Major reformulations</a:t>
            </a:r>
          </a:p>
          <a:p>
            <a:pPr marL="137160" indent="-137160">
              <a:buFont typeface="Arial" panose="020B0604020202020204" pitchFamily="34" charset="0"/>
              <a:buChar char="•"/>
            </a:pPr>
            <a:r>
              <a:rPr lang="en-US" sz="1050"/>
              <a:t>New combinations</a:t>
            </a:r>
          </a:p>
          <a:p>
            <a:pPr marL="137160" indent="-137160">
              <a:buFont typeface="Arial" panose="020B0604020202020204" pitchFamily="34" charset="0"/>
              <a:buChar char="•"/>
            </a:pPr>
            <a:r>
              <a:rPr lang="en-US" sz="1050"/>
              <a:t>Approvals of existing products </a:t>
            </a:r>
            <a:br>
              <a:rPr lang="en-US" sz="1050"/>
            </a:br>
            <a:r>
              <a:rPr lang="en-US" sz="1050"/>
              <a:t>in new countries</a:t>
            </a:r>
          </a:p>
          <a:p>
            <a:pPr marL="137160" indent="-137160">
              <a:buFont typeface="Arial" panose="020B0604020202020204" pitchFamily="34" charset="0"/>
              <a:buChar char="•"/>
            </a:pPr>
            <a:r>
              <a:rPr lang="en-US" sz="1050"/>
              <a:t>Market support</a:t>
            </a:r>
          </a:p>
          <a:p>
            <a:pPr marL="137160" indent="-137160">
              <a:buFont typeface="Arial" panose="020B0604020202020204" pitchFamily="34" charset="0"/>
              <a:buChar char="•"/>
            </a:pPr>
            <a:r>
              <a:rPr lang="en-US" sz="1050"/>
              <a:t>Generic agents</a:t>
            </a:r>
          </a:p>
        </p:txBody>
      </p:sp>
      <p:sp>
        <p:nvSpPr>
          <p:cNvPr id="16" name="Title 14">
            <a:extLst>
              <a:ext uri="{FF2B5EF4-FFF2-40B4-BE49-F238E27FC236}">
                <a16:creationId xmlns:a16="http://schemas.microsoft.com/office/drawing/2014/main" id="{4DA1A246-44C7-FB49-ACDF-FCA5A7BAB0B2}"/>
              </a:ext>
            </a:extLst>
          </p:cNvPr>
          <p:cNvSpPr txBox="1">
            <a:spLocks/>
          </p:cNvSpPr>
          <p:nvPr/>
        </p:nvSpPr>
        <p:spPr>
          <a:xfrm>
            <a:off x="348744" y="1371244"/>
            <a:ext cx="5409800" cy="853597"/>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a:lstStyle>
          <a:p>
            <a:pPr>
              <a:lnSpc>
                <a:spcPct val="100000"/>
              </a:lnSpc>
            </a:pPr>
            <a:r>
              <a:rPr lang="en-US" sz="1400" b="0" spc="0">
                <a:solidFill>
                  <a:schemeClr val="bg2"/>
                </a:solidFill>
              </a:rPr>
              <a:t>R&amp;D is at the core of our efforts to provide innovation outcomes that anticipate the future needs of veterinarians and livestock producers in their local markets around the globe.</a:t>
            </a:r>
          </a:p>
          <a:p>
            <a:pPr>
              <a:lnSpc>
                <a:spcPct val="100000"/>
              </a:lnSpc>
            </a:pPr>
            <a:endParaRPr lang="en-US" sz="1400" b="0" spc="0">
              <a:solidFill>
                <a:schemeClr val="bg2"/>
              </a:solidFill>
            </a:endParaRPr>
          </a:p>
        </p:txBody>
      </p:sp>
      <p:cxnSp>
        <p:nvCxnSpPr>
          <p:cNvPr id="17" name="Straight Connector 16">
            <a:extLst>
              <a:ext uri="{FF2B5EF4-FFF2-40B4-BE49-F238E27FC236}">
                <a16:creationId xmlns:a16="http://schemas.microsoft.com/office/drawing/2014/main" id="{ED46B406-4E9F-EC4B-809A-5D19879C211C}"/>
              </a:ext>
            </a:extLst>
          </p:cNvPr>
          <p:cNvCxnSpPr/>
          <p:nvPr/>
        </p:nvCxnSpPr>
        <p:spPr>
          <a:xfrm>
            <a:off x="2899317" y="2244625"/>
            <a:ext cx="0" cy="2452915"/>
          </a:xfrm>
          <a:prstGeom prst="line">
            <a:avLst/>
          </a:prstGeom>
          <a:ln w="12700">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AD3259A-4BF5-95E3-A5DC-C880B7F63AE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10" name="Footer Placeholder 4">
            <a:extLst>
              <a:ext uri="{FF2B5EF4-FFF2-40B4-BE49-F238E27FC236}">
                <a16:creationId xmlns:a16="http://schemas.microsoft.com/office/drawing/2014/main" id="{E64D6D7D-8DC7-469F-FD5B-7132993CDDD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2890788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462F3A-D8D0-AD40-B3F4-CCF5E42BEDC8}"/>
              </a:ext>
            </a:extLst>
          </p:cNvPr>
          <p:cNvSpPr>
            <a:spLocks noGrp="1"/>
          </p:cNvSpPr>
          <p:nvPr>
            <p:ph type="title"/>
          </p:nvPr>
        </p:nvSpPr>
        <p:spPr/>
        <p:txBody>
          <a:bodyPr/>
          <a:lstStyle/>
          <a:p>
            <a:r>
              <a:rPr lang="en-US"/>
              <a:t>Appendix:</a:t>
            </a:r>
            <a:br>
              <a:rPr lang="en-US"/>
            </a:br>
            <a:r>
              <a:rPr lang="en-US"/>
              <a:t>Template Guides</a:t>
            </a:r>
            <a:br>
              <a:rPr lang="en-US"/>
            </a:br>
            <a:r>
              <a:rPr lang="en-US"/>
              <a:t>and Assets</a:t>
            </a:r>
          </a:p>
        </p:txBody>
      </p:sp>
      <p:sp>
        <p:nvSpPr>
          <p:cNvPr id="4" name="Text Placeholder 3">
            <a:extLst>
              <a:ext uri="{FF2B5EF4-FFF2-40B4-BE49-F238E27FC236}">
                <a16:creationId xmlns:a16="http://schemas.microsoft.com/office/drawing/2014/main" id="{2427A697-815E-FA4E-AC7A-6FF7BF4C106D}"/>
              </a:ext>
            </a:extLst>
          </p:cNvPr>
          <p:cNvSpPr>
            <a:spLocks noGrp="1"/>
          </p:cNvSpPr>
          <p:nvPr>
            <p:ph type="body" sz="quarter" idx="13"/>
          </p:nvPr>
        </p:nvSpPr>
        <p:spPr/>
        <p:txBody>
          <a:bodyPr/>
          <a:lstStyle/>
          <a:p>
            <a:r>
              <a:rPr lang="en-US"/>
              <a:t>POWER POINT TEMPLATE</a:t>
            </a:r>
          </a:p>
        </p:txBody>
      </p:sp>
      <p:sp>
        <p:nvSpPr>
          <p:cNvPr id="2" name="Footer Placeholder 1">
            <a:extLst>
              <a:ext uri="{FF2B5EF4-FFF2-40B4-BE49-F238E27FC236}">
                <a16:creationId xmlns:a16="http://schemas.microsoft.com/office/drawing/2014/main" id="{8D4580CB-8F7B-944D-9B30-75C77C94D4FA}"/>
              </a:ext>
            </a:extLst>
          </p:cNvPr>
          <p:cNvSpPr>
            <a:spLocks noGrp="1"/>
          </p:cNvSpPr>
          <p:nvPr>
            <p:ph type="ftr" sz="quarter" idx="16"/>
          </p:nvPr>
        </p:nvSpPr>
        <p:spPr/>
        <p:txBody>
          <a:bodyPr/>
          <a:lstStyle/>
          <a:p>
            <a:r>
              <a:rPr lang="en-US"/>
              <a:t>Presentation Name or Footer Copy</a:t>
            </a:r>
          </a:p>
        </p:txBody>
      </p:sp>
    </p:spTree>
    <p:extLst>
      <p:ext uri="{BB962C8B-B14F-4D97-AF65-F5344CB8AC3E}">
        <p14:creationId xmlns:p14="http://schemas.microsoft.com/office/powerpoint/2010/main" val="21670521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572166-72E6-DC4B-B2F2-57F7A98B3FD7}"/>
              </a:ext>
            </a:extLst>
          </p:cNvPr>
          <p:cNvSpPr>
            <a:spLocks noGrp="1"/>
          </p:cNvSpPr>
          <p:nvPr>
            <p:ph type="title"/>
          </p:nvPr>
        </p:nvSpPr>
        <p:spPr/>
        <p:txBody>
          <a:bodyPr/>
          <a:lstStyle/>
          <a:p>
            <a:r>
              <a:rPr lang="en-US"/>
              <a:t>The Rail</a:t>
            </a:r>
          </a:p>
        </p:txBody>
      </p:sp>
      <p:sp>
        <p:nvSpPr>
          <p:cNvPr id="2" name="Text Placeholder 1">
            <a:extLst>
              <a:ext uri="{FF2B5EF4-FFF2-40B4-BE49-F238E27FC236}">
                <a16:creationId xmlns:a16="http://schemas.microsoft.com/office/drawing/2014/main" id="{1B8B70F2-3AA9-3B46-A912-88D27B88AD03}"/>
              </a:ext>
            </a:extLst>
          </p:cNvPr>
          <p:cNvSpPr>
            <a:spLocks noGrp="1"/>
          </p:cNvSpPr>
          <p:nvPr>
            <p:ph type="body" sz="quarter" idx="12"/>
          </p:nvPr>
        </p:nvSpPr>
        <p:spPr/>
        <p:txBody>
          <a:bodyPr/>
          <a:lstStyle/>
          <a:p>
            <a:r>
              <a:rPr lang="en-US"/>
              <a:t>TEMPLATE ASSETS</a:t>
            </a:r>
          </a:p>
        </p:txBody>
      </p:sp>
      <p:sp>
        <p:nvSpPr>
          <p:cNvPr id="25" name="Text Placeholder 24">
            <a:extLst>
              <a:ext uri="{FF2B5EF4-FFF2-40B4-BE49-F238E27FC236}">
                <a16:creationId xmlns:a16="http://schemas.microsoft.com/office/drawing/2014/main" id="{5A815733-E416-C34B-9595-757FD62D508F}"/>
              </a:ext>
            </a:extLst>
          </p:cNvPr>
          <p:cNvSpPr>
            <a:spLocks noGrp="1"/>
          </p:cNvSpPr>
          <p:nvPr>
            <p:ph type="body" sz="quarter" idx="4294967295"/>
          </p:nvPr>
        </p:nvSpPr>
        <p:spPr>
          <a:xfrm>
            <a:off x="350488" y="999745"/>
            <a:ext cx="2528273" cy="3423400"/>
          </a:xfrm>
        </p:spPr>
        <p:txBody>
          <a:bodyPr/>
          <a:lstStyle/>
          <a:p>
            <a:pPr marL="0" indent="0">
              <a:buNone/>
            </a:pPr>
            <a:r>
              <a:rPr lang="en-US" sz="1000" b="0">
                <a:solidFill>
                  <a:schemeClr val="bg2"/>
                </a:solidFill>
              </a:rPr>
              <a:t>Use the rail for presentation cover slides with photography and other slide layouts with headline text over imagery</a:t>
            </a:r>
          </a:p>
          <a:p>
            <a:pPr marL="174625" indent="-174625">
              <a:buFont typeface="+mj-lt"/>
              <a:buAutoNum type="arabicPeriod"/>
            </a:pPr>
            <a:r>
              <a:rPr lang="en-US" sz="1000">
                <a:solidFill>
                  <a:schemeClr val="bg2"/>
                </a:solidFill>
              </a:rPr>
              <a:t>Choosing the right height: </a:t>
            </a:r>
            <a:r>
              <a:rPr lang="en-US" sz="1000" b="0">
                <a:solidFill>
                  <a:schemeClr val="bg2"/>
                </a:solidFill>
              </a:rPr>
              <a:t>Select the rail on the right side of this slide that will match the height of your headline and subtitle copy. Copy and paste the rail to your slide</a:t>
            </a:r>
          </a:p>
          <a:p>
            <a:pPr marL="174625" indent="-174625">
              <a:buFont typeface="+mj-lt"/>
              <a:buAutoNum type="arabicPeriod"/>
            </a:pPr>
            <a:r>
              <a:rPr lang="en-US" sz="1000">
                <a:solidFill>
                  <a:schemeClr val="bg2"/>
                </a:solidFill>
              </a:rPr>
              <a:t>Placement: </a:t>
            </a:r>
            <a:r>
              <a:rPr lang="en-US" sz="1000" b="0">
                <a:solidFill>
                  <a:schemeClr val="bg2"/>
                </a:solidFill>
              </a:rPr>
              <a:t>Anchor to left edge and align vertically to match copy:</a:t>
            </a:r>
          </a:p>
          <a:p>
            <a:pPr marL="0" indent="0">
              <a:buNone/>
            </a:pPr>
            <a:r>
              <a:rPr lang="en-US" sz="1000" b="0">
                <a:solidFill>
                  <a:schemeClr val="bg2"/>
                </a:solidFill>
              </a:rPr>
              <a:t>Please remember the Rail is a Zoetis brand asset, please…</a:t>
            </a:r>
          </a:p>
          <a:p>
            <a:pPr marL="169863" indent="-169863">
              <a:spcAft>
                <a:spcPts val="0"/>
              </a:spcAft>
              <a:buFont typeface="Arial" panose="020B0604020202020204" pitchFamily="34" charset="0"/>
              <a:buChar char="•"/>
            </a:pPr>
            <a:r>
              <a:rPr lang="en-US" sz="1000" b="0">
                <a:solidFill>
                  <a:schemeClr val="bg2"/>
                </a:solidFill>
              </a:rPr>
              <a:t>Don’t scale or distort the asset</a:t>
            </a:r>
          </a:p>
          <a:p>
            <a:pPr marL="169863" indent="-169863">
              <a:spcAft>
                <a:spcPts val="0"/>
              </a:spcAft>
              <a:buFont typeface="Arial" panose="020B0604020202020204" pitchFamily="34" charset="0"/>
              <a:buChar char="•"/>
            </a:pPr>
            <a:r>
              <a:rPr lang="en-US" sz="1000" b="0">
                <a:solidFill>
                  <a:schemeClr val="bg2"/>
                </a:solidFill>
              </a:rPr>
              <a:t>Don’t change the color. The rail is always orange.</a:t>
            </a:r>
          </a:p>
          <a:p>
            <a:pPr marL="169863" indent="-169863">
              <a:spcAft>
                <a:spcPts val="0"/>
              </a:spcAft>
              <a:buFont typeface="Arial" panose="020B0604020202020204" pitchFamily="34" charset="0"/>
              <a:buChar char="•"/>
            </a:pPr>
            <a:r>
              <a:rPr lang="en-US" sz="1000" b="0">
                <a:solidFill>
                  <a:schemeClr val="bg2"/>
                </a:solidFill>
              </a:rPr>
              <a:t>Don’t add copy or text inside the rail.</a:t>
            </a:r>
          </a:p>
          <a:p>
            <a:pPr marL="169863" indent="-169863">
              <a:spcAft>
                <a:spcPts val="0"/>
              </a:spcAft>
              <a:buFont typeface="Arial" panose="020B0604020202020204" pitchFamily="34" charset="0"/>
              <a:buChar char="•"/>
            </a:pPr>
            <a:r>
              <a:rPr lang="en-US" sz="1000" b="0">
                <a:solidFill>
                  <a:schemeClr val="bg2"/>
                </a:solidFill>
              </a:rPr>
              <a:t>Don’t place the rail on a flood of any</a:t>
            </a:r>
            <a:br>
              <a:rPr lang="en-US" sz="1000" b="0">
                <a:solidFill>
                  <a:schemeClr val="bg2"/>
                </a:solidFill>
              </a:rPr>
            </a:br>
            <a:r>
              <a:rPr lang="en-US" sz="1000" b="0">
                <a:solidFill>
                  <a:schemeClr val="bg2"/>
                </a:solidFill>
              </a:rPr>
              <a:t>color. Only use over photography.</a:t>
            </a:r>
          </a:p>
          <a:p>
            <a:pPr marL="169863" indent="-169863">
              <a:spcAft>
                <a:spcPts val="0"/>
              </a:spcAft>
              <a:buFont typeface="Arial" panose="020B0604020202020204" pitchFamily="34" charset="0"/>
              <a:buChar char="•"/>
            </a:pPr>
            <a:r>
              <a:rPr lang="en-US" sz="1000" b="0">
                <a:solidFill>
                  <a:schemeClr val="bg2"/>
                </a:solidFill>
              </a:rPr>
              <a:t>Don’t rotate the rail, so you can</a:t>
            </a:r>
            <a:br>
              <a:rPr lang="en-US" sz="1000" b="0">
                <a:solidFill>
                  <a:schemeClr val="bg2"/>
                </a:solidFill>
              </a:rPr>
            </a:br>
            <a:r>
              <a:rPr lang="en-US" sz="1000" b="0">
                <a:solidFill>
                  <a:schemeClr val="bg2"/>
                </a:solidFill>
              </a:rPr>
              <a:t>anchor it to the top, bottom or right</a:t>
            </a:r>
            <a:br>
              <a:rPr lang="en-US" sz="1000" b="0">
                <a:solidFill>
                  <a:schemeClr val="bg2"/>
                </a:solidFill>
              </a:rPr>
            </a:br>
            <a:r>
              <a:rPr lang="en-US" sz="1000" b="0">
                <a:solidFill>
                  <a:schemeClr val="bg2"/>
                </a:solidFill>
              </a:rPr>
              <a:t>side of a layout.</a:t>
            </a:r>
          </a:p>
        </p:txBody>
      </p:sp>
      <p:sp>
        <p:nvSpPr>
          <p:cNvPr id="43" name="Rectangle: Top Corners Rounded 42">
            <a:extLst>
              <a:ext uri="{FF2B5EF4-FFF2-40B4-BE49-F238E27FC236}">
                <a16:creationId xmlns:a16="http://schemas.microsoft.com/office/drawing/2014/main" id="{2109CF87-6DEB-2D3A-7025-10FF70FA33E9}"/>
              </a:ext>
            </a:extLst>
          </p:cNvPr>
          <p:cNvSpPr/>
          <p:nvPr/>
        </p:nvSpPr>
        <p:spPr>
          <a:xfrm rot="5400000">
            <a:off x="3129541" y="727433"/>
            <a:ext cx="573327"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4" name="Rectangle: Top Corners Rounded 43">
            <a:extLst>
              <a:ext uri="{FF2B5EF4-FFF2-40B4-BE49-F238E27FC236}">
                <a16:creationId xmlns:a16="http://schemas.microsoft.com/office/drawing/2014/main" id="{3C9C536C-42DE-513D-80CC-DB590D801E89}"/>
              </a:ext>
            </a:extLst>
          </p:cNvPr>
          <p:cNvSpPr/>
          <p:nvPr/>
        </p:nvSpPr>
        <p:spPr>
          <a:xfrm rot="5400000">
            <a:off x="3563770" y="872212"/>
            <a:ext cx="862886"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5" name="Rectangle: Top Corners Rounded 44">
            <a:extLst>
              <a:ext uri="{FF2B5EF4-FFF2-40B4-BE49-F238E27FC236}">
                <a16:creationId xmlns:a16="http://schemas.microsoft.com/office/drawing/2014/main" id="{8A0794E6-1A1B-A61D-4032-C56CCC9A515F}"/>
              </a:ext>
            </a:extLst>
          </p:cNvPr>
          <p:cNvSpPr/>
          <p:nvPr/>
        </p:nvSpPr>
        <p:spPr>
          <a:xfrm rot="5400000">
            <a:off x="4000898" y="1014098"/>
            <a:ext cx="1146656"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6" name="Rectangle: Top Corners Rounded 45">
            <a:extLst>
              <a:ext uri="{FF2B5EF4-FFF2-40B4-BE49-F238E27FC236}">
                <a16:creationId xmlns:a16="http://schemas.microsoft.com/office/drawing/2014/main" id="{573FE03E-D1B4-D2A4-97A0-BFE4A44E3CFC}"/>
              </a:ext>
            </a:extLst>
          </p:cNvPr>
          <p:cNvSpPr/>
          <p:nvPr/>
        </p:nvSpPr>
        <p:spPr>
          <a:xfrm rot="5400000">
            <a:off x="4394588" y="1199416"/>
            <a:ext cx="1517291"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7" name="Rectangle: Top Corners Rounded 46">
            <a:extLst>
              <a:ext uri="{FF2B5EF4-FFF2-40B4-BE49-F238E27FC236}">
                <a16:creationId xmlns:a16="http://schemas.microsoft.com/office/drawing/2014/main" id="{710F953D-BE15-A46E-D402-7E69434F3E3A}"/>
              </a:ext>
            </a:extLst>
          </p:cNvPr>
          <p:cNvSpPr/>
          <p:nvPr/>
        </p:nvSpPr>
        <p:spPr>
          <a:xfrm rot="5400000">
            <a:off x="4733269" y="1439750"/>
            <a:ext cx="1997960"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8" name="Rectangle: Top Corners Rounded 47">
            <a:extLst>
              <a:ext uri="{FF2B5EF4-FFF2-40B4-BE49-F238E27FC236}">
                <a16:creationId xmlns:a16="http://schemas.microsoft.com/office/drawing/2014/main" id="{76CB6A6A-326B-3C2F-88C1-8B6FFA0CCABA}"/>
              </a:ext>
            </a:extLst>
          </p:cNvPr>
          <p:cNvSpPr/>
          <p:nvPr/>
        </p:nvSpPr>
        <p:spPr>
          <a:xfrm rot="5400000">
            <a:off x="5147230" y="1604800"/>
            <a:ext cx="2328059"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9" name="Rectangle: Top Corners Rounded 48">
            <a:extLst>
              <a:ext uri="{FF2B5EF4-FFF2-40B4-BE49-F238E27FC236}">
                <a16:creationId xmlns:a16="http://schemas.microsoft.com/office/drawing/2014/main" id="{3651F39C-88A3-EF0D-ADE1-B7563AB2B87F}"/>
              </a:ext>
            </a:extLst>
          </p:cNvPr>
          <p:cNvSpPr/>
          <p:nvPr/>
        </p:nvSpPr>
        <p:spPr>
          <a:xfrm rot="5400000">
            <a:off x="5578564" y="1752476"/>
            <a:ext cx="2623411"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0" name="Rectangle: Top Corners Rounded 49">
            <a:extLst>
              <a:ext uri="{FF2B5EF4-FFF2-40B4-BE49-F238E27FC236}">
                <a16:creationId xmlns:a16="http://schemas.microsoft.com/office/drawing/2014/main" id="{4C5440CA-C4CF-950A-81EE-CC7C7E60B85A}"/>
              </a:ext>
            </a:extLst>
          </p:cNvPr>
          <p:cNvSpPr/>
          <p:nvPr/>
        </p:nvSpPr>
        <p:spPr>
          <a:xfrm rot="5400000">
            <a:off x="5876705" y="2033346"/>
            <a:ext cx="3185151"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1" name="Rectangle: Top Corners Rounded 50">
            <a:extLst>
              <a:ext uri="{FF2B5EF4-FFF2-40B4-BE49-F238E27FC236}">
                <a16:creationId xmlns:a16="http://schemas.microsoft.com/office/drawing/2014/main" id="{7BEB56E4-54E5-3C01-8ACC-B5866A13493A}"/>
              </a:ext>
            </a:extLst>
          </p:cNvPr>
          <p:cNvSpPr/>
          <p:nvPr/>
        </p:nvSpPr>
        <p:spPr>
          <a:xfrm rot="5400000">
            <a:off x="6238546" y="2250518"/>
            <a:ext cx="3619496"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2" name="Rectangle: Top Corners Rounded 51">
            <a:extLst>
              <a:ext uri="{FF2B5EF4-FFF2-40B4-BE49-F238E27FC236}">
                <a16:creationId xmlns:a16="http://schemas.microsoft.com/office/drawing/2014/main" id="{267D0087-825E-996C-9CA9-876DF5C0F44B}"/>
              </a:ext>
            </a:extLst>
          </p:cNvPr>
          <p:cNvSpPr/>
          <p:nvPr/>
        </p:nvSpPr>
        <p:spPr>
          <a:xfrm rot="5400000">
            <a:off x="6638030" y="2430046"/>
            <a:ext cx="3978551" cy="173735"/>
          </a:xfrm>
          <a:prstGeom prst="round2SameRect">
            <a:avLst>
              <a:gd name="adj1" fmla="val 11184"/>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 name="Footer Placeholder 4">
            <a:extLst>
              <a:ext uri="{FF2B5EF4-FFF2-40B4-BE49-F238E27FC236}">
                <a16:creationId xmlns:a16="http://schemas.microsoft.com/office/drawing/2014/main" id="{769B88F1-71DB-4C76-C55B-2E8F2224B9A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Tree>
    <p:extLst>
      <p:ext uri="{BB962C8B-B14F-4D97-AF65-F5344CB8AC3E}">
        <p14:creationId xmlns:p14="http://schemas.microsoft.com/office/powerpoint/2010/main" val="6420895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40F4025-A160-1B4E-96B5-786D5CAC8A23}"/>
              </a:ext>
            </a:extLst>
          </p:cNvPr>
          <p:cNvSpPr>
            <a:spLocks noGrp="1"/>
          </p:cNvSpPr>
          <p:nvPr>
            <p:ph type="body" sz="quarter" idx="20"/>
          </p:nvPr>
        </p:nvSpPr>
        <p:spPr>
          <a:xfrm>
            <a:off x="336854" y="250372"/>
            <a:ext cx="4085170" cy="167013"/>
          </a:xfrm>
        </p:spPr>
        <p:txBody>
          <a:bodyPr/>
          <a:lstStyle/>
          <a:p>
            <a:r>
              <a:rPr lang="en-US"/>
              <a:t>BRAND ASSETS</a:t>
            </a:r>
          </a:p>
          <a:p>
            <a:endParaRPr lang="en-US"/>
          </a:p>
          <a:p>
            <a:endParaRPr lang="en-US"/>
          </a:p>
        </p:txBody>
      </p:sp>
      <p:sp>
        <p:nvSpPr>
          <p:cNvPr id="3" name="Title 2">
            <a:extLst>
              <a:ext uri="{FF2B5EF4-FFF2-40B4-BE49-F238E27FC236}">
                <a16:creationId xmlns:a16="http://schemas.microsoft.com/office/drawing/2014/main" id="{0C3039F7-FFAC-C245-A483-302C8910E2CA}"/>
              </a:ext>
            </a:extLst>
          </p:cNvPr>
          <p:cNvSpPr>
            <a:spLocks noGrp="1"/>
          </p:cNvSpPr>
          <p:nvPr>
            <p:ph type="title"/>
          </p:nvPr>
        </p:nvSpPr>
        <p:spPr>
          <a:xfrm>
            <a:off x="336854" y="445961"/>
            <a:ext cx="5756704" cy="506940"/>
          </a:xfrm>
        </p:spPr>
        <p:txBody>
          <a:bodyPr>
            <a:noAutofit/>
          </a:bodyPr>
          <a:lstStyle/>
          <a:p>
            <a:r>
              <a:rPr lang="en-US"/>
              <a:t>Color Palette</a:t>
            </a:r>
          </a:p>
        </p:txBody>
      </p:sp>
      <p:sp>
        <p:nvSpPr>
          <p:cNvPr id="34" name="Rectangle 33">
            <a:extLst>
              <a:ext uri="{FF2B5EF4-FFF2-40B4-BE49-F238E27FC236}">
                <a16:creationId xmlns:a16="http://schemas.microsoft.com/office/drawing/2014/main" id="{7E8EABD7-F950-424B-9FCD-DAB8B80F1AE4}"/>
              </a:ext>
            </a:extLst>
          </p:cNvPr>
          <p:cNvSpPr/>
          <p:nvPr/>
        </p:nvSpPr>
        <p:spPr>
          <a:xfrm>
            <a:off x="320101" y="1685122"/>
            <a:ext cx="1237839" cy="248209"/>
          </a:xfrm>
          <a:prstGeom prst="rect">
            <a:avLst/>
          </a:prstGeom>
        </p:spPr>
        <p:txBody>
          <a:bodyPr wrap="none">
            <a:spAutoFit/>
          </a:bodyPr>
          <a:lstStyle/>
          <a:p>
            <a:r>
              <a:rPr lang="en-US" sz="1013" b="1">
                <a:solidFill>
                  <a:schemeClr val="bg1"/>
                </a:solidFill>
              </a:rPr>
              <a:t>ACCENT COLOR</a:t>
            </a:r>
          </a:p>
        </p:txBody>
      </p:sp>
      <p:sp>
        <p:nvSpPr>
          <p:cNvPr id="35" name="Rectangle 34">
            <a:extLst>
              <a:ext uri="{FF2B5EF4-FFF2-40B4-BE49-F238E27FC236}">
                <a16:creationId xmlns:a16="http://schemas.microsoft.com/office/drawing/2014/main" id="{BD0F3D1C-A43C-3C40-9030-357CF9286525}"/>
              </a:ext>
            </a:extLst>
          </p:cNvPr>
          <p:cNvSpPr/>
          <p:nvPr/>
        </p:nvSpPr>
        <p:spPr>
          <a:xfrm>
            <a:off x="362407" y="2194040"/>
            <a:ext cx="1242425" cy="738664"/>
          </a:xfrm>
          <a:prstGeom prst="rect">
            <a:avLst/>
          </a:prstGeom>
        </p:spPr>
        <p:txBody>
          <a:bodyPr wrap="square">
            <a:spAutoFit/>
          </a:bodyPr>
          <a:lstStyle/>
          <a:p>
            <a:r>
              <a:rPr lang="en-US" sz="1050">
                <a:solidFill>
                  <a:schemeClr val="bg1"/>
                </a:solidFill>
              </a:rPr>
              <a:t>R 20</a:t>
            </a:r>
          </a:p>
          <a:p>
            <a:r>
              <a:rPr lang="en-US" sz="1050">
                <a:solidFill>
                  <a:schemeClr val="bg1"/>
                </a:solidFill>
              </a:rPr>
              <a:t>G 121</a:t>
            </a:r>
          </a:p>
          <a:p>
            <a:r>
              <a:rPr lang="en-US" sz="1050">
                <a:solidFill>
                  <a:schemeClr val="bg1"/>
                </a:solidFill>
              </a:rPr>
              <a:t>B 255</a:t>
            </a:r>
          </a:p>
          <a:p>
            <a:r>
              <a:rPr lang="en-US" sz="1050">
                <a:solidFill>
                  <a:schemeClr val="bg1"/>
                </a:solidFill>
              </a:rPr>
              <a:t>Hex #1479FF</a:t>
            </a:r>
          </a:p>
        </p:txBody>
      </p:sp>
      <p:sp>
        <p:nvSpPr>
          <p:cNvPr id="36" name="Rectangle 35">
            <a:extLst>
              <a:ext uri="{FF2B5EF4-FFF2-40B4-BE49-F238E27FC236}">
                <a16:creationId xmlns:a16="http://schemas.microsoft.com/office/drawing/2014/main" id="{935E263B-DE33-E14E-A1F3-77C5C6E5DD28}"/>
              </a:ext>
            </a:extLst>
          </p:cNvPr>
          <p:cNvSpPr/>
          <p:nvPr/>
        </p:nvSpPr>
        <p:spPr>
          <a:xfrm>
            <a:off x="326932" y="1915289"/>
            <a:ext cx="2260555" cy="253916"/>
          </a:xfrm>
          <a:prstGeom prst="rect">
            <a:avLst/>
          </a:prstGeom>
        </p:spPr>
        <p:txBody>
          <a:bodyPr wrap="none">
            <a:spAutoFit/>
          </a:bodyPr>
          <a:lstStyle/>
          <a:p>
            <a:r>
              <a:rPr lang="en-US" sz="1050">
                <a:solidFill>
                  <a:schemeClr val="bg1"/>
                </a:solidFill>
              </a:rPr>
              <a:t>Fonts, Shapes, and Graphics color</a:t>
            </a:r>
          </a:p>
        </p:txBody>
      </p:sp>
      <p:grpSp>
        <p:nvGrpSpPr>
          <p:cNvPr id="2" name="Group 1">
            <a:extLst>
              <a:ext uri="{FF2B5EF4-FFF2-40B4-BE49-F238E27FC236}">
                <a16:creationId xmlns:a16="http://schemas.microsoft.com/office/drawing/2014/main" id="{28B656D2-C2EF-E441-2DAB-B5B96F6B1EFA}"/>
              </a:ext>
            </a:extLst>
          </p:cNvPr>
          <p:cNvGrpSpPr/>
          <p:nvPr/>
        </p:nvGrpSpPr>
        <p:grpSpPr>
          <a:xfrm>
            <a:off x="362407" y="1445192"/>
            <a:ext cx="4209593" cy="1790997"/>
            <a:chOff x="362407" y="1560976"/>
            <a:chExt cx="5473530" cy="1675213"/>
          </a:xfrm>
        </p:grpSpPr>
        <p:sp>
          <p:nvSpPr>
            <p:cNvPr id="24" name="Round Same Side Corner Rectangle 23">
              <a:extLst>
                <a:ext uri="{FF2B5EF4-FFF2-40B4-BE49-F238E27FC236}">
                  <a16:creationId xmlns:a16="http://schemas.microsoft.com/office/drawing/2014/main" id="{66E14D60-F5CE-3241-961B-DE67EAD80BA4}"/>
                </a:ext>
              </a:extLst>
            </p:cNvPr>
            <p:cNvSpPr/>
            <p:nvPr/>
          </p:nvSpPr>
          <p:spPr>
            <a:xfrm>
              <a:off x="362407" y="1560976"/>
              <a:ext cx="1674061" cy="1675213"/>
            </a:xfrm>
            <a:prstGeom prst="round2SameRect">
              <a:avLst>
                <a:gd name="adj1" fmla="val 5212"/>
                <a:gd name="adj2" fmla="val 0"/>
              </a:avLst>
            </a:prstGeom>
            <a:solidFill>
              <a:srgbClr val="F65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 Same Side Corner Rectangle 32">
              <a:extLst>
                <a:ext uri="{FF2B5EF4-FFF2-40B4-BE49-F238E27FC236}">
                  <a16:creationId xmlns:a16="http://schemas.microsoft.com/office/drawing/2014/main" id="{C4FE02A0-50B5-F448-BD06-6999B8B31FF9}"/>
                </a:ext>
              </a:extLst>
            </p:cNvPr>
            <p:cNvSpPr/>
            <p:nvPr/>
          </p:nvSpPr>
          <p:spPr>
            <a:xfrm>
              <a:off x="2262141" y="1560976"/>
              <a:ext cx="1674061" cy="1675213"/>
            </a:xfrm>
            <a:prstGeom prst="round2SameRect">
              <a:avLst>
                <a:gd name="adj1" fmla="val 5212"/>
                <a:gd name="adj2" fmla="val 0"/>
              </a:avLst>
            </a:prstGeom>
            <a:solidFill>
              <a:schemeClr val="bg1"/>
            </a:solid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 Same Side Corner Rectangle 37">
              <a:extLst>
                <a:ext uri="{FF2B5EF4-FFF2-40B4-BE49-F238E27FC236}">
                  <a16:creationId xmlns:a16="http://schemas.microsoft.com/office/drawing/2014/main" id="{59A8453E-EF98-094D-ABA1-D2703E606D58}"/>
                </a:ext>
              </a:extLst>
            </p:cNvPr>
            <p:cNvSpPr/>
            <p:nvPr/>
          </p:nvSpPr>
          <p:spPr>
            <a:xfrm>
              <a:off x="4161876" y="1560976"/>
              <a:ext cx="1674061" cy="1675213"/>
            </a:xfrm>
            <a:prstGeom prst="round2SameRect">
              <a:avLst>
                <a:gd name="adj1" fmla="val 5212"/>
                <a:gd name="adj2"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9582091E-51EB-5648-8401-75FB186423F4}"/>
              </a:ext>
            </a:extLst>
          </p:cNvPr>
          <p:cNvSpPr/>
          <p:nvPr/>
        </p:nvSpPr>
        <p:spPr>
          <a:xfrm>
            <a:off x="402692" y="2063468"/>
            <a:ext cx="723275" cy="424732"/>
          </a:xfrm>
          <a:prstGeom prst="rect">
            <a:avLst/>
          </a:prstGeom>
        </p:spPr>
        <p:txBody>
          <a:bodyPr wrap="none">
            <a:spAutoFit/>
          </a:bodyPr>
          <a:lstStyle/>
          <a:p>
            <a:pPr>
              <a:lnSpc>
                <a:spcPct val="90000"/>
              </a:lnSpc>
            </a:pPr>
            <a:r>
              <a:rPr lang="en-US" sz="1200" b="1">
                <a:solidFill>
                  <a:schemeClr val="bg1"/>
                </a:solidFill>
              </a:rPr>
              <a:t>Zoetis</a:t>
            </a:r>
          </a:p>
          <a:p>
            <a:pPr>
              <a:lnSpc>
                <a:spcPct val="90000"/>
              </a:lnSpc>
            </a:pPr>
            <a:r>
              <a:rPr lang="en-US" sz="1200" b="1">
                <a:solidFill>
                  <a:schemeClr val="bg1"/>
                </a:solidFill>
              </a:rPr>
              <a:t>Orange</a:t>
            </a:r>
          </a:p>
        </p:txBody>
      </p:sp>
      <p:sp>
        <p:nvSpPr>
          <p:cNvPr id="41" name="Rectangle 40">
            <a:extLst>
              <a:ext uri="{FF2B5EF4-FFF2-40B4-BE49-F238E27FC236}">
                <a16:creationId xmlns:a16="http://schemas.microsoft.com/office/drawing/2014/main" id="{5E18ECCA-542E-9C48-B6FE-B5C9C56D7026}"/>
              </a:ext>
            </a:extLst>
          </p:cNvPr>
          <p:cNvSpPr/>
          <p:nvPr/>
        </p:nvSpPr>
        <p:spPr>
          <a:xfrm>
            <a:off x="402692" y="2796028"/>
            <a:ext cx="979755" cy="369332"/>
          </a:xfrm>
          <a:prstGeom prst="rect">
            <a:avLst/>
          </a:prstGeom>
        </p:spPr>
        <p:txBody>
          <a:bodyPr wrap="none">
            <a:spAutoFit/>
          </a:bodyPr>
          <a:lstStyle/>
          <a:p>
            <a:r>
              <a:rPr lang="en-US" sz="900">
                <a:solidFill>
                  <a:schemeClr val="bg1"/>
                </a:solidFill>
              </a:rPr>
              <a:t>R 246 G 92 B 0</a:t>
            </a:r>
          </a:p>
          <a:p>
            <a:r>
              <a:rPr lang="en-US" sz="900">
                <a:solidFill>
                  <a:schemeClr val="bg1"/>
                </a:solidFill>
              </a:rPr>
              <a:t>Hex #F65C00</a:t>
            </a:r>
          </a:p>
        </p:txBody>
      </p:sp>
      <p:sp>
        <p:nvSpPr>
          <p:cNvPr id="45" name="Rectangle 44">
            <a:extLst>
              <a:ext uri="{FF2B5EF4-FFF2-40B4-BE49-F238E27FC236}">
                <a16:creationId xmlns:a16="http://schemas.microsoft.com/office/drawing/2014/main" id="{9FDF640E-86DE-054A-A21F-A44F90726AD1}"/>
              </a:ext>
            </a:extLst>
          </p:cNvPr>
          <p:cNvSpPr/>
          <p:nvPr/>
        </p:nvSpPr>
        <p:spPr>
          <a:xfrm>
            <a:off x="364984" y="3424995"/>
            <a:ext cx="1284913" cy="954107"/>
          </a:xfrm>
          <a:prstGeom prst="rect">
            <a:avLst/>
          </a:prstGeom>
        </p:spPr>
        <p:txBody>
          <a:bodyPr wrap="square" lIns="0" tIns="0" rIns="0" bIns="0">
            <a:noAutofit/>
          </a:bodyPr>
          <a:lstStyle/>
          <a:p>
            <a:r>
              <a:rPr lang="en-US" sz="800" b="1">
                <a:solidFill>
                  <a:schemeClr val="bg2"/>
                </a:solidFill>
              </a:rPr>
              <a:t>Zoetis Orange: </a:t>
            </a:r>
            <a:r>
              <a:rPr lang="en-US" sz="800">
                <a:solidFill>
                  <a:schemeClr val="bg2"/>
                </a:solidFill>
              </a:rPr>
              <a:t>This is the core of our identity. Bright, dynamic and uniquely Zoetis —underscoring our leadership in animal care. Our orange should feature in all brand applications.</a:t>
            </a:r>
          </a:p>
        </p:txBody>
      </p:sp>
      <p:sp>
        <p:nvSpPr>
          <p:cNvPr id="51" name="Rectangle 50">
            <a:extLst>
              <a:ext uri="{FF2B5EF4-FFF2-40B4-BE49-F238E27FC236}">
                <a16:creationId xmlns:a16="http://schemas.microsoft.com/office/drawing/2014/main" id="{60D2D6E1-5152-0D4C-8041-FE588175648B}"/>
              </a:ext>
            </a:extLst>
          </p:cNvPr>
          <p:cNvSpPr/>
          <p:nvPr/>
        </p:nvSpPr>
        <p:spPr>
          <a:xfrm>
            <a:off x="1900781" y="2063468"/>
            <a:ext cx="604653" cy="258532"/>
          </a:xfrm>
          <a:prstGeom prst="rect">
            <a:avLst/>
          </a:prstGeom>
        </p:spPr>
        <p:txBody>
          <a:bodyPr wrap="none">
            <a:spAutoFit/>
          </a:bodyPr>
          <a:lstStyle/>
          <a:p>
            <a:pPr>
              <a:lnSpc>
                <a:spcPct val="90000"/>
              </a:lnSpc>
            </a:pPr>
            <a:r>
              <a:rPr lang="en-US" sz="1200" b="1">
                <a:solidFill>
                  <a:schemeClr val="bg2"/>
                </a:solidFill>
              </a:rPr>
              <a:t>White</a:t>
            </a:r>
          </a:p>
        </p:txBody>
      </p:sp>
      <p:sp>
        <p:nvSpPr>
          <p:cNvPr id="52" name="Rectangle 51">
            <a:extLst>
              <a:ext uri="{FF2B5EF4-FFF2-40B4-BE49-F238E27FC236}">
                <a16:creationId xmlns:a16="http://schemas.microsoft.com/office/drawing/2014/main" id="{36208723-FA8D-D541-92BC-A1B4280B4AA8}"/>
              </a:ext>
            </a:extLst>
          </p:cNvPr>
          <p:cNvSpPr/>
          <p:nvPr/>
        </p:nvSpPr>
        <p:spPr>
          <a:xfrm>
            <a:off x="1900781" y="2796028"/>
            <a:ext cx="1172116" cy="369332"/>
          </a:xfrm>
          <a:prstGeom prst="rect">
            <a:avLst/>
          </a:prstGeom>
        </p:spPr>
        <p:txBody>
          <a:bodyPr wrap="none">
            <a:spAutoFit/>
          </a:bodyPr>
          <a:lstStyle/>
          <a:p>
            <a:r>
              <a:rPr lang="en-US" sz="900">
                <a:solidFill>
                  <a:schemeClr val="bg2"/>
                </a:solidFill>
              </a:rPr>
              <a:t>R 255 G 255 B 255</a:t>
            </a:r>
          </a:p>
          <a:p>
            <a:r>
              <a:rPr lang="en-US" sz="900">
                <a:solidFill>
                  <a:schemeClr val="bg2"/>
                </a:solidFill>
              </a:rPr>
              <a:t>Hex #FFFFFF</a:t>
            </a:r>
          </a:p>
        </p:txBody>
      </p:sp>
      <p:sp>
        <p:nvSpPr>
          <p:cNvPr id="53" name="Rectangle 52">
            <a:extLst>
              <a:ext uri="{FF2B5EF4-FFF2-40B4-BE49-F238E27FC236}">
                <a16:creationId xmlns:a16="http://schemas.microsoft.com/office/drawing/2014/main" id="{EDD95457-C50F-E248-BBAA-AD2FF1ADB484}"/>
              </a:ext>
            </a:extLst>
          </p:cNvPr>
          <p:cNvSpPr/>
          <p:nvPr/>
        </p:nvSpPr>
        <p:spPr>
          <a:xfrm>
            <a:off x="1822004" y="3424995"/>
            <a:ext cx="1284913" cy="830997"/>
          </a:xfrm>
          <a:prstGeom prst="rect">
            <a:avLst/>
          </a:prstGeom>
        </p:spPr>
        <p:txBody>
          <a:bodyPr wrap="square" lIns="0" tIns="0" rIns="0" bIns="0">
            <a:noAutofit/>
          </a:bodyPr>
          <a:lstStyle/>
          <a:p>
            <a:r>
              <a:rPr lang="en-US" sz="800" b="1">
                <a:solidFill>
                  <a:schemeClr val="bg2"/>
                </a:solidFill>
              </a:rPr>
              <a:t>White: </a:t>
            </a:r>
            <a:r>
              <a:rPr lang="en-US" sz="800">
                <a:solidFill>
                  <a:schemeClr val="bg2"/>
                </a:solidFill>
              </a:rPr>
              <a:t>Reinforcing our smart and scientific approach, white mirrors</a:t>
            </a:r>
          </a:p>
          <a:p>
            <a:r>
              <a:rPr lang="en-US" sz="800">
                <a:solidFill>
                  <a:schemeClr val="bg2"/>
                </a:solidFill>
              </a:rPr>
              <a:t>our commitment to innovation. Use it as a background color and at full density within type over imagery.</a:t>
            </a:r>
          </a:p>
        </p:txBody>
      </p:sp>
      <p:sp>
        <p:nvSpPr>
          <p:cNvPr id="57" name="Rectangle 56">
            <a:extLst>
              <a:ext uri="{FF2B5EF4-FFF2-40B4-BE49-F238E27FC236}">
                <a16:creationId xmlns:a16="http://schemas.microsoft.com/office/drawing/2014/main" id="{B0DA8C31-3BCB-C148-965C-5316C2414498}"/>
              </a:ext>
            </a:extLst>
          </p:cNvPr>
          <p:cNvSpPr/>
          <p:nvPr/>
        </p:nvSpPr>
        <p:spPr>
          <a:xfrm>
            <a:off x="3330641" y="2063468"/>
            <a:ext cx="534121" cy="424732"/>
          </a:xfrm>
          <a:prstGeom prst="rect">
            <a:avLst/>
          </a:prstGeom>
        </p:spPr>
        <p:txBody>
          <a:bodyPr wrap="none">
            <a:spAutoFit/>
          </a:bodyPr>
          <a:lstStyle/>
          <a:p>
            <a:pPr>
              <a:lnSpc>
                <a:spcPct val="90000"/>
              </a:lnSpc>
            </a:pPr>
            <a:r>
              <a:rPr lang="en-US" sz="1200" b="1">
                <a:solidFill>
                  <a:schemeClr val="bg1"/>
                </a:solidFill>
              </a:rPr>
              <a:t>Dark</a:t>
            </a:r>
          </a:p>
          <a:p>
            <a:pPr>
              <a:lnSpc>
                <a:spcPct val="90000"/>
              </a:lnSpc>
            </a:pPr>
            <a:r>
              <a:rPr lang="en-US" sz="1200" b="1">
                <a:solidFill>
                  <a:schemeClr val="bg1"/>
                </a:solidFill>
              </a:rPr>
              <a:t>Gray</a:t>
            </a:r>
          </a:p>
        </p:txBody>
      </p:sp>
      <p:sp>
        <p:nvSpPr>
          <p:cNvPr id="58" name="Rectangle 57">
            <a:extLst>
              <a:ext uri="{FF2B5EF4-FFF2-40B4-BE49-F238E27FC236}">
                <a16:creationId xmlns:a16="http://schemas.microsoft.com/office/drawing/2014/main" id="{425F7DA0-679B-7E41-A1DA-202B941894B5}"/>
              </a:ext>
            </a:extLst>
          </p:cNvPr>
          <p:cNvSpPr/>
          <p:nvPr/>
        </p:nvSpPr>
        <p:spPr>
          <a:xfrm>
            <a:off x="3330641" y="2796028"/>
            <a:ext cx="979755" cy="369332"/>
          </a:xfrm>
          <a:prstGeom prst="rect">
            <a:avLst/>
          </a:prstGeom>
        </p:spPr>
        <p:txBody>
          <a:bodyPr wrap="none">
            <a:spAutoFit/>
          </a:bodyPr>
          <a:lstStyle/>
          <a:p>
            <a:r>
              <a:rPr lang="en-US" sz="900">
                <a:solidFill>
                  <a:schemeClr val="bg1"/>
                </a:solidFill>
              </a:rPr>
              <a:t>R 88 G 88 B 88</a:t>
            </a:r>
          </a:p>
          <a:p>
            <a:r>
              <a:rPr lang="en-US" sz="900">
                <a:solidFill>
                  <a:schemeClr val="bg1"/>
                </a:solidFill>
              </a:rPr>
              <a:t>Hex #585858</a:t>
            </a:r>
          </a:p>
        </p:txBody>
      </p:sp>
      <p:sp>
        <p:nvSpPr>
          <p:cNvPr id="59" name="Rectangle 58">
            <a:extLst>
              <a:ext uri="{FF2B5EF4-FFF2-40B4-BE49-F238E27FC236}">
                <a16:creationId xmlns:a16="http://schemas.microsoft.com/office/drawing/2014/main" id="{AAB42419-FBA3-944C-87E2-6903A3B1511C}"/>
              </a:ext>
            </a:extLst>
          </p:cNvPr>
          <p:cNvSpPr/>
          <p:nvPr/>
        </p:nvSpPr>
        <p:spPr>
          <a:xfrm>
            <a:off x="3279025" y="3424995"/>
            <a:ext cx="1292975" cy="707886"/>
          </a:xfrm>
          <a:prstGeom prst="rect">
            <a:avLst/>
          </a:prstGeom>
        </p:spPr>
        <p:txBody>
          <a:bodyPr wrap="square" lIns="0" tIns="0" rIns="0" bIns="0">
            <a:noAutofit/>
          </a:bodyPr>
          <a:lstStyle/>
          <a:p>
            <a:r>
              <a:rPr lang="en-US" sz="800" b="1">
                <a:solidFill>
                  <a:schemeClr val="bg2"/>
                </a:solidFill>
              </a:rPr>
              <a:t>Dark Gray: </a:t>
            </a:r>
            <a:r>
              <a:rPr lang="en-US" sz="800">
                <a:solidFill>
                  <a:schemeClr val="bg2"/>
                </a:solidFill>
              </a:rPr>
              <a:t>Use this gray to add contrast and a touch of sophistication. You should primarily use it for copy.</a:t>
            </a:r>
          </a:p>
        </p:txBody>
      </p:sp>
      <p:sp>
        <p:nvSpPr>
          <p:cNvPr id="60" name="Round Same Side Corner Rectangle 59">
            <a:extLst>
              <a:ext uri="{FF2B5EF4-FFF2-40B4-BE49-F238E27FC236}">
                <a16:creationId xmlns:a16="http://schemas.microsoft.com/office/drawing/2014/main" id="{41D6F6D8-ADEF-5544-9330-33BB631BA4C1}"/>
              </a:ext>
            </a:extLst>
          </p:cNvPr>
          <p:cNvSpPr/>
          <p:nvPr/>
        </p:nvSpPr>
        <p:spPr>
          <a:xfrm>
            <a:off x="5182057" y="2372973"/>
            <a:ext cx="854177" cy="863816"/>
          </a:xfrm>
          <a:prstGeom prst="round2SameRect">
            <a:avLst>
              <a:gd name="adj1" fmla="val 5212"/>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 Same Side Corner Rectangle 61">
            <a:extLst>
              <a:ext uri="{FF2B5EF4-FFF2-40B4-BE49-F238E27FC236}">
                <a16:creationId xmlns:a16="http://schemas.microsoft.com/office/drawing/2014/main" id="{87468806-B3E1-6340-9458-E46E527C4C03}"/>
              </a:ext>
            </a:extLst>
          </p:cNvPr>
          <p:cNvSpPr/>
          <p:nvPr/>
        </p:nvSpPr>
        <p:spPr>
          <a:xfrm>
            <a:off x="6113891" y="2372973"/>
            <a:ext cx="854177" cy="863816"/>
          </a:xfrm>
          <a:prstGeom prst="round2SameRect">
            <a:avLst>
              <a:gd name="adj1" fmla="val 5212"/>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 Same Side Corner Rectangle 73">
            <a:extLst>
              <a:ext uri="{FF2B5EF4-FFF2-40B4-BE49-F238E27FC236}">
                <a16:creationId xmlns:a16="http://schemas.microsoft.com/office/drawing/2014/main" id="{BB21DBAF-8415-8C46-B158-B4DD92FD0D02}"/>
              </a:ext>
            </a:extLst>
          </p:cNvPr>
          <p:cNvSpPr/>
          <p:nvPr/>
        </p:nvSpPr>
        <p:spPr>
          <a:xfrm>
            <a:off x="7038883" y="2372973"/>
            <a:ext cx="854177" cy="863816"/>
          </a:xfrm>
          <a:prstGeom prst="round2SameRect">
            <a:avLst>
              <a:gd name="adj1" fmla="val 5212"/>
              <a:gd name="adj2" fmla="val 0"/>
            </a:avLst>
          </a:prstGeom>
          <a:solidFill>
            <a:srgbClr val="7A6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 Same Side Corner Rectangle 73">
            <a:extLst>
              <a:ext uri="{FF2B5EF4-FFF2-40B4-BE49-F238E27FC236}">
                <a16:creationId xmlns:a16="http://schemas.microsoft.com/office/drawing/2014/main" id="{45AD7627-A143-4E62-DF73-F01BB8FC0AAB}"/>
              </a:ext>
            </a:extLst>
          </p:cNvPr>
          <p:cNvSpPr/>
          <p:nvPr/>
        </p:nvSpPr>
        <p:spPr>
          <a:xfrm>
            <a:off x="7977140" y="2372973"/>
            <a:ext cx="854177" cy="863816"/>
          </a:xfrm>
          <a:prstGeom prst="round2SameRect">
            <a:avLst>
              <a:gd name="adj1" fmla="val 5212"/>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itle 2">
            <a:extLst>
              <a:ext uri="{FF2B5EF4-FFF2-40B4-BE49-F238E27FC236}">
                <a16:creationId xmlns:a16="http://schemas.microsoft.com/office/drawing/2014/main" id="{00C2CD59-28E9-7748-845C-7843F8C4524C}"/>
              </a:ext>
            </a:extLst>
          </p:cNvPr>
          <p:cNvSpPr txBox="1">
            <a:spLocks/>
          </p:cNvSpPr>
          <p:nvPr/>
        </p:nvSpPr>
        <p:spPr>
          <a:xfrm>
            <a:off x="402693" y="1086714"/>
            <a:ext cx="5428816" cy="354547"/>
          </a:xfrm>
          <a:prstGeom prst="rect">
            <a:avLst/>
          </a:prstGeom>
        </p:spPr>
        <p:txBody>
          <a:bodyPr vert="horz" lIns="0" tIns="0" rIns="0" bIns="0" rtlCol="0" anchor="t" anchorCtr="0">
            <a:noAutofit/>
          </a:bodyPr>
          <a:lstStyle>
            <a:lvl1pPr algn="l" defTabSz="685800" rtl="0" eaLnBrk="1" latinLnBrk="0" hangingPunct="1">
              <a:lnSpc>
                <a:spcPct val="75000"/>
              </a:lnSpc>
              <a:spcBef>
                <a:spcPct val="0"/>
              </a:spcBef>
              <a:buNone/>
              <a:defRPr sz="3200" b="1" i="0" kern="1200">
                <a:solidFill>
                  <a:schemeClr val="tx2"/>
                </a:solidFill>
                <a:latin typeface="+mj-lt"/>
                <a:ea typeface="+mj-ea"/>
                <a:cs typeface="Arial" panose="020B0604020202020204" pitchFamily="34" charset="0"/>
              </a:defRPr>
            </a:lvl1pPr>
          </a:lstStyle>
          <a:p>
            <a:r>
              <a:rPr lang="en-US" sz="1800">
                <a:solidFill>
                  <a:schemeClr val="bg2"/>
                </a:solidFill>
              </a:rPr>
              <a:t>Primary Colors:</a:t>
            </a:r>
          </a:p>
        </p:txBody>
      </p:sp>
      <p:sp>
        <p:nvSpPr>
          <p:cNvPr id="73" name="Title 2">
            <a:extLst>
              <a:ext uri="{FF2B5EF4-FFF2-40B4-BE49-F238E27FC236}">
                <a16:creationId xmlns:a16="http://schemas.microsoft.com/office/drawing/2014/main" id="{5C38CDEA-C710-9947-8D45-A1689689E1A8}"/>
              </a:ext>
            </a:extLst>
          </p:cNvPr>
          <p:cNvSpPr txBox="1">
            <a:spLocks/>
          </p:cNvSpPr>
          <p:nvPr/>
        </p:nvSpPr>
        <p:spPr>
          <a:xfrm>
            <a:off x="5178652" y="2015460"/>
            <a:ext cx="3652665" cy="354547"/>
          </a:xfrm>
          <a:prstGeom prst="rect">
            <a:avLst/>
          </a:prstGeom>
        </p:spPr>
        <p:txBody>
          <a:bodyPr vert="horz" lIns="0" tIns="0" rIns="0" bIns="0" rtlCol="0" anchor="t" anchorCtr="0">
            <a:noAutofit/>
          </a:bodyPr>
          <a:lstStyle>
            <a:defPPr>
              <a:defRPr lang="en-US"/>
            </a:defPPr>
            <a:lvl1pPr>
              <a:lnSpc>
                <a:spcPct val="75000"/>
              </a:lnSpc>
              <a:spcBef>
                <a:spcPct val="0"/>
              </a:spcBef>
              <a:buNone/>
              <a:defRPr sz="1800" b="1" i="0">
                <a:solidFill>
                  <a:schemeClr val="bg2"/>
                </a:solidFill>
                <a:latin typeface="+mj-lt"/>
                <a:ea typeface="+mj-ea"/>
                <a:cs typeface="Arial" panose="020B0604020202020204" pitchFamily="34" charset="0"/>
              </a:defRPr>
            </a:lvl1pPr>
          </a:lstStyle>
          <a:p>
            <a:r>
              <a:rPr lang="en-US"/>
              <a:t>Secondary Colors:</a:t>
            </a:r>
          </a:p>
        </p:txBody>
      </p:sp>
      <p:sp>
        <p:nvSpPr>
          <p:cNvPr id="80" name="Rectangle 79">
            <a:extLst>
              <a:ext uri="{FF2B5EF4-FFF2-40B4-BE49-F238E27FC236}">
                <a16:creationId xmlns:a16="http://schemas.microsoft.com/office/drawing/2014/main" id="{BB2EC2A2-60A5-124F-9A67-DC51DDB535B5}"/>
              </a:ext>
            </a:extLst>
          </p:cNvPr>
          <p:cNvSpPr/>
          <p:nvPr/>
        </p:nvSpPr>
        <p:spPr>
          <a:xfrm>
            <a:off x="5191044" y="2560963"/>
            <a:ext cx="556563" cy="341632"/>
          </a:xfrm>
          <a:prstGeom prst="rect">
            <a:avLst/>
          </a:prstGeom>
        </p:spPr>
        <p:txBody>
          <a:bodyPr wrap="none">
            <a:spAutoFit/>
          </a:bodyPr>
          <a:lstStyle/>
          <a:p>
            <a:pPr>
              <a:lnSpc>
                <a:spcPct val="90000"/>
              </a:lnSpc>
            </a:pPr>
            <a:r>
              <a:rPr lang="en-US" sz="900" b="1">
                <a:solidFill>
                  <a:schemeClr val="bg1"/>
                </a:solidFill>
              </a:rPr>
              <a:t>Orchid</a:t>
            </a:r>
          </a:p>
          <a:p>
            <a:pPr>
              <a:lnSpc>
                <a:spcPct val="90000"/>
              </a:lnSpc>
            </a:pPr>
            <a:endParaRPr lang="en-US" sz="900" b="1">
              <a:solidFill>
                <a:schemeClr val="bg1"/>
              </a:solidFill>
            </a:endParaRPr>
          </a:p>
        </p:txBody>
      </p:sp>
      <p:sp>
        <p:nvSpPr>
          <p:cNvPr id="81" name="Rectangle 80">
            <a:extLst>
              <a:ext uri="{FF2B5EF4-FFF2-40B4-BE49-F238E27FC236}">
                <a16:creationId xmlns:a16="http://schemas.microsoft.com/office/drawing/2014/main" id="{3DCFF3C0-39B1-8241-875E-C227703C9015}"/>
              </a:ext>
            </a:extLst>
          </p:cNvPr>
          <p:cNvSpPr/>
          <p:nvPr/>
        </p:nvSpPr>
        <p:spPr>
          <a:xfrm>
            <a:off x="5180845" y="2905011"/>
            <a:ext cx="845103" cy="276999"/>
          </a:xfrm>
          <a:prstGeom prst="rect">
            <a:avLst/>
          </a:prstGeom>
        </p:spPr>
        <p:txBody>
          <a:bodyPr wrap="none">
            <a:spAutoFit/>
          </a:bodyPr>
          <a:lstStyle/>
          <a:p>
            <a:r>
              <a:rPr lang="en-US" sz="600">
                <a:solidFill>
                  <a:schemeClr val="bg1"/>
                </a:solidFill>
              </a:rPr>
              <a:t>R 163 G 144 B 165</a:t>
            </a:r>
          </a:p>
          <a:p>
            <a:r>
              <a:rPr lang="en-US" sz="600">
                <a:solidFill>
                  <a:schemeClr val="bg1"/>
                </a:solidFill>
              </a:rPr>
              <a:t>Hex #A390A5</a:t>
            </a:r>
          </a:p>
        </p:txBody>
      </p:sp>
      <p:sp>
        <p:nvSpPr>
          <p:cNvPr id="86" name="Rectangle 85">
            <a:extLst>
              <a:ext uri="{FF2B5EF4-FFF2-40B4-BE49-F238E27FC236}">
                <a16:creationId xmlns:a16="http://schemas.microsoft.com/office/drawing/2014/main" id="{F3A5351D-5856-F443-84C0-3190EFF18AC4}"/>
              </a:ext>
            </a:extLst>
          </p:cNvPr>
          <p:cNvSpPr/>
          <p:nvPr/>
        </p:nvSpPr>
        <p:spPr>
          <a:xfrm>
            <a:off x="6129846" y="2562173"/>
            <a:ext cx="639919" cy="466281"/>
          </a:xfrm>
          <a:prstGeom prst="rect">
            <a:avLst/>
          </a:prstGeom>
        </p:spPr>
        <p:txBody>
          <a:bodyPr wrap="none">
            <a:spAutoFit/>
          </a:bodyPr>
          <a:lstStyle/>
          <a:p>
            <a:pPr>
              <a:lnSpc>
                <a:spcPct val="90000"/>
              </a:lnSpc>
            </a:pPr>
            <a:r>
              <a:rPr lang="en-US" sz="900" b="1">
                <a:solidFill>
                  <a:schemeClr val="bg1"/>
                </a:solidFill>
              </a:rPr>
              <a:t>Meadow</a:t>
            </a:r>
          </a:p>
          <a:p>
            <a:pPr>
              <a:lnSpc>
                <a:spcPct val="90000"/>
              </a:lnSpc>
            </a:pPr>
            <a:endParaRPr lang="en-US" sz="900" b="1">
              <a:solidFill>
                <a:schemeClr val="bg1"/>
              </a:solidFill>
            </a:endParaRPr>
          </a:p>
          <a:p>
            <a:pPr>
              <a:lnSpc>
                <a:spcPct val="90000"/>
              </a:lnSpc>
            </a:pPr>
            <a:endParaRPr lang="en-US" sz="900" b="1">
              <a:solidFill>
                <a:schemeClr val="bg1"/>
              </a:solidFill>
            </a:endParaRPr>
          </a:p>
        </p:txBody>
      </p:sp>
      <p:sp>
        <p:nvSpPr>
          <p:cNvPr id="87" name="Rectangle 86">
            <a:extLst>
              <a:ext uri="{FF2B5EF4-FFF2-40B4-BE49-F238E27FC236}">
                <a16:creationId xmlns:a16="http://schemas.microsoft.com/office/drawing/2014/main" id="{9BCE394E-44ED-4B46-AB56-F6F67CDDF0FA}"/>
              </a:ext>
            </a:extLst>
          </p:cNvPr>
          <p:cNvSpPr/>
          <p:nvPr/>
        </p:nvSpPr>
        <p:spPr>
          <a:xfrm>
            <a:off x="6119647" y="2906221"/>
            <a:ext cx="845103" cy="276999"/>
          </a:xfrm>
          <a:prstGeom prst="rect">
            <a:avLst/>
          </a:prstGeom>
        </p:spPr>
        <p:txBody>
          <a:bodyPr wrap="none">
            <a:spAutoFit/>
          </a:bodyPr>
          <a:lstStyle/>
          <a:p>
            <a:r>
              <a:rPr lang="en-US" sz="600">
                <a:solidFill>
                  <a:schemeClr val="bg1"/>
                </a:solidFill>
              </a:rPr>
              <a:t>R 145 G 156 B 128</a:t>
            </a:r>
          </a:p>
          <a:p>
            <a:r>
              <a:rPr lang="en-US" sz="600">
                <a:solidFill>
                  <a:schemeClr val="bg1"/>
                </a:solidFill>
              </a:rPr>
              <a:t>Hex #919C80</a:t>
            </a:r>
          </a:p>
        </p:txBody>
      </p:sp>
      <p:sp>
        <p:nvSpPr>
          <p:cNvPr id="88" name="Rectangle 87">
            <a:extLst>
              <a:ext uri="{FF2B5EF4-FFF2-40B4-BE49-F238E27FC236}">
                <a16:creationId xmlns:a16="http://schemas.microsoft.com/office/drawing/2014/main" id="{D1EAC3DB-4D75-EB4F-AC68-2C829F326277}"/>
              </a:ext>
            </a:extLst>
          </p:cNvPr>
          <p:cNvSpPr/>
          <p:nvPr/>
        </p:nvSpPr>
        <p:spPr>
          <a:xfrm>
            <a:off x="7057498" y="2562173"/>
            <a:ext cx="396262" cy="341632"/>
          </a:xfrm>
          <a:prstGeom prst="rect">
            <a:avLst/>
          </a:prstGeom>
        </p:spPr>
        <p:txBody>
          <a:bodyPr wrap="none">
            <a:spAutoFit/>
          </a:bodyPr>
          <a:lstStyle/>
          <a:p>
            <a:pPr>
              <a:lnSpc>
                <a:spcPct val="90000"/>
              </a:lnSpc>
            </a:pPr>
            <a:r>
              <a:rPr lang="en-US" sz="900" b="1">
                <a:solidFill>
                  <a:schemeClr val="bg1"/>
                </a:solidFill>
              </a:rPr>
              <a:t>Soil</a:t>
            </a:r>
          </a:p>
          <a:p>
            <a:pPr>
              <a:lnSpc>
                <a:spcPct val="90000"/>
              </a:lnSpc>
            </a:pPr>
            <a:endParaRPr lang="en-US" sz="900" b="1">
              <a:solidFill>
                <a:schemeClr val="bg1"/>
              </a:solidFill>
            </a:endParaRPr>
          </a:p>
        </p:txBody>
      </p:sp>
      <p:sp>
        <p:nvSpPr>
          <p:cNvPr id="89" name="Rectangle 88">
            <a:extLst>
              <a:ext uri="{FF2B5EF4-FFF2-40B4-BE49-F238E27FC236}">
                <a16:creationId xmlns:a16="http://schemas.microsoft.com/office/drawing/2014/main" id="{89C8A7B4-35B4-B643-9FA8-9B7BB823A9EF}"/>
              </a:ext>
            </a:extLst>
          </p:cNvPr>
          <p:cNvSpPr/>
          <p:nvPr/>
        </p:nvSpPr>
        <p:spPr>
          <a:xfrm>
            <a:off x="7047299" y="2906221"/>
            <a:ext cx="758541" cy="276999"/>
          </a:xfrm>
          <a:prstGeom prst="rect">
            <a:avLst/>
          </a:prstGeom>
        </p:spPr>
        <p:txBody>
          <a:bodyPr wrap="none">
            <a:spAutoFit/>
          </a:bodyPr>
          <a:lstStyle/>
          <a:p>
            <a:r>
              <a:rPr lang="en-US" sz="600">
                <a:solidFill>
                  <a:schemeClr val="bg1"/>
                </a:solidFill>
              </a:rPr>
              <a:t>R 122 G 96 B 69</a:t>
            </a:r>
          </a:p>
          <a:p>
            <a:r>
              <a:rPr lang="en-US" sz="600">
                <a:solidFill>
                  <a:schemeClr val="bg1"/>
                </a:solidFill>
              </a:rPr>
              <a:t>Hex #7A6045</a:t>
            </a:r>
          </a:p>
        </p:txBody>
      </p:sp>
      <p:sp>
        <p:nvSpPr>
          <p:cNvPr id="4" name="Footer Placeholder 4">
            <a:extLst>
              <a:ext uri="{FF2B5EF4-FFF2-40B4-BE49-F238E27FC236}">
                <a16:creationId xmlns:a16="http://schemas.microsoft.com/office/drawing/2014/main" id="{073D8035-5957-24F5-2CFA-BE2D84B4E2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8" name="Rectangle 7">
            <a:extLst>
              <a:ext uri="{FF2B5EF4-FFF2-40B4-BE49-F238E27FC236}">
                <a16:creationId xmlns:a16="http://schemas.microsoft.com/office/drawing/2014/main" id="{61832B90-6493-C72A-C335-DD29B8FA34AC}"/>
              </a:ext>
            </a:extLst>
          </p:cNvPr>
          <p:cNvSpPr/>
          <p:nvPr/>
        </p:nvSpPr>
        <p:spPr>
          <a:xfrm>
            <a:off x="7994404" y="2562173"/>
            <a:ext cx="389850" cy="341632"/>
          </a:xfrm>
          <a:prstGeom prst="rect">
            <a:avLst/>
          </a:prstGeom>
        </p:spPr>
        <p:txBody>
          <a:bodyPr wrap="none">
            <a:spAutoFit/>
          </a:bodyPr>
          <a:lstStyle/>
          <a:p>
            <a:pPr>
              <a:lnSpc>
                <a:spcPct val="90000"/>
              </a:lnSpc>
            </a:pPr>
            <a:r>
              <a:rPr lang="en-US" sz="900" b="1">
                <a:solidFill>
                  <a:schemeClr val="bg1"/>
                </a:solidFill>
              </a:rPr>
              <a:t>Sea</a:t>
            </a:r>
          </a:p>
          <a:p>
            <a:pPr>
              <a:lnSpc>
                <a:spcPct val="90000"/>
              </a:lnSpc>
            </a:pPr>
            <a:endParaRPr lang="en-US" sz="900" b="1">
              <a:solidFill>
                <a:schemeClr val="bg1"/>
              </a:solidFill>
            </a:endParaRPr>
          </a:p>
        </p:txBody>
      </p:sp>
      <p:sp>
        <p:nvSpPr>
          <p:cNvPr id="9" name="Rectangle 8">
            <a:extLst>
              <a:ext uri="{FF2B5EF4-FFF2-40B4-BE49-F238E27FC236}">
                <a16:creationId xmlns:a16="http://schemas.microsoft.com/office/drawing/2014/main" id="{D17C91F1-3CA9-9B7D-B5E2-FE992C6CE5FF}"/>
              </a:ext>
            </a:extLst>
          </p:cNvPr>
          <p:cNvSpPr/>
          <p:nvPr/>
        </p:nvSpPr>
        <p:spPr>
          <a:xfrm>
            <a:off x="7984205" y="2906221"/>
            <a:ext cx="801823" cy="276999"/>
          </a:xfrm>
          <a:prstGeom prst="rect">
            <a:avLst/>
          </a:prstGeom>
        </p:spPr>
        <p:txBody>
          <a:bodyPr wrap="none">
            <a:spAutoFit/>
          </a:bodyPr>
          <a:lstStyle/>
          <a:p>
            <a:r>
              <a:rPr lang="en-US" sz="600">
                <a:solidFill>
                  <a:schemeClr val="bg1"/>
                </a:solidFill>
              </a:rPr>
              <a:t>R 95 G 123 B 131</a:t>
            </a:r>
          </a:p>
          <a:p>
            <a:r>
              <a:rPr lang="en-US" sz="600">
                <a:solidFill>
                  <a:schemeClr val="bg1"/>
                </a:solidFill>
              </a:rPr>
              <a:t>Hex #5F7B83</a:t>
            </a:r>
          </a:p>
        </p:txBody>
      </p:sp>
      <p:sp>
        <p:nvSpPr>
          <p:cNvPr id="10" name="Rectangle 9">
            <a:extLst>
              <a:ext uri="{FF2B5EF4-FFF2-40B4-BE49-F238E27FC236}">
                <a16:creationId xmlns:a16="http://schemas.microsoft.com/office/drawing/2014/main" id="{924FF407-10B3-2028-9518-32812771AA70}"/>
              </a:ext>
            </a:extLst>
          </p:cNvPr>
          <p:cNvSpPr/>
          <p:nvPr/>
        </p:nvSpPr>
        <p:spPr>
          <a:xfrm>
            <a:off x="5178652" y="3424995"/>
            <a:ext cx="3652665" cy="707886"/>
          </a:xfrm>
          <a:prstGeom prst="rect">
            <a:avLst/>
          </a:prstGeom>
        </p:spPr>
        <p:txBody>
          <a:bodyPr wrap="square" lIns="0" tIns="0" rIns="0" bIns="0">
            <a:noAutofit/>
          </a:bodyPr>
          <a:lstStyle/>
          <a:p>
            <a:r>
              <a:rPr lang="en-US" sz="800">
                <a:solidFill>
                  <a:schemeClr val="bg2"/>
                </a:solidFill>
              </a:rPr>
              <a:t>Use the secondary colors for categorization, data visualization and illustrations.</a:t>
            </a:r>
          </a:p>
        </p:txBody>
      </p:sp>
    </p:spTree>
    <p:extLst>
      <p:ext uri="{BB962C8B-B14F-4D97-AF65-F5344CB8AC3E}">
        <p14:creationId xmlns:p14="http://schemas.microsoft.com/office/powerpoint/2010/main" val="40648614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02FFCDAF-376D-EF3A-07DA-9643763BD617}"/>
              </a:ext>
            </a:extLst>
          </p:cNvPr>
          <p:cNvSpPr/>
          <p:nvPr/>
        </p:nvSpPr>
        <p:spPr>
          <a:xfrm>
            <a:off x="336854" y="1248873"/>
            <a:ext cx="2032581" cy="32712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rPr>
              <a:t>Category One</a:t>
            </a:r>
          </a:p>
        </p:txBody>
      </p:sp>
      <p:sp>
        <p:nvSpPr>
          <p:cNvPr id="26" name="Rectangle: Rounded Corners 25">
            <a:extLst>
              <a:ext uri="{FF2B5EF4-FFF2-40B4-BE49-F238E27FC236}">
                <a16:creationId xmlns:a16="http://schemas.microsoft.com/office/drawing/2014/main" id="{C77D8AD8-CDFF-A2D5-640B-496731C29A7A}"/>
              </a:ext>
            </a:extLst>
          </p:cNvPr>
          <p:cNvSpPr/>
          <p:nvPr/>
        </p:nvSpPr>
        <p:spPr>
          <a:xfrm>
            <a:off x="3227300" y="1248873"/>
            <a:ext cx="2032581" cy="32712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rPr>
              <a:t>Category Two</a:t>
            </a:r>
          </a:p>
        </p:txBody>
      </p:sp>
      <p:sp>
        <p:nvSpPr>
          <p:cNvPr id="19" name="Text Placeholder 18">
            <a:extLst>
              <a:ext uri="{FF2B5EF4-FFF2-40B4-BE49-F238E27FC236}">
                <a16:creationId xmlns:a16="http://schemas.microsoft.com/office/drawing/2014/main" id="{1A273829-7CCA-FA65-6BFB-D497131E52A1}"/>
              </a:ext>
            </a:extLst>
          </p:cNvPr>
          <p:cNvSpPr>
            <a:spLocks noGrp="1"/>
          </p:cNvSpPr>
          <p:nvPr>
            <p:ph type="body" sz="quarter" idx="12"/>
          </p:nvPr>
        </p:nvSpPr>
        <p:spPr/>
        <p:txBody>
          <a:bodyPr/>
          <a:lstStyle/>
          <a:p>
            <a:r>
              <a:rPr lang="en-US"/>
              <a:t>SAMPLE CATEGORIZATION</a:t>
            </a:r>
          </a:p>
        </p:txBody>
      </p:sp>
      <p:sp>
        <p:nvSpPr>
          <p:cNvPr id="20" name="Text Placeholder 19">
            <a:extLst>
              <a:ext uri="{FF2B5EF4-FFF2-40B4-BE49-F238E27FC236}">
                <a16:creationId xmlns:a16="http://schemas.microsoft.com/office/drawing/2014/main" id="{C59E0726-28BB-C31A-BD80-F9BB479AF3ED}"/>
              </a:ext>
            </a:extLst>
          </p:cNvPr>
          <p:cNvSpPr>
            <a:spLocks noGrp="1"/>
          </p:cNvSpPr>
          <p:nvPr>
            <p:ph type="body" sz="quarter" idx="13"/>
          </p:nvPr>
        </p:nvSpPr>
        <p:spPr>
          <a:xfrm>
            <a:off x="336854" y="1715585"/>
            <a:ext cx="2697480" cy="1023337"/>
          </a:xfrm>
        </p:spPr>
        <p:txBody>
          <a:bodyPr/>
          <a:lstStyle/>
          <a:p>
            <a:pPr marL="0" indent="0">
              <a:buNone/>
            </a:pPr>
            <a:r>
              <a:rPr lang="en-US" sz="1200"/>
              <a:t>Lorem Ipsum is simply dummy text of the printing and typesetting industry. Lorem Ipsum has been the industry's standard dummy text ever since the 1500s.</a:t>
            </a:r>
          </a:p>
        </p:txBody>
      </p:sp>
      <p:sp>
        <p:nvSpPr>
          <p:cNvPr id="3" name="Title 2">
            <a:extLst>
              <a:ext uri="{FF2B5EF4-FFF2-40B4-BE49-F238E27FC236}">
                <a16:creationId xmlns:a16="http://schemas.microsoft.com/office/drawing/2014/main" id="{10EF7AD0-D5EE-A8B0-356B-134B8BFDC454}"/>
              </a:ext>
            </a:extLst>
          </p:cNvPr>
          <p:cNvSpPr>
            <a:spLocks noGrp="1"/>
          </p:cNvSpPr>
          <p:nvPr>
            <p:ph type="title"/>
          </p:nvPr>
        </p:nvSpPr>
        <p:spPr/>
        <p:txBody>
          <a:bodyPr/>
          <a:lstStyle/>
          <a:p>
            <a:r>
              <a:rPr lang="en-US"/>
              <a:t>Categorization Example</a:t>
            </a:r>
          </a:p>
        </p:txBody>
      </p:sp>
      <p:sp>
        <p:nvSpPr>
          <p:cNvPr id="5" name="Footer Placeholder 4">
            <a:extLst>
              <a:ext uri="{FF2B5EF4-FFF2-40B4-BE49-F238E27FC236}">
                <a16:creationId xmlns:a16="http://schemas.microsoft.com/office/drawing/2014/main" id="{3FDA6E36-77C9-9835-3704-E1578207A670}"/>
              </a:ext>
            </a:extLst>
          </p:cNvPr>
          <p:cNvSpPr>
            <a:spLocks noGrp="1"/>
          </p:cNvSpPr>
          <p:nvPr>
            <p:ph type="ftr" sz="quarter" idx="16"/>
          </p:nvPr>
        </p:nvSpPr>
        <p:spPr/>
        <p:txBody>
          <a:bodyPr/>
          <a:lstStyle/>
          <a:p>
            <a:r>
              <a:rPr lang="en-US"/>
              <a:t>Presentation Name or Footer Copy</a:t>
            </a:r>
          </a:p>
        </p:txBody>
      </p:sp>
      <p:sp>
        <p:nvSpPr>
          <p:cNvPr id="27" name="Text Placeholder 19">
            <a:extLst>
              <a:ext uri="{FF2B5EF4-FFF2-40B4-BE49-F238E27FC236}">
                <a16:creationId xmlns:a16="http://schemas.microsoft.com/office/drawing/2014/main" id="{E313DBB6-79A1-055C-431E-3BE7E848EA7C}"/>
              </a:ext>
            </a:extLst>
          </p:cNvPr>
          <p:cNvSpPr txBox="1">
            <a:spLocks/>
          </p:cNvSpPr>
          <p:nvPr/>
        </p:nvSpPr>
        <p:spPr>
          <a:xfrm>
            <a:off x="3223260" y="1715585"/>
            <a:ext cx="2697480" cy="1023337"/>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200"/>
              <a:t>Lorem Ipsum is simply dummy text of the printing and typesetting industry. Lorem Ipsum has been the industry's standard dummy text ever since the 1500s.</a:t>
            </a:r>
          </a:p>
        </p:txBody>
      </p:sp>
      <p:sp>
        <p:nvSpPr>
          <p:cNvPr id="28" name="Rectangle: Rounded Corners 27">
            <a:extLst>
              <a:ext uri="{FF2B5EF4-FFF2-40B4-BE49-F238E27FC236}">
                <a16:creationId xmlns:a16="http://schemas.microsoft.com/office/drawing/2014/main" id="{7DECF3AC-28BB-5614-7A07-A777F1223055}"/>
              </a:ext>
            </a:extLst>
          </p:cNvPr>
          <p:cNvSpPr/>
          <p:nvPr/>
        </p:nvSpPr>
        <p:spPr>
          <a:xfrm>
            <a:off x="336854" y="3044262"/>
            <a:ext cx="2032581" cy="32712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rPr>
              <a:t>Category Three</a:t>
            </a:r>
          </a:p>
        </p:txBody>
      </p:sp>
      <p:sp>
        <p:nvSpPr>
          <p:cNvPr id="29" name="Rectangle: Rounded Corners 28">
            <a:extLst>
              <a:ext uri="{FF2B5EF4-FFF2-40B4-BE49-F238E27FC236}">
                <a16:creationId xmlns:a16="http://schemas.microsoft.com/office/drawing/2014/main" id="{AE5126BE-0542-8872-0C45-4599253688F1}"/>
              </a:ext>
            </a:extLst>
          </p:cNvPr>
          <p:cNvSpPr/>
          <p:nvPr/>
        </p:nvSpPr>
        <p:spPr>
          <a:xfrm>
            <a:off x="3227300" y="3044262"/>
            <a:ext cx="2032581" cy="32712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rPr>
              <a:t>Category Four</a:t>
            </a:r>
          </a:p>
        </p:txBody>
      </p:sp>
      <p:sp>
        <p:nvSpPr>
          <p:cNvPr id="30" name="Text Placeholder 19">
            <a:extLst>
              <a:ext uri="{FF2B5EF4-FFF2-40B4-BE49-F238E27FC236}">
                <a16:creationId xmlns:a16="http://schemas.microsoft.com/office/drawing/2014/main" id="{5CEDF3A1-B711-8D56-C615-E52D1D774C82}"/>
              </a:ext>
            </a:extLst>
          </p:cNvPr>
          <p:cNvSpPr txBox="1">
            <a:spLocks/>
          </p:cNvSpPr>
          <p:nvPr/>
        </p:nvSpPr>
        <p:spPr>
          <a:xfrm>
            <a:off x="336854" y="3510974"/>
            <a:ext cx="2697480" cy="1023337"/>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200"/>
              <a:t>Lorem Ipsum is simply dummy text of the printing and typesetting industry. Lorem Ipsum has been the industry's standard dummy text ever since the 1500s.</a:t>
            </a:r>
          </a:p>
        </p:txBody>
      </p:sp>
      <p:sp>
        <p:nvSpPr>
          <p:cNvPr id="33" name="Text Placeholder 19">
            <a:extLst>
              <a:ext uri="{FF2B5EF4-FFF2-40B4-BE49-F238E27FC236}">
                <a16:creationId xmlns:a16="http://schemas.microsoft.com/office/drawing/2014/main" id="{E4157925-995C-023C-A4D0-BE2794FBA12D}"/>
              </a:ext>
            </a:extLst>
          </p:cNvPr>
          <p:cNvSpPr txBox="1">
            <a:spLocks/>
          </p:cNvSpPr>
          <p:nvPr/>
        </p:nvSpPr>
        <p:spPr>
          <a:xfrm>
            <a:off x="3223260" y="3510974"/>
            <a:ext cx="2697480" cy="1023337"/>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200"/>
              <a:t>Lorem Ipsum is simply dummy text of the printing and typesetting industry. Lorem Ipsum has been the industry's standard dummy text ever since the 1500s.</a:t>
            </a:r>
          </a:p>
        </p:txBody>
      </p:sp>
      <p:pic>
        <p:nvPicPr>
          <p:cNvPr id="1026" name="Picture 2">
            <a:extLst>
              <a:ext uri="{FF2B5EF4-FFF2-40B4-BE49-F238E27FC236}">
                <a16:creationId xmlns:a16="http://schemas.microsoft.com/office/drawing/2014/main" id="{FF721060-6287-1EDD-D678-879D060F9D04}"/>
              </a:ext>
            </a:extLst>
          </p:cNvPr>
          <p:cNvPicPr>
            <a:picLocks noGrp="1" noChangeAspect="1" noChangeArrowheads="1"/>
          </p:cNvPicPr>
          <p:nvPr>
            <p:ph type="pic" sz="quarter" idx="18"/>
          </p:nvPr>
        </p:nvPicPr>
        <p:blipFill rotWithShape="1">
          <a:blip r:embed="rId2" cstate="email">
            <a:extLst>
              <a:ext uri="{28A0092B-C50C-407E-A947-70E740481C1C}">
                <a14:useLocalDpi xmlns:a14="http://schemas.microsoft.com/office/drawing/2010/main"/>
              </a:ext>
            </a:extLst>
          </a:blip>
          <a:src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45F7B490-5876-31E6-04C1-9A61D897C96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Tree>
    <p:extLst>
      <p:ext uri="{BB962C8B-B14F-4D97-AF65-F5344CB8AC3E}">
        <p14:creationId xmlns:p14="http://schemas.microsoft.com/office/powerpoint/2010/main" val="19641709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1A273829-7CCA-FA65-6BFB-D497131E52A1}"/>
              </a:ext>
            </a:extLst>
          </p:cNvPr>
          <p:cNvSpPr>
            <a:spLocks noGrp="1"/>
          </p:cNvSpPr>
          <p:nvPr>
            <p:ph type="body" sz="quarter" idx="12"/>
          </p:nvPr>
        </p:nvSpPr>
        <p:spPr/>
        <p:txBody>
          <a:bodyPr/>
          <a:lstStyle/>
          <a:p>
            <a:r>
              <a:rPr lang="en-US"/>
              <a:t>SAMPLE CATEGORIZATION</a:t>
            </a:r>
          </a:p>
        </p:txBody>
      </p:sp>
      <p:sp>
        <p:nvSpPr>
          <p:cNvPr id="3" name="Title 2">
            <a:extLst>
              <a:ext uri="{FF2B5EF4-FFF2-40B4-BE49-F238E27FC236}">
                <a16:creationId xmlns:a16="http://schemas.microsoft.com/office/drawing/2014/main" id="{10EF7AD0-D5EE-A8B0-356B-134B8BFDC454}"/>
              </a:ext>
            </a:extLst>
          </p:cNvPr>
          <p:cNvSpPr>
            <a:spLocks noGrp="1"/>
          </p:cNvSpPr>
          <p:nvPr>
            <p:ph type="title"/>
          </p:nvPr>
        </p:nvSpPr>
        <p:spPr/>
        <p:txBody>
          <a:bodyPr/>
          <a:lstStyle/>
          <a:p>
            <a:r>
              <a:rPr lang="en-US"/>
              <a:t>Categorization Example</a:t>
            </a:r>
          </a:p>
        </p:txBody>
      </p:sp>
      <p:sp>
        <p:nvSpPr>
          <p:cNvPr id="5" name="Footer Placeholder 4">
            <a:extLst>
              <a:ext uri="{FF2B5EF4-FFF2-40B4-BE49-F238E27FC236}">
                <a16:creationId xmlns:a16="http://schemas.microsoft.com/office/drawing/2014/main" id="{3FDA6E36-77C9-9835-3704-E1578207A670}"/>
              </a:ext>
            </a:extLst>
          </p:cNvPr>
          <p:cNvSpPr>
            <a:spLocks noGrp="1"/>
          </p:cNvSpPr>
          <p:nvPr>
            <p:ph type="ftr" sz="quarter" idx="16"/>
          </p:nvPr>
        </p:nvSpPr>
        <p:spPr/>
        <p:txBody>
          <a:bodyPr/>
          <a:lstStyle/>
          <a:p>
            <a:r>
              <a:rPr lang="en-US"/>
              <a:t>Presentation Name or Footer Copy</a:t>
            </a:r>
          </a:p>
        </p:txBody>
      </p:sp>
      <p:pic>
        <p:nvPicPr>
          <p:cNvPr id="2050" name="Picture 2">
            <a:extLst>
              <a:ext uri="{FF2B5EF4-FFF2-40B4-BE49-F238E27FC236}">
                <a16:creationId xmlns:a16="http://schemas.microsoft.com/office/drawing/2014/main" id="{6DAD61B9-3570-498E-96C3-C29FEE9CF53B}"/>
              </a:ext>
            </a:extLst>
          </p:cNvPr>
          <p:cNvPicPr>
            <a:picLocks noGrp="1" noChangeAspect="1" noChangeArrowheads="1"/>
          </p:cNvPicPr>
          <p:nvPr>
            <p:ph type="pic" sz="quarter" idx="18"/>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17167B4-88F4-3D96-46A5-492400E948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graphicFrame>
        <p:nvGraphicFramePr>
          <p:cNvPr id="8" name="Table 8">
            <a:extLst>
              <a:ext uri="{FF2B5EF4-FFF2-40B4-BE49-F238E27FC236}">
                <a16:creationId xmlns:a16="http://schemas.microsoft.com/office/drawing/2014/main" id="{E9A132C4-26AB-3758-AE86-9EAFE96FDE31}"/>
              </a:ext>
            </a:extLst>
          </p:cNvPr>
          <p:cNvGraphicFramePr>
            <a:graphicFrameLocks noGrp="1"/>
          </p:cNvGraphicFramePr>
          <p:nvPr>
            <p:extLst>
              <p:ext uri="{D42A27DB-BD31-4B8C-83A1-F6EECF244321}">
                <p14:modId xmlns:p14="http://schemas.microsoft.com/office/powerpoint/2010/main" val="1920409365"/>
              </p:ext>
            </p:extLst>
          </p:nvPr>
        </p:nvGraphicFramePr>
        <p:xfrm>
          <a:off x="336854" y="1042525"/>
          <a:ext cx="5511800" cy="3209525"/>
        </p:xfrm>
        <a:graphic>
          <a:graphicData uri="http://schemas.openxmlformats.org/drawingml/2006/table">
            <a:tbl>
              <a:tblPr bandRow="1">
                <a:tableStyleId>{5C22544A-7EE6-4342-B048-85BDC9FD1C3A}</a:tableStyleId>
              </a:tblPr>
              <a:tblGrid>
                <a:gridCol w="548640">
                  <a:extLst>
                    <a:ext uri="{9D8B030D-6E8A-4147-A177-3AD203B41FA5}">
                      <a16:colId xmlns:a16="http://schemas.microsoft.com/office/drawing/2014/main" val="3878527158"/>
                    </a:ext>
                  </a:extLst>
                </a:gridCol>
                <a:gridCol w="2103120">
                  <a:extLst>
                    <a:ext uri="{9D8B030D-6E8A-4147-A177-3AD203B41FA5}">
                      <a16:colId xmlns:a16="http://schemas.microsoft.com/office/drawing/2014/main" val="3277329169"/>
                    </a:ext>
                  </a:extLst>
                </a:gridCol>
                <a:gridCol w="208280">
                  <a:extLst>
                    <a:ext uri="{9D8B030D-6E8A-4147-A177-3AD203B41FA5}">
                      <a16:colId xmlns:a16="http://schemas.microsoft.com/office/drawing/2014/main" val="3047358673"/>
                    </a:ext>
                  </a:extLst>
                </a:gridCol>
                <a:gridCol w="548640">
                  <a:extLst>
                    <a:ext uri="{9D8B030D-6E8A-4147-A177-3AD203B41FA5}">
                      <a16:colId xmlns:a16="http://schemas.microsoft.com/office/drawing/2014/main" val="4232547453"/>
                    </a:ext>
                  </a:extLst>
                </a:gridCol>
                <a:gridCol w="2103120">
                  <a:extLst>
                    <a:ext uri="{9D8B030D-6E8A-4147-A177-3AD203B41FA5}">
                      <a16:colId xmlns:a16="http://schemas.microsoft.com/office/drawing/2014/main" val="3468523871"/>
                    </a:ext>
                  </a:extLst>
                </a:gridCol>
              </a:tblGrid>
              <a:tr h="64190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tx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a:txBody>
                  <a:tcPr marL="0" marR="0" marT="0" marB="0" anchor="ctr">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Innovating for Sustainable Solutions</a:t>
                      </a:r>
                    </a:p>
                  </a:txBody>
                  <a:tcPr anchor="ctr">
                    <a:lnB w="6350" cap="flat" cmpd="sng" algn="ctr">
                      <a:solidFill>
                        <a:schemeClr val="accent6"/>
                      </a:solidFill>
                      <a:prstDash val="solid"/>
                      <a:round/>
                      <a:headEnd type="none" w="med" len="med"/>
                      <a:tailEnd type="none" w="med" len="med"/>
                    </a:lnB>
                    <a:solidFill>
                      <a:schemeClr val="bg1"/>
                    </a:solidFill>
                  </a:tcPr>
                </a:tc>
                <a:tc>
                  <a:txBody>
                    <a:bodyPr/>
                    <a:lstStyle/>
                    <a:p>
                      <a:endParaRPr lang="en-US"/>
                    </a:p>
                  </a:txBody>
                  <a:tcP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endParaRPr>
                    </a:p>
                  </a:txBody>
                  <a:tcPr marL="0" marR="0" marT="0" marB="0">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Rethinking Our Packaging</a:t>
                      </a:r>
                    </a:p>
                  </a:txBody>
                  <a:tcPr anchor="ctr">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2008832659"/>
                  </a:ext>
                </a:extLst>
              </a:tr>
              <a:tr h="64190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4"/>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4"/>
                        </a:solidFill>
                        <a:effectLst/>
                        <a:uLnTx/>
                        <a:uFillTx/>
                        <a:latin typeface="Arial" panose="020B0604020202020204" pitchFamily="34" charset="0"/>
                        <a:ea typeface="+mn-ea"/>
                        <a:cs typeface="Arial" panose="020B0604020202020204" pitchFamily="34" charset="0"/>
                      </a:endParaRPr>
                    </a:p>
                  </a:txBody>
                  <a:tcPr marL="0" marR="0" marT="0" marB="0"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Sustainability Program Governance</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endParaRPr lang="en-US"/>
                    </a:p>
                  </a:txBody>
                  <a:tcP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endParaRPr>
                    </a:p>
                  </a:txBody>
                  <a:tcPr marL="0" marR="0" marT="0" marB="0">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Pharmaceuticals in the Environment</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20626342"/>
                  </a:ext>
                </a:extLst>
              </a:tr>
              <a:tr h="64190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4"/>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4"/>
                        </a:solidFill>
                        <a:effectLst/>
                        <a:uLnTx/>
                        <a:uFillTx/>
                        <a:latin typeface="Arial" panose="020B0604020202020204" pitchFamily="34" charset="0"/>
                        <a:ea typeface="+mn-ea"/>
                        <a:cs typeface="Arial" panose="020B0604020202020204" pitchFamily="34" charset="0"/>
                      </a:endParaRPr>
                    </a:p>
                  </a:txBody>
                  <a:tcPr marL="0" marR="0" marT="0" marB="0"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Caring for Our Colleagues</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endParaRPr lang="en-US"/>
                    </a:p>
                  </a:txBody>
                  <a:tcP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tx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a:txBody>
                  <a:tcPr marL="0" marR="0" marT="0" marB="0">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Access to Veterinary Care in Emerging Markets</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22588112"/>
                  </a:ext>
                </a:extLst>
              </a:tr>
              <a:tr h="64190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tx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a:txBody>
                  <a:tcPr marL="0" marR="0" marT="0" marB="0"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Antimicrobial Stewardship</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endParaRPr lang="en-US"/>
                    </a:p>
                  </a:txBody>
                  <a:tcP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4"/>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4"/>
                        </a:solidFill>
                        <a:effectLst/>
                        <a:uLnTx/>
                        <a:uFillTx/>
                        <a:latin typeface="Arial" panose="020B0604020202020204" pitchFamily="34" charset="0"/>
                        <a:ea typeface="+mn-ea"/>
                        <a:cs typeface="Arial" panose="020B0604020202020204" pitchFamily="34" charset="0"/>
                      </a:endParaRPr>
                    </a:p>
                  </a:txBody>
                  <a:tcPr marL="0" marR="0" marT="0" marB="0">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r>
                        <a:rPr lang="en-US" sz="1200">
                          <a:solidFill>
                            <a:schemeClr val="bg2"/>
                          </a:solidFill>
                        </a:rPr>
                        <a:t>Caring for Our Communities</a:t>
                      </a:r>
                    </a:p>
                  </a:txBody>
                  <a:tcPr anchor="ct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131259173"/>
                  </a:ext>
                </a:extLst>
              </a:tr>
              <a:tr h="64190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accent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endParaRPr>
                    </a:p>
                  </a:txBody>
                  <a:tcPr marL="0" marR="0" marT="0" marB="0" anchor="ct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r>
                        <a:rPr lang="en-US" sz="1200">
                          <a:solidFill>
                            <a:schemeClr val="bg2"/>
                          </a:solidFill>
                        </a:rPr>
                        <a:t>Our Carbon Footprint</a:t>
                      </a:r>
                    </a:p>
                  </a:txBody>
                  <a:tcPr anchor="ct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endParaRPr lang="en-US"/>
                    </a:p>
                  </a:txBody>
                  <a:tcPr>
                    <a:lnB w="6350" cap="flat" cmpd="sng" algn="ctr">
                      <a:no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a:ln>
                            <a:noFill/>
                          </a:ln>
                          <a:solidFill>
                            <a:schemeClr val="tx2"/>
                          </a:solidFill>
                          <a:effectLst/>
                          <a:uLnTx/>
                          <a:uFillTx/>
                          <a:latin typeface="Webdings" panose="05030102010509060703" pitchFamily="18" charset="2"/>
                          <a:ea typeface="+mn-ea"/>
                          <a:cs typeface="Arial" panose="020B0604020202020204" pitchFamily="34" charset="0"/>
                        </a:rPr>
                        <a:t>n</a:t>
                      </a:r>
                      <a:endParaRPr kumimoji="0" lang="en-US" sz="38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a:txBody>
                  <a:tcPr marL="0" marR="0" marT="0" marB="0">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r>
                        <a:rPr lang="en-US" sz="1200">
                          <a:solidFill>
                            <a:schemeClr val="bg2"/>
                          </a:solidFill>
                        </a:rPr>
                        <a:t>Combat Diseases</a:t>
                      </a:r>
                    </a:p>
                  </a:txBody>
                  <a:tcPr anchor="ct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22970574"/>
                  </a:ext>
                </a:extLst>
              </a:tr>
            </a:tbl>
          </a:graphicData>
        </a:graphic>
      </p:graphicFrame>
      <p:pic>
        <p:nvPicPr>
          <p:cNvPr id="10" name="Graphic 9">
            <a:extLst>
              <a:ext uri="{FF2B5EF4-FFF2-40B4-BE49-F238E27FC236}">
                <a16:creationId xmlns:a16="http://schemas.microsoft.com/office/drawing/2014/main" id="{A6B06A23-9960-FEB2-5977-FC29EAF66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5116" y="1877247"/>
            <a:ext cx="293977" cy="344858"/>
          </a:xfrm>
          <a:prstGeom prst="rect">
            <a:avLst/>
          </a:prstGeom>
        </p:spPr>
      </p:pic>
      <p:pic>
        <p:nvPicPr>
          <p:cNvPr id="12" name="Graphic 11">
            <a:extLst>
              <a:ext uri="{FF2B5EF4-FFF2-40B4-BE49-F238E27FC236}">
                <a16:creationId xmlns:a16="http://schemas.microsoft.com/office/drawing/2014/main" id="{7A99A37D-B714-0B44-9CBC-15333A6590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05913" y="1210494"/>
            <a:ext cx="342975" cy="322244"/>
          </a:xfrm>
          <a:prstGeom prst="rect">
            <a:avLst/>
          </a:prstGeom>
        </p:spPr>
      </p:pic>
      <p:pic>
        <p:nvPicPr>
          <p:cNvPr id="14" name="Graphic 13">
            <a:extLst>
              <a:ext uri="{FF2B5EF4-FFF2-40B4-BE49-F238E27FC236}">
                <a16:creationId xmlns:a16="http://schemas.microsoft.com/office/drawing/2014/main" id="{64546C46-E1D0-368A-CF47-A305B00A001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729" y="3146800"/>
            <a:ext cx="248750" cy="352395"/>
          </a:xfrm>
          <a:prstGeom prst="rect">
            <a:avLst/>
          </a:prstGeom>
        </p:spPr>
      </p:pic>
      <p:pic>
        <p:nvPicPr>
          <p:cNvPr id="15" name="Graphic 14">
            <a:extLst>
              <a:ext uri="{FF2B5EF4-FFF2-40B4-BE49-F238E27FC236}">
                <a16:creationId xmlns:a16="http://schemas.microsoft.com/office/drawing/2014/main" id="{FE29754D-E53E-7B6F-5874-1379973E0F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05913" y="1853432"/>
            <a:ext cx="342975" cy="322244"/>
          </a:xfrm>
          <a:prstGeom prst="rect">
            <a:avLst/>
          </a:prstGeom>
        </p:spPr>
      </p:pic>
      <p:pic>
        <p:nvPicPr>
          <p:cNvPr id="16" name="Graphic 15">
            <a:extLst>
              <a:ext uri="{FF2B5EF4-FFF2-40B4-BE49-F238E27FC236}">
                <a16:creationId xmlns:a16="http://schemas.microsoft.com/office/drawing/2014/main" id="{969F13A5-E33F-2909-80BF-BE90EB20C57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0617" y="3802882"/>
            <a:ext cx="342975" cy="322244"/>
          </a:xfrm>
          <a:prstGeom prst="rect">
            <a:avLst/>
          </a:prstGeom>
        </p:spPr>
      </p:pic>
      <p:pic>
        <p:nvPicPr>
          <p:cNvPr id="17" name="Graphic 16">
            <a:extLst>
              <a:ext uri="{FF2B5EF4-FFF2-40B4-BE49-F238E27FC236}">
                <a16:creationId xmlns:a16="http://schemas.microsoft.com/office/drawing/2014/main" id="{E18F4DA3-1A3E-6FD2-1639-0C4423F70C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5116" y="2518079"/>
            <a:ext cx="293977" cy="344858"/>
          </a:xfrm>
          <a:prstGeom prst="rect">
            <a:avLst/>
          </a:prstGeom>
        </p:spPr>
      </p:pic>
      <p:pic>
        <p:nvPicPr>
          <p:cNvPr id="18" name="Graphic 17">
            <a:extLst>
              <a:ext uri="{FF2B5EF4-FFF2-40B4-BE49-F238E27FC236}">
                <a16:creationId xmlns:a16="http://schemas.microsoft.com/office/drawing/2014/main" id="{A8D3B593-A0FE-D211-4FD6-33A8D8728AA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729" y="1224341"/>
            <a:ext cx="248750" cy="352395"/>
          </a:xfrm>
          <a:prstGeom prst="rect">
            <a:avLst/>
          </a:prstGeom>
        </p:spPr>
      </p:pic>
      <p:pic>
        <p:nvPicPr>
          <p:cNvPr id="21" name="Graphic 20">
            <a:extLst>
              <a:ext uri="{FF2B5EF4-FFF2-40B4-BE49-F238E27FC236}">
                <a16:creationId xmlns:a16="http://schemas.microsoft.com/office/drawing/2014/main" id="{84B8AB95-9F2E-ECD5-1BD7-4D2AD77E4E8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53025" y="2456601"/>
            <a:ext cx="248750" cy="352395"/>
          </a:xfrm>
          <a:prstGeom prst="rect">
            <a:avLst/>
          </a:prstGeom>
        </p:spPr>
      </p:pic>
      <p:pic>
        <p:nvPicPr>
          <p:cNvPr id="22" name="Graphic 21">
            <a:extLst>
              <a:ext uri="{FF2B5EF4-FFF2-40B4-BE49-F238E27FC236}">
                <a16:creationId xmlns:a16="http://schemas.microsoft.com/office/drawing/2014/main" id="{F14CB9BE-7F31-95BA-5C27-47438318507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53025" y="3760031"/>
            <a:ext cx="248750" cy="352395"/>
          </a:xfrm>
          <a:prstGeom prst="rect">
            <a:avLst/>
          </a:prstGeom>
        </p:spPr>
      </p:pic>
      <p:pic>
        <p:nvPicPr>
          <p:cNvPr id="23" name="Graphic 22">
            <a:extLst>
              <a:ext uri="{FF2B5EF4-FFF2-40B4-BE49-F238E27FC236}">
                <a16:creationId xmlns:a16="http://schemas.microsoft.com/office/drawing/2014/main" id="{C724D0F0-B38D-DE58-E7F7-AD6B02F0C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30412" y="3121399"/>
            <a:ext cx="293977" cy="344858"/>
          </a:xfrm>
          <a:prstGeom prst="rect">
            <a:avLst/>
          </a:prstGeom>
        </p:spPr>
      </p:pic>
      <p:graphicFrame>
        <p:nvGraphicFramePr>
          <p:cNvPr id="31" name="Table 30">
            <a:extLst>
              <a:ext uri="{FF2B5EF4-FFF2-40B4-BE49-F238E27FC236}">
                <a16:creationId xmlns:a16="http://schemas.microsoft.com/office/drawing/2014/main" id="{8805A7C8-D3A1-9E56-3C64-C1B1206F3824}"/>
              </a:ext>
            </a:extLst>
          </p:cNvPr>
          <p:cNvGraphicFramePr>
            <a:graphicFrameLocks noGrp="1"/>
          </p:cNvGraphicFramePr>
          <p:nvPr>
            <p:extLst>
              <p:ext uri="{D42A27DB-BD31-4B8C-83A1-F6EECF244321}">
                <p14:modId xmlns:p14="http://schemas.microsoft.com/office/powerpoint/2010/main" val="4110830622"/>
              </p:ext>
            </p:extLst>
          </p:nvPr>
        </p:nvGraphicFramePr>
        <p:xfrm>
          <a:off x="336854" y="4431539"/>
          <a:ext cx="1169137"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894817">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accent4"/>
                          </a:solidFill>
                          <a:effectLst/>
                          <a:uLnTx/>
                          <a:uFillTx/>
                          <a:latin typeface="Webdings" panose="05030102010509060703" pitchFamily="18" charset="2"/>
                          <a:ea typeface="+mn-ea"/>
                          <a:cs typeface="Arial" panose="020B0604020202020204" pitchFamily="34" charset="0"/>
                        </a:rPr>
                        <a:t>n</a:t>
                      </a:r>
                      <a:endParaRPr kumimoji="0" lang="en-US" sz="1100" b="0" i="0" u="none" strike="noStrike" kern="1200" cap="none" spc="0" normalizeH="0" baseline="0" noProof="0">
                        <a:ln>
                          <a:noFill/>
                        </a:ln>
                        <a:solidFill>
                          <a:schemeClr val="accent4"/>
                        </a:solidFill>
                        <a:effectLst/>
                        <a:uLnTx/>
                        <a:uFillTx/>
                        <a:latin typeface="Arial" panose="020B0604020202020204" pitchFamily="34" charset="0"/>
                        <a:ea typeface="+mn-ea"/>
                        <a:cs typeface="Arial" panose="020B0604020202020204" pitchFamily="34" charset="0"/>
                      </a:endParaRPr>
                    </a:p>
                  </a:txBody>
                  <a:tcPr marL="0" marR="0" marT="0" marB="0"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a:solidFill>
                            <a:schemeClr val="bg1">
                              <a:lumMod val="50000"/>
                            </a:schemeClr>
                          </a:solidFill>
                        </a:rPr>
                        <a:t> Communities</a:t>
                      </a:r>
                    </a:p>
                  </a:txBody>
                  <a:tcPr marL="44257" marR="0" marT="0" marB="0"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46543613"/>
                  </a:ext>
                </a:extLst>
              </a:tr>
            </a:tbl>
          </a:graphicData>
        </a:graphic>
      </p:graphicFrame>
      <p:graphicFrame>
        <p:nvGraphicFramePr>
          <p:cNvPr id="35" name="Table 34">
            <a:extLst>
              <a:ext uri="{FF2B5EF4-FFF2-40B4-BE49-F238E27FC236}">
                <a16:creationId xmlns:a16="http://schemas.microsoft.com/office/drawing/2014/main" id="{8667EB78-10E6-6BFA-6753-DF4BC61F089A}"/>
              </a:ext>
            </a:extLst>
          </p:cNvPr>
          <p:cNvGraphicFramePr>
            <a:graphicFrameLocks noGrp="1"/>
          </p:cNvGraphicFramePr>
          <p:nvPr>
            <p:extLst>
              <p:ext uri="{D42A27DB-BD31-4B8C-83A1-F6EECF244321}">
                <p14:modId xmlns:p14="http://schemas.microsoft.com/office/powerpoint/2010/main" val="2245996962"/>
              </p:ext>
            </p:extLst>
          </p:nvPr>
        </p:nvGraphicFramePr>
        <p:xfrm>
          <a:off x="1281070" y="4431539"/>
          <a:ext cx="1169137"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894817">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2"/>
                          </a:solidFill>
                          <a:effectLst/>
                          <a:uLnTx/>
                          <a:uFillTx/>
                          <a:latin typeface="Webdings" panose="05030102010509060703" pitchFamily="18" charset="2"/>
                          <a:ea typeface="+mn-ea"/>
                          <a:cs typeface="Arial" panose="020B0604020202020204" pitchFamily="34" charset="0"/>
                        </a:rPr>
                        <a:t>n</a:t>
                      </a: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a:txBody>
                  <a:tcPr marL="0" marR="0" marT="0" marB="0" anchor="ctr">
                    <a:lnL w="12700" cmpd="sng">
                      <a:noFill/>
                    </a:lnL>
                    <a:lnR w="1270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a:solidFill>
                            <a:schemeClr val="bg1">
                              <a:lumMod val="50000"/>
                            </a:schemeClr>
                          </a:solidFill>
                        </a:rPr>
                        <a:t> Animals</a:t>
                      </a:r>
                    </a:p>
                  </a:txBody>
                  <a:tcPr marL="44257" marR="0" marT="0" marB="0" anchor="ctr">
                    <a:lnL w="1270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46543613"/>
                  </a:ext>
                </a:extLst>
              </a:tr>
            </a:tbl>
          </a:graphicData>
        </a:graphic>
      </p:graphicFrame>
      <p:graphicFrame>
        <p:nvGraphicFramePr>
          <p:cNvPr id="36" name="Table 35">
            <a:extLst>
              <a:ext uri="{FF2B5EF4-FFF2-40B4-BE49-F238E27FC236}">
                <a16:creationId xmlns:a16="http://schemas.microsoft.com/office/drawing/2014/main" id="{53DCE586-CF3F-1222-2220-7E6042CBA0EA}"/>
              </a:ext>
            </a:extLst>
          </p:cNvPr>
          <p:cNvGraphicFramePr>
            <a:graphicFrameLocks noGrp="1"/>
          </p:cNvGraphicFramePr>
          <p:nvPr>
            <p:extLst>
              <p:ext uri="{D42A27DB-BD31-4B8C-83A1-F6EECF244321}">
                <p14:modId xmlns:p14="http://schemas.microsoft.com/office/powerpoint/2010/main" val="1412244740"/>
              </p:ext>
            </p:extLst>
          </p:nvPr>
        </p:nvGraphicFramePr>
        <p:xfrm>
          <a:off x="2050926" y="4431539"/>
          <a:ext cx="1169137"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894817">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accent2"/>
                          </a:solidFill>
                          <a:effectLst/>
                          <a:uLnTx/>
                          <a:uFillTx/>
                          <a:latin typeface="Webdings" panose="05030102010509060703" pitchFamily="18" charset="2"/>
                          <a:ea typeface="+mn-ea"/>
                          <a:cs typeface="Arial" panose="020B0604020202020204" pitchFamily="34" charset="0"/>
                        </a:rPr>
                        <a:t>n</a:t>
                      </a:r>
                      <a:endParaRPr kumimoji="0" lang="en-US" sz="110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endParaRPr>
                    </a:p>
                  </a:txBody>
                  <a:tcPr marL="0" marR="0" marT="0" marB="0" anchor="ctr">
                    <a:lnL w="12700" cmpd="sng">
                      <a:noFill/>
                    </a:lnL>
                    <a:lnR w="12700" cap="flat" cmpd="sng" algn="ctr">
                      <a:solidFill>
                        <a:schemeClr val="accent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a:solidFill>
                            <a:schemeClr val="bg1">
                              <a:lumMod val="50000"/>
                            </a:schemeClr>
                          </a:solidFill>
                        </a:rPr>
                        <a:t> Planet</a:t>
                      </a:r>
                    </a:p>
                  </a:txBody>
                  <a:tcPr marL="44257" marR="0" marT="0" marB="0" anchor="ctr">
                    <a:lnL w="12700" cap="flat" cmpd="sng" algn="ctr">
                      <a:solidFill>
                        <a:schemeClr val="accent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46543613"/>
                  </a:ext>
                </a:extLst>
              </a:tr>
            </a:tbl>
          </a:graphicData>
        </a:graphic>
      </p:graphicFrame>
    </p:spTree>
    <p:extLst>
      <p:ext uri="{BB962C8B-B14F-4D97-AF65-F5344CB8AC3E}">
        <p14:creationId xmlns:p14="http://schemas.microsoft.com/office/powerpoint/2010/main" val="4090041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Column Charts </a:t>
            </a:r>
          </a:p>
        </p:txBody>
      </p:sp>
      <p:sp>
        <p:nvSpPr>
          <p:cNvPr id="2" name="Footer Placeholder 1">
            <a:extLst>
              <a:ext uri="{FF2B5EF4-FFF2-40B4-BE49-F238E27FC236}">
                <a16:creationId xmlns:a16="http://schemas.microsoft.com/office/drawing/2014/main" id="{9DB92BD1-FF24-2045-A82D-24663F706B7A}"/>
              </a:ext>
            </a:extLst>
          </p:cNvPr>
          <p:cNvSpPr>
            <a:spLocks noGrp="1"/>
          </p:cNvSpPr>
          <p:nvPr>
            <p:ph type="ftr" sz="quarter" idx="16"/>
          </p:nvPr>
        </p:nvSpPr>
        <p:spPr/>
        <p:txBody>
          <a:bodyPr/>
          <a:lstStyle/>
          <a:p>
            <a:r>
              <a:rPr lang="en-US"/>
              <a:t>Presentation Name or Footer Copy</a:t>
            </a:r>
          </a:p>
        </p:txBody>
      </p:sp>
      <p:graphicFrame>
        <p:nvGraphicFramePr>
          <p:cNvPr id="15" name="Chart Placeholder 5">
            <a:extLst>
              <a:ext uri="{FF2B5EF4-FFF2-40B4-BE49-F238E27FC236}">
                <a16:creationId xmlns:a16="http://schemas.microsoft.com/office/drawing/2014/main" id="{4FF04FAB-F150-6949-8C03-85E278105ED0}"/>
              </a:ext>
            </a:extLst>
          </p:cNvPr>
          <p:cNvGraphicFramePr>
            <a:graphicFrameLocks/>
          </p:cNvGraphicFramePr>
          <p:nvPr>
            <p:extLst>
              <p:ext uri="{D42A27DB-BD31-4B8C-83A1-F6EECF244321}">
                <p14:modId xmlns:p14="http://schemas.microsoft.com/office/powerpoint/2010/main" val="549407230"/>
              </p:ext>
            </p:extLst>
          </p:nvPr>
        </p:nvGraphicFramePr>
        <p:xfrm>
          <a:off x="464220" y="1469729"/>
          <a:ext cx="7637790" cy="288695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 Box 25">
            <a:extLst>
              <a:ext uri="{FF2B5EF4-FFF2-40B4-BE49-F238E27FC236}">
                <a16:creationId xmlns:a16="http://schemas.microsoft.com/office/drawing/2014/main" id="{ED0C60FB-8245-3446-8D2F-7C3CA6FF3AE2}"/>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
        <p:nvSpPr>
          <p:cNvPr id="11" name="Text Placeholder 18">
            <a:extLst>
              <a:ext uri="{FF2B5EF4-FFF2-40B4-BE49-F238E27FC236}">
                <a16:creationId xmlns:a16="http://schemas.microsoft.com/office/drawing/2014/main" id="{1EFD99A0-4A34-C849-9877-D48101BA4DD4}"/>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Primary Orange)</a:t>
            </a:r>
          </a:p>
          <a:p>
            <a:r>
              <a:rPr lang="en-US" sz="1050">
                <a:solidFill>
                  <a:schemeClr val="bg2"/>
                </a:solidFill>
              </a:rPr>
              <a:t>Simplified Color: </a:t>
            </a:r>
            <a:r>
              <a:rPr lang="en-US" sz="1050" b="0">
                <a:solidFill>
                  <a:schemeClr val="bg2"/>
                </a:solidFill>
              </a:rPr>
              <a:t>Select one family of colors to present your data with a tonal look.</a:t>
            </a:r>
          </a:p>
        </p:txBody>
      </p:sp>
    </p:spTree>
    <p:extLst>
      <p:ext uri="{BB962C8B-B14F-4D97-AF65-F5344CB8AC3E}">
        <p14:creationId xmlns:p14="http://schemas.microsoft.com/office/powerpoint/2010/main" val="10575909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Column Charts</a:t>
            </a:r>
          </a:p>
        </p:txBody>
      </p:sp>
      <p:sp>
        <p:nvSpPr>
          <p:cNvPr id="2" name="Footer Placeholder 1">
            <a:extLst>
              <a:ext uri="{FF2B5EF4-FFF2-40B4-BE49-F238E27FC236}">
                <a16:creationId xmlns:a16="http://schemas.microsoft.com/office/drawing/2014/main" id="{AE8E26B3-7770-4641-AB1C-8E367DCFEA54}"/>
              </a:ext>
            </a:extLst>
          </p:cNvPr>
          <p:cNvSpPr>
            <a:spLocks noGrp="1"/>
          </p:cNvSpPr>
          <p:nvPr>
            <p:ph type="ftr" sz="quarter" idx="16"/>
          </p:nvPr>
        </p:nvSpPr>
        <p:spPr/>
        <p:txBody>
          <a:bodyPr/>
          <a:lstStyle/>
          <a:p>
            <a:r>
              <a:rPr lang="en-US"/>
              <a:t>Presentation Name or Footer Copy</a:t>
            </a:r>
          </a:p>
        </p:txBody>
      </p:sp>
      <p:graphicFrame>
        <p:nvGraphicFramePr>
          <p:cNvPr id="15" name="Chart Placeholder 5">
            <a:extLst>
              <a:ext uri="{FF2B5EF4-FFF2-40B4-BE49-F238E27FC236}">
                <a16:creationId xmlns:a16="http://schemas.microsoft.com/office/drawing/2014/main" id="{4FF04FAB-F150-6949-8C03-85E278105ED0}"/>
              </a:ext>
            </a:extLst>
          </p:cNvPr>
          <p:cNvGraphicFramePr>
            <a:graphicFrameLocks/>
          </p:cNvGraphicFramePr>
          <p:nvPr>
            <p:extLst>
              <p:ext uri="{D42A27DB-BD31-4B8C-83A1-F6EECF244321}">
                <p14:modId xmlns:p14="http://schemas.microsoft.com/office/powerpoint/2010/main" val="2212356759"/>
              </p:ext>
            </p:extLst>
          </p:nvPr>
        </p:nvGraphicFramePr>
        <p:xfrm>
          <a:off x="336853" y="1558500"/>
          <a:ext cx="2163140" cy="27981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Placeholder 5">
            <a:extLst>
              <a:ext uri="{FF2B5EF4-FFF2-40B4-BE49-F238E27FC236}">
                <a16:creationId xmlns:a16="http://schemas.microsoft.com/office/drawing/2014/main" id="{AC050751-BF9E-A942-A1EF-84A63DCD0724}"/>
              </a:ext>
            </a:extLst>
          </p:cNvPr>
          <p:cNvGraphicFramePr>
            <a:graphicFrameLocks/>
          </p:cNvGraphicFramePr>
          <p:nvPr>
            <p:extLst>
              <p:ext uri="{D42A27DB-BD31-4B8C-83A1-F6EECF244321}">
                <p14:modId xmlns:p14="http://schemas.microsoft.com/office/powerpoint/2010/main" val="2957123491"/>
              </p:ext>
            </p:extLst>
          </p:nvPr>
        </p:nvGraphicFramePr>
        <p:xfrm>
          <a:off x="2439237" y="1558500"/>
          <a:ext cx="2163140" cy="27981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Placeholder 5">
            <a:extLst>
              <a:ext uri="{FF2B5EF4-FFF2-40B4-BE49-F238E27FC236}">
                <a16:creationId xmlns:a16="http://schemas.microsoft.com/office/drawing/2014/main" id="{05719769-CEB6-C345-BB56-905B62772026}"/>
              </a:ext>
            </a:extLst>
          </p:cNvPr>
          <p:cNvGraphicFramePr>
            <a:graphicFrameLocks/>
          </p:cNvGraphicFramePr>
          <p:nvPr>
            <p:extLst>
              <p:ext uri="{D42A27DB-BD31-4B8C-83A1-F6EECF244321}">
                <p14:modId xmlns:p14="http://schemas.microsoft.com/office/powerpoint/2010/main" val="3194923673"/>
              </p:ext>
            </p:extLst>
          </p:nvPr>
        </p:nvGraphicFramePr>
        <p:xfrm>
          <a:off x="4541621" y="1558500"/>
          <a:ext cx="2163140" cy="279818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Placeholder 18">
            <a:extLst>
              <a:ext uri="{FF2B5EF4-FFF2-40B4-BE49-F238E27FC236}">
                <a16:creationId xmlns:a16="http://schemas.microsoft.com/office/drawing/2014/main" id="{4608587F-743F-344F-9378-FC3670A20004}"/>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Secondary families)</a:t>
            </a:r>
          </a:p>
          <a:p>
            <a:r>
              <a:rPr lang="en-US" sz="1050">
                <a:solidFill>
                  <a:schemeClr val="bg2"/>
                </a:solidFill>
              </a:rPr>
              <a:t>Simplified Color: </a:t>
            </a:r>
            <a:r>
              <a:rPr lang="en-US" sz="1050" b="0">
                <a:solidFill>
                  <a:schemeClr val="bg2"/>
                </a:solidFill>
              </a:rPr>
              <a:t>Select one family of colors to present your data with a tonal look.</a:t>
            </a:r>
          </a:p>
        </p:txBody>
      </p:sp>
      <p:graphicFrame>
        <p:nvGraphicFramePr>
          <p:cNvPr id="4" name="Chart Placeholder 5">
            <a:extLst>
              <a:ext uri="{FF2B5EF4-FFF2-40B4-BE49-F238E27FC236}">
                <a16:creationId xmlns:a16="http://schemas.microsoft.com/office/drawing/2014/main" id="{47999809-800C-6B0E-97CA-37693ECE4F59}"/>
              </a:ext>
            </a:extLst>
          </p:cNvPr>
          <p:cNvGraphicFramePr>
            <a:graphicFrameLocks/>
          </p:cNvGraphicFramePr>
          <p:nvPr>
            <p:extLst>
              <p:ext uri="{D42A27DB-BD31-4B8C-83A1-F6EECF244321}">
                <p14:modId xmlns:p14="http://schemas.microsoft.com/office/powerpoint/2010/main" val="2820235965"/>
              </p:ext>
            </p:extLst>
          </p:nvPr>
        </p:nvGraphicFramePr>
        <p:xfrm>
          <a:off x="6644005" y="1558500"/>
          <a:ext cx="2163140" cy="279818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Box 25">
            <a:extLst>
              <a:ext uri="{FF2B5EF4-FFF2-40B4-BE49-F238E27FC236}">
                <a16:creationId xmlns:a16="http://schemas.microsoft.com/office/drawing/2014/main" id="{95CFE84B-94A7-E70F-B6CD-F789E7F3CCE3}"/>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25181605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Bar Chart</a:t>
            </a:r>
          </a:p>
        </p:txBody>
      </p:sp>
      <p:sp>
        <p:nvSpPr>
          <p:cNvPr id="2" name="Footer Placeholder 1">
            <a:extLst>
              <a:ext uri="{FF2B5EF4-FFF2-40B4-BE49-F238E27FC236}">
                <a16:creationId xmlns:a16="http://schemas.microsoft.com/office/drawing/2014/main" id="{B893376A-6D69-7A4E-98CC-BF20A175167D}"/>
              </a:ext>
            </a:extLst>
          </p:cNvPr>
          <p:cNvSpPr>
            <a:spLocks noGrp="1"/>
          </p:cNvSpPr>
          <p:nvPr>
            <p:ph type="ftr" sz="quarter" idx="16"/>
          </p:nvPr>
        </p:nvSpPr>
        <p:spPr/>
        <p:txBody>
          <a:bodyPr/>
          <a:lstStyle/>
          <a:p>
            <a:r>
              <a:rPr lang="en-US"/>
              <a:t>Presentation Name or Footer Copy</a:t>
            </a:r>
          </a:p>
        </p:txBody>
      </p:sp>
      <p:graphicFrame>
        <p:nvGraphicFramePr>
          <p:cNvPr id="21" name="Chart Placeholder 5">
            <a:extLst>
              <a:ext uri="{FF2B5EF4-FFF2-40B4-BE49-F238E27FC236}">
                <a16:creationId xmlns:a16="http://schemas.microsoft.com/office/drawing/2014/main" id="{21B58881-9EA6-E848-8CCD-5E8237911C72}"/>
              </a:ext>
            </a:extLst>
          </p:cNvPr>
          <p:cNvGraphicFramePr>
            <a:graphicFrameLocks/>
          </p:cNvGraphicFramePr>
          <p:nvPr>
            <p:extLst>
              <p:ext uri="{D42A27DB-BD31-4B8C-83A1-F6EECF244321}">
                <p14:modId xmlns:p14="http://schemas.microsoft.com/office/powerpoint/2010/main" val="883807168"/>
              </p:ext>
            </p:extLst>
          </p:nvPr>
        </p:nvGraphicFramePr>
        <p:xfrm>
          <a:off x="401444" y="1617909"/>
          <a:ext cx="8337041" cy="3079629"/>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 Placeholder 18">
            <a:extLst>
              <a:ext uri="{FF2B5EF4-FFF2-40B4-BE49-F238E27FC236}">
                <a16:creationId xmlns:a16="http://schemas.microsoft.com/office/drawing/2014/main" id="{34C62D2D-84A1-2842-A967-366AE5259458}"/>
              </a:ext>
            </a:extLst>
          </p:cNvPr>
          <p:cNvSpPr txBox="1">
            <a:spLocks/>
          </p:cNvSpPr>
          <p:nvPr/>
        </p:nvSpPr>
        <p:spPr>
          <a:xfrm>
            <a:off x="529921" y="2063636"/>
            <a:ext cx="1595984"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50">
                <a:solidFill>
                  <a:schemeClr val="bg2"/>
                </a:solidFill>
              </a:rPr>
              <a:t>Series 5 </a:t>
            </a:r>
          </a:p>
        </p:txBody>
      </p:sp>
      <p:sp>
        <p:nvSpPr>
          <p:cNvPr id="22" name="Text Placeholder 18">
            <a:extLst>
              <a:ext uri="{FF2B5EF4-FFF2-40B4-BE49-F238E27FC236}">
                <a16:creationId xmlns:a16="http://schemas.microsoft.com/office/drawing/2014/main" id="{1F221FA1-021C-E947-A72D-E9EE9DEADECA}"/>
              </a:ext>
            </a:extLst>
          </p:cNvPr>
          <p:cNvSpPr txBox="1">
            <a:spLocks/>
          </p:cNvSpPr>
          <p:nvPr/>
        </p:nvSpPr>
        <p:spPr>
          <a:xfrm>
            <a:off x="529921" y="2481647"/>
            <a:ext cx="1595984"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50">
                <a:solidFill>
                  <a:schemeClr val="bg2"/>
                </a:solidFill>
              </a:rPr>
              <a:t>Series 4 </a:t>
            </a:r>
          </a:p>
        </p:txBody>
      </p:sp>
      <p:sp>
        <p:nvSpPr>
          <p:cNvPr id="23" name="Text Placeholder 18">
            <a:extLst>
              <a:ext uri="{FF2B5EF4-FFF2-40B4-BE49-F238E27FC236}">
                <a16:creationId xmlns:a16="http://schemas.microsoft.com/office/drawing/2014/main" id="{0D7312E7-87F2-A24F-9D8D-8CDC0B5BD01A}"/>
              </a:ext>
            </a:extLst>
          </p:cNvPr>
          <p:cNvSpPr txBox="1">
            <a:spLocks/>
          </p:cNvSpPr>
          <p:nvPr/>
        </p:nvSpPr>
        <p:spPr>
          <a:xfrm>
            <a:off x="529921" y="2912721"/>
            <a:ext cx="1595984"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50">
                <a:solidFill>
                  <a:schemeClr val="bg2"/>
                </a:solidFill>
              </a:rPr>
              <a:t>Series 3 </a:t>
            </a:r>
          </a:p>
        </p:txBody>
      </p:sp>
      <p:sp>
        <p:nvSpPr>
          <p:cNvPr id="24" name="Text Placeholder 18">
            <a:extLst>
              <a:ext uri="{FF2B5EF4-FFF2-40B4-BE49-F238E27FC236}">
                <a16:creationId xmlns:a16="http://schemas.microsoft.com/office/drawing/2014/main" id="{067CAEC6-E48F-6140-A518-B6CE2C23577E}"/>
              </a:ext>
            </a:extLst>
          </p:cNvPr>
          <p:cNvSpPr txBox="1">
            <a:spLocks/>
          </p:cNvSpPr>
          <p:nvPr/>
        </p:nvSpPr>
        <p:spPr>
          <a:xfrm>
            <a:off x="529921" y="3343796"/>
            <a:ext cx="1595984"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50">
                <a:solidFill>
                  <a:schemeClr val="bg2"/>
                </a:solidFill>
              </a:rPr>
              <a:t>Series 2 </a:t>
            </a:r>
          </a:p>
        </p:txBody>
      </p:sp>
      <p:sp>
        <p:nvSpPr>
          <p:cNvPr id="25" name="Text Placeholder 18">
            <a:extLst>
              <a:ext uri="{FF2B5EF4-FFF2-40B4-BE49-F238E27FC236}">
                <a16:creationId xmlns:a16="http://schemas.microsoft.com/office/drawing/2014/main" id="{5BC305F0-B1C8-2B44-9173-758575647197}"/>
              </a:ext>
            </a:extLst>
          </p:cNvPr>
          <p:cNvSpPr txBox="1">
            <a:spLocks/>
          </p:cNvSpPr>
          <p:nvPr/>
        </p:nvSpPr>
        <p:spPr>
          <a:xfrm>
            <a:off x="529921" y="3761807"/>
            <a:ext cx="1595984"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50">
                <a:solidFill>
                  <a:schemeClr val="bg1"/>
                </a:solidFill>
              </a:rPr>
              <a:t>Series 1 </a:t>
            </a:r>
          </a:p>
        </p:txBody>
      </p:sp>
      <p:sp>
        <p:nvSpPr>
          <p:cNvPr id="28" name="Text Placeholder 18">
            <a:extLst>
              <a:ext uri="{FF2B5EF4-FFF2-40B4-BE49-F238E27FC236}">
                <a16:creationId xmlns:a16="http://schemas.microsoft.com/office/drawing/2014/main" id="{563081B2-5A68-B44B-B675-FA73B35AC7D8}"/>
              </a:ext>
            </a:extLst>
          </p:cNvPr>
          <p:cNvSpPr txBox="1">
            <a:spLocks/>
          </p:cNvSpPr>
          <p:nvPr/>
        </p:nvSpPr>
        <p:spPr>
          <a:xfrm>
            <a:off x="401445" y="1627357"/>
            <a:ext cx="381533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solidFill>
                  <a:schemeClr val="bg2"/>
                </a:solidFill>
              </a:rPr>
              <a:t>Title Goes Here</a:t>
            </a:r>
          </a:p>
        </p:txBody>
      </p:sp>
      <p:sp>
        <p:nvSpPr>
          <p:cNvPr id="16" name="Text Placeholder 18">
            <a:extLst>
              <a:ext uri="{FF2B5EF4-FFF2-40B4-BE49-F238E27FC236}">
                <a16:creationId xmlns:a16="http://schemas.microsoft.com/office/drawing/2014/main" id="{239DAC54-8DF8-3C4F-9BA0-583900235996}"/>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Primary Orange)</a:t>
            </a:r>
          </a:p>
          <a:p>
            <a:r>
              <a:rPr lang="en-US" sz="1050">
                <a:solidFill>
                  <a:schemeClr val="bg2"/>
                </a:solidFill>
              </a:rPr>
              <a:t>Simplified Color: </a:t>
            </a:r>
            <a:r>
              <a:rPr lang="en-US" sz="1050" b="0">
                <a:solidFill>
                  <a:schemeClr val="bg2"/>
                </a:solidFill>
              </a:rPr>
              <a:t>Select one family of colors to present your data with a tonal look.</a:t>
            </a:r>
          </a:p>
        </p:txBody>
      </p:sp>
      <p:sp>
        <p:nvSpPr>
          <p:cNvPr id="4" name="Text Box 25">
            <a:extLst>
              <a:ext uri="{FF2B5EF4-FFF2-40B4-BE49-F238E27FC236}">
                <a16:creationId xmlns:a16="http://schemas.microsoft.com/office/drawing/2014/main" id="{121CBDC2-CCD2-69CF-54E7-989ABF269B00}"/>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376129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Stacked Columns</a:t>
            </a:r>
          </a:p>
        </p:txBody>
      </p:sp>
      <p:sp>
        <p:nvSpPr>
          <p:cNvPr id="2" name="Footer Placeholder 1">
            <a:extLst>
              <a:ext uri="{FF2B5EF4-FFF2-40B4-BE49-F238E27FC236}">
                <a16:creationId xmlns:a16="http://schemas.microsoft.com/office/drawing/2014/main" id="{3C92F17F-B608-E849-897D-09440D84F0FA}"/>
              </a:ext>
            </a:extLst>
          </p:cNvPr>
          <p:cNvSpPr>
            <a:spLocks noGrp="1"/>
          </p:cNvSpPr>
          <p:nvPr>
            <p:ph type="ftr" sz="quarter" idx="16"/>
          </p:nvPr>
        </p:nvSpPr>
        <p:spPr/>
        <p:txBody>
          <a:bodyPr/>
          <a:lstStyle/>
          <a:p>
            <a:r>
              <a:rPr lang="en-US"/>
              <a:t>Presentation Name or Footer Copy</a:t>
            </a:r>
          </a:p>
        </p:txBody>
      </p:sp>
      <p:graphicFrame>
        <p:nvGraphicFramePr>
          <p:cNvPr id="15" name="Chart Placeholder 5">
            <a:extLst>
              <a:ext uri="{FF2B5EF4-FFF2-40B4-BE49-F238E27FC236}">
                <a16:creationId xmlns:a16="http://schemas.microsoft.com/office/drawing/2014/main" id="{4FF04FAB-F150-6949-8C03-85E278105ED0}"/>
              </a:ext>
            </a:extLst>
          </p:cNvPr>
          <p:cNvGraphicFramePr>
            <a:graphicFrameLocks/>
          </p:cNvGraphicFramePr>
          <p:nvPr>
            <p:extLst>
              <p:ext uri="{D42A27DB-BD31-4B8C-83A1-F6EECF244321}">
                <p14:modId xmlns:p14="http://schemas.microsoft.com/office/powerpoint/2010/main" val="1683163440"/>
              </p:ext>
            </p:extLst>
          </p:nvPr>
        </p:nvGraphicFramePr>
        <p:xfrm>
          <a:off x="984574" y="1370499"/>
          <a:ext cx="6464401" cy="2992022"/>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8">
            <a:extLst>
              <a:ext uri="{FF2B5EF4-FFF2-40B4-BE49-F238E27FC236}">
                <a16:creationId xmlns:a16="http://schemas.microsoft.com/office/drawing/2014/main" id="{BE859407-E876-7E4E-B7A2-8C7FD6FA76EC}"/>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Primary Orange)</a:t>
            </a:r>
          </a:p>
          <a:p>
            <a:r>
              <a:rPr lang="en-US" sz="1050">
                <a:solidFill>
                  <a:schemeClr val="bg2"/>
                </a:solidFill>
              </a:rPr>
              <a:t>Simplified Color: </a:t>
            </a:r>
            <a:r>
              <a:rPr lang="en-US" sz="1050" b="0">
                <a:solidFill>
                  <a:schemeClr val="bg2"/>
                </a:solidFill>
              </a:rPr>
              <a:t>Select one family of colors to present your data with a tonal look.</a:t>
            </a:r>
          </a:p>
        </p:txBody>
      </p:sp>
      <p:sp>
        <p:nvSpPr>
          <p:cNvPr id="4" name="Text Box 25">
            <a:extLst>
              <a:ext uri="{FF2B5EF4-FFF2-40B4-BE49-F238E27FC236}">
                <a16:creationId xmlns:a16="http://schemas.microsoft.com/office/drawing/2014/main" id="{0CF78DD4-1D84-0D10-8A94-E73B74CD9C58}"/>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37090614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Stacked Columns</a:t>
            </a:r>
          </a:p>
        </p:txBody>
      </p:sp>
      <p:sp>
        <p:nvSpPr>
          <p:cNvPr id="2" name="Footer Placeholder 1">
            <a:extLst>
              <a:ext uri="{FF2B5EF4-FFF2-40B4-BE49-F238E27FC236}">
                <a16:creationId xmlns:a16="http://schemas.microsoft.com/office/drawing/2014/main" id="{8313827C-CCC1-EE4F-94CD-F2A57AB3EB18}"/>
              </a:ext>
            </a:extLst>
          </p:cNvPr>
          <p:cNvSpPr>
            <a:spLocks noGrp="1"/>
          </p:cNvSpPr>
          <p:nvPr>
            <p:ph type="ftr" sz="quarter" idx="16"/>
          </p:nvPr>
        </p:nvSpPr>
        <p:spPr/>
        <p:txBody>
          <a:bodyPr/>
          <a:lstStyle/>
          <a:p>
            <a:r>
              <a:rPr lang="en-US"/>
              <a:t>Presentation Name or Footer Copy</a:t>
            </a:r>
          </a:p>
        </p:txBody>
      </p:sp>
      <p:graphicFrame>
        <p:nvGraphicFramePr>
          <p:cNvPr id="21" name="Chart Placeholder 5">
            <a:extLst>
              <a:ext uri="{FF2B5EF4-FFF2-40B4-BE49-F238E27FC236}">
                <a16:creationId xmlns:a16="http://schemas.microsoft.com/office/drawing/2014/main" id="{C726DF48-0E88-1E40-AF55-16C34A5489B4}"/>
              </a:ext>
            </a:extLst>
          </p:cNvPr>
          <p:cNvGraphicFramePr>
            <a:graphicFrameLocks/>
          </p:cNvGraphicFramePr>
          <p:nvPr>
            <p:extLst>
              <p:ext uri="{D42A27DB-BD31-4B8C-83A1-F6EECF244321}">
                <p14:modId xmlns:p14="http://schemas.microsoft.com/office/powerpoint/2010/main" val="2682987288"/>
              </p:ext>
            </p:extLst>
          </p:nvPr>
        </p:nvGraphicFramePr>
        <p:xfrm>
          <a:off x="371475" y="1645662"/>
          <a:ext cx="1841862" cy="254337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Placeholder 5">
            <a:extLst>
              <a:ext uri="{FF2B5EF4-FFF2-40B4-BE49-F238E27FC236}">
                <a16:creationId xmlns:a16="http://schemas.microsoft.com/office/drawing/2014/main" id="{FDFD6FBC-8B09-524D-8D97-AD3EA7181CE8}"/>
              </a:ext>
            </a:extLst>
          </p:cNvPr>
          <p:cNvGraphicFramePr>
            <a:graphicFrameLocks/>
          </p:cNvGraphicFramePr>
          <p:nvPr>
            <p:extLst>
              <p:ext uri="{D42A27DB-BD31-4B8C-83A1-F6EECF244321}">
                <p14:modId xmlns:p14="http://schemas.microsoft.com/office/powerpoint/2010/main" val="15389346"/>
              </p:ext>
            </p:extLst>
          </p:nvPr>
        </p:nvGraphicFramePr>
        <p:xfrm>
          <a:off x="4744269" y="1645662"/>
          <a:ext cx="1841861" cy="254337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Placeholder 18">
            <a:extLst>
              <a:ext uri="{FF2B5EF4-FFF2-40B4-BE49-F238E27FC236}">
                <a16:creationId xmlns:a16="http://schemas.microsoft.com/office/drawing/2014/main" id="{159A50C0-2D3C-D14C-B098-E7096CD80ABB}"/>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Secondary families)</a:t>
            </a:r>
          </a:p>
          <a:p>
            <a:r>
              <a:rPr lang="en-US" sz="1050">
                <a:solidFill>
                  <a:schemeClr val="bg2"/>
                </a:solidFill>
              </a:rPr>
              <a:t>Simplified Color: </a:t>
            </a:r>
            <a:r>
              <a:rPr lang="en-US" sz="1050" b="0">
                <a:solidFill>
                  <a:schemeClr val="bg2"/>
                </a:solidFill>
              </a:rPr>
              <a:t>Select one family of colors to present your data with a tonal look.</a:t>
            </a:r>
          </a:p>
        </p:txBody>
      </p:sp>
      <p:graphicFrame>
        <p:nvGraphicFramePr>
          <p:cNvPr id="25" name="Chart Placeholder 5">
            <a:extLst>
              <a:ext uri="{FF2B5EF4-FFF2-40B4-BE49-F238E27FC236}">
                <a16:creationId xmlns:a16="http://schemas.microsoft.com/office/drawing/2014/main" id="{47E9A8B2-3F19-A4D6-C668-56991DC4E571}"/>
              </a:ext>
            </a:extLst>
          </p:cNvPr>
          <p:cNvGraphicFramePr>
            <a:graphicFrameLocks/>
          </p:cNvGraphicFramePr>
          <p:nvPr>
            <p:extLst>
              <p:ext uri="{D42A27DB-BD31-4B8C-83A1-F6EECF244321}">
                <p14:modId xmlns:p14="http://schemas.microsoft.com/office/powerpoint/2010/main" val="210533925"/>
              </p:ext>
            </p:extLst>
          </p:nvPr>
        </p:nvGraphicFramePr>
        <p:xfrm>
          <a:off x="6930664" y="1645662"/>
          <a:ext cx="1841861" cy="254337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hart Placeholder 5">
            <a:extLst>
              <a:ext uri="{FF2B5EF4-FFF2-40B4-BE49-F238E27FC236}">
                <a16:creationId xmlns:a16="http://schemas.microsoft.com/office/drawing/2014/main" id="{BC58D9E3-3169-52A1-C48B-0F9C4C3360C9}"/>
              </a:ext>
            </a:extLst>
          </p:cNvPr>
          <p:cNvGraphicFramePr>
            <a:graphicFrameLocks/>
          </p:cNvGraphicFramePr>
          <p:nvPr>
            <p:extLst>
              <p:ext uri="{D42A27DB-BD31-4B8C-83A1-F6EECF244321}">
                <p14:modId xmlns:p14="http://schemas.microsoft.com/office/powerpoint/2010/main" val="586855842"/>
              </p:ext>
            </p:extLst>
          </p:nvPr>
        </p:nvGraphicFramePr>
        <p:xfrm>
          <a:off x="2557872" y="1645662"/>
          <a:ext cx="1841862" cy="2543378"/>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 Box 25">
            <a:extLst>
              <a:ext uri="{FF2B5EF4-FFF2-40B4-BE49-F238E27FC236}">
                <a16:creationId xmlns:a16="http://schemas.microsoft.com/office/drawing/2014/main" id="{0C25F1EF-A62D-3236-40FD-08D9965E42DE}"/>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283507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246B5-6B28-DF4A-8462-0FCAF64C32D1}"/>
              </a:ext>
            </a:extLst>
          </p:cNvPr>
          <p:cNvSpPr>
            <a:spLocks noGrp="1"/>
          </p:cNvSpPr>
          <p:nvPr>
            <p:ph type="body" sz="quarter" idx="20"/>
          </p:nvPr>
        </p:nvSpPr>
        <p:spPr/>
        <p:txBody>
          <a:bodyPr/>
          <a:lstStyle/>
          <a:p>
            <a:r>
              <a:rPr lang="en-US"/>
              <a:t>SAMPLE CHARTS AND TABLES</a:t>
            </a:r>
          </a:p>
        </p:txBody>
      </p:sp>
      <p:sp>
        <p:nvSpPr>
          <p:cNvPr id="3" name="Title 2">
            <a:extLst>
              <a:ext uri="{FF2B5EF4-FFF2-40B4-BE49-F238E27FC236}">
                <a16:creationId xmlns:a16="http://schemas.microsoft.com/office/drawing/2014/main" id="{1AF39FDA-8F47-3143-84C1-EBAA5469176A}"/>
              </a:ext>
            </a:extLst>
          </p:cNvPr>
          <p:cNvSpPr>
            <a:spLocks noGrp="1"/>
          </p:cNvSpPr>
          <p:nvPr>
            <p:ph type="title"/>
          </p:nvPr>
        </p:nvSpPr>
        <p:spPr/>
        <p:txBody>
          <a:bodyPr/>
          <a:lstStyle/>
          <a:p>
            <a:r>
              <a:rPr lang="en-US"/>
              <a:t>Stacked Columns</a:t>
            </a:r>
          </a:p>
        </p:txBody>
      </p:sp>
      <p:sp>
        <p:nvSpPr>
          <p:cNvPr id="2" name="Footer Placeholder 1">
            <a:extLst>
              <a:ext uri="{FF2B5EF4-FFF2-40B4-BE49-F238E27FC236}">
                <a16:creationId xmlns:a16="http://schemas.microsoft.com/office/drawing/2014/main" id="{8313827C-CCC1-EE4F-94CD-F2A57AB3EB18}"/>
              </a:ext>
            </a:extLst>
          </p:cNvPr>
          <p:cNvSpPr>
            <a:spLocks noGrp="1"/>
          </p:cNvSpPr>
          <p:nvPr>
            <p:ph type="ftr" sz="quarter" idx="16"/>
          </p:nvPr>
        </p:nvSpPr>
        <p:spPr/>
        <p:txBody>
          <a:bodyPr/>
          <a:lstStyle/>
          <a:p>
            <a:r>
              <a:rPr lang="en-US"/>
              <a:t>Presentation Name or Footer Copy</a:t>
            </a:r>
          </a:p>
        </p:txBody>
      </p:sp>
      <p:sp>
        <p:nvSpPr>
          <p:cNvPr id="12" name="Text Placeholder 18">
            <a:extLst>
              <a:ext uri="{FF2B5EF4-FFF2-40B4-BE49-F238E27FC236}">
                <a16:creationId xmlns:a16="http://schemas.microsoft.com/office/drawing/2014/main" id="{159A50C0-2D3C-D14C-B098-E7096CD80ABB}"/>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Complex Color Application</a:t>
            </a:r>
            <a:br>
              <a:rPr lang="en-US" sz="1400"/>
            </a:br>
            <a:r>
              <a:rPr lang="en-US" sz="1050" b="0">
                <a:solidFill>
                  <a:schemeClr val="bg2"/>
                </a:solidFill>
              </a:rPr>
              <a:t>If the data requires using multiple colors, leverage tonal options within sub-categories</a:t>
            </a:r>
          </a:p>
          <a:p>
            <a:r>
              <a:rPr lang="en-US" sz="1050" b="0">
                <a:solidFill>
                  <a:schemeClr val="bg2"/>
                </a:solidFill>
              </a:rPr>
              <a:t>of the data. If we need more variation, you can leverage secondary colors.</a:t>
            </a:r>
          </a:p>
        </p:txBody>
      </p:sp>
      <p:graphicFrame>
        <p:nvGraphicFramePr>
          <p:cNvPr id="14" name="Chart Placeholder 5">
            <a:extLst>
              <a:ext uri="{FF2B5EF4-FFF2-40B4-BE49-F238E27FC236}">
                <a16:creationId xmlns:a16="http://schemas.microsoft.com/office/drawing/2014/main" id="{981AA7AA-34FE-6D44-AB12-3E71656C44F6}"/>
              </a:ext>
            </a:extLst>
          </p:cNvPr>
          <p:cNvGraphicFramePr>
            <a:graphicFrameLocks/>
          </p:cNvGraphicFramePr>
          <p:nvPr>
            <p:extLst>
              <p:ext uri="{D42A27DB-BD31-4B8C-83A1-F6EECF244321}">
                <p14:modId xmlns:p14="http://schemas.microsoft.com/office/powerpoint/2010/main" val="3696543054"/>
              </p:ext>
            </p:extLst>
          </p:nvPr>
        </p:nvGraphicFramePr>
        <p:xfrm>
          <a:off x="5183806" y="1813302"/>
          <a:ext cx="2026048" cy="254337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Placeholder 5">
            <a:extLst>
              <a:ext uri="{FF2B5EF4-FFF2-40B4-BE49-F238E27FC236}">
                <a16:creationId xmlns:a16="http://schemas.microsoft.com/office/drawing/2014/main" id="{F6F74495-6A6B-0E4B-A79F-E3ED8472E3AD}"/>
              </a:ext>
            </a:extLst>
          </p:cNvPr>
          <p:cNvGraphicFramePr>
            <a:graphicFrameLocks/>
          </p:cNvGraphicFramePr>
          <p:nvPr>
            <p:extLst>
              <p:ext uri="{D42A27DB-BD31-4B8C-83A1-F6EECF244321}">
                <p14:modId xmlns:p14="http://schemas.microsoft.com/office/powerpoint/2010/main" val="2527747539"/>
              </p:ext>
            </p:extLst>
          </p:nvPr>
        </p:nvGraphicFramePr>
        <p:xfrm>
          <a:off x="1764440" y="1813302"/>
          <a:ext cx="2026048" cy="254337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Box 25">
            <a:extLst>
              <a:ext uri="{FF2B5EF4-FFF2-40B4-BE49-F238E27FC236}">
                <a16:creationId xmlns:a16="http://schemas.microsoft.com/office/drawing/2014/main" id="{38D004FF-B7DE-3FC0-5C14-E4FD372A0353}"/>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12523895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A36AB8F-66E2-E744-8AC5-844CE1500DEF}"/>
              </a:ext>
            </a:extLst>
          </p:cNvPr>
          <p:cNvSpPr>
            <a:spLocks noGrp="1"/>
          </p:cNvSpPr>
          <p:nvPr>
            <p:ph type="body" sz="quarter" idx="20"/>
          </p:nvPr>
        </p:nvSpPr>
        <p:spPr/>
        <p:txBody>
          <a:bodyPr/>
          <a:lstStyle/>
          <a:p>
            <a:r>
              <a:rPr lang="en-US"/>
              <a:t>PIE CHARTS</a:t>
            </a:r>
          </a:p>
        </p:txBody>
      </p:sp>
      <p:sp>
        <p:nvSpPr>
          <p:cNvPr id="49" name="Title 2">
            <a:extLst>
              <a:ext uri="{FF2B5EF4-FFF2-40B4-BE49-F238E27FC236}">
                <a16:creationId xmlns:a16="http://schemas.microsoft.com/office/drawing/2014/main" id="{B9371119-3B04-664A-BE36-8AD700F164E8}"/>
              </a:ext>
            </a:extLst>
          </p:cNvPr>
          <p:cNvSpPr>
            <a:spLocks noGrp="1"/>
          </p:cNvSpPr>
          <p:nvPr>
            <p:ph type="title"/>
          </p:nvPr>
        </p:nvSpPr>
        <p:spPr/>
        <p:txBody>
          <a:bodyPr/>
          <a:lstStyle/>
          <a:p>
            <a:r>
              <a:rPr lang="en-US"/>
              <a:t>Pie Charts</a:t>
            </a:r>
          </a:p>
        </p:txBody>
      </p:sp>
      <p:sp>
        <p:nvSpPr>
          <p:cNvPr id="2" name="Footer Placeholder 1">
            <a:extLst>
              <a:ext uri="{FF2B5EF4-FFF2-40B4-BE49-F238E27FC236}">
                <a16:creationId xmlns:a16="http://schemas.microsoft.com/office/drawing/2014/main" id="{B0EE5FE0-C5A5-0644-AD80-DDF1CE52FEF1}"/>
              </a:ext>
            </a:extLst>
          </p:cNvPr>
          <p:cNvSpPr>
            <a:spLocks noGrp="1"/>
          </p:cNvSpPr>
          <p:nvPr>
            <p:ph type="ftr" sz="quarter" idx="16"/>
          </p:nvPr>
        </p:nvSpPr>
        <p:spPr/>
        <p:txBody>
          <a:bodyPr/>
          <a:lstStyle/>
          <a:p>
            <a:r>
              <a:rPr lang="en-US"/>
              <a:t>Presentation Name or Footer Copy</a:t>
            </a:r>
          </a:p>
        </p:txBody>
      </p:sp>
      <p:graphicFrame>
        <p:nvGraphicFramePr>
          <p:cNvPr id="15" name="Chart Placeholder 11">
            <a:extLst>
              <a:ext uri="{FF2B5EF4-FFF2-40B4-BE49-F238E27FC236}">
                <a16:creationId xmlns:a16="http://schemas.microsoft.com/office/drawing/2014/main" id="{1A381BD5-0463-9B49-AF5F-E20F70963EDF}"/>
              </a:ext>
            </a:extLst>
          </p:cNvPr>
          <p:cNvGraphicFramePr>
            <a:graphicFrameLocks/>
          </p:cNvGraphicFramePr>
          <p:nvPr>
            <p:extLst>
              <p:ext uri="{D42A27DB-BD31-4B8C-83A1-F6EECF244321}">
                <p14:modId xmlns:p14="http://schemas.microsoft.com/office/powerpoint/2010/main" val="2249965681"/>
              </p:ext>
            </p:extLst>
          </p:nvPr>
        </p:nvGraphicFramePr>
        <p:xfrm>
          <a:off x="801417" y="1444630"/>
          <a:ext cx="7296066" cy="3031678"/>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 Placeholder 18">
            <a:extLst>
              <a:ext uri="{FF2B5EF4-FFF2-40B4-BE49-F238E27FC236}">
                <a16:creationId xmlns:a16="http://schemas.microsoft.com/office/drawing/2014/main" id="{7D970774-682D-5842-B13F-F88FF9FC9CF2}"/>
              </a:ext>
            </a:extLst>
          </p:cNvPr>
          <p:cNvSpPr txBox="1">
            <a:spLocks/>
          </p:cNvSpPr>
          <p:nvPr/>
        </p:nvSpPr>
        <p:spPr>
          <a:xfrm>
            <a:off x="3178380" y="2806211"/>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11" name="Text Placeholder 18">
            <a:extLst>
              <a:ext uri="{FF2B5EF4-FFF2-40B4-BE49-F238E27FC236}">
                <a16:creationId xmlns:a16="http://schemas.microsoft.com/office/drawing/2014/main" id="{DF35B710-C1B8-D546-8727-2598D7723C37}"/>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Primary Orange)</a:t>
            </a:r>
          </a:p>
          <a:p>
            <a:r>
              <a:rPr lang="en-US" sz="1050">
                <a:solidFill>
                  <a:schemeClr val="bg2"/>
                </a:solidFill>
              </a:rPr>
              <a:t>Simplified Color: </a:t>
            </a:r>
            <a:r>
              <a:rPr lang="en-US" sz="1050" b="0">
                <a:solidFill>
                  <a:schemeClr val="bg2"/>
                </a:solidFill>
              </a:rPr>
              <a:t>Select one family of colors to present your data with a tonal look.</a:t>
            </a:r>
          </a:p>
        </p:txBody>
      </p:sp>
      <p:sp>
        <p:nvSpPr>
          <p:cNvPr id="3" name="Text Box 25">
            <a:extLst>
              <a:ext uri="{FF2B5EF4-FFF2-40B4-BE49-F238E27FC236}">
                <a16:creationId xmlns:a16="http://schemas.microsoft.com/office/drawing/2014/main" id="{2B6717D4-1C6E-4A20-E93D-7BD28989DDAC}"/>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11607995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Placeholder 11">
            <a:extLst>
              <a:ext uri="{FF2B5EF4-FFF2-40B4-BE49-F238E27FC236}">
                <a16:creationId xmlns:a16="http://schemas.microsoft.com/office/drawing/2014/main" id="{632F6081-7E1F-B24F-B7EC-B98303B243BE}"/>
              </a:ext>
            </a:extLst>
          </p:cNvPr>
          <p:cNvGraphicFramePr>
            <a:graphicFrameLocks/>
          </p:cNvGraphicFramePr>
          <p:nvPr>
            <p:extLst>
              <p:ext uri="{D42A27DB-BD31-4B8C-83A1-F6EECF244321}">
                <p14:modId xmlns:p14="http://schemas.microsoft.com/office/powerpoint/2010/main" val="4263500170"/>
              </p:ext>
            </p:extLst>
          </p:nvPr>
        </p:nvGraphicFramePr>
        <p:xfrm>
          <a:off x="-4" y="1518968"/>
          <a:ext cx="2980858" cy="286524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FA36AB8F-66E2-E744-8AC5-844CE1500DEF}"/>
              </a:ext>
            </a:extLst>
          </p:cNvPr>
          <p:cNvSpPr>
            <a:spLocks noGrp="1"/>
          </p:cNvSpPr>
          <p:nvPr>
            <p:ph type="body" sz="quarter" idx="20"/>
          </p:nvPr>
        </p:nvSpPr>
        <p:spPr/>
        <p:txBody>
          <a:bodyPr/>
          <a:lstStyle/>
          <a:p>
            <a:r>
              <a:rPr lang="en-US"/>
              <a:t>PIE CHARTS</a:t>
            </a:r>
          </a:p>
        </p:txBody>
      </p:sp>
      <p:sp>
        <p:nvSpPr>
          <p:cNvPr id="49" name="Title 2">
            <a:extLst>
              <a:ext uri="{FF2B5EF4-FFF2-40B4-BE49-F238E27FC236}">
                <a16:creationId xmlns:a16="http://schemas.microsoft.com/office/drawing/2014/main" id="{B9371119-3B04-664A-BE36-8AD700F164E8}"/>
              </a:ext>
            </a:extLst>
          </p:cNvPr>
          <p:cNvSpPr>
            <a:spLocks noGrp="1"/>
          </p:cNvSpPr>
          <p:nvPr>
            <p:ph type="title"/>
          </p:nvPr>
        </p:nvSpPr>
        <p:spPr/>
        <p:txBody>
          <a:bodyPr/>
          <a:lstStyle/>
          <a:p>
            <a:r>
              <a:rPr lang="en-US"/>
              <a:t>Pie Charts</a:t>
            </a:r>
          </a:p>
        </p:txBody>
      </p:sp>
      <p:sp>
        <p:nvSpPr>
          <p:cNvPr id="2" name="Footer Placeholder 1">
            <a:extLst>
              <a:ext uri="{FF2B5EF4-FFF2-40B4-BE49-F238E27FC236}">
                <a16:creationId xmlns:a16="http://schemas.microsoft.com/office/drawing/2014/main" id="{36001EDF-FEA4-8A4A-8E83-655492E9AC96}"/>
              </a:ext>
            </a:extLst>
          </p:cNvPr>
          <p:cNvSpPr>
            <a:spLocks noGrp="1"/>
          </p:cNvSpPr>
          <p:nvPr>
            <p:ph type="ftr" sz="quarter" idx="16"/>
          </p:nvPr>
        </p:nvSpPr>
        <p:spPr/>
        <p:txBody>
          <a:bodyPr/>
          <a:lstStyle/>
          <a:p>
            <a:r>
              <a:rPr lang="en-US"/>
              <a:t>Presentation Name or Footer Copy</a:t>
            </a:r>
          </a:p>
        </p:txBody>
      </p:sp>
      <p:graphicFrame>
        <p:nvGraphicFramePr>
          <p:cNvPr id="20" name="Chart Placeholder 11">
            <a:extLst>
              <a:ext uri="{FF2B5EF4-FFF2-40B4-BE49-F238E27FC236}">
                <a16:creationId xmlns:a16="http://schemas.microsoft.com/office/drawing/2014/main" id="{FF8D74C2-82E1-CD49-9D79-86B4E93412E1}"/>
              </a:ext>
            </a:extLst>
          </p:cNvPr>
          <p:cNvGraphicFramePr>
            <a:graphicFrameLocks/>
          </p:cNvGraphicFramePr>
          <p:nvPr>
            <p:extLst>
              <p:ext uri="{D42A27DB-BD31-4B8C-83A1-F6EECF244321}">
                <p14:modId xmlns:p14="http://schemas.microsoft.com/office/powerpoint/2010/main" val="3640595679"/>
              </p:ext>
            </p:extLst>
          </p:nvPr>
        </p:nvGraphicFramePr>
        <p:xfrm>
          <a:off x="6041742" y="1518968"/>
          <a:ext cx="2980858" cy="286524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Placeholder 18">
            <a:extLst>
              <a:ext uri="{FF2B5EF4-FFF2-40B4-BE49-F238E27FC236}">
                <a16:creationId xmlns:a16="http://schemas.microsoft.com/office/drawing/2014/main" id="{D63BEEEB-F64E-9F40-8841-FA2944976109}"/>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Secondary families)</a:t>
            </a:r>
          </a:p>
          <a:p>
            <a:r>
              <a:rPr lang="en-US" sz="1050">
                <a:solidFill>
                  <a:schemeClr val="bg2"/>
                </a:solidFill>
              </a:rPr>
              <a:t>Simplified Color: </a:t>
            </a:r>
            <a:r>
              <a:rPr lang="en-US" sz="1050" b="0">
                <a:solidFill>
                  <a:schemeClr val="bg2"/>
                </a:solidFill>
              </a:rPr>
              <a:t>Select orange as your primary color and one to two family of colors to present your data with a tonal look.</a:t>
            </a:r>
          </a:p>
        </p:txBody>
      </p:sp>
      <p:sp>
        <p:nvSpPr>
          <p:cNvPr id="3" name="Text Box 25">
            <a:extLst>
              <a:ext uri="{FF2B5EF4-FFF2-40B4-BE49-F238E27FC236}">
                <a16:creationId xmlns:a16="http://schemas.microsoft.com/office/drawing/2014/main" id="{9499DC5D-B5E9-0D18-ABBE-C16EA62B7E85}"/>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graphicFrame>
        <p:nvGraphicFramePr>
          <p:cNvPr id="4" name="Chart Placeholder 11">
            <a:extLst>
              <a:ext uri="{FF2B5EF4-FFF2-40B4-BE49-F238E27FC236}">
                <a16:creationId xmlns:a16="http://schemas.microsoft.com/office/drawing/2014/main" id="{394340B6-9AA9-6569-D006-F97D20447297}"/>
              </a:ext>
            </a:extLst>
          </p:cNvPr>
          <p:cNvGraphicFramePr>
            <a:graphicFrameLocks/>
          </p:cNvGraphicFramePr>
          <p:nvPr>
            <p:extLst>
              <p:ext uri="{D42A27DB-BD31-4B8C-83A1-F6EECF244321}">
                <p14:modId xmlns:p14="http://schemas.microsoft.com/office/powerpoint/2010/main" val="1507723232"/>
              </p:ext>
            </p:extLst>
          </p:nvPr>
        </p:nvGraphicFramePr>
        <p:xfrm>
          <a:off x="3020869" y="1518968"/>
          <a:ext cx="2980858" cy="28652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427595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A36AB8F-66E2-E744-8AC5-844CE1500DEF}"/>
              </a:ext>
            </a:extLst>
          </p:cNvPr>
          <p:cNvSpPr>
            <a:spLocks noGrp="1"/>
          </p:cNvSpPr>
          <p:nvPr>
            <p:ph type="body" sz="quarter" idx="20"/>
          </p:nvPr>
        </p:nvSpPr>
        <p:spPr/>
        <p:txBody>
          <a:bodyPr/>
          <a:lstStyle/>
          <a:p>
            <a:r>
              <a:rPr lang="en-US"/>
              <a:t>PIE CHARTS</a:t>
            </a:r>
          </a:p>
        </p:txBody>
      </p:sp>
      <p:sp>
        <p:nvSpPr>
          <p:cNvPr id="49" name="Title 2">
            <a:extLst>
              <a:ext uri="{FF2B5EF4-FFF2-40B4-BE49-F238E27FC236}">
                <a16:creationId xmlns:a16="http://schemas.microsoft.com/office/drawing/2014/main" id="{B9371119-3B04-664A-BE36-8AD700F164E8}"/>
              </a:ext>
            </a:extLst>
          </p:cNvPr>
          <p:cNvSpPr>
            <a:spLocks noGrp="1"/>
          </p:cNvSpPr>
          <p:nvPr>
            <p:ph type="title"/>
          </p:nvPr>
        </p:nvSpPr>
        <p:spPr/>
        <p:txBody>
          <a:bodyPr/>
          <a:lstStyle/>
          <a:p>
            <a:r>
              <a:rPr lang="en-US"/>
              <a:t>Pie Charts</a:t>
            </a:r>
          </a:p>
        </p:txBody>
      </p:sp>
      <p:sp>
        <p:nvSpPr>
          <p:cNvPr id="2" name="Footer Placeholder 1">
            <a:extLst>
              <a:ext uri="{FF2B5EF4-FFF2-40B4-BE49-F238E27FC236}">
                <a16:creationId xmlns:a16="http://schemas.microsoft.com/office/drawing/2014/main" id="{B0EE5FE0-C5A5-0644-AD80-DDF1CE52FEF1}"/>
              </a:ext>
            </a:extLst>
          </p:cNvPr>
          <p:cNvSpPr>
            <a:spLocks noGrp="1"/>
          </p:cNvSpPr>
          <p:nvPr>
            <p:ph type="ftr" sz="quarter" idx="16"/>
          </p:nvPr>
        </p:nvSpPr>
        <p:spPr/>
        <p:txBody>
          <a:bodyPr/>
          <a:lstStyle/>
          <a:p>
            <a:r>
              <a:rPr lang="en-US"/>
              <a:t>Presentation Name or Footer Copy</a:t>
            </a:r>
          </a:p>
        </p:txBody>
      </p:sp>
      <p:graphicFrame>
        <p:nvGraphicFramePr>
          <p:cNvPr id="15" name="Chart Placeholder 11">
            <a:extLst>
              <a:ext uri="{FF2B5EF4-FFF2-40B4-BE49-F238E27FC236}">
                <a16:creationId xmlns:a16="http://schemas.microsoft.com/office/drawing/2014/main" id="{1A381BD5-0463-9B49-AF5F-E20F70963EDF}"/>
              </a:ext>
            </a:extLst>
          </p:cNvPr>
          <p:cNvGraphicFramePr>
            <a:graphicFrameLocks/>
          </p:cNvGraphicFramePr>
          <p:nvPr>
            <p:extLst>
              <p:ext uri="{D42A27DB-BD31-4B8C-83A1-F6EECF244321}">
                <p14:modId xmlns:p14="http://schemas.microsoft.com/office/powerpoint/2010/main" val="3572006721"/>
              </p:ext>
            </p:extLst>
          </p:nvPr>
        </p:nvGraphicFramePr>
        <p:xfrm>
          <a:off x="801417" y="1444630"/>
          <a:ext cx="7296066" cy="3031678"/>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 Placeholder 18">
            <a:extLst>
              <a:ext uri="{FF2B5EF4-FFF2-40B4-BE49-F238E27FC236}">
                <a16:creationId xmlns:a16="http://schemas.microsoft.com/office/drawing/2014/main" id="{7D970774-682D-5842-B13F-F88FF9FC9CF2}"/>
              </a:ext>
            </a:extLst>
          </p:cNvPr>
          <p:cNvSpPr txBox="1">
            <a:spLocks/>
          </p:cNvSpPr>
          <p:nvPr/>
        </p:nvSpPr>
        <p:spPr>
          <a:xfrm>
            <a:off x="3178380" y="2806211"/>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12" name="Text Placeholder 18">
            <a:extLst>
              <a:ext uri="{FF2B5EF4-FFF2-40B4-BE49-F238E27FC236}">
                <a16:creationId xmlns:a16="http://schemas.microsoft.com/office/drawing/2014/main" id="{3A3C3BC8-E9A4-574A-B78F-8BA5D1EDC103}"/>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Complex Color Application</a:t>
            </a:r>
            <a:br>
              <a:rPr lang="en-US" sz="1400"/>
            </a:br>
            <a:r>
              <a:rPr lang="en-US" sz="1050" b="0">
                <a:solidFill>
                  <a:schemeClr val="bg2"/>
                </a:solidFill>
              </a:rPr>
              <a:t>If the data requires using multiple colors, leverage tonal options within sub-categories</a:t>
            </a:r>
          </a:p>
          <a:p>
            <a:r>
              <a:rPr lang="en-US" sz="1050" b="0">
                <a:solidFill>
                  <a:schemeClr val="bg2"/>
                </a:solidFill>
              </a:rPr>
              <a:t>of the data. If we need more variation, you can leverage secondary colors.</a:t>
            </a:r>
          </a:p>
        </p:txBody>
      </p:sp>
      <p:sp>
        <p:nvSpPr>
          <p:cNvPr id="3" name="Text Box 25">
            <a:extLst>
              <a:ext uri="{FF2B5EF4-FFF2-40B4-BE49-F238E27FC236}">
                <a16:creationId xmlns:a16="http://schemas.microsoft.com/office/drawing/2014/main" id="{C5EEE448-1BF5-7FAE-27E1-C9126AA03704}"/>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27284758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55D9BDCC-32F6-8043-AD5C-D4CE1A70B34A}"/>
              </a:ext>
            </a:extLst>
          </p:cNvPr>
          <p:cNvSpPr/>
          <p:nvPr/>
        </p:nvSpPr>
        <p:spPr>
          <a:xfrm>
            <a:off x="602129"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6" name="Text Placeholder 5">
            <a:extLst>
              <a:ext uri="{FF2B5EF4-FFF2-40B4-BE49-F238E27FC236}">
                <a16:creationId xmlns:a16="http://schemas.microsoft.com/office/drawing/2014/main" id="{FA36AB8F-66E2-E744-8AC5-844CE1500DEF}"/>
              </a:ext>
            </a:extLst>
          </p:cNvPr>
          <p:cNvSpPr>
            <a:spLocks noGrp="1"/>
          </p:cNvSpPr>
          <p:nvPr>
            <p:ph type="body" sz="quarter" idx="20"/>
          </p:nvPr>
        </p:nvSpPr>
        <p:spPr/>
        <p:txBody>
          <a:bodyPr/>
          <a:lstStyle/>
          <a:p>
            <a:r>
              <a:rPr lang="en-US"/>
              <a:t>SAMPLE CHARTS AND TABLES</a:t>
            </a:r>
          </a:p>
        </p:txBody>
      </p:sp>
      <p:sp>
        <p:nvSpPr>
          <p:cNvPr id="30" name="Title 2">
            <a:extLst>
              <a:ext uri="{FF2B5EF4-FFF2-40B4-BE49-F238E27FC236}">
                <a16:creationId xmlns:a16="http://schemas.microsoft.com/office/drawing/2014/main" id="{43D8821E-B9E3-4144-A306-B372999D16B0}"/>
              </a:ext>
            </a:extLst>
          </p:cNvPr>
          <p:cNvSpPr>
            <a:spLocks noGrp="1"/>
          </p:cNvSpPr>
          <p:nvPr>
            <p:ph type="title"/>
          </p:nvPr>
        </p:nvSpPr>
        <p:spPr/>
        <p:txBody>
          <a:bodyPr/>
          <a:lstStyle/>
          <a:p>
            <a:r>
              <a:rPr lang="en-US"/>
              <a:t>Visualizing Percentages</a:t>
            </a:r>
          </a:p>
        </p:txBody>
      </p:sp>
      <p:sp>
        <p:nvSpPr>
          <p:cNvPr id="2" name="Footer Placeholder 1">
            <a:extLst>
              <a:ext uri="{FF2B5EF4-FFF2-40B4-BE49-F238E27FC236}">
                <a16:creationId xmlns:a16="http://schemas.microsoft.com/office/drawing/2014/main" id="{12517FD1-2D3C-AA46-BEC3-BA20C2984B1E}"/>
              </a:ext>
            </a:extLst>
          </p:cNvPr>
          <p:cNvSpPr>
            <a:spLocks noGrp="1"/>
          </p:cNvSpPr>
          <p:nvPr>
            <p:ph type="ftr" sz="quarter" idx="16"/>
          </p:nvPr>
        </p:nvSpPr>
        <p:spPr/>
        <p:txBody>
          <a:bodyPr/>
          <a:lstStyle/>
          <a:p>
            <a:r>
              <a:rPr lang="en-US"/>
              <a:t>Presentation Name or Footer Copy</a:t>
            </a:r>
          </a:p>
        </p:txBody>
      </p:sp>
      <p:sp>
        <p:nvSpPr>
          <p:cNvPr id="14" name="TextBox 13">
            <a:extLst>
              <a:ext uri="{FF2B5EF4-FFF2-40B4-BE49-F238E27FC236}">
                <a16:creationId xmlns:a16="http://schemas.microsoft.com/office/drawing/2014/main" id="{CCB7EC30-3B17-2D42-A7BD-F616EE98269A}"/>
              </a:ext>
            </a:extLst>
          </p:cNvPr>
          <p:cNvSpPr txBox="1"/>
          <p:nvPr/>
        </p:nvSpPr>
        <p:spPr>
          <a:xfrm>
            <a:off x="922848"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40</a:t>
            </a:r>
            <a:r>
              <a:rPr lang="en-GB" sz="4000">
                <a:solidFill>
                  <a:schemeClr val="tx2"/>
                </a:solidFill>
                <a:latin typeface="Arial" panose="020B0604020202020204" pitchFamily="34" charset="0"/>
                <a:cs typeface="Arial" panose="020B0604020202020204" pitchFamily="34" charset="0"/>
              </a:rPr>
              <a:t>%</a:t>
            </a:r>
          </a:p>
        </p:txBody>
      </p:sp>
      <p:sp>
        <p:nvSpPr>
          <p:cNvPr id="17" name="Text Placeholder 18">
            <a:extLst>
              <a:ext uri="{FF2B5EF4-FFF2-40B4-BE49-F238E27FC236}">
                <a16:creationId xmlns:a16="http://schemas.microsoft.com/office/drawing/2014/main" id="{7D970774-682D-5842-B13F-F88FF9FC9CF2}"/>
              </a:ext>
            </a:extLst>
          </p:cNvPr>
          <p:cNvSpPr txBox="1">
            <a:spLocks/>
          </p:cNvSpPr>
          <p:nvPr/>
        </p:nvSpPr>
        <p:spPr>
          <a:xfrm>
            <a:off x="967762"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18" name="Oval 17">
            <a:extLst>
              <a:ext uri="{FF2B5EF4-FFF2-40B4-BE49-F238E27FC236}">
                <a16:creationId xmlns:a16="http://schemas.microsoft.com/office/drawing/2014/main" id="{A28E7DD4-14E9-EC48-9EEC-42528C2B91CB}"/>
              </a:ext>
            </a:extLst>
          </p:cNvPr>
          <p:cNvSpPr/>
          <p:nvPr/>
        </p:nvSpPr>
        <p:spPr>
          <a:xfrm>
            <a:off x="3580925"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aphicFrame>
        <p:nvGraphicFramePr>
          <p:cNvPr id="19" name="Content Placeholder 38">
            <a:extLst>
              <a:ext uri="{FF2B5EF4-FFF2-40B4-BE49-F238E27FC236}">
                <a16:creationId xmlns:a16="http://schemas.microsoft.com/office/drawing/2014/main" id="{ED5E0CC2-B982-A644-B644-74902F07B3F6}"/>
              </a:ext>
            </a:extLst>
          </p:cNvPr>
          <p:cNvGraphicFramePr>
            <a:graphicFrameLocks/>
          </p:cNvGraphicFramePr>
          <p:nvPr>
            <p:extLst>
              <p:ext uri="{D42A27DB-BD31-4B8C-83A1-F6EECF244321}">
                <p14:modId xmlns:p14="http://schemas.microsoft.com/office/powerpoint/2010/main" val="2273141120"/>
              </p:ext>
            </p:extLst>
          </p:nvPr>
        </p:nvGraphicFramePr>
        <p:xfrm>
          <a:off x="3350271" y="1568450"/>
          <a:ext cx="2370138" cy="2408238"/>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9CB00CEE-F96F-0747-A35F-7781D0ACCFE6}"/>
              </a:ext>
            </a:extLst>
          </p:cNvPr>
          <p:cNvSpPr txBox="1"/>
          <p:nvPr/>
        </p:nvSpPr>
        <p:spPr>
          <a:xfrm>
            <a:off x="3901644"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85</a:t>
            </a:r>
            <a:r>
              <a:rPr lang="en-GB" sz="4000">
                <a:solidFill>
                  <a:schemeClr val="tx2"/>
                </a:solidFill>
                <a:latin typeface="Arial" panose="020B0604020202020204" pitchFamily="34" charset="0"/>
                <a:cs typeface="Arial" panose="020B0604020202020204" pitchFamily="34" charset="0"/>
              </a:rPr>
              <a:t>%</a:t>
            </a:r>
          </a:p>
        </p:txBody>
      </p:sp>
      <p:sp>
        <p:nvSpPr>
          <p:cNvPr id="21" name="Text Placeholder 18">
            <a:extLst>
              <a:ext uri="{FF2B5EF4-FFF2-40B4-BE49-F238E27FC236}">
                <a16:creationId xmlns:a16="http://schemas.microsoft.com/office/drawing/2014/main" id="{79CD6C28-FC2F-B546-85E7-583C4830A3EB}"/>
              </a:ext>
            </a:extLst>
          </p:cNvPr>
          <p:cNvSpPr txBox="1">
            <a:spLocks/>
          </p:cNvSpPr>
          <p:nvPr/>
        </p:nvSpPr>
        <p:spPr>
          <a:xfrm>
            <a:off x="3946558"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23" name="Oval 22">
            <a:extLst>
              <a:ext uri="{FF2B5EF4-FFF2-40B4-BE49-F238E27FC236}">
                <a16:creationId xmlns:a16="http://schemas.microsoft.com/office/drawing/2014/main" id="{50D99313-B78F-B64B-A6CE-B625FC0F4CBF}"/>
              </a:ext>
            </a:extLst>
          </p:cNvPr>
          <p:cNvSpPr/>
          <p:nvPr/>
        </p:nvSpPr>
        <p:spPr>
          <a:xfrm>
            <a:off x="6562302"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aphicFrame>
        <p:nvGraphicFramePr>
          <p:cNvPr id="24" name="Content Placeholder 38">
            <a:extLst>
              <a:ext uri="{FF2B5EF4-FFF2-40B4-BE49-F238E27FC236}">
                <a16:creationId xmlns:a16="http://schemas.microsoft.com/office/drawing/2014/main" id="{BF4FD212-D6C4-B648-B70D-0448B23AAC21}"/>
              </a:ext>
            </a:extLst>
          </p:cNvPr>
          <p:cNvGraphicFramePr>
            <a:graphicFrameLocks/>
          </p:cNvGraphicFramePr>
          <p:nvPr>
            <p:extLst>
              <p:ext uri="{D42A27DB-BD31-4B8C-83A1-F6EECF244321}">
                <p14:modId xmlns:p14="http://schemas.microsoft.com/office/powerpoint/2010/main" val="3806992766"/>
              </p:ext>
            </p:extLst>
          </p:nvPr>
        </p:nvGraphicFramePr>
        <p:xfrm>
          <a:off x="6331648" y="1568450"/>
          <a:ext cx="2370138" cy="2408238"/>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C7A4A1B9-F328-5E46-AFDB-DB3D49BD350D}"/>
              </a:ext>
            </a:extLst>
          </p:cNvPr>
          <p:cNvSpPr txBox="1"/>
          <p:nvPr/>
        </p:nvSpPr>
        <p:spPr>
          <a:xfrm>
            <a:off x="6883021"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72</a:t>
            </a:r>
            <a:r>
              <a:rPr lang="en-GB" sz="4000">
                <a:solidFill>
                  <a:schemeClr val="tx2"/>
                </a:solidFill>
                <a:latin typeface="Arial" panose="020B0604020202020204" pitchFamily="34" charset="0"/>
                <a:cs typeface="Arial" panose="020B0604020202020204" pitchFamily="34" charset="0"/>
              </a:rPr>
              <a:t>%</a:t>
            </a:r>
          </a:p>
        </p:txBody>
      </p:sp>
      <p:sp>
        <p:nvSpPr>
          <p:cNvPr id="26" name="Text Placeholder 18">
            <a:extLst>
              <a:ext uri="{FF2B5EF4-FFF2-40B4-BE49-F238E27FC236}">
                <a16:creationId xmlns:a16="http://schemas.microsoft.com/office/drawing/2014/main" id="{D0B7C39C-C25F-2544-B8F0-E7683E01D029}"/>
              </a:ext>
            </a:extLst>
          </p:cNvPr>
          <p:cNvSpPr txBox="1">
            <a:spLocks/>
          </p:cNvSpPr>
          <p:nvPr/>
        </p:nvSpPr>
        <p:spPr>
          <a:xfrm>
            <a:off x="6927935"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29" name="Text Placeholder 18">
            <a:extLst>
              <a:ext uri="{FF2B5EF4-FFF2-40B4-BE49-F238E27FC236}">
                <a16:creationId xmlns:a16="http://schemas.microsoft.com/office/drawing/2014/main" id="{CE309B0B-1C1C-9B4C-863A-FA10C17D1467}"/>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Primary Orange)</a:t>
            </a:r>
          </a:p>
          <a:p>
            <a:r>
              <a:rPr lang="en-US" sz="1050">
                <a:solidFill>
                  <a:schemeClr val="bg2"/>
                </a:solidFill>
              </a:rPr>
              <a:t>Simplified Color: </a:t>
            </a:r>
            <a:r>
              <a:rPr lang="en-US" sz="1050" b="0">
                <a:solidFill>
                  <a:schemeClr val="bg2"/>
                </a:solidFill>
              </a:rPr>
              <a:t>Select one family of colors to present your data with a tonal look.</a:t>
            </a:r>
          </a:p>
        </p:txBody>
      </p:sp>
      <p:graphicFrame>
        <p:nvGraphicFramePr>
          <p:cNvPr id="27" name="Content Placeholder 38">
            <a:extLst>
              <a:ext uri="{FF2B5EF4-FFF2-40B4-BE49-F238E27FC236}">
                <a16:creationId xmlns:a16="http://schemas.microsoft.com/office/drawing/2014/main" id="{13D28634-D856-7240-A206-6BF50BE86D86}"/>
              </a:ext>
            </a:extLst>
          </p:cNvPr>
          <p:cNvGraphicFramePr>
            <a:graphicFrameLocks/>
          </p:cNvGraphicFramePr>
          <p:nvPr>
            <p:extLst>
              <p:ext uri="{D42A27DB-BD31-4B8C-83A1-F6EECF244321}">
                <p14:modId xmlns:p14="http://schemas.microsoft.com/office/powerpoint/2010/main" val="712104992"/>
              </p:ext>
            </p:extLst>
          </p:nvPr>
        </p:nvGraphicFramePr>
        <p:xfrm>
          <a:off x="371475" y="1568450"/>
          <a:ext cx="2370138" cy="2408238"/>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 Box 25">
            <a:extLst>
              <a:ext uri="{FF2B5EF4-FFF2-40B4-BE49-F238E27FC236}">
                <a16:creationId xmlns:a16="http://schemas.microsoft.com/office/drawing/2014/main" id="{7BE90C6F-6150-CA1B-32FC-493A181D2D65}"/>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33135939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A36AB8F-66E2-E744-8AC5-844CE1500DEF}"/>
              </a:ext>
            </a:extLst>
          </p:cNvPr>
          <p:cNvSpPr>
            <a:spLocks noGrp="1"/>
          </p:cNvSpPr>
          <p:nvPr>
            <p:ph type="body" sz="quarter" idx="20"/>
          </p:nvPr>
        </p:nvSpPr>
        <p:spPr/>
        <p:txBody>
          <a:bodyPr/>
          <a:lstStyle/>
          <a:p>
            <a:r>
              <a:rPr lang="en-US"/>
              <a:t>SAMPLE CHARTS AND TABLES</a:t>
            </a:r>
          </a:p>
        </p:txBody>
      </p:sp>
      <p:sp>
        <p:nvSpPr>
          <p:cNvPr id="49" name="Title 2">
            <a:extLst>
              <a:ext uri="{FF2B5EF4-FFF2-40B4-BE49-F238E27FC236}">
                <a16:creationId xmlns:a16="http://schemas.microsoft.com/office/drawing/2014/main" id="{B9371119-3B04-664A-BE36-8AD700F164E8}"/>
              </a:ext>
            </a:extLst>
          </p:cNvPr>
          <p:cNvSpPr>
            <a:spLocks noGrp="1"/>
          </p:cNvSpPr>
          <p:nvPr>
            <p:ph type="title"/>
          </p:nvPr>
        </p:nvSpPr>
        <p:spPr/>
        <p:txBody>
          <a:bodyPr/>
          <a:lstStyle/>
          <a:p>
            <a:r>
              <a:rPr lang="en-US"/>
              <a:t>Visualizing Percentages</a:t>
            </a:r>
          </a:p>
        </p:txBody>
      </p:sp>
      <p:sp>
        <p:nvSpPr>
          <p:cNvPr id="2" name="Footer Placeholder 1">
            <a:extLst>
              <a:ext uri="{FF2B5EF4-FFF2-40B4-BE49-F238E27FC236}">
                <a16:creationId xmlns:a16="http://schemas.microsoft.com/office/drawing/2014/main" id="{FEA0C6A0-C7C7-0E4E-8D0F-BCBE0ED04A95}"/>
              </a:ext>
            </a:extLst>
          </p:cNvPr>
          <p:cNvSpPr>
            <a:spLocks noGrp="1"/>
          </p:cNvSpPr>
          <p:nvPr>
            <p:ph type="ftr" sz="quarter" idx="16"/>
          </p:nvPr>
        </p:nvSpPr>
        <p:spPr/>
        <p:txBody>
          <a:bodyPr/>
          <a:lstStyle/>
          <a:p>
            <a:r>
              <a:rPr lang="en-US"/>
              <a:t>Presentation Name or Footer Copy</a:t>
            </a:r>
          </a:p>
        </p:txBody>
      </p:sp>
      <p:sp>
        <p:nvSpPr>
          <p:cNvPr id="22" name="Text Placeholder 18">
            <a:extLst>
              <a:ext uri="{FF2B5EF4-FFF2-40B4-BE49-F238E27FC236}">
                <a16:creationId xmlns:a16="http://schemas.microsoft.com/office/drawing/2014/main" id="{0255F31D-C433-094A-AE10-E9087E7E6105}"/>
              </a:ext>
            </a:extLst>
          </p:cNvPr>
          <p:cNvSpPr txBox="1">
            <a:spLocks/>
          </p:cNvSpPr>
          <p:nvPr/>
        </p:nvSpPr>
        <p:spPr>
          <a:xfrm>
            <a:off x="401445" y="1012399"/>
            <a:ext cx="8096010" cy="4790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400"/>
              <a:t>Tonal approach (ex. Secondary families)</a:t>
            </a:r>
          </a:p>
          <a:p>
            <a:r>
              <a:rPr lang="en-US" sz="1050">
                <a:solidFill>
                  <a:schemeClr val="bg2"/>
                </a:solidFill>
              </a:rPr>
              <a:t>Simplified Color: </a:t>
            </a:r>
            <a:r>
              <a:rPr lang="en-US" sz="1050" b="0">
                <a:solidFill>
                  <a:schemeClr val="bg2"/>
                </a:solidFill>
              </a:rPr>
              <a:t>Select one family of colors to present your data with a tonal look.</a:t>
            </a:r>
          </a:p>
        </p:txBody>
      </p:sp>
      <p:sp>
        <p:nvSpPr>
          <p:cNvPr id="3" name="Oval 2">
            <a:extLst>
              <a:ext uri="{FF2B5EF4-FFF2-40B4-BE49-F238E27FC236}">
                <a16:creationId xmlns:a16="http://schemas.microsoft.com/office/drawing/2014/main" id="{CE29EC90-D8BE-0ADC-8AEF-040359DAF0CC}"/>
              </a:ext>
            </a:extLst>
          </p:cNvPr>
          <p:cNvSpPr/>
          <p:nvPr/>
        </p:nvSpPr>
        <p:spPr>
          <a:xfrm>
            <a:off x="602129"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4" name="TextBox 3">
            <a:extLst>
              <a:ext uri="{FF2B5EF4-FFF2-40B4-BE49-F238E27FC236}">
                <a16:creationId xmlns:a16="http://schemas.microsoft.com/office/drawing/2014/main" id="{84E6B156-3B0F-0956-3735-C40677ECD54F}"/>
              </a:ext>
            </a:extLst>
          </p:cNvPr>
          <p:cNvSpPr txBox="1"/>
          <p:nvPr/>
        </p:nvSpPr>
        <p:spPr>
          <a:xfrm>
            <a:off x="922848"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40</a:t>
            </a:r>
            <a:r>
              <a:rPr lang="en-GB" sz="4000">
                <a:solidFill>
                  <a:schemeClr val="tx2"/>
                </a:solidFill>
                <a:latin typeface="Arial" panose="020B0604020202020204" pitchFamily="34" charset="0"/>
                <a:cs typeface="Arial" panose="020B0604020202020204" pitchFamily="34" charset="0"/>
              </a:rPr>
              <a:t>%</a:t>
            </a:r>
          </a:p>
        </p:txBody>
      </p:sp>
      <p:sp>
        <p:nvSpPr>
          <p:cNvPr id="5" name="Text Placeholder 18">
            <a:extLst>
              <a:ext uri="{FF2B5EF4-FFF2-40B4-BE49-F238E27FC236}">
                <a16:creationId xmlns:a16="http://schemas.microsoft.com/office/drawing/2014/main" id="{94A67214-321D-5192-D329-BA4D140E2249}"/>
              </a:ext>
            </a:extLst>
          </p:cNvPr>
          <p:cNvSpPr txBox="1">
            <a:spLocks/>
          </p:cNvSpPr>
          <p:nvPr/>
        </p:nvSpPr>
        <p:spPr>
          <a:xfrm>
            <a:off x="967762"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7" name="Oval 6">
            <a:extLst>
              <a:ext uri="{FF2B5EF4-FFF2-40B4-BE49-F238E27FC236}">
                <a16:creationId xmlns:a16="http://schemas.microsoft.com/office/drawing/2014/main" id="{535421B1-FCB7-C8C6-A280-F8D724B92460}"/>
              </a:ext>
            </a:extLst>
          </p:cNvPr>
          <p:cNvSpPr/>
          <p:nvPr/>
        </p:nvSpPr>
        <p:spPr>
          <a:xfrm>
            <a:off x="3582215"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aphicFrame>
        <p:nvGraphicFramePr>
          <p:cNvPr id="8" name="Content Placeholder 38">
            <a:extLst>
              <a:ext uri="{FF2B5EF4-FFF2-40B4-BE49-F238E27FC236}">
                <a16:creationId xmlns:a16="http://schemas.microsoft.com/office/drawing/2014/main" id="{1A35D741-105F-41A1-8B56-818F4A2A2426}"/>
              </a:ext>
            </a:extLst>
          </p:cNvPr>
          <p:cNvGraphicFramePr>
            <a:graphicFrameLocks/>
          </p:cNvGraphicFramePr>
          <p:nvPr>
            <p:extLst>
              <p:ext uri="{D42A27DB-BD31-4B8C-83A1-F6EECF244321}">
                <p14:modId xmlns:p14="http://schemas.microsoft.com/office/powerpoint/2010/main" val="432453123"/>
              </p:ext>
            </p:extLst>
          </p:nvPr>
        </p:nvGraphicFramePr>
        <p:xfrm>
          <a:off x="3351561" y="1568450"/>
          <a:ext cx="2370138" cy="240823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4C117ED-3D70-2B84-852B-A700F005F6A9}"/>
              </a:ext>
            </a:extLst>
          </p:cNvPr>
          <p:cNvSpPr txBox="1"/>
          <p:nvPr/>
        </p:nvSpPr>
        <p:spPr>
          <a:xfrm>
            <a:off x="3902934"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85</a:t>
            </a:r>
            <a:r>
              <a:rPr lang="en-GB" sz="4000">
                <a:solidFill>
                  <a:schemeClr val="tx2"/>
                </a:solidFill>
                <a:latin typeface="Arial" panose="020B0604020202020204" pitchFamily="34" charset="0"/>
                <a:cs typeface="Arial" panose="020B0604020202020204" pitchFamily="34" charset="0"/>
              </a:rPr>
              <a:t>%</a:t>
            </a:r>
          </a:p>
        </p:txBody>
      </p:sp>
      <p:sp>
        <p:nvSpPr>
          <p:cNvPr id="10" name="Text Placeholder 18">
            <a:extLst>
              <a:ext uri="{FF2B5EF4-FFF2-40B4-BE49-F238E27FC236}">
                <a16:creationId xmlns:a16="http://schemas.microsoft.com/office/drawing/2014/main" id="{528AF795-C4AF-5844-24F7-F13D1C22EB07}"/>
              </a:ext>
            </a:extLst>
          </p:cNvPr>
          <p:cNvSpPr txBox="1">
            <a:spLocks/>
          </p:cNvSpPr>
          <p:nvPr/>
        </p:nvSpPr>
        <p:spPr>
          <a:xfrm>
            <a:off x="3947848"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sp>
        <p:nvSpPr>
          <p:cNvPr id="11" name="Oval 10">
            <a:extLst>
              <a:ext uri="{FF2B5EF4-FFF2-40B4-BE49-F238E27FC236}">
                <a16:creationId xmlns:a16="http://schemas.microsoft.com/office/drawing/2014/main" id="{40F8C4DE-E6FE-CE67-8D28-B23BAC34A634}"/>
              </a:ext>
            </a:extLst>
          </p:cNvPr>
          <p:cNvSpPr/>
          <p:nvPr/>
        </p:nvSpPr>
        <p:spPr>
          <a:xfrm>
            <a:off x="6562302" y="1818093"/>
            <a:ext cx="1904330" cy="1904330"/>
          </a:xfrm>
          <a:prstGeom prst="ellipse">
            <a:avLst/>
          </a:prstGeom>
          <a:noFill/>
          <a:ln w="1143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aphicFrame>
        <p:nvGraphicFramePr>
          <p:cNvPr id="12" name="Content Placeholder 38">
            <a:extLst>
              <a:ext uri="{FF2B5EF4-FFF2-40B4-BE49-F238E27FC236}">
                <a16:creationId xmlns:a16="http://schemas.microsoft.com/office/drawing/2014/main" id="{44DF1765-BC38-396E-9E43-655C2FBE33BD}"/>
              </a:ext>
            </a:extLst>
          </p:cNvPr>
          <p:cNvGraphicFramePr>
            <a:graphicFrameLocks/>
          </p:cNvGraphicFramePr>
          <p:nvPr>
            <p:extLst>
              <p:ext uri="{D42A27DB-BD31-4B8C-83A1-F6EECF244321}">
                <p14:modId xmlns:p14="http://schemas.microsoft.com/office/powerpoint/2010/main" val="3213944760"/>
              </p:ext>
            </p:extLst>
          </p:nvPr>
        </p:nvGraphicFramePr>
        <p:xfrm>
          <a:off x="6331648" y="1568450"/>
          <a:ext cx="2370138" cy="240823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D703A76E-8231-DB0F-3A01-AF159602B2A3}"/>
              </a:ext>
            </a:extLst>
          </p:cNvPr>
          <p:cNvSpPr txBox="1"/>
          <p:nvPr/>
        </p:nvSpPr>
        <p:spPr>
          <a:xfrm>
            <a:off x="6883021" y="2355065"/>
            <a:ext cx="1315984" cy="707886"/>
          </a:xfrm>
          <a:prstGeom prst="rect">
            <a:avLst/>
          </a:prstGeom>
          <a:noFill/>
        </p:spPr>
        <p:txBody>
          <a:bodyPr wrap="square" rtlCol="0">
            <a:noAutofit/>
          </a:bodyPr>
          <a:lstStyle/>
          <a:p>
            <a:pPr algn="ctr"/>
            <a:r>
              <a:rPr lang="en-GB" sz="4000" b="1">
                <a:solidFill>
                  <a:schemeClr val="tx2"/>
                </a:solidFill>
                <a:latin typeface="Arial Black" panose="020B0604020202020204" pitchFamily="34" charset="0"/>
                <a:cs typeface="Arial Black" panose="020B0604020202020204" pitchFamily="34" charset="0"/>
              </a:rPr>
              <a:t>72</a:t>
            </a:r>
            <a:r>
              <a:rPr lang="en-GB" sz="4000">
                <a:solidFill>
                  <a:schemeClr val="tx2"/>
                </a:solidFill>
                <a:latin typeface="Arial" panose="020B0604020202020204" pitchFamily="34" charset="0"/>
                <a:cs typeface="Arial" panose="020B0604020202020204" pitchFamily="34" charset="0"/>
              </a:rPr>
              <a:t>%</a:t>
            </a:r>
          </a:p>
        </p:txBody>
      </p:sp>
      <p:sp>
        <p:nvSpPr>
          <p:cNvPr id="15" name="Text Placeholder 18">
            <a:extLst>
              <a:ext uri="{FF2B5EF4-FFF2-40B4-BE49-F238E27FC236}">
                <a16:creationId xmlns:a16="http://schemas.microsoft.com/office/drawing/2014/main" id="{77E966E4-70EF-804C-C87C-4DB7EF048EA4}"/>
              </a:ext>
            </a:extLst>
          </p:cNvPr>
          <p:cNvSpPr txBox="1">
            <a:spLocks/>
          </p:cNvSpPr>
          <p:nvPr/>
        </p:nvSpPr>
        <p:spPr>
          <a:xfrm>
            <a:off x="6927935" y="2885069"/>
            <a:ext cx="1271070" cy="355345"/>
          </a:xfrm>
          <a:prstGeom prst="rect">
            <a:avLst/>
          </a:prstGeom>
        </p:spPr>
        <p:txBody>
          <a:bodyPr lIns="0" tIns="0" rIns="0" bIns="0" anchor="ctr" anchorCtr="0"/>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a:solidFill>
                  <a:schemeClr val="bg2"/>
                </a:solidFill>
              </a:rPr>
              <a:t>Title</a:t>
            </a:r>
          </a:p>
        </p:txBody>
      </p:sp>
      <p:graphicFrame>
        <p:nvGraphicFramePr>
          <p:cNvPr id="27" name="Content Placeholder 38">
            <a:extLst>
              <a:ext uri="{FF2B5EF4-FFF2-40B4-BE49-F238E27FC236}">
                <a16:creationId xmlns:a16="http://schemas.microsoft.com/office/drawing/2014/main" id="{A7087EF3-7DAF-2C27-5062-F1BB416825E4}"/>
              </a:ext>
            </a:extLst>
          </p:cNvPr>
          <p:cNvGraphicFramePr>
            <a:graphicFrameLocks/>
          </p:cNvGraphicFramePr>
          <p:nvPr>
            <p:extLst>
              <p:ext uri="{D42A27DB-BD31-4B8C-83A1-F6EECF244321}">
                <p14:modId xmlns:p14="http://schemas.microsoft.com/office/powerpoint/2010/main" val="3220641131"/>
              </p:ext>
            </p:extLst>
          </p:nvPr>
        </p:nvGraphicFramePr>
        <p:xfrm>
          <a:off x="371475" y="1568450"/>
          <a:ext cx="2370138" cy="2408238"/>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 Box 25">
            <a:extLst>
              <a:ext uri="{FF2B5EF4-FFF2-40B4-BE49-F238E27FC236}">
                <a16:creationId xmlns:a16="http://schemas.microsoft.com/office/drawing/2014/main" id="{0D781352-C96E-9067-D257-FAC2F20A4249}"/>
              </a:ext>
            </a:extLst>
          </p:cNvPr>
          <p:cNvSpPr txBox="1">
            <a:spLocks noChangeArrowheads="1"/>
          </p:cNvSpPr>
          <p:nvPr/>
        </p:nvSpPr>
        <p:spPr bwMode="ltGray">
          <a:xfrm>
            <a:off x="371475" y="4290060"/>
            <a:ext cx="4050549" cy="366644"/>
          </a:xfrm>
          <a:prstGeom prst="roundRect">
            <a:avLst>
              <a:gd name="adj" fmla="val 3269"/>
            </a:avLst>
          </a:prstGeom>
          <a:solidFill>
            <a:schemeClr val="bg1">
              <a:lumMod val="95000"/>
            </a:schemeClr>
          </a:solidFill>
          <a:ln w="12700">
            <a:noFill/>
          </a:ln>
        </p:spPr>
        <p:txBody>
          <a:bodyPr wrap="square" lIns="91440" tIns="0" rIns="91440" bIns="0" anchor="ctr" anchorCtr="0">
            <a:noAutofit/>
          </a:bodyPr>
          <a:lstStyle>
            <a:defPPr>
              <a:defRPr lang="en-US"/>
            </a:defPPr>
            <a:lvl1pPr>
              <a:spcAft>
                <a:spcPts val="300"/>
              </a:spcAft>
              <a:defRPr sz="1100" b="1">
                <a:solidFill>
                  <a:schemeClr val="bg1"/>
                </a:solidFill>
              </a:defRPr>
            </a:lvl1pPr>
            <a:lvl2pPr defTabSz="1619250">
              <a:spcBef>
                <a:spcPct val="0"/>
              </a:spcBef>
              <a:defRPr>
                <a:solidFill>
                  <a:schemeClr val="tx1"/>
                </a:solidFill>
                <a:latin typeface="Arial" pitchFamily="34" charset="0"/>
              </a:defRPr>
            </a:lvl2pPr>
            <a:lvl3pPr defTabSz="1619250">
              <a:spcBef>
                <a:spcPct val="0"/>
              </a:spcBef>
              <a:defRPr>
                <a:solidFill>
                  <a:schemeClr val="tx1"/>
                </a:solidFill>
                <a:latin typeface="Arial" pitchFamily="34" charset="0"/>
              </a:defRPr>
            </a:lvl3pPr>
            <a:lvl4pPr defTabSz="1619250">
              <a:spcBef>
                <a:spcPct val="0"/>
              </a:spcBef>
              <a:defRPr>
                <a:solidFill>
                  <a:schemeClr val="tx1"/>
                </a:solidFill>
                <a:latin typeface="Arial" pitchFamily="34" charset="0"/>
              </a:defRPr>
            </a:lvl4pPr>
            <a:lvl5pPr defTabSz="1619250">
              <a:spcBef>
                <a:spcPct val="0"/>
              </a:spcBef>
              <a:defRPr>
                <a:solidFill>
                  <a:schemeClr val="tx1"/>
                </a:solidFill>
                <a:latin typeface="Arial" pitchFamily="34" charset="0"/>
              </a:defRPr>
            </a:lvl5pPr>
            <a:lvl6pPr defTabSz="1619250" fontAlgn="base">
              <a:spcBef>
                <a:spcPct val="0"/>
              </a:spcBef>
              <a:spcAft>
                <a:spcPct val="0"/>
              </a:spcAft>
              <a:defRPr>
                <a:solidFill>
                  <a:schemeClr val="tx1"/>
                </a:solidFill>
                <a:latin typeface="Arial" pitchFamily="34" charset="0"/>
              </a:defRPr>
            </a:lvl6pPr>
            <a:lvl7pPr defTabSz="1619250" fontAlgn="base">
              <a:spcBef>
                <a:spcPct val="0"/>
              </a:spcBef>
              <a:spcAft>
                <a:spcPct val="0"/>
              </a:spcAft>
              <a:defRPr>
                <a:solidFill>
                  <a:schemeClr val="tx1"/>
                </a:solidFill>
                <a:latin typeface="Arial" pitchFamily="34" charset="0"/>
              </a:defRPr>
            </a:lvl7pPr>
            <a:lvl8pPr defTabSz="1619250" fontAlgn="base">
              <a:spcBef>
                <a:spcPct val="0"/>
              </a:spcBef>
              <a:spcAft>
                <a:spcPct val="0"/>
              </a:spcAft>
              <a:defRPr>
                <a:solidFill>
                  <a:schemeClr val="tx1"/>
                </a:solidFill>
                <a:latin typeface="Arial" pitchFamily="34" charset="0"/>
              </a:defRPr>
            </a:lvl8pPr>
            <a:lvl9pPr defTabSz="1619250" fontAlgn="base">
              <a:spcBef>
                <a:spcPct val="0"/>
              </a:spcBef>
              <a:spcAft>
                <a:spcPct val="0"/>
              </a:spcAft>
              <a:defRPr>
                <a:solidFill>
                  <a:schemeClr val="tx1"/>
                </a:solidFill>
                <a:latin typeface="Arial" pitchFamily="34" charset="0"/>
              </a:defRPr>
            </a:lvl9pPr>
          </a:lstStyle>
          <a:p>
            <a:r>
              <a:rPr lang="en-US" sz="800">
                <a:solidFill>
                  <a:schemeClr val="tx2"/>
                </a:solidFill>
              </a:rPr>
              <a:t>Design Tip: </a:t>
            </a:r>
            <a:r>
              <a:rPr lang="en-US" sz="800" b="0">
                <a:solidFill>
                  <a:schemeClr val="bg2"/>
                </a:solidFill>
              </a:rPr>
              <a:t>In this section, to change chart type, right click on the chart, Select Change Chart Type. A pop-up window appears. Select your preferred chart type.</a:t>
            </a:r>
          </a:p>
        </p:txBody>
      </p:sp>
    </p:spTree>
    <p:extLst>
      <p:ext uri="{BB962C8B-B14F-4D97-AF65-F5344CB8AC3E}">
        <p14:creationId xmlns:p14="http://schemas.microsoft.com/office/powerpoint/2010/main" val="16472936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50" name="Graphic 49">
            <a:extLst>
              <a:ext uri="{FF2B5EF4-FFF2-40B4-BE49-F238E27FC236}">
                <a16:creationId xmlns:a16="http://schemas.microsoft.com/office/drawing/2014/main" id="{06EE9379-C075-468E-875C-CBCD454242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16741" y="896563"/>
            <a:ext cx="483546" cy="483546"/>
          </a:xfrm>
          <a:prstGeom prst="rect">
            <a:avLst/>
          </a:prstGeom>
        </p:spPr>
      </p:pic>
      <p:pic>
        <p:nvPicPr>
          <p:cNvPr id="51" name="Graphic 50">
            <a:extLst>
              <a:ext uri="{FF2B5EF4-FFF2-40B4-BE49-F238E27FC236}">
                <a16:creationId xmlns:a16="http://schemas.microsoft.com/office/drawing/2014/main" id="{EE14D002-D459-4D47-A1DF-615B720E74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68356" y="896563"/>
            <a:ext cx="483546" cy="483546"/>
          </a:xfrm>
          <a:prstGeom prst="rect">
            <a:avLst/>
          </a:prstGeom>
        </p:spPr>
      </p:pic>
      <p:pic>
        <p:nvPicPr>
          <p:cNvPr id="52" name="Graphic 51">
            <a:extLst>
              <a:ext uri="{FF2B5EF4-FFF2-40B4-BE49-F238E27FC236}">
                <a16:creationId xmlns:a16="http://schemas.microsoft.com/office/drawing/2014/main" id="{420B8B6E-0CA3-4B5B-B462-1F5D6E4D4F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3614" y="3724762"/>
            <a:ext cx="483546" cy="483546"/>
          </a:xfrm>
          <a:prstGeom prst="rect">
            <a:avLst/>
          </a:prstGeom>
        </p:spPr>
      </p:pic>
      <p:pic>
        <p:nvPicPr>
          <p:cNvPr id="53" name="Graphic 52">
            <a:extLst>
              <a:ext uri="{FF2B5EF4-FFF2-40B4-BE49-F238E27FC236}">
                <a16:creationId xmlns:a16="http://schemas.microsoft.com/office/drawing/2014/main" id="{6D699BE1-CBAB-4FDA-B057-E10320A2EC1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3254" y="896563"/>
            <a:ext cx="483546" cy="483546"/>
          </a:xfrm>
          <a:prstGeom prst="rect">
            <a:avLst/>
          </a:prstGeom>
        </p:spPr>
      </p:pic>
      <p:pic>
        <p:nvPicPr>
          <p:cNvPr id="55" name="Graphic 54">
            <a:extLst>
              <a:ext uri="{FF2B5EF4-FFF2-40B4-BE49-F238E27FC236}">
                <a16:creationId xmlns:a16="http://schemas.microsoft.com/office/drawing/2014/main" id="{83B5371F-8F77-4C70-92ED-CE6F34EFCB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10703" y="896563"/>
            <a:ext cx="483546" cy="483546"/>
          </a:xfrm>
          <a:prstGeom prst="rect">
            <a:avLst/>
          </a:prstGeom>
        </p:spPr>
      </p:pic>
      <p:pic>
        <p:nvPicPr>
          <p:cNvPr id="56" name="Graphic 55">
            <a:extLst>
              <a:ext uri="{FF2B5EF4-FFF2-40B4-BE49-F238E27FC236}">
                <a16:creationId xmlns:a16="http://schemas.microsoft.com/office/drawing/2014/main" id="{256152CA-415F-4003-93CA-7AC529A6187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364784" y="1606484"/>
            <a:ext cx="483547" cy="483547"/>
          </a:xfrm>
          <a:prstGeom prst="rect">
            <a:avLst/>
          </a:prstGeom>
        </p:spPr>
      </p:pic>
      <p:pic>
        <p:nvPicPr>
          <p:cNvPr id="58" name="Graphic 57">
            <a:extLst>
              <a:ext uri="{FF2B5EF4-FFF2-40B4-BE49-F238E27FC236}">
                <a16:creationId xmlns:a16="http://schemas.microsoft.com/office/drawing/2014/main" id="{16D79B2A-4330-4443-AD8F-7D1E007DE8F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860873" y="1606484"/>
            <a:ext cx="483546" cy="483546"/>
          </a:xfrm>
          <a:prstGeom prst="rect">
            <a:avLst/>
          </a:prstGeom>
        </p:spPr>
      </p:pic>
      <p:pic>
        <p:nvPicPr>
          <p:cNvPr id="59" name="Graphic 58">
            <a:extLst>
              <a:ext uri="{FF2B5EF4-FFF2-40B4-BE49-F238E27FC236}">
                <a16:creationId xmlns:a16="http://schemas.microsoft.com/office/drawing/2014/main" id="{19016E46-B1C2-4C6E-8A77-A8ECFE849F6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08917" y="1606484"/>
            <a:ext cx="483546" cy="483546"/>
          </a:xfrm>
          <a:prstGeom prst="rect">
            <a:avLst/>
          </a:prstGeom>
        </p:spPr>
      </p:pic>
      <p:pic>
        <p:nvPicPr>
          <p:cNvPr id="61" name="Graphic 60">
            <a:extLst>
              <a:ext uri="{FF2B5EF4-FFF2-40B4-BE49-F238E27FC236}">
                <a16:creationId xmlns:a16="http://schemas.microsoft.com/office/drawing/2014/main" id="{3B9FCF0E-FA6E-4812-B739-973739E4833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03218" y="896563"/>
            <a:ext cx="483546" cy="483546"/>
          </a:xfrm>
          <a:prstGeom prst="rect">
            <a:avLst/>
          </a:prstGeom>
        </p:spPr>
      </p:pic>
      <p:pic>
        <p:nvPicPr>
          <p:cNvPr id="62" name="Graphic 61">
            <a:extLst>
              <a:ext uri="{FF2B5EF4-FFF2-40B4-BE49-F238E27FC236}">
                <a16:creationId xmlns:a16="http://schemas.microsoft.com/office/drawing/2014/main" id="{A3D9C7D0-C3E9-4352-A311-FE5E0FF1D28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27800" y="1606484"/>
            <a:ext cx="483546" cy="483546"/>
          </a:xfrm>
          <a:prstGeom prst="rect">
            <a:avLst/>
          </a:prstGeom>
        </p:spPr>
      </p:pic>
      <p:pic>
        <p:nvPicPr>
          <p:cNvPr id="63" name="Graphic 62">
            <a:extLst>
              <a:ext uri="{FF2B5EF4-FFF2-40B4-BE49-F238E27FC236}">
                <a16:creationId xmlns:a16="http://schemas.microsoft.com/office/drawing/2014/main" id="{1199C2C0-308F-4404-A411-15939F6AB7A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616741" y="2316406"/>
            <a:ext cx="483546" cy="483546"/>
          </a:xfrm>
          <a:prstGeom prst="rect">
            <a:avLst/>
          </a:prstGeom>
        </p:spPr>
      </p:pic>
      <p:pic>
        <p:nvPicPr>
          <p:cNvPr id="64" name="Graphic 63">
            <a:extLst>
              <a:ext uri="{FF2B5EF4-FFF2-40B4-BE49-F238E27FC236}">
                <a16:creationId xmlns:a16="http://schemas.microsoft.com/office/drawing/2014/main" id="{2EBC375C-C52B-4156-89AB-CDEE7D26259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364785" y="2316406"/>
            <a:ext cx="483546" cy="483546"/>
          </a:xfrm>
          <a:prstGeom prst="rect">
            <a:avLst/>
          </a:prstGeom>
        </p:spPr>
      </p:pic>
      <p:pic>
        <p:nvPicPr>
          <p:cNvPr id="65" name="Graphic 64">
            <a:extLst>
              <a:ext uri="{FF2B5EF4-FFF2-40B4-BE49-F238E27FC236}">
                <a16:creationId xmlns:a16="http://schemas.microsoft.com/office/drawing/2014/main" id="{17000287-BAB3-4FAF-9F75-F7DDBF763B1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112829" y="2316406"/>
            <a:ext cx="483546" cy="483546"/>
          </a:xfrm>
          <a:prstGeom prst="rect">
            <a:avLst/>
          </a:prstGeom>
        </p:spPr>
      </p:pic>
      <p:pic>
        <p:nvPicPr>
          <p:cNvPr id="66" name="Graphic 65">
            <a:extLst>
              <a:ext uri="{FF2B5EF4-FFF2-40B4-BE49-F238E27FC236}">
                <a16:creationId xmlns:a16="http://schemas.microsoft.com/office/drawing/2014/main" id="{82654828-8564-492B-BB7D-766280592C5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860873" y="2316406"/>
            <a:ext cx="483546" cy="483546"/>
          </a:xfrm>
          <a:prstGeom prst="rect">
            <a:avLst/>
          </a:prstGeom>
        </p:spPr>
      </p:pic>
      <p:pic>
        <p:nvPicPr>
          <p:cNvPr id="67" name="Graphic 66">
            <a:extLst>
              <a:ext uri="{FF2B5EF4-FFF2-40B4-BE49-F238E27FC236}">
                <a16:creationId xmlns:a16="http://schemas.microsoft.com/office/drawing/2014/main" id="{C110B192-93EC-4C6E-ABB9-242B913FDE1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08917" y="2316406"/>
            <a:ext cx="483546" cy="483546"/>
          </a:xfrm>
          <a:prstGeom prst="rect">
            <a:avLst/>
          </a:prstGeom>
        </p:spPr>
      </p:pic>
      <p:pic>
        <p:nvPicPr>
          <p:cNvPr id="68" name="Graphic 67">
            <a:extLst>
              <a:ext uri="{FF2B5EF4-FFF2-40B4-BE49-F238E27FC236}">
                <a16:creationId xmlns:a16="http://schemas.microsoft.com/office/drawing/2014/main" id="{16C18DFE-67F5-466A-866A-F239E046A20D}"/>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356961" y="2316406"/>
            <a:ext cx="483546" cy="483546"/>
          </a:xfrm>
          <a:prstGeom prst="rect">
            <a:avLst/>
          </a:prstGeom>
        </p:spPr>
      </p:pic>
      <p:pic>
        <p:nvPicPr>
          <p:cNvPr id="69" name="Graphic 68">
            <a:extLst>
              <a:ext uri="{FF2B5EF4-FFF2-40B4-BE49-F238E27FC236}">
                <a16:creationId xmlns:a16="http://schemas.microsoft.com/office/drawing/2014/main" id="{D6FD26F1-C417-452A-9C3B-050B4E9A924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616741" y="3026327"/>
            <a:ext cx="483546" cy="483546"/>
          </a:xfrm>
          <a:prstGeom prst="rect">
            <a:avLst/>
          </a:prstGeom>
        </p:spPr>
      </p:pic>
      <p:pic>
        <p:nvPicPr>
          <p:cNvPr id="70" name="Graphic 69">
            <a:extLst>
              <a:ext uri="{FF2B5EF4-FFF2-40B4-BE49-F238E27FC236}">
                <a16:creationId xmlns:a16="http://schemas.microsoft.com/office/drawing/2014/main" id="{8D977483-7B4C-4506-9D26-773F7F210F3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364785" y="3026327"/>
            <a:ext cx="483546" cy="483546"/>
          </a:xfrm>
          <a:prstGeom prst="rect">
            <a:avLst/>
          </a:prstGeom>
        </p:spPr>
      </p:pic>
      <p:pic>
        <p:nvPicPr>
          <p:cNvPr id="71" name="Graphic 70">
            <a:extLst>
              <a:ext uri="{FF2B5EF4-FFF2-40B4-BE49-F238E27FC236}">
                <a16:creationId xmlns:a16="http://schemas.microsoft.com/office/drawing/2014/main" id="{1431EF49-6A21-4C3F-975C-5DB05373D19E}"/>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112829" y="3026327"/>
            <a:ext cx="483546" cy="483546"/>
          </a:xfrm>
          <a:prstGeom prst="rect">
            <a:avLst/>
          </a:prstGeom>
        </p:spPr>
      </p:pic>
      <p:pic>
        <p:nvPicPr>
          <p:cNvPr id="72" name="Graphic 71">
            <a:extLst>
              <a:ext uri="{FF2B5EF4-FFF2-40B4-BE49-F238E27FC236}">
                <a16:creationId xmlns:a16="http://schemas.microsoft.com/office/drawing/2014/main" id="{9360AD32-3C8B-475C-BC4F-EDF1B4E7CD39}"/>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5860873" y="3026327"/>
            <a:ext cx="483546" cy="483546"/>
          </a:xfrm>
          <a:prstGeom prst="rect">
            <a:avLst/>
          </a:prstGeom>
        </p:spPr>
      </p:pic>
      <p:pic>
        <p:nvPicPr>
          <p:cNvPr id="73" name="Graphic 72">
            <a:extLst>
              <a:ext uri="{FF2B5EF4-FFF2-40B4-BE49-F238E27FC236}">
                <a16:creationId xmlns:a16="http://schemas.microsoft.com/office/drawing/2014/main" id="{8100439F-24EF-4D3D-9B5D-930312A0A52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6608917" y="3026327"/>
            <a:ext cx="483546" cy="483546"/>
          </a:xfrm>
          <a:prstGeom prst="rect">
            <a:avLst/>
          </a:prstGeom>
        </p:spPr>
      </p:pic>
      <p:pic>
        <p:nvPicPr>
          <p:cNvPr id="74" name="Graphic 73">
            <a:extLst>
              <a:ext uri="{FF2B5EF4-FFF2-40B4-BE49-F238E27FC236}">
                <a16:creationId xmlns:a16="http://schemas.microsoft.com/office/drawing/2014/main" id="{DFC4A3E4-30BD-4464-9B76-B80E1BAC087F}"/>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356961" y="3026327"/>
            <a:ext cx="483546" cy="483546"/>
          </a:xfrm>
          <a:prstGeom prst="rect">
            <a:avLst/>
          </a:prstGeom>
        </p:spPr>
      </p:pic>
      <p:pic>
        <p:nvPicPr>
          <p:cNvPr id="75" name="Graphic 74">
            <a:extLst>
              <a:ext uri="{FF2B5EF4-FFF2-40B4-BE49-F238E27FC236}">
                <a16:creationId xmlns:a16="http://schemas.microsoft.com/office/drawing/2014/main" id="{90693146-C531-4D81-BC72-9677B1319C2F}"/>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103218" y="2316406"/>
            <a:ext cx="483546" cy="483546"/>
          </a:xfrm>
          <a:prstGeom prst="rect">
            <a:avLst/>
          </a:prstGeom>
        </p:spPr>
      </p:pic>
      <p:pic>
        <p:nvPicPr>
          <p:cNvPr id="76" name="Graphic 75">
            <a:extLst>
              <a:ext uri="{FF2B5EF4-FFF2-40B4-BE49-F238E27FC236}">
                <a16:creationId xmlns:a16="http://schemas.microsoft.com/office/drawing/2014/main" id="{8F944C94-A3E8-410E-A644-308E4FAF8F97}"/>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7356961" y="900077"/>
            <a:ext cx="483546" cy="483546"/>
          </a:xfrm>
          <a:prstGeom prst="rect">
            <a:avLst/>
          </a:prstGeom>
        </p:spPr>
      </p:pic>
      <p:pic>
        <p:nvPicPr>
          <p:cNvPr id="77" name="Graphic 76">
            <a:extLst>
              <a:ext uri="{FF2B5EF4-FFF2-40B4-BE49-F238E27FC236}">
                <a16:creationId xmlns:a16="http://schemas.microsoft.com/office/drawing/2014/main" id="{85489629-0D44-40EF-B9F1-E760F8DC3845}"/>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8103218" y="3026327"/>
            <a:ext cx="483546" cy="483546"/>
          </a:xfrm>
          <a:prstGeom prst="rect">
            <a:avLst/>
          </a:prstGeom>
        </p:spPr>
      </p:pic>
      <p:pic>
        <p:nvPicPr>
          <p:cNvPr id="78" name="Graphic 77">
            <a:extLst>
              <a:ext uri="{FF2B5EF4-FFF2-40B4-BE49-F238E27FC236}">
                <a16:creationId xmlns:a16="http://schemas.microsoft.com/office/drawing/2014/main" id="{75F08106-0972-43EA-8E54-D6AA7142E0D1}"/>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8103218" y="1606484"/>
            <a:ext cx="483546" cy="483546"/>
          </a:xfrm>
          <a:prstGeom prst="rect">
            <a:avLst/>
          </a:prstGeom>
        </p:spPr>
      </p:pic>
      <p:pic>
        <p:nvPicPr>
          <p:cNvPr id="80" name="Graphic 79">
            <a:extLst>
              <a:ext uri="{FF2B5EF4-FFF2-40B4-BE49-F238E27FC236}">
                <a16:creationId xmlns:a16="http://schemas.microsoft.com/office/drawing/2014/main" id="{922BC0E1-05C0-4699-BF89-21F8F5924BCE}"/>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5103805" y="3733786"/>
            <a:ext cx="483546" cy="483546"/>
          </a:xfrm>
          <a:prstGeom prst="rect">
            <a:avLst/>
          </a:prstGeom>
        </p:spPr>
      </p:pic>
      <p:pic>
        <p:nvPicPr>
          <p:cNvPr id="81" name="Graphic 80">
            <a:extLst>
              <a:ext uri="{FF2B5EF4-FFF2-40B4-BE49-F238E27FC236}">
                <a16:creationId xmlns:a16="http://schemas.microsoft.com/office/drawing/2014/main" id="{533131CD-0B54-4AF8-BDAA-8B25A92BA345}"/>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5113768" y="908050"/>
            <a:ext cx="483546" cy="483546"/>
          </a:xfrm>
          <a:prstGeom prst="rect">
            <a:avLst/>
          </a:prstGeom>
        </p:spPr>
      </p:pic>
      <p:pic>
        <p:nvPicPr>
          <p:cNvPr id="5" name="Graphic 4">
            <a:extLst>
              <a:ext uri="{FF2B5EF4-FFF2-40B4-BE49-F238E27FC236}">
                <a16:creationId xmlns:a16="http://schemas.microsoft.com/office/drawing/2014/main" id="{BFB1E66B-C0A9-41A5-B1BB-6754099C2529}"/>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5977218" y="3729001"/>
            <a:ext cx="259625" cy="479307"/>
          </a:xfrm>
          <a:prstGeom prst="rect">
            <a:avLst/>
          </a:prstGeom>
        </p:spPr>
      </p:pic>
      <p:pic>
        <p:nvPicPr>
          <p:cNvPr id="7" name="Graphic 6">
            <a:extLst>
              <a:ext uri="{FF2B5EF4-FFF2-40B4-BE49-F238E27FC236}">
                <a16:creationId xmlns:a16="http://schemas.microsoft.com/office/drawing/2014/main" id="{687A1355-E95A-4F57-A20B-E0F93CE58849}"/>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6748680" y="3736248"/>
            <a:ext cx="220295" cy="472061"/>
          </a:xfrm>
          <a:prstGeom prst="rect">
            <a:avLst/>
          </a:prstGeom>
        </p:spPr>
      </p:pic>
      <p:pic>
        <p:nvPicPr>
          <p:cNvPr id="13" name="Graphic 12">
            <a:extLst>
              <a:ext uri="{FF2B5EF4-FFF2-40B4-BE49-F238E27FC236}">
                <a16:creationId xmlns:a16="http://schemas.microsoft.com/office/drawing/2014/main" id="{BFBBE9F5-F577-4153-B123-AF7379A44967}"/>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68964" y="3730846"/>
            <a:ext cx="442292" cy="472061"/>
          </a:xfrm>
          <a:prstGeom prst="rect">
            <a:avLst/>
          </a:prstGeom>
        </p:spPr>
      </p:pic>
      <p:pic>
        <p:nvPicPr>
          <p:cNvPr id="4" name="Graphic 16">
            <a:extLst>
              <a:ext uri="{FF2B5EF4-FFF2-40B4-BE49-F238E27FC236}">
                <a16:creationId xmlns:a16="http://schemas.microsoft.com/office/drawing/2014/main" id="{409765E8-5423-0BC4-FB3E-C5C93000B79F}"/>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431539" y="3735643"/>
            <a:ext cx="338906" cy="484151"/>
          </a:xfrm>
          <a:prstGeom prst="rect">
            <a:avLst/>
          </a:prstGeom>
        </p:spPr>
      </p:pic>
      <p:pic>
        <p:nvPicPr>
          <p:cNvPr id="8" name="Graphic 7">
            <a:extLst>
              <a:ext uri="{FF2B5EF4-FFF2-40B4-BE49-F238E27FC236}">
                <a16:creationId xmlns:a16="http://schemas.microsoft.com/office/drawing/2014/main" id="{C527B469-996F-F669-5DCD-44D5EC702571}"/>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3666535" y="1652016"/>
            <a:ext cx="433371" cy="433371"/>
          </a:xfrm>
          <a:prstGeom prst="rect">
            <a:avLst/>
          </a:prstGeom>
        </p:spPr>
      </p:pic>
      <p:pic>
        <p:nvPicPr>
          <p:cNvPr id="18" name="Graphic 17">
            <a:extLst>
              <a:ext uri="{FF2B5EF4-FFF2-40B4-BE49-F238E27FC236}">
                <a16:creationId xmlns:a16="http://schemas.microsoft.com/office/drawing/2014/main" id="{7983DC6A-6CBE-8201-7502-889328108DC4}"/>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7387618" y="1630771"/>
            <a:ext cx="439589" cy="439589"/>
          </a:xfrm>
          <a:prstGeom prst="rect">
            <a:avLst/>
          </a:prstGeom>
        </p:spPr>
      </p:pic>
      <p:pic>
        <p:nvPicPr>
          <p:cNvPr id="6" name="Graphic 5">
            <a:extLst>
              <a:ext uri="{FF2B5EF4-FFF2-40B4-BE49-F238E27FC236}">
                <a16:creationId xmlns:a16="http://schemas.microsoft.com/office/drawing/2014/main" id="{A3625F16-9AD3-8FC3-285F-7B2204E46027}"/>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8067199" y="3676633"/>
            <a:ext cx="526274" cy="526274"/>
          </a:xfrm>
          <a:prstGeom prst="rect">
            <a:avLst/>
          </a:prstGeom>
        </p:spPr>
      </p:pic>
    </p:spTree>
    <p:extLst>
      <p:ext uri="{BB962C8B-B14F-4D97-AF65-F5344CB8AC3E}">
        <p14:creationId xmlns:p14="http://schemas.microsoft.com/office/powerpoint/2010/main" val="40692543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17" name="Graphic 16">
            <a:extLst>
              <a:ext uri="{FF2B5EF4-FFF2-40B4-BE49-F238E27FC236}">
                <a16:creationId xmlns:a16="http://schemas.microsoft.com/office/drawing/2014/main" id="{BC81DD67-7223-0D23-53C2-807BC746BB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14679" y="1623574"/>
            <a:ext cx="453053" cy="453053"/>
          </a:xfrm>
          <a:prstGeom prst="rect">
            <a:avLst/>
          </a:prstGeom>
        </p:spPr>
      </p:pic>
      <p:pic>
        <p:nvPicPr>
          <p:cNvPr id="19" name="Graphic 18">
            <a:extLst>
              <a:ext uri="{FF2B5EF4-FFF2-40B4-BE49-F238E27FC236}">
                <a16:creationId xmlns:a16="http://schemas.microsoft.com/office/drawing/2014/main" id="{DB5636BF-D3D8-AD41-B4DD-6819F4BBD3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55543" y="931321"/>
            <a:ext cx="436139" cy="439835"/>
          </a:xfrm>
          <a:prstGeom prst="rect">
            <a:avLst/>
          </a:prstGeom>
        </p:spPr>
      </p:pic>
      <p:pic>
        <p:nvPicPr>
          <p:cNvPr id="25" name="Graphic 24">
            <a:extLst>
              <a:ext uri="{FF2B5EF4-FFF2-40B4-BE49-F238E27FC236}">
                <a16:creationId xmlns:a16="http://schemas.microsoft.com/office/drawing/2014/main" id="{A704E43F-EB9B-A618-0619-6F5DF04499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04482" y="935874"/>
            <a:ext cx="314904" cy="430730"/>
          </a:xfrm>
          <a:prstGeom prst="rect">
            <a:avLst/>
          </a:prstGeom>
        </p:spPr>
      </p:pic>
      <p:pic>
        <p:nvPicPr>
          <p:cNvPr id="27" name="Graphic 26">
            <a:extLst>
              <a:ext uri="{FF2B5EF4-FFF2-40B4-BE49-F238E27FC236}">
                <a16:creationId xmlns:a16="http://schemas.microsoft.com/office/drawing/2014/main" id="{D42D1B22-5019-3269-E869-4C9C5DFAEF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9015" y="931190"/>
            <a:ext cx="471252" cy="440096"/>
          </a:xfrm>
          <a:prstGeom prst="rect">
            <a:avLst/>
          </a:prstGeom>
        </p:spPr>
      </p:pic>
      <p:pic>
        <p:nvPicPr>
          <p:cNvPr id="35" name="Graphic 34">
            <a:extLst>
              <a:ext uri="{FF2B5EF4-FFF2-40B4-BE49-F238E27FC236}">
                <a16:creationId xmlns:a16="http://schemas.microsoft.com/office/drawing/2014/main" id="{940D0B9B-5714-EE57-B93F-9A9C1A5063A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93687" y="917088"/>
            <a:ext cx="468300" cy="468300"/>
          </a:xfrm>
          <a:prstGeom prst="rect">
            <a:avLst/>
          </a:prstGeom>
        </p:spPr>
      </p:pic>
      <p:pic>
        <p:nvPicPr>
          <p:cNvPr id="41" name="Graphic 40">
            <a:extLst>
              <a:ext uri="{FF2B5EF4-FFF2-40B4-BE49-F238E27FC236}">
                <a16:creationId xmlns:a16="http://schemas.microsoft.com/office/drawing/2014/main" id="{FFC74371-2AB0-C795-BC91-7797C2B1CC6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11057" y="1601821"/>
            <a:ext cx="471252" cy="483546"/>
          </a:xfrm>
          <a:prstGeom prst="rect">
            <a:avLst/>
          </a:prstGeom>
        </p:spPr>
      </p:pic>
      <p:pic>
        <p:nvPicPr>
          <p:cNvPr id="43" name="Graphic 42">
            <a:extLst>
              <a:ext uri="{FF2B5EF4-FFF2-40B4-BE49-F238E27FC236}">
                <a16:creationId xmlns:a16="http://schemas.microsoft.com/office/drawing/2014/main" id="{E67012EA-B403-6E34-E218-E5D53EF7791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60873" y="1623522"/>
            <a:ext cx="440146" cy="440146"/>
          </a:xfrm>
          <a:prstGeom prst="rect">
            <a:avLst/>
          </a:prstGeom>
        </p:spPr>
      </p:pic>
      <p:pic>
        <p:nvPicPr>
          <p:cNvPr id="45" name="Graphic 44">
            <a:extLst>
              <a:ext uri="{FF2B5EF4-FFF2-40B4-BE49-F238E27FC236}">
                <a16:creationId xmlns:a16="http://schemas.microsoft.com/office/drawing/2014/main" id="{206B4987-D3D5-1230-D188-6781B6699F1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60159" y="1617205"/>
            <a:ext cx="482402" cy="452780"/>
          </a:xfrm>
          <a:prstGeom prst="rect">
            <a:avLst/>
          </a:prstGeom>
        </p:spPr>
      </p:pic>
      <p:pic>
        <p:nvPicPr>
          <p:cNvPr id="49" name="Graphic 48">
            <a:extLst>
              <a:ext uri="{FF2B5EF4-FFF2-40B4-BE49-F238E27FC236}">
                <a16:creationId xmlns:a16="http://schemas.microsoft.com/office/drawing/2014/main" id="{516CC30A-5B55-C839-1F63-D21CE6FF862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93687" y="1636802"/>
            <a:ext cx="440146" cy="413585"/>
          </a:xfrm>
          <a:prstGeom prst="rect">
            <a:avLst/>
          </a:prstGeom>
        </p:spPr>
      </p:pic>
      <p:pic>
        <p:nvPicPr>
          <p:cNvPr id="83" name="Graphic 82">
            <a:extLst>
              <a:ext uri="{FF2B5EF4-FFF2-40B4-BE49-F238E27FC236}">
                <a16:creationId xmlns:a16="http://schemas.microsoft.com/office/drawing/2014/main" id="{135B8E20-B5B4-A9AC-8627-9AB71766DE6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703339" y="2334909"/>
            <a:ext cx="340547" cy="484151"/>
          </a:xfrm>
          <a:prstGeom prst="rect">
            <a:avLst/>
          </a:prstGeom>
        </p:spPr>
      </p:pic>
      <p:pic>
        <p:nvPicPr>
          <p:cNvPr id="85" name="Graphic 84">
            <a:extLst>
              <a:ext uri="{FF2B5EF4-FFF2-40B4-BE49-F238E27FC236}">
                <a16:creationId xmlns:a16="http://schemas.microsoft.com/office/drawing/2014/main" id="{482B9AEF-D1B8-B9A2-896B-A4A77AAB8BE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24202" y="2334910"/>
            <a:ext cx="475186" cy="484151"/>
          </a:xfrm>
          <a:prstGeom prst="rect">
            <a:avLst/>
          </a:prstGeom>
        </p:spPr>
      </p:pic>
      <p:pic>
        <p:nvPicPr>
          <p:cNvPr id="91" name="Graphic 90">
            <a:extLst>
              <a:ext uri="{FF2B5EF4-FFF2-40B4-BE49-F238E27FC236}">
                <a16:creationId xmlns:a16="http://schemas.microsoft.com/office/drawing/2014/main" id="{71184B0B-38DF-FD2C-785D-0D5589ED235D}"/>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580769" y="2368368"/>
            <a:ext cx="461792" cy="417233"/>
          </a:xfrm>
          <a:prstGeom prst="rect">
            <a:avLst/>
          </a:prstGeom>
        </p:spPr>
      </p:pic>
      <p:pic>
        <p:nvPicPr>
          <p:cNvPr id="93" name="Graphic 92">
            <a:extLst>
              <a:ext uri="{FF2B5EF4-FFF2-40B4-BE49-F238E27FC236}">
                <a16:creationId xmlns:a16="http://schemas.microsoft.com/office/drawing/2014/main" id="{C6B6B428-F60D-CDE5-4872-05A5A38A018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350041" y="2353240"/>
            <a:ext cx="463056" cy="447491"/>
          </a:xfrm>
          <a:prstGeom prst="rect">
            <a:avLst/>
          </a:prstGeom>
        </p:spPr>
      </p:pic>
      <p:pic>
        <p:nvPicPr>
          <p:cNvPr id="38" name="Graphic 37">
            <a:extLst>
              <a:ext uri="{FF2B5EF4-FFF2-40B4-BE49-F238E27FC236}">
                <a16:creationId xmlns:a16="http://schemas.microsoft.com/office/drawing/2014/main" id="{228AF16D-0536-0970-4556-A1D409198390}"/>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376008" y="3010977"/>
            <a:ext cx="435984" cy="469202"/>
          </a:xfrm>
          <a:prstGeom prst="rect">
            <a:avLst/>
          </a:prstGeom>
        </p:spPr>
      </p:pic>
      <p:pic>
        <p:nvPicPr>
          <p:cNvPr id="40" name="Graphic 39">
            <a:extLst>
              <a:ext uri="{FF2B5EF4-FFF2-40B4-BE49-F238E27FC236}">
                <a16:creationId xmlns:a16="http://schemas.microsoft.com/office/drawing/2014/main" id="{BB710A6E-CBBC-DB6E-9498-2440C6E8BE7F}"/>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083310" y="3008084"/>
            <a:ext cx="452592" cy="502419"/>
          </a:xfrm>
          <a:prstGeom prst="rect">
            <a:avLst/>
          </a:prstGeom>
        </p:spPr>
      </p:pic>
      <p:pic>
        <p:nvPicPr>
          <p:cNvPr id="8" name="Graphic 7">
            <a:extLst>
              <a:ext uri="{FF2B5EF4-FFF2-40B4-BE49-F238E27FC236}">
                <a16:creationId xmlns:a16="http://schemas.microsoft.com/office/drawing/2014/main" id="{2DCBAFD9-BD78-FC4B-7FC5-D699A3413656}"/>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614059" y="3695991"/>
            <a:ext cx="477735" cy="537453"/>
          </a:xfrm>
          <a:prstGeom prst="rect">
            <a:avLst/>
          </a:prstGeom>
        </p:spPr>
      </p:pic>
      <p:pic>
        <p:nvPicPr>
          <p:cNvPr id="16" name="Graphic 15">
            <a:extLst>
              <a:ext uri="{FF2B5EF4-FFF2-40B4-BE49-F238E27FC236}">
                <a16:creationId xmlns:a16="http://schemas.microsoft.com/office/drawing/2014/main" id="{0E717C19-70D6-AC77-8C8F-99C90261DD50}"/>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093122" y="3698125"/>
            <a:ext cx="464939" cy="533186"/>
          </a:xfrm>
          <a:prstGeom prst="rect">
            <a:avLst/>
          </a:prstGeom>
        </p:spPr>
      </p:pic>
      <p:pic>
        <p:nvPicPr>
          <p:cNvPr id="24" name="Graphic 23">
            <a:extLst>
              <a:ext uri="{FF2B5EF4-FFF2-40B4-BE49-F238E27FC236}">
                <a16:creationId xmlns:a16="http://schemas.microsoft.com/office/drawing/2014/main" id="{67110EBB-46A1-7DDC-4931-BEC527F37B7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333760" y="942764"/>
            <a:ext cx="541716" cy="418017"/>
          </a:xfrm>
          <a:prstGeom prst="rect">
            <a:avLst/>
          </a:prstGeom>
        </p:spPr>
      </p:pic>
      <p:pic>
        <p:nvPicPr>
          <p:cNvPr id="7" name="Graphic 6">
            <a:extLst>
              <a:ext uri="{FF2B5EF4-FFF2-40B4-BE49-F238E27FC236}">
                <a16:creationId xmlns:a16="http://schemas.microsoft.com/office/drawing/2014/main" id="{28FB09A1-1AAE-3BEC-3D89-77D6B1795F86}"/>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091230" y="919744"/>
            <a:ext cx="507047" cy="507047"/>
          </a:xfrm>
          <a:prstGeom prst="rect">
            <a:avLst/>
          </a:prstGeom>
        </p:spPr>
      </p:pic>
      <p:pic>
        <p:nvPicPr>
          <p:cNvPr id="12" name="Graphic 11">
            <a:extLst>
              <a:ext uri="{FF2B5EF4-FFF2-40B4-BE49-F238E27FC236}">
                <a16:creationId xmlns:a16="http://schemas.microsoft.com/office/drawing/2014/main" id="{41EF8718-BCD4-43A9-7AA4-58050A061F2E}"/>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336519" y="916771"/>
            <a:ext cx="482735" cy="482735"/>
          </a:xfrm>
          <a:prstGeom prst="rect">
            <a:avLst/>
          </a:prstGeom>
        </p:spPr>
      </p:pic>
      <p:pic>
        <p:nvPicPr>
          <p:cNvPr id="18" name="Graphic 17">
            <a:extLst>
              <a:ext uri="{FF2B5EF4-FFF2-40B4-BE49-F238E27FC236}">
                <a16:creationId xmlns:a16="http://schemas.microsoft.com/office/drawing/2014/main" id="{FE22915B-F7F4-8696-172F-2363C249D993}"/>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610444" y="1605115"/>
            <a:ext cx="480252" cy="480252"/>
          </a:xfrm>
          <a:prstGeom prst="rect">
            <a:avLst/>
          </a:prstGeom>
        </p:spPr>
      </p:pic>
      <p:pic>
        <p:nvPicPr>
          <p:cNvPr id="28" name="Graphic 27">
            <a:extLst>
              <a:ext uri="{FF2B5EF4-FFF2-40B4-BE49-F238E27FC236}">
                <a16:creationId xmlns:a16="http://schemas.microsoft.com/office/drawing/2014/main" id="{8C666F86-8934-CFD6-7A06-F1BE9653D0E0}"/>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314432" y="1577985"/>
            <a:ext cx="507383" cy="507383"/>
          </a:xfrm>
          <a:prstGeom prst="rect">
            <a:avLst/>
          </a:prstGeom>
        </p:spPr>
      </p:pic>
      <p:pic>
        <p:nvPicPr>
          <p:cNvPr id="33" name="Graphic 32">
            <a:extLst>
              <a:ext uri="{FF2B5EF4-FFF2-40B4-BE49-F238E27FC236}">
                <a16:creationId xmlns:a16="http://schemas.microsoft.com/office/drawing/2014/main" id="{97AE10E9-91A9-CE12-4C1E-9984A19E5FB4}"/>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098860" y="2289884"/>
            <a:ext cx="541283" cy="541283"/>
          </a:xfrm>
          <a:prstGeom prst="rect">
            <a:avLst/>
          </a:prstGeom>
        </p:spPr>
      </p:pic>
      <p:pic>
        <p:nvPicPr>
          <p:cNvPr id="39" name="Graphic 38">
            <a:extLst>
              <a:ext uri="{FF2B5EF4-FFF2-40B4-BE49-F238E27FC236}">
                <a16:creationId xmlns:a16="http://schemas.microsoft.com/office/drawing/2014/main" id="{B5BDB0E5-D371-EFDB-8AB2-9EDF3F310D69}"/>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839616" y="2325990"/>
            <a:ext cx="505177" cy="505177"/>
          </a:xfrm>
          <a:prstGeom prst="rect">
            <a:avLst/>
          </a:prstGeom>
        </p:spPr>
      </p:pic>
      <p:pic>
        <p:nvPicPr>
          <p:cNvPr id="44" name="Graphic 43">
            <a:extLst>
              <a:ext uri="{FF2B5EF4-FFF2-40B4-BE49-F238E27FC236}">
                <a16:creationId xmlns:a16="http://schemas.microsoft.com/office/drawing/2014/main" id="{73B91BAD-5FCC-BF84-CE23-210CBA4F1BEC}"/>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8067265" y="2335718"/>
            <a:ext cx="505177" cy="505177"/>
          </a:xfrm>
          <a:prstGeom prst="rect">
            <a:avLst/>
          </a:prstGeom>
        </p:spPr>
      </p:pic>
      <p:pic>
        <p:nvPicPr>
          <p:cNvPr id="48" name="Graphic 47">
            <a:extLst>
              <a:ext uri="{FF2B5EF4-FFF2-40B4-BE49-F238E27FC236}">
                <a16:creationId xmlns:a16="http://schemas.microsoft.com/office/drawing/2014/main" id="{E33B3E52-6DEC-4DF4-53C4-621378805C46}"/>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3644768" y="3019267"/>
            <a:ext cx="496511" cy="496511"/>
          </a:xfrm>
          <a:prstGeom prst="rect">
            <a:avLst/>
          </a:prstGeom>
        </p:spPr>
      </p:pic>
      <p:pic>
        <p:nvPicPr>
          <p:cNvPr id="51" name="Graphic 50">
            <a:extLst>
              <a:ext uri="{FF2B5EF4-FFF2-40B4-BE49-F238E27FC236}">
                <a16:creationId xmlns:a16="http://schemas.microsoft.com/office/drawing/2014/main" id="{DC9FD8C1-A33C-C820-DAE1-643939D56E0A}"/>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394038" y="2999072"/>
            <a:ext cx="541716" cy="541716"/>
          </a:xfrm>
          <a:prstGeom prst="rect">
            <a:avLst/>
          </a:prstGeom>
        </p:spPr>
      </p:pic>
      <p:pic>
        <p:nvPicPr>
          <p:cNvPr id="53" name="Graphic 52">
            <a:extLst>
              <a:ext uri="{FF2B5EF4-FFF2-40B4-BE49-F238E27FC236}">
                <a16:creationId xmlns:a16="http://schemas.microsoft.com/office/drawing/2014/main" id="{2F129827-080D-358A-BC25-0A9FE0AB114C}"/>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5107941" y="3006852"/>
            <a:ext cx="524383" cy="524383"/>
          </a:xfrm>
          <a:prstGeom prst="rect">
            <a:avLst/>
          </a:prstGeom>
        </p:spPr>
      </p:pic>
      <p:pic>
        <p:nvPicPr>
          <p:cNvPr id="56" name="Graphic 55">
            <a:extLst>
              <a:ext uri="{FF2B5EF4-FFF2-40B4-BE49-F238E27FC236}">
                <a16:creationId xmlns:a16="http://schemas.microsoft.com/office/drawing/2014/main" id="{9873F281-0DBF-D7A4-7756-BB264F61FB23}"/>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5844907" y="2986053"/>
            <a:ext cx="519587" cy="519587"/>
          </a:xfrm>
          <a:prstGeom prst="rect">
            <a:avLst/>
          </a:prstGeom>
        </p:spPr>
      </p:pic>
      <p:pic>
        <p:nvPicPr>
          <p:cNvPr id="58" name="Graphic 57">
            <a:extLst>
              <a:ext uri="{FF2B5EF4-FFF2-40B4-BE49-F238E27FC236}">
                <a16:creationId xmlns:a16="http://schemas.microsoft.com/office/drawing/2014/main" id="{72C278BA-4371-B19F-0892-17ACC4D19D5C}"/>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6550151" y="2999453"/>
            <a:ext cx="524382" cy="524382"/>
          </a:xfrm>
          <a:prstGeom prst="rect">
            <a:avLst/>
          </a:prstGeom>
        </p:spPr>
      </p:pic>
      <p:pic>
        <p:nvPicPr>
          <p:cNvPr id="60" name="Graphic 59">
            <a:extLst>
              <a:ext uri="{FF2B5EF4-FFF2-40B4-BE49-F238E27FC236}">
                <a16:creationId xmlns:a16="http://schemas.microsoft.com/office/drawing/2014/main" id="{7BB6FFC6-B122-9E42-2665-E367600B7281}"/>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3639904" y="3700961"/>
            <a:ext cx="538234" cy="538234"/>
          </a:xfrm>
          <a:prstGeom prst="rect">
            <a:avLst/>
          </a:prstGeom>
        </p:spPr>
      </p:pic>
      <p:pic>
        <p:nvPicPr>
          <p:cNvPr id="62" name="Graphic 61">
            <a:extLst>
              <a:ext uri="{FF2B5EF4-FFF2-40B4-BE49-F238E27FC236}">
                <a16:creationId xmlns:a16="http://schemas.microsoft.com/office/drawing/2014/main" id="{0CC49D6E-77E5-3A21-CE31-AEAA903DB862}"/>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382998" y="3673718"/>
            <a:ext cx="557592" cy="557592"/>
          </a:xfrm>
          <a:prstGeom prst="rect">
            <a:avLst/>
          </a:prstGeom>
        </p:spPr>
      </p:pic>
      <p:pic>
        <p:nvPicPr>
          <p:cNvPr id="64" name="Graphic 63">
            <a:extLst>
              <a:ext uri="{FF2B5EF4-FFF2-40B4-BE49-F238E27FC236}">
                <a16:creationId xmlns:a16="http://schemas.microsoft.com/office/drawing/2014/main" id="{2413005A-69F4-A357-2C8D-934745D30382}"/>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5097380" y="3676445"/>
            <a:ext cx="543294" cy="543294"/>
          </a:xfrm>
          <a:prstGeom prst="rect">
            <a:avLst/>
          </a:prstGeom>
        </p:spPr>
      </p:pic>
      <p:pic>
        <p:nvPicPr>
          <p:cNvPr id="66" name="Graphic 65">
            <a:extLst>
              <a:ext uri="{FF2B5EF4-FFF2-40B4-BE49-F238E27FC236}">
                <a16:creationId xmlns:a16="http://schemas.microsoft.com/office/drawing/2014/main" id="{3FCDF8BC-44CD-F87E-8ADD-80A65F4D8181}"/>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832886" y="3686213"/>
            <a:ext cx="532844" cy="532844"/>
          </a:xfrm>
          <a:prstGeom prst="rect">
            <a:avLst/>
          </a:prstGeom>
        </p:spPr>
      </p:pic>
      <p:pic>
        <p:nvPicPr>
          <p:cNvPr id="68" name="Graphic 67">
            <a:extLst>
              <a:ext uri="{FF2B5EF4-FFF2-40B4-BE49-F238E27FC236}">
                <a16:creationId xmlns:a16="http://schemas.microsoft.com/office/drawing/2014/main" id="{BF87C6E8-9227-0EA0-CA88-04A9E8D2D402}"/>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350042" y="3711043"/>
            <a:ext cx="515687" cy="515687"/>
          </a:xfrm>
          <a:prstGeom prst="rect">
            <a:avLst/>
          </a:prstGeom>
        </p:spPr>
      </p:pic>
    </p:spTree>
    <p:extLst>
      <p:ext uri="{BB962C8B-B14F-4D97-AF65-F5344CB8AC3E}">
        <p14:creationId xmlns:p14="http://schemas.microsoft.com/office/powerpoint/2010/main" val="1738670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13" name="Graphic 12">
            <a:extLst>
              <a:ext uri="{FF2B5EF4-FFF2-40B4-BE49-F238E27FC236}">
                <a16:creationId xmlns:a16="http://schemas.microsoft.com/office/drawing/2014/main" id="{D226F258-275C-8705-F384-D8A774A33D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05276" y="922376"/>
            <a:ext cx="422285" cy="516123"/>
          </a:xfrm>
          <a:prstGeom prst="rect">
            <a:avLst/>
          </a:prstGeom>
        </p:spPr>
      </p:pic>
      <p:pic>
        <p:nvPicPr>
          <p:cNvPr id="60" name="Graphic 59">
            <a:extLst>
              <a:ext uri="{FF2B5EF4-FFF2-40B4-BE49-F238E27FC236}">
                <a16:creationId xmlns:a16="http://schemas.microsoft.com/office/drawing/2014/main" id="{9CDAA8CD-55F7-AA7B-C028-80308EC45D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8859" y="1642371"/>
            <a:ext cx="486266" cy="477735"/>
          </a:xfrm>
          <a:prstGeom prst="rect">
            <a:avLst/>
          </a:prstGeom>
        </p:spPr>
      </p:pic>
      <p:pic>
        <p:nvPicPr>
          <p:cNvPr id="66" name="Graphic 65">
            <a:extLst>
              <a:ext uri="{FF2B5EF4-FFF2-40B4-BE49-F238E27FC236}">
                <a16:creationId xmlns:a16="http://schemas.microsoft.com/office/drawing/2014/main" id="{CED4728E-9982-3E9D-CE6A-A8BC17F9B8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94270" y="2415481"/>
            <a:ext cx="511857" cy="405221"/>
          </a:xfrm>
          <a:prstGeom prst="rect">
            <a:avLst/>
          </a:prstGeom>
        </p:spPr>
      </p:pic>
      <p:pic>
        <p:nvPicPr>
          <p:cNvPr id="4" name="Graphic 3">
            <a:extLst>
              <a:ext uri="{FF2B5EF4-FFF2-40B4-BE49-F238E27FC236}">
                <a16:creationId xmlns:a16="http://schemas.microsoft.com/office/drawing/2014/main" id="{C10E7E47-7ADD-041C-223F-DC27E37CFF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20545" y="932025"/>
            <a:ext cx="483546" cy="483546"/>
          </a:xfrm>
          <a:prstGeom prst="rect">
            <a:avLst/>
          </a:prstGeom>
        </p:spPr>
      </p:pic>
      <p:pic>
        <p:nvPicPr>
          <p:cNvPr id="6" name="Graphic 5">
            <a:extLst>
              <a:ext uri="{FF2B5EF4-FFF2-40B4-BE49-F238E27FC236}">
                <a16:creationId xmlns:a16="http://schemas.microsoft.com/office/drawing/2014/main" id="{B0D24C90-6A92-179C-9DFE-62F00E483E8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81840" y="922148"/>
            <a:ext cx="528921" cy="528921"/>
          </a:xfrm>
          <a:prstGeom prst="rect">
            <a:avLst/>
          </a:prstGeom>
        </p:spPr>
      </p:pic>
      <p:pic>
        <p:nvPicPr>
          <p:cNvPr id="8" name="Graphic 7">
            <a:extLst>
              <a:ext uri="{FF2B5EF4-FFF2-40B4-BE49-F238E27FC236}">
                <a16:creationId xmlns:a16="http://schemas.microsoft.com/office/drawing/2014/main" id="{3E6F06ED-FABB-2FA1-A0EA-199EDA24702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50449" y="918577"/>
            <a:ext cx="528921" cy="528921"/>
          </a:xfrm>
          <a:prstGeom prst="rect">
            <a:avLst/>
          </a:prstGeom>
        </p:spPr>
      </p:pic>
      <p:pic>
        <p:nvPicPr>
          <p:cNvPr id="12" name="Graphic 11">
            <a:extLst>
              <a:ext uri="{FF2B5EF4-FFF2-40B4-BE49-F238E27FC236}">
                <a16:creationId xmlns:a16="http://schemas.microsoft.com/office/drawing/2014/main" id="{2F589296-702C-CA79-F71C-265EC63ACD6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55931" y="907896"/>
            <a:ext cx="528921" cy="528921"/>
          </a:xfrm>
          <a:prstGeom prst="rect">
            <a:avLst/>
          </a:prstGeom>
        </p:spPr>
      </p:pic>
      <p:pic>
        <p:nvPicPr>
          <p:cNvPr id="15" name="Graphic 14">
            <a:extLst>
              <a:ext uri="{FF2B5EF4-FFF2-40B4-BE49-F238E27FC236}">
                <a16:creationId xmlns:a16="http://schemas.microsoft.com/office/drawing/2014/main" id="{641BBC37-0312-68AB-74BA-67180061580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324540" y="911196"/>
            <a:ext cx="528921" cy="528921"/>
          </a:xfrm>
          <a:prstGeom prst="rect">
            <a:avLst/>
          </a:prstGeom>
        </p:spPr>
      </p:pic>
      <p:pic>
        <p:nvPicPr>
          <p:cNvPr id="17" name="Graphic 16">
            <a:extLst>
              <a:ext uri="{FF2B5EF4-FFF2-40B4-BE49-F238E27FC236}">
                <a16:creationId xmlns:a16="http://schemas.microsoft.com/office/drawing/2014/main" id="{AE3AFA50-4EFD-8059-39CE-16CF7FFF287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58999" y="917624"/>
            <a:ext cx="557381" cy="557381"/>
          </a:xfrm>
          <a:prstGeom prst="rect">
            <a:avLst/>
          </a:prstGeom>
        </p:spPr>
      </p:pic>
      <p:pic>
        <p:nvPicPr>
          <p:cNvPr id="19" name="Graphic 18">
            <a:extLst>
              <a:ext uri="{FF2B5EF4-FFF2-40B4-BE49-F238E27FC236}">
                <a16:creationId xmlns:a16="http://schemas.microsoft.com/office/drawing/2014/main" id="{BC9FD7DF-515F-062C-A5D8-811DA595E94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625124" y="1611410"/>
            <a:ext cx="553188" cy="553188"/>
          </a:xfrm>
          <a:prstGeom prst="rect">
            <a:avLst/>
          </a:prstGeom>
        </p:spPr>
      </p:pic>
      <p:pic>
        <p:nvPicPr>
          <p:cNvPr id="22" name="Graphic 21">
            <a:extLst>
              <a:ext uri="{FF2B5EF4-FFF2-40B4-BE49-F238E27FC236}">
                <a16:creationId xmlns:a16="http://schemas.microsoft.com/office/drawing/2014/main" id="{694C7544-49B4-9400-D021-49B5DED741D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359554" y="1647597"/>
            <a:ext cx="494796" cy="494796"/>
          </a:xfrm>
          <a:prstGeom prst="rect">
            <a:avLst/>
          </a:prstGeom>
        </p:spPr>
      </p:pic>
      <p:pic>
        <p:nvPicPr>
          <p:cNvPr id="24" name="Graphic 23">
            <a:extLst>
              <a:ext uri="{FF2B5EF4-FFF2-40B4-BE49-F238E27FC236}">
                <a16:creationId xmlns:a16="http://schemas.microsoft.com/office/drawing/2014/main" id="{A5A6BBEC-E74B-9844-984B-EE4C6C6F010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03454" y="1642371"/>
            <a:ext cx="539669" cy="539669"/>
          </a:xfrm>
          <a:prstGeom prst="rect">
            <a:avLst/>
          </a:prstGeom>
        </p:spPr>
      </p:pic>
      <p:pic>
        <p:nvPicPr>
          <p:cNvPr id="31" name="Graphic 30">
            <a:extLst>
              <a:ext uri="{FF2B5EF4-FFF2-40B4-BE49-F238E27FC236}">
                <a16:creationId xmlns:a16="http://schemas.microsoft.com/office/drawing/2014/main" id="{18CC55E8-667C-7FED-5BED-F6C1E51270E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275589" y="1594735"/>
            <a:ext cx="573008" cy="573008"/>
          </a:xfrm>
          <a:prstGeom prst="rect">
            <a:avLst/>
          </a:prstGeom>
        </p:spPr>
      </p:pic>
      <p:pic>
        <p:nvPicPr>
          <p:cNvPr id="34" name="Graphic 33">
            <a:extLst>
              <a:ext uri="{FF2B5EF4-FFF2-40B4-BE49-F238E27FC236}">
                <a16:creationId xmlns:a16="http://schemas.microsoft.com/office/drawing/2014/main" id="{D75145AD-AB15-4E8B-90DD-8361477C7A6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49250" y="1598004"/>
            <a:ext cx="544389" cy="544389"/>
          </a:xfrm>
          <a:prstGeom prst="rect">
            <a:avLst/>
          </a:prstGeom>
        </p:spPr>
      </p:pic>
      <p:pic>
        <p:nvPicPr>
          <p:cNvPr id="36" name="Graphic 35">
            <a:extLst>
              <a:ext uri="{FF2B5EF4-FFF2-40B4-BE49-F238E27FC236}">
                <a16:creationId xmlns:a16="http://schemas.microsoft.com/office/drawing/2014/main" id="{23B66BA6-509A-7C15-CDF2-8FA628D9DB45}"/>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48264" y="2360438"/>
            <a:ext cx="553188" cy="553188"/>
          </a:xfrm>
          <a:prstGeom prst="rect">
            <a:avLst/>
          </a:prstGeom>
        </p:spPr>
      </p:pic>
      <p:pic>
        <p:nvPicPr>
          <p:cNvPr id="38" name="Graphic 37">
            <a:extLst>
              <a:ext uri="{FF2B5EF4-FFF2-40B4-BE49-F238E27FC236}">
                <a16:creationId xmlns:a16="http://schemas.microsoft.com/office/drawing/2014/main" id="{C5A3CE21-2507-5799-030F-20C48BD5417B}"/>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20639" y="2341498"/>
            <a:ext cx="526274" cy="526274"/>
          </a:xfrm>
          <a:prstGeom prst="rect">
            <a:avLst/>
          </a:prstGeom>
        </p:spPr>
      </p:pic>
      <p:pic>
        <p:nvPicPr>
          <p:cNvPr id="41" name="Graphic 40">
            <a:extLst>
              <a:ext uri="{FF2B5EF4-FFF2-40B4-BE49-F238E27FC236}">
                <a16:creationId xmlns:a16="http://schemas.microsoft.com/office/drawing/2014/main" id="{C0645C4A-A070-8B76-75CE-676B0D82346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839730" y="2361949"/>
            <a:ext cx="512838" cy="512838"/>
          </a:xfrm>
          <a:prstGeom prst="rect">
            <a:avLst/>
          </a:prstGeom>
        </p:spPr>
      </p:pic>
      <p:pic>
        <p:nvPicPr>
          <p:cNvPr id="49" name="Graphic 48">
            <a:extLst>
              <a:ext uri="{FF2B5EF4-FFF2-40B4-BE49-F238E27FC236}">
                <a16:creationId xmlns:a16="http://schemas.microsoft.com/office/drawing/2014/main" id="{354A358E-9AE5-5CC2-169B-0069DB3C18A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566100" y="2370073"/>
            <a:ext cx="564593" cy="512838"/>
          </a:xfrm>
          <a:prstGeom prst="rect">
            <a:avLst/>
          </a:prstGeom>
        </p:spPr>
      </p:pic>
      <p:pic>
        <p:nvPicPr>
          <p:cNvPr id="57" name="Graphic 56">
            <a:extLst>
              <a:ext uri="{FF2B5EF4-FFF2-40B4-BE49-F238E27FC236}">
                <a16:creationId xmlns:a16="http://schemas.microsoft.com/office/drawing/2014/main" id="{39E9F591-F3A4-2F01-ED4D-DD63EDB49C24}"/>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8049250" y="2349482"/>
            <a:ext cx="544389" cy="544389"/>
          </a:xfrm>
          <a:prstGeom prst="rect">
            <a:avLst/>
          </a:prstGeom>
        </p:spPr>
      </p:pic>
      <p:pic>
        <p:nvPicPr>
          <p:cNvPr id="61" name="Graphic 60">
            <a:extLst>
              <a:ext uri="{FF2B5EF4-FFF2-40B4-BE49-F238E27FC236}">
                <a16:creationId xmlns:a16="http://schemas.microsoft.com/office/drawing/2014/main" id="{C5C6AF0E-01C8-F4BC-FEAD-5BFA9526C58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837935" y="1627351"/>
            <a:ext cx="528921" cy="528921"/>
          </a:xfrm>
          <a:prstGeom prst="rect">
            <a:avLst/>
          </a:prstGeom>
        </p:spPr>
      </p:pic>
      <p:pic>
        <p:nvPicPr>
          <p:cNvPr id="250" name="Graphic 249">
            <a:extLst>
              <a:ext uri="{FF2B5EF4-FFF2-40B4-BE49-F238E27FC236}">
                <a16:creationId xmlns:a16="http://schemas.microsoft.com/office/drawing/2014/main" id="{F8AC6E18-12C5-E65D-2268-A5A1E2F43D66}"/>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352520" y="3111610"/>
            <a:ext cx="477472" cy="448659"/>
          </a:xfrm>
          <a:prstGeom prst="rect">
            <a:avLst/>
          </a:prstGeom>
        </p:spPr>
      </p:pic>
      <p:pic>
        <p:nvPicPr>
          <p:cNvPr id="251" name="Graphic 250">
            <a:extLst>
              <a:ext uri="{FF2B5EF4-FFF2-40B4-BE49-F238E27FC236}">
                <a16:creationId xmlns:a16="http://schemas.microsoft.com/office/drawing/2014/main" id="{5328815A-A29D-CEA7-D7D7-76F89F42D3A6}"/>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694399" y="3095146"/>
            <a:ext cx="477472" cy="481588"/>
          </a:xfrm>
          <a:prstGeom prst="rect">
            <a:avLst/>
          </a:prstGeom>
        </p:spPr>
      </p:pic>
      <p:pic>
        <p:nvPicPr>
          <p:cNvPr id="252" name="Graphic 251">
            <a:extLst>
              <a:ext uri="{FF2B5EF4-FFF2-40B4-BE49-F238E27FC236}">
                <a16:creationId xmlns:a16="http://schemas.microsoft.com/office/drawing/2014/main" id="{D30126D8-47D4-CF88-D419-E96AF074DDDC}"/>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136103" y="3093087"/>
            <a:ext cx="485705" cy="485705"/>
          </a:xfrm>
          <a:prstGeom prst="rect">
            <a:avLst/>
          </a:prstGeom>
        </p:spPr>
      </p:pic>
      <p:pic>
        <p:nvPicPr>
          <p:cNvPr id="253" name="Graphic 252">
            <a:extLst>
              <a:ext uri="{FF2B5EF4-FFF2-40B4-BE49-F238E27FC236}">
                <a16:creationId xmlns:a16="http://schemas.microsoft.com/office/drawing/2014/main" id="{FF3F4C9D-41D0-890C-9617-E3AFEFA81670}"/>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918591" y="3093087"/>
            <a:ext cx="456892" cy="485705"/>
          </a:xfrm>
          <a:prstGeom prst="rect">
            <a:avLst/>
          </a:prstGeom>
        </p:spPr>
      </p:pic>
      <p:pic>
        <p:nvPicPr>
          <p:cNvPr id="254" name="Graphic 253">
            <a:extLst>
              <a:ext uri="{FF2B5EF4-FFF2-40B4-BE49-F238E27FC236}">
                <a16:creationId xmlns:a16="http://schemas.microsoft.com/office/drawing/2014/main" id="{9C65AA27-53B8-B4A8-3D37-9DA35D2AEE46}"/>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421753" y="3088972"/>
            <a:ext cx="456890" cy="493936"/>
          </a:xfrm>
          <a:prstGeom prst="rect">
            <a:avLst/>
          </a:prstGeom>
        </p:spPr>
      </p:pic>
      <p:pic>
        <p:nvPicPr>
          <p:cNvPr id="255" name="Graphic 254">
            <a:extLst>
              <a:ext uri="{FF2B5EF4-FFF2-40B4-BE49-F238E27FC236}">
                <a16:creationId xmlns:a16="http://schemas.microsoft.com/office/drawing/2014/main" id="{55151594-2506-5D41-90DE-1C4D339A4137}"/>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3662982" y="3109465"/>
            <a:ext cx="477472" cy="477472"/>
          </a:xfrm>
          <a:prstGeom prst="rect">
            <a:avLst/>
          </a:prstGeom>
        </p:spPr>
      </p:pic>
      <p:pic>
        <p:nvPicPr>
          <p:cNvPr id="276" name="Graphic 275">
            <a:extLst>
              <a:ext uri="{FF2B5EF4-FFF2-40B4-BE49-F238E27FC236}">
                <a16:creationId xmlns:a16="http://schemas.microsoft.com/office/drawing/2014/main" id="{BD75454A-803A-2805-E092-D77FE7A6899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171794" y="3782776"/>
            <a:ext cx="423962" cy="477472"/>
          </a:xfrm>
          <a:prstGeom prst="rect">
            <a:avLst/>
          </a:prstGeom>
        </p:spPr>
      </p:pic>
      <p:pic>
        <p:nvPicPr>
          <p:cNvPr id="279" name="Graphic 278">
            <a:extLst>
              <a:ext uri="{FF2B5EF4-FFF2-40B4-BE49-F238E27FC236}">
                <a16:creationId xmlns:a16="http://schemas.microsoft.com/office/drawing/2014/main" id="{8E4092DB-2A05-BC72-3EAF-048F5FB1AF21}"/>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612316" y="3842459"/>
            <a:ext cx="477472" cy="358104"/>
          </a:xfrm>
          <a:prstGeom prst="rect">
            <a:avLst/>
          </a:prstGeom>
        </p:spPr>
      </p:pic>
      <p:pic>
        <p:nvPicPr>
          <p:cNvPr id="285" name="Graphic 284">
            <a:extLst>
              <a:ext uri="{FF2B5EF4-FFF2-40B4-BE49-F238E27FC236}">
                <a16:creationId xmlns:a16="http://schemas.microsoft.com/office/drawing/2014/main" id="{12BEB0DE-B0BB-EC6F-126E-99C3AFFC6DAD}"/>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8080650" y="3780718"/>
            <a:ext cx="485704" cy="481588"/>
          </a:xfrm>
          <a:prstGeom prst="rect">
            <a:avLst/>
          </a:prstGeom>
        </p:spPr>
      </p:pic>
      <p:pic>
        <p:nvPicPr>
          <p:cNvPr id="286" name="Graphic 285">
            <a:extLst>
              <a:ext uri="{FF2B5EF4-FFF2-40B4-BE49-F238E27FC236}">
                <a16:creationId xmlns:a16="http://schemas.microsoft.com/office/drawing/2014/main" id="{358159CA-C744-E171-4D83-79F59D766CAF}"/>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704857" y="3782776"/>
            <a:ext cx="448659" cy="477472"/>
          </a:xfrm>
          <a:prstGeom prst="rect">
            <a:avLst/>
          </a:prstGeom>
        </p:spPr>
      </p:pic>
      <p:pic>
        <p:nvPicPr>
          <p:cNvPr id="288" name="Graphic 287">
            <a:extLst>
              <a:ext uri="{FF2B5EF4-FFF2-40B4-BE49-F238E27FC236}">
                <a16:creationId xmlns:a16="http://schemas.microsoft.com/office/drawing/2014/main" id="{12FCD0DC-F380-450E-E9EC-5F7D62546EB8}"/>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63641" y="3776602"/>
            <a:ext cx="489820" cy="489820"/>
          </a:xfrm>
          <a:prstGeom prst="rect">
            <a:avLst/>
          </a:prstGeom>
        </p:spPr>
      </p:pic>
      <p:pic>
        <p:nvPicPr>
          <p:cNvPr id="290" name="Graphic 289">
            <a:extLst>
              <a:ext uri="{FF2B5EF4-FFF2-40B4-BE49-F238E27FC236}">
                <a16:creationId xmlns:a16="http://schemas.microsoft.com/office/drawing/2014/main" id="{78280839-628B-2A78-A991-EA7D34186DE9}"/>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909233" y="3772485"/>
            <a:ext cx="440426" cy="498053"/>
          </a:xfrm>
          <a:prstGeom prst="rect">
            <a:avLst/>
          </a:prstGeom>
        </p:spPr>
      </p:pic>
      <p:pic>
        <p:nvPicPr>
          <p:cNvPr id="292" name="Graphic 291">
            <a:extLst>
              <a:ext uri="{FF2B5EF4-FFF2-40B4-BE49-F238E27FC236}">
                <a16:creationId xmlns:a16="http://schemas.microsoft.com/office/drawing/2014/main" id="{9400A3F0-1FB2-9708-007E-1754036B04FD}"/>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427077" y="3793066"/>
            <a:ext cx="378684" cy="456891"/>
          </a:xfrm>
          <a:prstGeom prst="rect">
            <a:avLst/>
          </a:prstGeom>
        </p:spPr>
      </p:pic>
      <p:pic>
        <p:nvPicPr>
          <p:cNvPr id="293" name="Graphic 292">
            <a:extLst>
              <a:ext uri="{FF2B5EF4-FFF2-40B4-BE49-F238E27FC236}">
                <a16:creationId xmlns:a16="http://schemas.microsoft.com/office/drawing/2014/main" id="{14731116-2693-1E7C-D122-09E6CC7640B8}"/>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8076534" y="3117785"/>
            <a:ext cx="489820" cy="436310"/>
          </a:xfrm>
          <a:prstGeom prst="rect">
            <a:avLst/>
          </a:prstGeom>
        </p:spPr>
      </p:pic>
      <p:pic>
        <p:nvPicPr>
          <p:cNvPr id="294" name="Graphic 293">
            <a:extLst>
              <a:ext uri="{FF2B5EF4-FFF2-40B4-BE49-F238E27FC236}">
                <a16:creationId xmlns:a16="http://schemas.microsoft.com/office/drawing/2014/main" id="{80382054-D578-D058-993A-440E62FC2315}"/>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327823" y="2361781"/>
            <a:ext cx="502169" cy="485705"/>
          </a:xfrm>
          <a:prstGeom prst="rect">
            <a:avLst/>
          </a:prstGeom>
        </p:spPr>
      </p:pic>
    </p:spTree>
    <p:extLst>
      <p:ext uri="{BB962C8B-B14F-4D97-AF65-F5344CB8AC3E}">
        <p14:creationId xmlns:p14="http://schemas.microsoft.com/office/powerpoint/2010/main" val="41179220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74A3-0167-C1B9-65CB-9E8A5EA82B4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E87B80C-916E-FE1A-03E8-C50A74F9021B}"/>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D85682D6-D074-D9B6-335B-3A5A78E27CDC}"/>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25BCAE82-0EBB-10CE-C42A-FAA38C62FCA7}"/>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32" name="Graphic 31">
            <a:extLst>
              <a:ext uri="{FF2B5EF4-FFF2-40B4-BE49-F238E27FC236}">
                <a16:creationId xmlns:a16="http://schemas.microsoft.com/office/drawing/2014/main" id="{E102BA62-14A0-C724-FC99-BA7CE7DF84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6566" y="936337"/>
            <a:ext cx="428078" cy="502169"/>
          </a:xfrm>
          <a:prstGeom prst="rect">
            <a:avLst/>
          </a:prstGeom>
        </p:spPr>
      </p:pic>
      <p:pic>
        <p:nvPicPr>
          <p:cNvPr id="75" name="Graphic 74">
            <a:extLst>
              <a:ext uri="{FF2B5EF4-FFF2-40B4-BE49-F238E27FC236}">
                <a16:creationId xmlns:a16="http://schemas.microsoft.com/office/drawing/2014/main" id="{2CD50D6B-D906-89CE-923F-1737844011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30673" y="3793422"/>
            <a:ext cx="415730" cy="477472"/>
          </a:xfrm>
          <a:prstGeom prst="rect">
            <a:avLst/>
          </a:prstGeom>
        </p:spPr>
      </p:pic>
      <p:pic>
        <p:nvPicPr>
          <p:cNvPr id="83" name="Graphic 82">
            <a:extLst>
              <a:ext uri="{FF2B5EF4-FFF2-40B4-BE49-F238E27FC236}">
                <a16:creationId xmlns:a16="http://schemas.microsoft.com/office/drawing/2014/main" id="{1C9EFEEA-4018-85C4-1DCF-6680BF1D17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62739" y="3793422"/>
            <a:ext cx="415730" cy="477472"/>
          </a:xfrm>
          <a:prstGeom prst="rect">
            <a:avLst/>
          </a:prstGeom>
        </p:spPr>
      </p:pic>
      <p:pic>
        <p:nvPicPr>
          <p:cNvPr id="87" name="Graphic 86">
            <a:extLst>
              <a:ext uri="{FF2B5EF4-FFF2-40B4-BE49-F238E27FC236}">
                <a16:creationId xmlns:a16="http://schemas.microsoft.com/office/drawing/2014/main" id="{948A160C-1FB3-BAA8-2C63-22552B4215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34287" y="3838700"/>
            <a:ext cx="477472" cy="386917"/>
          </a:xfrm>
          <a:prstGeom prst="rect">
            <a:avLst/>
          </a:prstGeom>
        </p:spPr>
      </p:pic>
      <p:pic>
        <p:nvPicPr>
          <p:cNvPr id="97" name="Graphic 96">
            <a:extLst>
              <a:ext uri="{FF2B5EF4-FFF2-40B4-BE49-F238E27FC236}">
                <a16:creationId xmlns:a16="http://schemas.microsoft.com/office/drawing/2014/main" id="{E9EA47E1-96B7-33FF-07AF-D0240FF1FA7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7222" y="3848990"/>
            <a:ext cx="477472" cy="366336"/>
          </a:xfrm>
          <a:prstGeom prst="rect">
            <a:avLst/>
          </a:prstGeom>
        </p:spPr>
      </p:pic>
      <p:pic>
        <p:nvPicPr>
          <p:cNvPr id="117" name="Graphic 116">
            <a:extLst>
              <a:ext uri="{FF2B5EF4-FFF2-40B4-BE49-F238E27FC236}">
                <a16:creationId xmlns:a16="http://schemas.microsoft.com/office/drawing/2014/main" id="{7D6CB760-BE85-3506-8E2A-03B4B62A0D3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54259" y="1685640"/>
            <a:ext cx="493936" cy="493936"/>
          </a:xfrm>
          <a:prstGeom prst="rect">
            <a:avLst/>
          </a:prstGeom>
        </p:spPr>
      </p:pic>
      <p:pic>
        <p:nvPicPr>
          <p:cNvPr id="119" name="Graphic 118">
            <a:extLst>
              <a:ext uri="{FF2B5EF4-FFF2-40B4-BE49-F238E27FC236}">
                <a16:creationId xmlns:a16="http://schemas.microsoft.com/office/drawing/2014/main" id="{0D9CF82F-6B8B-4D77-91D3-6AB85CD7705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06893" y="938395"/>
            <a:ext cx="498053" cy="498053"/>
          </a:xfrm>
          <a:prstGeom prst="rect">
            <a:avLst/>
          </a:prstGeom>
        </p:spPr>
      </p:pic>
      <p:pic>
        <p:nvPicPr>
          <p:cNvPr id="199" name="Graphic 198">
            <a:extLst>
              <a:ext uri="{FF2B5EF4-FFF2-40B4-BE49-F238E27FC236}">
                <a16:creationId xmlns:a16="http://schemas.microsoft.com/office/drawing/2014/main" id="{DEFDDA85-7607-DD49-6D32-094C078E896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414890" y="1692273"/>
            <a:ext cx="481588" cy="469240"/>
          </a:xfrm>
          <a:prstGeom prst="rect">
            <a:avLst/>
          </a:prstGeom>
        </p:spPr>
      </p:pic>
      <p:pic>
        <p:nvPicPr>
          <p:cNvPr id="201" name="Graphic 200">
            <a:extLst>
              <a:ext uri="{FF2B5EF4-FFF2-40B4-BE49-F238E27FC236}">
                <a16:creationId xmlns:a16="http://schemas.microsoft.com/office/drawing/2014/main" id="{215AE997-3567-EFEC-C571-3DBCEDDAC9D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89706" y="1672151"/>
            <a:ext cx="498053" cy="498053"/>
          </a:xfrm>
          <a:prstGeom prst="rect">
            <a:avLst/>
          </a:prstGeom>
        </p:spPr>
      </p:pic>
      <p:pic>
        <p:nvPicPr>
          <p:cNvPr id="207" name="Graphic 206">
            <a:extLst>
              <a:ext uri="{FF2B5EF4-FFF2-40B4-BE49-F238E27FC236}">
                <a16:creationId xmlns:a16="http://schemas.microsoft.com/office/drawing/2014/main" id="{A2B143B8-DA20-715E-1DCE-DDCCFDE9464F}"/>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64363" y="3838700"/>
            <a:ext cx="498053" cy="386917"/>
          </a:xfrm>
          <a:prstGeom prst="rect">
            <a:avLst/>
          </a:prstGeom>
        </p:spPr>
      </p:pic>
      <p:pic>
        <p:nvPicPr>
          <p:cNvPr id="213" name="Graphic 212">
            <a:extLst>
              <a:ext uri="{FF2B5EF4-FFF2-40B4-BE49-F238E27FC236}">
                <a16:creationId xmlns:a16="http://schemas.microsoft.com/office/drawing/2014/main" id="{C1A065AF-83E0-1E0D-8497-FB175F83192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29811" y="1739150"/>
            <a:ext cx="481588" cy="386917"/>
          </a:xfrm>
          <a:prstGeom prst="rect">
            <a:avLst/>
          </a:prstGeom>
        </p:spPr>
      </p:pic>
      <p:pic>
        <p:nvPicPr>
          <p:cNvPr id="215" name="Graphic 214">
            <a:extLst>
              <a:ext uri="{FF2B5EF4-FFF2-40B4-BE49-F238E27FC236}">
                <a16:creationId xmlns:a16="http://schemas.microsoft.com/office/drawing/2014/main" id="{9538B612-219B-34C0-5154-F664D2EB89E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649642" y="3838700"/>
            <a:ext cx="498053" cy="386917"/>
          </a:xfrm>
          <a:prstGeom prst="rect">
            <a:avLst/>
          </a:prstGeom>
        </p:spPr>
      </p:pic>
      <p:pic>
        <p:nvPicPr>
          <p:cNvPr id="223" name="Graphic 222">
            <a:extLst>
              <a:ext uri="{FF2B5EF4-FFF2-40B4-BE49-F238E27FC236}">
                <a16:creationId xmlns:a16="http://schemas.microsoft.com/office/drawing/2014/main" id="{25CC45C9-5ABC-2091-C529-DB9A08C323E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659973" y="3156639"/>
            <a:ext cx="493937" cy="382801"/>
          </a:xfrm>
          <a:prstGeom prst="rect">
            <a:avLst/>
          </a:prstGeom>
        </p:spPr>
      </p:pic>
      <p:pic>
        <p:nvPicPr>
          <p:cNvPr id="227" name="Graphic 226">
            <a:extLst>
              <a:ext uri="{FF2B5EF4-FFF2-40B4-BE49-F238E27FC236}">
                <a16:creationId xmlns:a16="http://schemas.microsoft.com/office/drawing/2014/main" id="{CFD42050-C66E-B3E0-03A1-47EBBC92259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176713" y="1693872"/>
            <a:ext cx="473356" cy="477472"/>
          </a:xfrm>
          <a:prstGeom prst="rect">
            <a:avLst/>
          </a:prstGeom>
        </p:spPr>
      </p:pic>
      <p:pic>
        <p:nvPicPr>
          <p:cNvPr id="229" name="Graphic 228">
            <a:extLst>
              <a:ext uri="{FF2B5EF4-FFF2-40B4-BE49-F238E27FC236}">
                <a16:creationId xmlns:a16="http://schemas.microsoft.com/office/drawing/2014/main" id="{7D004E2F-62DF-FA63-B375-784598EBF4E8}"/>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919798" y="952803"/>
            <a:ext cx="469240" cy="469240"/>
          </a:xfrm>
          <a:prstGeom prst="rect">
            <a:avLst/>
          </a:prstGeom>
        </p:spPr>
      </p:pic>
      <p:pic>
        <p:nvPicPr>
          <p:cNvPr id="231" name="Graphic 230">
            <a:extLst>
              <a:ext uri="{FF2B5EF4-FFF2-40B4-BE49-F238E27FC236}">
                <a16:creationId xmlns:a16="http://schemas.microsoft.com/office/drawing/2014/main" id="{F5490B45-E785-D4A5-2639-B93473D2E855}"/>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64604" y="963092"/>
            <a:ext cx="489821" cy="448659"/>
          </a:xfrm>
          <a:prstGeom prst="rect">
            <a:avLst/>
          </a:prstGeom>
        </p:spPr>
      </p:pic>
      <p:pic>
        <p:nvPicPr>
          <p:cNvPr id="247" name="Graphic 246">
            <a:extLst>
              <a:ext uri="{FF2B5EF4-FFF2-40B4-BE49-F238E27FC236}">
                <a16:creationId xmlns:a16="http://schemas.microsoft.com/office/drawing/2014/main" id="{8FDAC8AD-9DA2-7438-653C-A09909E76953}"/>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4411047" y="1708278"/>
            <a:ext cx="489821" cy="448659"/>
          </a:xfrm>
          <a:prstGeom prst="rect">
            <a:avLst/>
          </a:prstGeom>
        </p:spPr>
      </p:pic>
      <p:pic>
        <p:nvPicPr>
          <p:cNvPr id="249" name="Graphic 248">
            <a:extLst>
              <a:ext uri="{FF2B5EF4-FFF2-40B4-BE49-F238E27FC236}">
                <a16:creationId xmlns:a16="http://schemas.microsoft.com/office/drawing/2014/main" id="{CF6821C9-7CCB-D9AC-9A3C-AEDC50D0808E}"/>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664049" y="1720627"/>
            <a:ext cx="469240" cy="423962"/>
          </a:xfrm>
          <a:prstGeom prst="rect">
            <a:avLst/>
          </a:prstGeom>
        </p:spPr>
      </p:pic>
      <p:pic>
        <p:nvPicPr>
          <p:cNvPr id="275" name="Graphic 274">
            <a:extLst>
              <a:ext uri="{FF2B5EF4-FFF2-40B4-BE49-F238E27FC236}">
                <a16:creationId xmlns:a16="http://schemas.microsoft.com/office/drawing/2014/main" id="{9841CFAA-660F-E134-1906-83DBD18EDEC1}"/>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676397" y="3092838"/>
            <a:ext cx="444543" cy="510401"/>
          </a:xfrm>
          <a:prstGeom prst="rect">
            <a:avLst/>
          </a:prstGeom>
        </p:spPr>
      </p:pic>
      <p:pic>
        <p:nvPicPr>
          <p:cNvPr id="277" name="Graphic 276">
            <a:extLst>
              <a:ext uri="{FF2B5EF4-FFF2-40B4-BE49-F238E27FC236}">
                <a16:creationId xmlns:a16="http://schemas.microsoft.com/office/drawing/2014/main" id="{702E90FE-A445-6BFB-D279-427EF328965B}"/>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487195" y="3109303"/>
            <a:ext cx="337524" cy="477472"/>
          </a:xfrm>
          <a:prstGeom prst="rect">
            <a:avLst/>
          </a:prstGeom>
        </p:spPr>
      </p:pic>
      <p:pic>
        <p:nvPicPr>
          <p:cNvPr id="278" name="Graphic 277">
            <a:extLst>
              <a:ext uri="{FF2B5EF4-FFF2-40B4-BE49-F238E27FC236}">
                <a16:creationId xmlns:a16="http://schemas.microsoft.com/office/drawing/2014/main" id="{A819208F-38AC-3F47-B6EB-55DCFB94E159}"/>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699076" y="2405901"/>
            <a:ext cx="415730" cy="477472"/>
          </a:xfrm>
          <a:prstGeom prst="rect">
            <a:avLst/>
          </a:prstGeom>
        </p:spPr>
      </p:pic>
      <p:pic>
        <p:nvPicPr>
          <p:cNvPr id="280" name="Graphic 279">
            <a:extLst>
              <a:ext uri="{FF2B5EF4-FFF2-40B4-BE49-F238E27FC236}">
                <a16:creationId xmlns:a16="http://schemas.microsoft.com/office/drawing/2014/main" id="{DD212975-ACAB-6A57-1D5B-E9B2931FBAFE}"/>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5174655" y="2405901"/>
            <a:ext cx="477472" cy="477472"/>
          </a:xfrm>
          <a:prstGeom prst="rect">
            <a:avLst/>
          </a:prstGeom>
        </p:spPr>
      </p:pic>
      <p:pic>
        <p:nvPicPr>
          <p:cNvPr id="281" name="Graphic 280">
            <a:extLst>
              <a:ext uri="{FF2B5EF4-FFF2-40B4-BE49-F238E27FC236}">
                <a16:creationId xmlns:a16="http://schemas.microsoft.com/office/drawing/2014/main" id="{23556BFE-5635-198F-262A-47E9F2B6C153}"/>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6762877" y="3793421"/>
            <a:ext cx="288130" cy="477473"/>
          </a:xfrm>
          <a:prstGeom prst="rect">
            <a:avLst/>
          </a:prstGeom>
        </p:spPr>
      </p:pic>
      <p:pic>
        <p:nvPicPr>
          <p:cNvPr id="282" name="Graphic 281">
            <a:extLst>
              <a:ext uri="{FF2B5EF4-FFF2-40B4-BE49-F238E27FC236}">
                <a16:creationId xmlns:a16="http://schemas.microsoft.com/office/drawing/2014/main" id="{BFDA9B4A-5B8B-7AC1-C6CF-14DD9C2DEE48}"/>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174653" y="3113419"/>
            <a:ext cx="477473" cy="469240"/>
          </a:xfrm>
          <a:prstGeom prst="rect">
            <a:avLst/>
          </a:prstGeom>
        </p:spPr>
      </p:pic>
      <p:pic>
        <p:nvPicPr>
          <p:cNvPr id="283" name="Graphic 282">
            <a:extLst>
              <a:ext uri="{FF2B5EF4-FFF2-40B4-BE49-F238E27FC236}">
                <a16:creationId xmlns:a16="http://schemas.microsoft.com/office/drawing/2014/main" id="{95F697CB-4B72-4CCC-DD68-6CFBB315EE9E}"/>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480747" y="2405901"/>
            <a:ext cx="349872" cy="477472"/>
          </a:xfrm>
          <a:prstGeom prst="rect">
            <a:avLst/>
          </a:prstGeom>
        </p:spPr>
      </p:pic>
      <p:pic>
        <p:nvPicPr>
          <p:cNvPr id="284" name="Graphic 283">
            <a:extLst>
              <a:ext uri="{FF2B5EF4-FFF2-40B4-BE49-F238E27FC236}">
                <a16:creationId xmlns:a16="http://schemas.microsoft.com/office/drawing/2014/main" id="{08184DEC-F384-C1B2-4DF0-95C1803D9915}"/>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8158624" y="2389215"/>
            <a:ext cx="423962" cy="465124"/>
          </a:xfrm>
          <a:prstGeom prst="rect">
            <a:avLst/>
          </a:prstGeom>
        </p:spPr>
      </p:pic>
      <p:pic>
        <p:nvPicPr>
          <p:cNvPr id="287" name="Graphic 286">
            <a:extLst>
              <a:ext uri="{FF2B5EF4-FFF2-40B4-BE49-F238E27FC236}">
                <a16:creationId xmlns:a16="http://schemas.microsoft.com/office/drawing/2014/main" id="{45446404-D6DC-E381-6354-3CD10B9CECCE}"/>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406931" y="2395609"/>
            <a:ext cx="498053" cy="498053"/>
          </a:xfrm>
          <a:prstGeom prst="rect">
            <a:avLst/>
          </a:prstGeom>
        </p:spPr>
      </p:pic>
      <p:pic>
        <p:nvPicPr>
          <p:cNvPr id="289" name="Graphic 288">
            <a:extLst>
              <a:ext uri="{FF2B5EF4-FFF2-40B4-BE49-F238E27FC236}">
                <a16:creationId xmlns:a16="http://schemas.microsoft.com/office/drawing/2014/main" id="{84752161-5749-E5DF-E4AA-1EEA11AE71F4}"/>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5948694" y="2407958"/>
            <a:ext cx="448658" cy="473355"/>
          </a:xfrm>
          <a:prstGeom prst="rect">
            <a:avLst/>
          </a:prstGeom>
        </p:spPr>
      </p:pic>
      <p:pic>
        <p:nvPicPr>
          <p:cNvPr id="291" name="Graphic 290">
            <a:extLst>
              <a:ext uri="{FF2B5EF4-FFF2-40B4-BE49-F238E27FC236}">
                <a16:creationId xmlns:a16="http://schemas.microsoft.com/office/drawing/2014/main" id="{05F0A956-7FED-D705-4001-DA9AAAF80EDC}"/>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653759" y="2414132"/>
            <a:ext cx="489820" cy="461007"/>
          </a:xfrm>
          <a:prstGeom prst="rect">
            <a:avLst/>
          </a:prstGeom>
        </p:spPr>
      </p:pic>
      <p:pic>
        <p:nvPicPr>
          <p:cNvPr id="47" name="Graphic 46">
            <a:extLst>
              <a:ext uri="{FF2B5EF4-FFF2-40B4-BE49-F238E27FC236}">
                <a16:creationId xmlns:a16="http://schemas.microsoft.com/office/drawing/2014/main" id="{872BE832-C564-6851-89A6-C564450970CF}"/>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5934287" y="3125767"/>
            <a:ext cx="477472" cy="444543"/>
          </a:xfrm>
          <a:prstGeom prst="rect">
            <a:avLst/>
          </a:prstGeom>
        </p:spPr>
      </p:pic>
      <p:pic>
        <p:nvPicPr>
          <p:cNvPr id="50" name="Graphic 49">
            <a:extLst>
              <a:ext uri="{FF2B5EF4-FFF2-40B4-BE49-F238E27FC236}">
                <a16:creationId xmlns:a16="http://schemas.microsoft.com/office/drawing/2014/main" id="{9B4EED2C-99AD-2D87-FD8E-14976F278468}"/>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99803" y="3164870"/>
            <a:ext cx="477472" cy="366336"/>
          </a:xfrm>
          <a:prstGeom prst="rect">
            <a:avLst/>
          </a:prstGeom>
        </p:spPr>
      </p:pic>
      <p:pic>
        <p:nvPicPr>
          <p:cNvPr id="53" name="Graphic 52">
            <a:extLst>
              <a:ext uri="{FF2B5EF4-FFF2-40B4-BE49-F238E27FC236}">
                <a16:creationId xmlns:a16="http://schemas.microsoft.com/office/drawing/2014/main" id="{F5D93634-7DF1-1066-2467-EABE0A812ECE}"/>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8131869" y="3164870"/>
            <a:ext cx="477472" cy="366336"/>
          </a:xfrm>
          <a:prstGeom prst="rect">
            <a:avLst/>
          </a:prstGeom>
        </p:spPr>
      </p:pic>
      <p:pic>
        <p:nvPicPr>
          <p:cNvPr id="5" name="Graphic 4">
            <a:extLst>
              <a:ext uri="{FF2B5EF4-FFF2-40B4-BE49-F238E27FC236}">
                <a16:creationId xmlns:a16="http://schemas.microsoft.com/office/drawing/2014/main" id="{558F8608-FC78-54C6-2AA9-4F45866B5DE9}"/>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7421952" y="941885"/>
            <a:ext cx="469240" cy="473118"/>
          </a:xfrm>
          <a:prstGeom prst="rect">
            <a:avLst/>
          </a:prstGeom>
        </p:spPr>
      </p:pic>
      <p:pic>
        <p:nvPicPr>
          <p:cNvPr id="7" name="Graphic 6">
            <a:extLst>
              <a:ext uri="{FF2B5EF4-FFF2-40B4-BE49-F238E27FC236}">
                <a16:creationId xmlns:a16="http://schemas.microsoft.com/office/drawing/2014/main" id="{53B4490A-6482-4423-77DC-69BBD281F6FF}"/>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665841" y="929831"/>
            <a:ext cx="469240" cy="501883"/>
          </a:xfrm>
          <a:prstGeom prst="rect">
            <a:avLst/>
          </a:prstGeom>
        </p:spPr>
      </p:pic>
      <p:pic>
        <p:nvPicPr>
          <p:cNvPr id="11" name="Graphic 10">
            <a:extLst>
              <a:ext uri="{FF2B5EF4-FFF2-40B4-BE49-F238E27FC236}">
                <a16:creationId xmlns:a16="http://schemas.microsoft.com/office/drawing/2014/main" id="{083A9B3B-ECAD-3571-A6F0-BC56876ABA0C}"/>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3649642" y="944571"/>
            <a:ext cx="485704" cy="485704"/>
          </a:xfrm>
          <a:prstGeom prst="rect">
            <a:avLst/>
          </a:prstGeom>
        </p:spPr>
      </p:pic>
    </p:spTree>
    <p:extLst>
      <p:ext uri="{BB962C8B-B14F-4D97-AF65-F5344CB8AC3E}">
        <p14:creationId xmlns:p14="http://schemas.microsoft.com/office/powerpoint/2010/main" val="16254851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C72B-FD54-7D24-E44B-557DEC25C35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52AD737-996D-593F-BB26-B52704F5A459}"/>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F177E884-62AB-23D5-685E-820349AE1D12}"/>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A8851464-651C-2A32-02F6-3BC5918B569F}"/>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29" name="Graphic 28">
            <a:extLst>
              <a:ext uri="{FF2B5EF4-FFF2-40B4-BE49-F238E27FC236}">
                <a16:creationId xmlns:a16="http://schemas.microsoft.com/office/drawing/2014/main" id="{9385C7FC-DB57-E9F1-69B2-849A4A1733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9404" y="3808172"/>
            <a:ext cx="493936" cy="493936"/>
          </a:xfrm>
          <a:prstGeom prst="rect">
            <a:avLst/>
          </a:prstGeom>
        </p:spPr>
      </p:pic>
      <p:pic>
        <p:nvPicPr>
          <p:cNvPr id="135" name="Graphic 134">
            <a:extLst>
              <a:ext uri="{FF2B5EF4-FFF2-40B4-BE49-F238E27FC236}">
                <a16:creationId xmlns:a16="http://schemas.microsoft.com/office/drawing/2014/main" id="{C5260537-FE4B-C3D8-9390-1043718160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55537" y="3787741"/>
            <a:ext cx="502169" cy="502169"/>
          </a:xfrm>
          <a:prstGeom prst="rect">
            <a:avLst/>
          </a:prstGeom>
        </p:spPr>
      </p:pic>
      <p:pic>
        <p:nvPicPr>
          <p:cNvPr id="137" name="Graphic 136">
            <a:extLst>
              <a:ext uri="{FF2B5EF4-FFF2-40B4-BE49-F238E27FC236}">
                <a16:creationId xmlns:a16="http://schemas.microsoft.com/office/drawing/2014/main" id="{30BB9C83-875D-FE52-6FA8-2DAE2420FA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27165" y="3823869"/>
            <a:ext cx="218155" cy="452774"/>
          </a:xfrm>
          <a:prstGeom prst="rect">
            <a:avLst/>
          </a:prstGeom>
        </p:spPr>
      </p:pic>
      <p:pic>
        <p:nvPicPr>
          <p:cNvPr id="139" name="Graphic 138">
            <a:extLst>
              <a:ext uri="{FF2B5EF4-FFF2-40B4-BE49-F238E27FC236}">
                <a16:creationId xmlns:a16="http://schemas.microsoft.com/office/drawing/2014/main" id="{C2FE166C-4929-C5DE-87E2-77C65DF76B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25932" y="3818490"/>
            <a:ext cx="448658" cy="452774"/>
          </a:xfrm>
          <a:prstGeom prst="rect">
            <a:avLst/>
          </a:prstGeom>
        </p:spPr>
      </p:pic>
      <p:pic>
        <p:nvPicPr>
          <p:cNvPr id="141" name="Graphic 140">
            <a:extLst>
              <a:ext uri="{FF2B5EF4-FFF2-40B4-BE49-F238E27FC236}">
                <a16:creationId xmlns:a16="http://schemas.microsoft.com/office/drawing/2014/main" id="{67D9966E-670E-9C1E-D54D-C0E1412D2E2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84553" y="3074664"/>
            <a:ext cx="423962" cy="481588"/>
          </a:xfrm>
          <a:prstGeom prst="rect">
            <a:avLst/>
          </a:prstGeom>
        </p:spPr>
      </p:pic>
      <p:pic>
        <p:nvPicPr>
          <p:cNvPr id="143" name="Graphic 142">
            <a:extLst>
              <a:ext uri="{FF2B5EF4-FFF2-40B4-BE49-F238E27FC236}">
                <a16:creationId xmlns:a16="http://schemas.microsoft.com/office/drawing/2014/main" id="{5F204686-DEA7-04CC-4AB4-DEB18625DF2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81411" y="3084495"/>
            <a:ext cx="321059" cy="473355"/>
          </a:xfrm>
          <a:prstGeom prst="rect">
            <a:avLst/>
          </a:prstGeom>
        </p:spPr>
      </p:pic>
      <p:pic>
        <p:nvPicPr>
          <p:cNvPr id="149" name="Graphic 148">
            <a:extLst>
              <a:ext uri="{FF2B5EF4-FFF2-40B4-BE49-F238E27FC236}">
                <a16:creationId xmlns:a16="http://schemas.microsoft.com/office/drawing/2014/main" id="{AAB26025-E44E-5869-15CF-79DFA5344EF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01813" y="3804055"/>
            <a:ext cx="502169" cy="502169"/>
          </a:xfrm>
          <a:prstGeom prst="rect">
            <a:avLst/>
          </a:prstGeom>
        </p:spPr>
      </p:pic>
      <p:pic>
        <p:nvPicPr>
          <p:cNvPr id="151" name="Graphic 150">
            <a:extLst>
              <a:ext uri="{FF2B5EF4-FFF2-40B4-BE49-F238E27FC236}">
                <a16:creationId xmlns:a16="http://schemas.microsoft.com/office/drawing/2014/main" id="{812C9138-67DC-7153-F27A-CACE1C1B4E2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096383" y="3092054"/>
            <a:ext cx="510401" cy="432194"/>
          </a:xfrm>
          <a:prstGeom prst="rect">
            <a:avLst/>
          </a:prstGeom>
        </p:spPr>
      </p:pic>
      <p:pic>
        <p:nvPicPr>
          <p:cNvPr id="153" name="Graphic 152">
            <a:extLst>
              <a:ext uri="{FF2B5EF4-FFF2-40B4-BE49-F238E27FC236}">
                <a16:creationId xmlns:a16="http://schemas.microsoft.com/office/drawing/2014/main" id="{ED4B3AEB-68C8-995B-4346-5FC62F4DF36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41077" y="3084351"/>
            <a:ext cx="473355" cy="481588"/>
          </a:xfrm>
          <a:prstGeom prst="rect">
            <a:avLst/>
          </a:prstGeom>
        </p:spPr>
      </p:pic>
      <p:pic>
        <p:nvPicPr>
          <p:cNvPr id="155" name="Graphic 154">
            <a:extLst>
              <a:ext uri="{FF2B5EF4-FFF2-40B4-BE49-F238E27FC236}">
                <a16:creationId xmlns:a16="http://schemas.microsoft.com/office/drawing/2014/main" id="{8D1C7B77-8E19-B5F6-C2E5-C16D8B6EC93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324609" y="3067111"/>
            <a:ext cx="502169" cy="502169"/>
          </a:xfrm>
          <a:prstGeom prst="rect">
            <a:avLst/>
          </a:prstGeom>
        </p:spPr>
      </p:pic>
      <p:pic>
        <p:nvPicPr>
          <p:cNvPr id="157" name="Graphic 156">
            <a:extLst>
              <a:ext uri="{FF2B5EF4-FFF2-40B4-BE49-F238E27FC236}">
                <a16:creationId xmlns:a16="http://schemas.microsoft.com/office/drawing/2014/main" id="{70A3A29D-E274-8CB8-551E-C7E68BD5135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55537" y="3122000"/>
            <a:ext cx="493936" cy="386917"/>
          </a:xfrm>
          <a:prstGeom prst="rect">
            <a:avLst/>
          </a:prstGeom>
        </p:spPr>
      </p:pic>
      <p:pic>
        <p:nvPicPr>
          <p:cNvPr id="159" name="Graphic 158">
            <a:extLst>
              <a:ext uri="{FF2B5EF4-FFF2-40B4-BE49-F238E27FC236}">
                <a16:creationId xmlns:a16="http://schemas.microsoft.com/office/drawing/2014/main" id="{FC1613B5-75CF-4FE1-A6D4-732A81C4EDFF}"/>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376770" y="2345734"/>
            <a:ext cx="473357" cy="506285"/>
          </a:xfrm>
          <a:prstGeom prst="rect">
            <a:avLst/>
          </a:prstGeom>
        </p:spPr>
      </p:pic>
      <p:pic>
        <p:nvPicPr>
          <p:cNvPr id="161" name="Graphic 160">
            <a:extLst>
              <a:ext uri="{FF2B5EF4-FFF2-40B4-BE49-F238E27FC236}">
                <a16:creationId xmlns:a16="http://schemas.microsoft.com/office/drawing/2014/main" id="{E3D7E36C-0130-73DA-A3E7-232B4A2BA6F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476650" y="3072605"/>
            <a:ext cx="329291" cy="485705"/>
          </a:xfrm>
          <a:prstGeom prst="rect">
            <a:avLst/>
          </a:prstGeom>
        </p:spPr>
      </p:pic>
      <p:pic>
        <p:nvPicPr>
          <p:cNvPr id="163" name="Graphic 162">
            <a:extLst>
              <a:ext uri="{FF2B5EF4-FFF2-40B4-BE49-F238E27FC236}">
                <a16:creationId xmlns:a16="http://schemas.microsoft.com/office/drawing/2014/main" id="{C51A976B-8A50-4FA9-523A-CE2F91473BD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653597" y="2362199"/>
            <a:ext cx="452774" cy="473355"/>
          </a:xfrm>
          <a:prstGeom prst="rect">
            <a:avLst/>
          </a:prstGeom>
        </p:spPr>
      </p:pic>
      <p:pic>
        <p:nvPicPr>
          <p:cNvPr id="165" name="Graphic 164">
            <a:extLst>
              <a:ext uri="{FF2B5EF4-FFF2-40B4-BE49-F238E27FC236}">
                <a16:creationId xmlns:a16="http://schemas.microsoft.com/office/drawing/2014/main" id="{A8806C8F-A94F-0E79-AABC-DF7E82A55DB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958461" y="2341618"/>
            <a:ext cx="362220" cy="481588"/>
          </a:xfrm>
          <a:prstGeom prst="rect">
            <a:avLst/>
          </a:prstGeom>
        </p:spPr>
      </p:pic>
      <p:pic>
        <p:nvPicPr>
          <p:cNvPr id="167" name="Graphic 166">
            <a:extLst>
              <a:ext uri="{FF2B5EF4-FFF2-40B4-BE49-F238E27FC236}">
                <a16:creationId xmlns:a16="http://schemas.microsoft.com/office/drawing/2014/main" id="{2AE6C265-A92D-B6E8-8DA5-EB17F50D2F7F}"/>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53739" y="2374547"/>
            <a:ext cx="485705" cy="448659"/>
          </a:xfrm>
          <a:prstGeom prst="rect">
            <a:avLst/>
          </a:prstGeom>
        </p:spPr>
      </p:pic>
      <p:pic>
        <p:nvPicPr>
          <p:cNvPr id="211" name="Graphic 210">
            <a:extLst>
              <a:ext uri="{FF2B5EF4-FFF2-40B4-BE49-F238E27FC236}">
                <a16:creationId xmlns:a16="http://schemas.microsoft.com/office/drawing/2014/main" id="{594FE3B3-A172-85D5-54D4-BBEB64F8A41A}"/>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7374471" y="3802148"/>
            <a:ext cx="473355" cy="473355"/>
          </a:xfrm>
          <a:prstGeom prst="rect">
            <a:avLst/>
          </a:prstGeom>
        </p:spPr>
      </p:pic>
      <p:pic>
        <p:nvPicPr>
          <p:cNvPr id="5" name="Graphic 4">
            <a:extLst>
              <a:ext uri="{FF2B5EF4-FFF2-40B4-BE49-F238E27FC236}">
                <a16:creationId xmlns:a16="http://schemas.microsoft.com/office/drawing/2014/main" id="{FE833F4D-982C-8E87-68B5-BABE10C1A4BC}"/>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691165" y="2360141"/>
            <a:ext cx="415730" cy="477472"/>
          </a:xfrm>
          <a:prstGeom prst="rect">
            <a:avLst/>
          </a:prstGeom>
        </p:spPr>
      </p:pic>
      <p:pic>
        <p:nvPicPr>
          <p:cNvPr id="11" name="Graphic 10">
            <a:extLst>
              <a:ext uri="{FF2B5EF4-FFF2-40B4-BE49-F238E27FC236}">
                <a16:creationId xmlns:a16="http://schemas.microsoft.com/office/drawing/2014/main" id="{48BC2AA5-E283-3C71-22F5-8420AA8746ED}"/>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917792" y="1654185"/>
            <a:ext cx="415730" cy="477472"/>
          </a:xfrm>
          <a:prstGeom prst="rect">
            <a:avLst/>
          </a:prstGeom>
        </p:spPr>
      </p:pic>
      <p:pic>
        <p:nvPicPr>
          <p:cNvPr id="16" name="Graphic 15">
            <a:extLst>
              <a:ext uri="{FF2B5EF4-FFF2-40B4-BE49-F238E27FC236}">
                <a16:creationId xmlns:a16="http://schemas.microsoft.com/office/drawing/2014/main" id="{CF8F4BCF-DE7B-0CDD-073E-E2EDB827BDEB}"/>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410910" y="978069"/>
            <a:ext cx="415730" cy="477472"/>
          </a:xfrm>
          <a:prstGeom prst="rect">
            <a:avLst/>
          </a:prstGeom>
        </p:spPr>
      </p:pic>
      <p:pic>
        <p:nvPicPr>
          <p:cNvPr id="18" name="Graphic 17">
            <a:extLst>
              <a:ext uri="{FF2B5EF4-FFF2-40B4-BE49-F238E27FC236}">
                <a16:creationId xmlns:a16="http://schemas.microsoft.com/office/drawing/2014/main" id="{E4D4BB83-44F0-75BF-168B-C85B514C157B}"/>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439245" y="978069"/>
            <a:ext cx="415730" cy="477472"/>
          </a:xfrm>
          <a:prstGeom prst="rect">
            <a:avLst/>
          </a:prstGeom>
        </p:spPr>
      </p:pic>
      <p:pic>
        <p:nvPicPr>
          <p:cNvPr id="20" name="Graphic 19">
            <a:extLst>
              <a:ext uri="{FF2B5EF4-FFF2-40B4-BE49-F238E27FC236}">
                <a16:creationId xmlns:a16="http://schemas.microsoft.com/office/drawing/2014/main" id="{6DBF3F8B-3923-0058-06E8-17C8B21A8DB4}"/>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696329" y="1654185"/>
            <a:ext cx="415730" cy="477472"/>
          </a:xfrm>
          <a:prstGeom prst="rect">
            <a:avLst/>
          </a:prstGeom>
        </p:spPr>
      </p:pic>
      <p:pic>
        <p:nvPicPr>
          <p:cNvPr id="21" name="Graphic 20">
            <a:extLst>
              <a:ext uri="{FF2B5EF4-FFF2-40B4-BE49-F238E27FC236}">
                <a16:creationId xmlns:a16="http://schemas.microsoft.com/office/drawing/2014/main" id="{89E643C8-B78E-5C05-0391-3C5362CF9F26}"/>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925078" y="978069"/>
            <a:ext cx="415730" cy="477472"/>
          </a:xfrm>
          <a:prstGeom prst="rect">
            <a:avLst/>
          </a:prstGeom>
        </p:spPr>
      </p:pic>
      <p:pic>
        <p:nvPicPr>
          <p:cNvPr id="23" name="Graphic 22">
            <a:extLst>
              <a:ext uri="{FF2B5EF4-FFF2-40B4-BE49-F238E27FC236}">
                <a16:creationId xmlns:a16="http://schemas.microsoft.com/office/drawing/2014/main" id="{B4360C88-7F02-45FB-51BD-FBBA275898DC}"/>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696329" y="978069"/>
            <a:ext cx="415730" cy="477472"/>
          </a:xfrm>
          <a:prstGeom prst="rect">
            <a:avLst/>
          </a:prstGeom>
        </p:spPr>
      </p:pic>
      <p:pic>
        <p:nvPicPr>
          <p:cNvPr id="26" name="Graphic 25">
            <a:extLst>
              <a:ext uri="{FF2B5EF4-FFF2-40B4-BE49-F238E27FC236}">
                <a16:creationId xmlns:a16="http://schemas.microsoft.com/office/drawing/2014/main" id="{7979888D-2568-9F5E-3C16-BD412E333DCA}"/>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182162" y="978069"/>
            <a:ext cx="415730" cy="477472"/>
          </a:xfrm>
          <a:prstGeom prst="rect">
            <a:avLst/>
          </a:prstGeom>
        </p:spPr>
      </p:pic>
      <p:pic>
        <p:nvPicPr>
          <p:cNvPr id="28" name="Graphic 27">
            <a:extLst>
              <a:ext uri="{FF2B5EF4-FFF2-40B4-BE49-F238E27FC236}">
                <a16:creationId xmlns:a16="http://schemas.microsoft.com/office/drawing/2014/main" id="{76C259D7-7BC7-D1D0-A2BB-5D0F33401574}"/>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658280" y="1654185"/>
            <a:ext cx="415730" cy="477472"/>
          </a:xfrm>
          <a:prstGeom prst="rect">
            <a:avLst/>
          </a:prstGeom>
        </p:spPr>
      </p:pic>
      <p:pic>
        <p:nvPicPr>
          <p:cNvPr id="30" name="Graphic 29">
            <a:extLst>
              <a:ext uri="{FF2B5EF4-FFF2-40B4-BE49-F238E27FC236}">
                <a16:creationId xmlns:a16="http://schemas.microsoft.com/office/drawing/2014/main" id="{93461B3E-CCE3-2C10-C6E1-A052E29993FB}"/>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436817" y="1654185"/>
            <a:ext cx="415730" cy="477472"/>
          </a:xfrm>
          <a:prstGeom prst="rect">
            <a:avLst/>
          </a:prstGeom>
        </p:spPr>
      </p:pic>
      <p:pic>
        <p:nvPicPr>
          <p:cNvPr id="33" name="Graphic 32">
            <a:extLst>
              <a:ext uri="{FF2B5EF4-FFF2-40B4-BE49-F238E27FC236}">
                <a16:creationId xmlns:a16="http://schemas.microsoft.com/office/drawing/2014/main" id="{48752F33-16A3-5B53-7454-1AC6B9A6BF1C}"/>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4405869" y="2360141"/>
            <a:ext cx="477472" cy="477472"/>
          </a:xfrm>
          <a:prstGeom prst="rect">
            <a:avLst/>
          </a:prstGeom>
        </p:spPr>
      </p:pic>
      <p:pic>
        <p:nvPicPr>
          <p:cNvPr id="37" name="Graphic 36">
            <a:extLst>
              <a:ext uri="{FF2B5EF4-FFF2-40B4-BE49-F238E27FC236}">
                <a16:creationId xmlns:a16="http://schemas.microsoft.com/office/drawing/2014/main" id="{7FE5C1F7-6AFB-4B60-464A-E3E3EC985E65}"/>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8153826" y="978069"/>
            <a:ext cx="415730" cy="477472"/>
          </a:xfrm>
          <a:prstGeom prst="rect">
            <a:avLst/>
          </a:prstGeom>
        </p:spPr>
      </p:pic>
      <p:pic>
        <p:nvPicPr>
          <p:cNvPr id="40" name="Graphic 39">
            <a:extLst>
              <a:ext uri="{FF2B5EF4-FFF2-40B4-BE49-F238E27FC236}">
                <a16:creationId xmlns:a16="http://schemas.microsoft.com/office/drawing/2014/main" id="{D999272E-767E-A3D7-5C56-D35F4255D648}"/>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8139255" y="1654185"/>
            <a:ext cx="415730" cy="477472"/>
          </a:xfrm>
          <a:prstGeom prst="rect">
            <a:avLst/>
          </a:prstGeom>
        </p:spPr>
      </p:pic>
      <p:pic>
        <p:nvPicPr>
          <p:cNvPr id="45" name="Graphic 44">
            <a:extLst>
              <a:ext uri="{FF2B5EF4-FFF2-40B4-BE49-F238E27FC236}">
                <a16:creationId xmlns:a16="http://schemas.microsoft.com/office/drawing/2014/main" id="{3FC5BAD6-E6C2-4A4D-B5EC-500360A0165E}"/>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8115525" y="2374547"/>
            <a:ext cx="483546" cy="483546"/>
          </a:xfrm>
          <a:prstGeom prst="rect">
            <a:avLst/>
          </a:prstGeom>
        </p:spPr>
      </p:pic>
      <p:pic>
        <p:nvPicPr>
          <p:cNvPr id="56" name="Graphic 55">
            <a:extLst>
              <a:ext uri="{FF2B5EF4-FFF2-40B4-BE49-F238E27FC236}">
                <a16:creationId xmlns:a16="http://schemas.microsoft.com/office/drawing/2014/main" id="{EE371C0F-05A0-8601-3C9B-C98FBE599435}"/>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7398768" y="1654185"/>
            <a:ext cx="415730" cy="477472"/>
          </a:xfrm>
          <a:prstGeom prst="rect">
            <a:avLst/>
          </a:prstGeom>
        </p:spPr>
      </p:pic>
      <p:pic>
        <p:nvPicPr>
          <p:cNvPr id="59" name="Graphic 58">
            <a:extLst>
              <a:ext uri="{FF2B5EF4-FFF2-40B4-BE49-F238E27FC236}">
                <a16:creationId xmlns:a16="http://schemas.microsoft.com/office/drawing/2014/main" id="{49A3F2DD-CB79-6DAD-D7F7-13D7D64431BE}"/>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667994" y="978069"/>
            <a:ext cx="415730" cy="477472"/>
          </a:xfrm>
          <a:prstGeom prst="rect">
            <a:avLst/>
          </a:prstGeom>
        </p:spPr>
      </p:pic>
      <p:pic>
        <p:nvPicPr>
          <p:cNvPr id="63" name="Graphic 62">
            <a:extLst>
              <a:ext uri="{FF2B5EF4-FFF2-40B4-BE49-F238E27FC236}">
                <a16:creationId xmlns:a16="http://schemas.microsoft.com/office/drawing/2014/main" id="{392E8F00-770F-561E-AF09-1068972A832D}"/>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177305" y="1654185"/>
            <a:ext cx="415730" cy="477472"/>
          </a:xfrm>
          <a:prstGeom prst="rect">
            <a:avLst/>
          </a:prstGeom>
        </p:spPr>
      </p:pic>
      <p:pic>
        <p:nvPicPr>
          <p:cNvPr id="65" name="Graphic 64">
            <a:extLst>
              <a:ext uri="{FF2B5EF4-FFF2-40B4-BE49-F238E27FC236}">
                <a16:creationId xmlns:a16="http://schemas.microsoft.com/office/drawing/2014/main" id="{4FEE9B73-AE91-8051-F31F-B3F3F6C6E1D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5152822" y="3813340"/>
            <a:ext cx="502169" cy="502169"/>
          </a:xfrm>
          <a:prstGeom prst="rect">
            <a:avLst/>
          </a:prstGeom>
        </p:spPr>
      </p:pic>
    </p:spTree>
    <p:extLst>
      <p:ext uri="{BB962C8B-B14F-4D97-AF65-F5344CB8AC3E}">
        <p14:creationId xmlns:p14="http://schemas.microsoft.com/office/powerpoint/2010/main" val="31527058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3D94-F87E-0447-4D25-21677A3259F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8832DE0-94A1-03B3-7348-3777AE7D0C48}"/>
              </a:ext>
            </a:extLst>
          </p:cNvPr>
          <p:cNvSpPr>
            <a:spLocks noGrp="1"/>
          </p:cNvSpPr>
          <p:nvPr>
            <p:ph type="title"/>
          </p:nvPr>
        </p:nvSpPr>
        <p:spPr/>
        <p:txBody>
          <a:bodyPr/>
          <a:lstStyle/>
          <a:p>
            <a:r>
              <a:rPr lang="en-US" dirty="0"/>
              <a:t>General Icons</a:t>
            </a:r>
          </a:p>
        </p:txBody>
      </p:sp>
      <p:sp>
        <p:nvSpPr>
          <p:cNvPr id="10" name="Text Placeholder 9">
            <a:extLst>
              <a:ext uri="{FF2B5EF4-FFF2-40B4-BE49-F238E27FC236}">
                <a16:creationId xmlns:a16="http://schemas.microsoft.com/office/drawing/2014/main" id="{3DE725EB-78F9-A01E-0171-9D923AA32BF8}"/>
              </a:ext>
            </a:extLst>
          </p:cNvPr>
          <p:cNvSpPr>
            <a:spLocks noGrp="1"/>
          </p:cNvSpPr>
          <p:nvPr>
            <p:ph type="body" sz="quarter" idx="12"/>
          </p:nvPr>
        </p:nvSpPr>
        <p:spPr/>
        <p:txBody>
          <a:bodyPr/>
          <a:lstStyle/>
          <a:p>
            <a:r>
              <a:rPr lang="en-US" dirty="0"/>
              <a:t>ICONS</a:t>
            </a:r>
          </a:p>
        </p:txBody>
      </p:sp>
      <p:sp>
        <p:nvSpPr>
          <p:cNvPr id="54" name="Text Placeholder 11">
            <a:extLst>
              <a:ext uri="{FF2B5EF4-FFF2-40B4-BE49-F238E27FC236}">
                <a16:creationId xmlns:a16="http://schemas.microsoft.com/office/drawing/2014/main" id="{17B625A3-912D-B4F5-48E5-268C8AFA9DF1}"/>
              </a:ext>
            </a:extLst>
          </p:cNvPr>
          <p:cNvSpPr txBox="1">
            <a:spLocks/>
          </p:cNvSpPr>
          <p:nvPr/>
        </p:nvSpPr>
        <p:spPr>
          <a:xfrm>
            <a:off x="336948" y="1803797"/>
            <a:ext cx="2269049" cy="2078208"/>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pic>
        <p:nvPicPr>
          <p:cNvPr id="169" name="Graphic 168">
            <a:extLst>
              <a:ext uri="{FF2B5EF4-FFF2-40B4-BE49-F238E27FC236}">
                <a16:creationId xmlns:a16="http://schemas.microsoft.com/office/drawing/2014/main" id="{7400E014-FF96-6D0C-0569-C0BE33350F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8693" y="973150"/>
            <a:ext cx="411614" cy="477472"/>
          </a:xfrm>
          <a:prstGeom prst="rect">
            <a:avLst/>
          </a:prstGeom>
        </p:spPr>
      </p:pic>
      <p:pic>
        <p:nvPicPr>
          <p:cNvPr id="171" name="Graphic 170">
            <a:extLst>
              <a:ext uri="{FF2B5EF4-FFF2-40B4-BE49-F238E27FC236}">
                <a16:creationId xmlns:a16="http://schemas.microsoft.com/office/drawing/2014/main" id="{32F07BED-48ED-1063-F077-4E14B1E129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6486" y="1710832"/>
            <a:ext cx="489821" cy="391034"/>
          </a:xfrm>
          <a:prstGeom prst="rect">
            <a:avLst/>
          </a:prstGeom>
        </p:spPr>
      </p:pic>
      <p:pic>
        <p:nvPicPr>
          <p:cNvPr id="173" name="Graphic 172">
            <a:extLst>
              <a:ext uri="{FF2B5EF4-FFF2-40B4-BE49-F238E27FC236}">
                <a16:creationId xmlns:a16="http://schemas.microsoft.com/office/drawing/2014/main" id="{86F84CE3-A42D-41F0-F13B-176EB3C25B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15034" y="1675846"/>
            <a:ext cx="489820" cy="461007"/>
          </a:xfrm>
          <a:prstGeom prst="rect">
            <a:avLst/>
          </a:prstGeom>
        </p:spPr>
      </p:pic>
      <p:pic>
        <p:nvPicPr>
          <p:cNvPr id="175" name="Graphic 174">
            <a:extLst>
              <a:ext uri="{FF2B5EF4-FFF2-40B4-BE49-F238E27FC236}">
                <a16:creationId xmlns:a16="http://schemas.microsoft.com/office/drawing/2014/main" id="{632A26A5-9956-2D63-0B21-7733088E374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54302" y="1012254"/>
            <a:ext cx="461007" cy="399265"/>
          </a:xfrm>
          <a:prstGeom prst="rect">
            <a:avLst/>
          </a:prstGeom>
        </p:spPr>
      </p:pic>
      <p:pic>
        <p:nvPicPr>
          <p:cNvPr id="177" name="Graphic 176">
            <a:extLst>
              <a:ext uri="{FF2B5EF4-FFF2-40B4-BE49-F238E27FC236}">
                <a16:creationId xmlns:a16="http://schemas.microsoft.com/office/drawing/2014/main" id="{66992DAB-27B2-27B1-1017-95B7B02E5FF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49370" y="1659382"/>
            <a:ext cx="415730" cy="493936"/>
          </a:xfrm>
          <a:prstGeom prst="rect">
            <a:avLst/>
          </a:prstGeom>
        </p:spPr>
      </p:pic>
      <p:pic>
        <p:nvPicPr>
          <p:cNvPr id="179" name="Graphic 178">
            <a:extLst>
              <a:ext uri="{FF2B5EF4-FFF2-40B4-BE49-F238E27FC236}">
                <a16:creationId xmlns:a16="http://schemas.microsoft.com/office/drawing/2014/main" id="{1DE639C6-226C-0492-2C5A-AE99A4F5DC0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48393" y="1669672"/>
            <a:ext cx="395149" cy="473355"/>
          </a:xfrm>
          <a:prstGeom prst="rect">
            <a:avLst/>
          </a:prstGeom>
        </p:spPr>
      </p:pic>
      <p:pic>
        <p:nvPicPr>
          <p:cNvPr id="181" name="Graphic 180">
            <a:extLst>
              <a:ext uri="{FF2B5EF4-FFF2-40B4-BE49-F238E27FC236}">
                <a16:creationId xmlns:a16="http://schemas.microsoft.com/office/drawing/2014/main" id="{E676A0CE-DF92-40C4-B4D7-0F99CDBF4FD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634587" y="1754053"/>
            <a:ext cx="502168" cy="304594"/>
          </a:xfrm>
          <a:prstGeom prst="rect">
            <a:avLst/>
          </a:prstGeom>
        </p:spPr>
      </p:pic>
      <p:pic>
        <p:nvPicPr>
          <p:cNvPr id="183" name="Graphic 182">
            <a:extLst>
              <a:ext uri="{FF2B5EF4-FFF2-40B4-BE49-F238E27FC236}">
                <a16:creationId xmlns:a16="http://schemas.microsoft.com/office/drawing/2014/main" id="{53A31044-9A5D-29F9-BF74-571B3647F57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38034" y="1677904"/>
            <a:ext cx="493937" cy="456891"/>
          </a:xfrm>
          <a:prstGeom prst="rect">
            <a:avLst/>
          </a:prstGeom>
        </p:spPr>
      </p:pic>
      <p:pic>
        <p:nvPicPr>
          <p:cNvPr id="185" name="Graphic 184">
            <a:extLst>
              <a:ext uri="{FF2B5EF4-FFF2-40B4-BE49-F238E27FC236}">
                <a16:creationId xmlns:a16="http://schemas.microsoft.com/office/drawing/2014/main" id="{F295E7DA-1AA8-75E8-6796-E2244A234AE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119589" y="1719066"/>
            <a:ext cx="489821" cy="374569"/>
          </a:xfrm>
          <a:prstGeom prst="rect">
            <a:avLst/>
          </a:prstGeom>
        </p:spPr>
      </p:pic>
      <p:pic>
        <p:nvPicPr>
          <p:cNvPr id="187" name="Graphic 186">
            <a:extLst>
              <a:ext uri="{FF2B5EF4-FFF2-40B4-BE49-F238E27FC236}">
                <a16:creationId xmlns:a16="http://schemas.microsoft.com/office/drawing/2014/main" id="{B7793F2A-BC8F-FC94-6D99-E97809C7A21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726105" y="2355415"/>
            <a:ext cx="308710" cy="493937"/>
          </a:xfrm>
          <a:prstGeom prst="rect">
            <a:avLst/>
          </a:prstGeom>
        </p:spPr>
      </p:pic>
      <p:pic>
        <p:nvPicPr>
          <p:cNvPr id="189" name="Graphic 188">
            <a:extLst>
              <a:ext uri="{FF2B5EF4-FFF2-40B4-BE49-F238E27FC236}">
                <a16:creationId xmlns:a16="http://schemas.microsoft.com/office/drawing/2014/main" id="{06EFE829-DD71-1162-8B8C-775A4F8E6EB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66437" y="2343985"/>
            <a:ext cx="440426" cy="489820"/>
          </a:xfrm>
          <a:prstGeom prst="rect">
            <a:avLst/>
          </a:prstGeom>
        </p:spPr>
      </p:pic>
      <p:pic>
        <p:nvPicPr>
          <p:cNvPr id="191" name="Graphic 190">
            <a:extLst>
              <a:ext uri="{FF2B5EF4-FFF2-40B4-BE49-F238E27FC236}">
                <a16:creationId xmlns:a16="http://schemas.microsoft.com/office/drawing/2014/main" id="{A6C80C37-6107-649C-463D-9C5853272F0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698457" y="981383"/>
            <a:ext cx="461007" cy="461007"/>
          </a:xfrm>
          <a:prstGeom prst="rect">
            <a:avLst/>
          </a:prstGeom>
        </p:spPr>
      </p:pic>
      <p:pic>
        <p:nvPicPr>
          <p:cNvPr id="195" name="Graphic 194">
            <a:extLst>
              <a:ext uri="{FF2B5EF4-FFF2-40B4-BE49-F238E27FC236}">
                <a16:creationId xmlns:a16="http://schemas.microsoft.com/office/drawing/2014/main" id="{28DF9906-0F36-777F-7E0D-4604C5BF211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938496" y="977267"/>
            <a:ext cx="465124" cy="469240"/>
          </a:xfrm>
          <a:prstGeom prst="rect">
            <a:avLst/>
          </a:prstGeom>
        </p:spPr>
      </p:pic>
      <p:pic>
        <p:nvPicPr>
          <p:cNvPr id="219" name="Graphic 218">
            <a:extLst>
              <a:ext uri="{FF2B5EF4-FFF2-40B4-BE49-F238E27FC236}">
                <a16:creationId xmlns:a16="http://schemas.microsoft.com/office/drawing/2014/main" id="{F1CA57CB-78B9-223F-F913-2F3A43A1A56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186767" y="1026660"/>
            <a:ext cx="456891" cy="370453"/>
          </a:xfrm>
          <a:prstGeom prst="rect">
            <a:avLst/>
          </a:prstGeom>
        </p:spPr>
      </p:pic>
      <p:pic>
        <p:nvPicPr>
          <p:cNvPr id="233" name="Graphic 232">
            <a:extLst>
              <a:ext uri="{FF2B5EF4-FFF2-40B4-BE49-F238E27FC236}">
                <a16:creationId xmlns:a16="http://schemas.microsoft.com/office/drawing/2014/main" id="{059C0C74-3127-14CA-F438-20C7FC96303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70960" y="3133018"/>
            <a:ext cx="493937" cy="411614"/>
          </a:xfrm>
          <a:prstGeom prst="rect">
            <a:avLst/>
          </a:prstGeom>
        </p:spPr>
      </p:pic>
      <p:pic>
        <p:nvPicPr>
          <p:cNvPr id="235" name="Graphic 234">
            <a:extLst>
              <a:ext uri="{FF2B5EF4-FFF2-40B4-BE49-F238E27FC236}">
                <a16:creationId xmlns:a16="http://schemas.microsoft.com/office/drawing/2014/main" id="{6DBEA5C2-8AB3-BC9E-F1B9-005C6D8ABCED}"/>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417300" y="3059681"/>
            <a:ext cx="411614" cy="493936"/>
          </a:xfrm>
          <a:prstGeom prst="rect">
            <a:avLst/>
          </a:prstGeom>
        </p:spPr>
      </p:pic>
      <p:pic>
        <p:nvPicPr>
          <p:cNvPr id="237" name="Graphic 236">
            <a:extLst>
              <a:ext uri="{FF2B5EF4-FFF2-40B4-BE49-F238E27FC236}">
                <a16:creationId xmlns:a16="http://schemas.microsoft.com/office/drawing/2014/main" id="{EAFE137E-DB7D-D792-1B29-8B1E04790B8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940914" y="2375152"/>
            <a:ext cx="436310" cy="493936"/>
          </a:xfrm>
          <a:prstGeom prst="rect">
            <a:avLst/>
          </a:prstGeom>
        </p:spPr>
      </p:pic>
      <p:pic>
        <p:nvPicPr>
          <p:cNvPr id="239" name="Graphic 238">
            <a:extLst>
              <a:ext uri="{FF2B5EF4-FFF2-40B4-BE49-F238E27FC236}">
                <a16:creationId xmlns:a16="http://schemas.microsoft.com/office/drawing/2014/main" id="{E82EF2B9-DF3A-3654-9AE7-2D0563D78A7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5172374" y="2382703"/>
            <a:ext cx="448659" cy="444543"/>
          </a:xfrm>
          <a:prstGeom prst="rect">
            <a:avLst/>
          </a:prstGeom>
        </p:spPr>
      </p:pic>
      <p:pic>
        <p:nvPicPr>
          <p:cNvPr id="241" name="Graphic 240">
            <a:extLst>
              <a:ext uri="{FF2B5EF4-FFF2-40B4-BE49-F238E27FC236}">
                <a16:creationId xmlns:a16="http://schemas.microsoft.com/office/drawing/2014/main" id="{F46354FC-CB84-A364-B2EA-D0795B1B702A}"/>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411453" y="2377210"/>
            <a:ext cx="456891" cy="489820"/>
          </a:xfrm>
          <a:prstGeom prst="rect">
            <a:avLst/>
          </a:prstGeom>
        </p:spPr>
      </p:pic>
      <p:pic>
        <p:nvPicPr>
          <p:cNvPr id="243" name="Graphic 242">
            <a:extLst>
              <a:ext uri="{FF2B5EF4-FFF2-40B4-BE49-F238E27FC236}">
                <a16:creationId xmlns:a16="http://schemas.microsoft.com/office/drawing/2014/main" id="{620362E0-FA8B-D532-BBBA-00D86FADAE7E}"/>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8125362" y="2397790"/>
            <a:ext cx="481588" cy="448659"/>
          </a:xfrm>
          <a:prstGeom prst="rect">
            <a:avLst/>
          </a:prstGeom>
        </p:spPr>
      </p:pic>
      <p:pic>
        <p:nvPicPr>
          <p:cNvPr id="245" name="Graphic 244">
            <a:extLst>
              <a:ext uri="{FF2B5EF4-FFF2-40B4-BE49-F238E27FC236}">
                <a16:creationId xmlns:a16="http://schemas.microsoft.com/office/drawing/2014/main" id="{33B8F72F-E838-CB5B-7C6A-A8BAEF1190DE}"/>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689754" y="2416739"/>
            <a:ext cx="465123" cy="461007"/>
          </a:xfrm>
          <a:prstGeom prst="rect">
            <a:avLst/>
          </a:prstGeom>
        </p:spPr>
      </p:pic>
      <p:pic>
        <p:nvPicPr>
          <p:cNvPr id="4" name="Graphic 3">
            <a:extLst>
              <a:ext uri="{FF2B5EF4-FFF2-40B4-BE49-F238E27FC236}">
                <a16:creationId xmlns:a16="http://schemas.microsoft.com/office/drawing/2014/main" id="{8FF17F78-FD87-1611-761B-4DD3CB333287}"/>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679194" y="989615"/>
            <a:ext cx="477472" cy="444543"/>
          </a:xfrm>
          <a:prstGeom prst="rect">
            <a:avLst/>
          </a:prstGeom>
        </p:spPr>
      </p:pic>
      <p:pic>
        <p:nvPicPr>
          <p:cNvPr id="8" name="Graphic 7">
            <a:extLst>
              <a:ext uri="{FF2B5EF4-FFF2-40B4-BE49-F238E27FC236}">
                <a16:creationId xmlns:a16="http://schemas.microsoft.com/office/drawing/2014/main" id="{1DEDD919-43DB-5D3A-9163-C919C61645D3}"/>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471824" y="955354"/>
            <a:ext cx="362219" cy="473355"/>
          </a:xfrm>
          <a:prstGeom prst="rect">
            <a:avLst/>
          </a:prstGeom>
        </p:spPr>
      </p:pic>
    </p:spTree>
    <p:extLst>
      <p:ext uri="{BB962C8B-B14F-4D97-AF65-F5344CB8AC3E}">
        <p14:creationId xmlns:p14="http://schemas.microsoft.com/office/powerpoint/2010/main" val="1924541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4" name="Graphic 3">
            <a:extLst>
              <a:ext uri="{FF2B5EF4-FFF2-40B4-BE49-F238E27FC236}">
                <a16:creationId xmlns:a16="http://schemas.microsoft.com/office/drawing/2014/main" id="{82B3C28B-5C8F-A65C-F86A-BC84DE4899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16741" y="896563"/>
            <a:ext cx="483546" cy="483546"/>
          </a:xfrm>
          <a:prstGeom prst="rect">
            <a:avLst/>
          </a:prstGeom>
        </p:spPr>
      </p:pic>
      <p:pic>
        <p:nvPicPr>
          <p:cNvPr id="5" name="Graphic 4">
            <a:extLst>
              <a:ext uri="{FF2B5EF4-FFF2-40B4-BE49-F238E27FC236}">
                <a16:creationId xmlns:a16="http://schemas.microsoft.com/office/drawing/2014/main" id="{80525B1F-3FCB-D3CC-CFFC-E60BFCE820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68356" y="896563"/>
            <a:ext cx="483546" cy="483546"/>
          </a:xfrm>
          <a:prstGeom prst="rect">
            <a:avLst/>
          </a:prstGeom>
        </p:spPr>
      </p:pic>
      <p:pic>
        <p:nvPicPr>
          <p:cNvPr id="6" name="Graphic 5">
            <a:extLst>
              <a:ext uri="{FF2B5EF4-FFF2-40B4-BE49-F238E27FC236}">
                <a16:creationId xmlns:a16="http://schemas.microsoft.com/office/drawing/2014/main" id="{00D82F10-7D4B-5335-047D-0E9BE588C08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3614" y="3724762"/>
            <a:ext cx="483546" cy="483546"/>
          </a:xfrm>
          <a:prstGeom prst="rect">
            <a:avLst/>
          </a:prstGeom>
        </p:spPr>
      </p:pic>
      <p:pic>
        <p:nvPicPr>
          <p:cNvPr id="7" name="Graphic 6">
            <a:extLst>
              <a:ext uri="{FF2B5EF4-FFF2-40B4-BE49-F238E27FC236}">
                <a16:creationId xmlns:a16="http://schemas.microsoft.com/office/drawing/2014/main" id="{55E5C240-FA22-08C9-9DF9-A8B24330DD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3254" y="896563"/>
            <a:ext cx="483546" cy="483546"/>
          </a:xfrm>
          <a:prstGeom prst="rect">
            <a:avLst/>
          </a:prstGeom>
        </p:spPr>
      </p:pic>
      <p:pic>
        <p:nvPicPr>
          <p:cNvPr id="8" name="Graphic 7">
            <a:extLst>
              <a:ext uri="{FF2B5EF4-FFF2-40B4-BE49-F238E27FC236}">
                <a16:creationId xmlns:a16="http://schemas.microsoft.com/office/drawing/2014/main" id="{9DD8B4AA-6A83-0476-2C7A-1E1B8E28F3F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10703" y="896563"/>
            <a:ext cx="483546" cy="483546"/>
          </a:xfrm>
          <a:prstGeom prst="rect">
            <a:avLst/>
          </a:prstGeom>
        </p:spPr>
      </p:pic>
      <p:pic>
        <p:nvPicPr>
          <p:cNvPr id="9" name="Graphic 8">
            <a:extLst>
              <a:ext uri="{FF2B5EF4-FFF2-40B4-BE49-F238E27FC236}">
                <a16:creationId xmlns:a16="http://schemas.microsoft.com/office/drawing/2014/main" id="{4B592E8B-213C-19F7-7441-F836FB35545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364784" y="1606484"/>
            <a:ext cx="483547" cy="483547"/>
          </a:xfrm>
          <a:prstGeom prst="rect">
            <a:avLst/>
          </a:prstGeom>
        </p:spPr>
      </p:pic>
      <p:pic>
        <p:nvPicPr>
          <p:cNvPr id="11" name="Graphic 10">
            <a:extLst>
              <a:ext uri="{FF2B5EF4-FFF2-40B4-BE49-F238E27FC236}">
                <a16:creationId xmlns:a16="http://schemas.microsoft.com/office/drawing/2014/main" id="{0AE7EA89-3B03-78BB-5D3E-634F2196379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860873" y="1606484"/>
            <a:ext cx="483546" cy="483546"/>
          </a:xfrm>
          <a:prstGeom prst="rect">
            <a:avLst/>
          </a:prstGeom>
        </p:spPr>
      </p:pic>
      <p:pic>
        <p:nvPicPr>
          <p:cNvPr id="12" name="Graphic 11">
            <a:extLst>
              <a:ext uri="{FF2B5EF4-FFF2-40B4-BE49-F238E27FC236}">
                <a16:creationId xmlns:a16="http://schemas.microsoft.com/office/drawing/2014/main" id="{C9D1B110-C704-0AD9-E8B4-C2EFC8BB13B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08917" y="1606484"/>
            <a:ext cx="483546" cy="483546"/>
          </a:xfrm>
          <a:prstGeom prst="rect">
            <a:avLst/>
          </a:prstGeom>
        </p:spPr>
      </p:pic>
      <p:pic>
        <p:nvPicPr>
          <p:cNvPr id="13" name="Graphic 12">
            <a:extLst>
              <a:ext uri="{FF2B5EF4-FFF2-40B4-BE49-F238E27FC236}">
                <a16:creationId xmlns:a16="http://schemas.microsoft.com/office/drawing/2014/main" id="{FE5A8E17-E535-24C8-7F32-8FD33DCEF9A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03218" y="896563"/>
            <a:ext cx="483546" cy="483546"/>
          </a:xfrm>
          <a:prstGeom prst="rect">
            <a:avLst/>
          </a:prstGeom>
        </p:spPr>
      </p:pic>
      <p:pic>
        <p:nvPicPr>
          <p:cNvPr id="14" name="Graphic 13">
            <a:extLst>
              <a:ext uri="{FF2B5EF4-FFF2-40B4-BE49-F238E27FC236}">
                <a16:creationId xmlns:a16="http://schemas.microsoft.com/office/drawing/2014/main" id="{6F4C4BD1-7C0F-34E0-5C78-549BDCB9928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27800" y="1606484"/>
            <a:ext cx="483546" cy="483546"/>
          </a:xfrm>
          <a:prstGeom prst="rect">
            <a:avLst/>
          </a:prstGeom>
        </p:spPr>
      </p:pic>
      <p:pic>
        <p:nvPicPr>
          <p:cNvPr id="15" name="Graphic 14">
            <a:extLst>
              <a:ext uri="{FF2B5EF4-FFF2-40B4-BE49-F238E27FC236}">
                <a16:creationId xmlns:a16="http://schemas.microsoft.com/office/drawing/2014/main" id="{A95DB716-E74C-79BA-C4BD-E692456D105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616741" y="2316406"/>
            <a:ext cx="483546" cy="483546"/>
          </a:xfrm>
          <a:prstGeom prst="rect">
            <a:avLst/>
          </a:prstGeom>
        </p:spPr>
      </p:pic>
      <p:pic>
        <p:nvPicPr>
          <p:cNvPr id="16" name="Graphic 15">
            <a:extLst>
              <a:ext uri="{FF2B5EF4-FFF2-40B4-BE49-F238E27FC236}">
                <a16:creationId xmlns:a16="http://schemas.microsoft.com/office/drawing/2014/main" id="{C8AB5179-0BE8-9543-042F-C9A19F6047A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364785" y="2316406"/>
            <a:ext cx="483546" cy="483546"/>
          </a:xfrm>
          <a:prstGeom prst="rect">
            <a:avLst/>
          </a:prstGeom>
        </p:spPr>
      </p:pic>
      <p:pic>
        <p:nvPicPr>
          <p:cNvPr id="17" name="Graphic 16">
            <a:extLst>
              <a:ext uri="{FF2B5EF4-FFF2-40B4-BE49-F238E27FC236}">
                <a16:creationId xmlns:a16="http://schemas.microsoft.com/office/drawing/2014/main" id="{3E069FC1-A83E-E172-BFC4-3FAD3F743F9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112829" y="2316406"/>
            <a:ext cx="483546" cy="483546"/>
          </a:xfrm>
          <a:prstGeom prst="rect">
            <a:avLst/>
          </a:prstGeom>
        </p:spPr>
      </p:pic>
      <p:pic>
        <p:nvPicPr>
          <p:cNvPr id="18" name="Graphic 17">
            <a:extLst>
              <a:ext uri="{FF2B5EF4-FFF2-40B4-BE49-F238E27FC236}">
                <a16:creationId xmlns:a16="http://schemas.microsoft.com/office/drawing/2014/main" id="{79AE853C-B345-494A-B67D-435A7A1A226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860873" y="2316406"/>
            <a:ext cx="483546" cy="483546"/>
          </a:xfrm>
          <a:prstGeom prst="rect">
            <a:avLst/>
          </a:prstGeom>
        </p:spPr>
      </p:pic>
      <p:pic>
        <p:nvPicPr>
          <p:cNvPr id="19" name="Graphic 18">
            <a:extLst>
              <a:ext uri="{FF2B5EF4-FFF2-40B4-BE49-F238E27FC236}">
                <a16:creationId xmlns:a16="http://schemas.microsoft.com/office/drawing/2014/main" id="{F7E68E26-84DD-B84F-7671-0D597BC7ED85}"/>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08917" y="2316406"/>
            <a:ext cx="483546" cy="483546"/>
          </a:xfrm>
          <a:prstGeom prst="rect">
            <a:avLst/>
          </a:prstGeom>
        </p:spPr>
      </p:pic>
      <p:pic>
        <p:nvPicPr>
          <p:cNvPr id="20" name="Graphic 19">
            <a:extLst>
              <a:ext uri="{FF2B5EF4-FFF2-40B4-BE49-F238E27FC236}">
                <a16:creationId xmlns:a16="http://schemas.microsoft.com/office/drawing/2014/main" id="{C5A98542-ED9F-8F8D-0D7A-7AB5B305272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356961" y="2316406"/>
            <a:ext cx="483546" cy="483546"/>
          </a:xfrm>
          <a:prstGeom prst="rect">
            <a:avLst/>
          </a:prstGeom>
        </p:spPr>
      </p:pic>
      <p:pic>
        <p:nvPicPr>
          <p:cNvPr id="21" name="Graphic 20">
            <a:extLst>
              <a:ext uri="{FF2B5EF4-FFF2-40B4-BE49-F238E27FC236}">
                <a16:creationId xmlns:a16="http://schemas.microsoft.com/office/drawing/2014/main" id="{5DD14880-7E1A-E382-66AF-FA934214CEC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616741" y="3026327"/>
            <a:ext cx="483546" cy="483546"/>
          </a:xfrm>
          <a:prstGeom prst="rect">
            <a:avLst/>
          </a:prstGeom>
        </p:spPr>
      </p:pic>
      <p:pic>
        <p:nvPicPr>
          <p:cNvPr id="22" name="Graphic 21">
            <a:extLst>
              <a:ext uri="{FF2B5EF4-FFF2-40B4-BE49-F238E27FC236}">
                <a16:creationId xmlns:a16="http://schemas.microsoft.com/office/drawing/2014/main" id="{C2138799-9469-D0A2-EAA9-10B2F3F3F5C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364785" y="3026327"/>
            <a:ext cx="483546" cy="483546"/>
          </a:xfrm>
          <a:prstGeom prst="rect">
            <a:avLst/>
          </a:prstGeom>
        </p:spPr>
      </p:pic>
      <p:pic>
        <p:nvPicPr>
          <p:cNvPr id="23" name="Graphic 22">
            <a:extLst>
              <a:ext uri="{FF2B5EF4-FFF2-40B4-BE49-F238E27FC236}">
                <a16:creationId xmlns:a16="http://schemas.microsoft.com/office/drawing/2014/main" id="{CD535918-5EC0-2AF3-5A84-00B133D22679}"/>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112829" y="3026327"/>
            <a:ext cx="483546" cy="483546"/>
          </a:xfrm>
          <a:prstGeom prst="rect">
            <a:avLst/>
          </a:prstGeom>
        </p:spPr>
      </p:pic>
      <p:pic>
        <p:nvPicPr>
          <p:cNvPr id="24" name="Graphic 23">
            <a:extLst>
              <a:ext uri="{FF2B5EF4-FFF2-40B4-BE49-F238E27FC236}">
                <a16:creationId xmlns:a16="http://schemas.microsoft.com/office/drawing/2014/main" id="{56035ED3-4B2E-2E22-8FAA-AE0E030331A4}"/>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5860873" y="3026327"/>
            <a:ext cx="483546" cy="483546"/>
          </a:xfrm>
          <a:prstGeom prst="rect">
            <a:avLst/>
          </a:prstGeom>
        </p:spPr>
      </p:pic>
      <p:pic>
        <p:nvPicPr>
          <p:cNvPr id="25" name="Graphic 24">
            <a:extLst>
              <a:ext uri="{FF2B5EF4-FFF2-40B4-BE49-F238E27FC236}">
                <a16:creationId xmlns:a16="http://schemas.microsoft.com/office/drawing/2014/main" id="{84F5141E-1C85-F5FC-7DC0-67228DE4EF0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6608917" y="3026327"/>
            <a:ext cx="483546" cy="483546"/>
          </a:xfrm>
          <a:prstGeom prst="rect">
            <a:avLst/>
          </a:prstGeom>
        </p:spPr>
      </p:pic>
      <p:pic>
        <p:nvPicPr>
          <p:cNvPr id="26" name="Graphic 25">
            <a:extLst>
              <a:ext uri="{FF2B5EF4-FFF2-40B4-BE49-F238E27FC236}">
                <a16:creationId xmlns:a16="http://schemas.microsoft.com/office/drawing/2014/main" id="{3B085864-4D94-07DA-3543-1A4B37E99432}"/>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356961" y="3026327"/>
            <a:ext cx="483546" cy="483546"/>
          </a:xfrm>
          <a:prstGeom prst="rect">
            <a:avLst/>
          </a:prstGeom>
        </p:spPr>
      </p:pic>
      <p:pic>
        <p:nvPicPr>
          <p:cNvPr id="27" name="Graphic 26">
            <a:extLst>
              <a:ext uri="{FF2B5EF4-FFF2-40B4-BE49-F238E27FC236}">
                <a16:creationId xmlns:a16="http://schemas.microsoft.com/office/drawing/2014/main" id="{A3299D7B-41C3-C60E-3281-B46D77BCE15A}"/>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103218" y="2316406"/>
            <a:ext cx="483546" cy="483546"/>
          </a:xfrm>
          <a:prstGeom prst="rect">
            <a:avLst/>
          </a:prstGeom>
        </p:spPr>
      </p:pic>
      <p:pic>
        <p:nvPicPr>
          <p:cNvPr id="28" name="Graphic 27">
            <a:extLst>
              <a:ext uri="{FF2B5EF4-FFF2-40B4-BE49-F238E27FC236}">
                <a16:creationId xmlns:a16="http://schemas.microsoft.com/office/drawing/2014/main" id="{E80BD1E7-9EE5-5769-104B-ECACE1A762DF}"/>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7356961" y="900077"/>
            <a:ext cx="483546" cy="483546"/>
          </a:xfrm>
          <a:prstGeom prst="rect">
            <a:avLst/>
          </a:prstGeom>
        </p:spPr>
      </p:pic>
      <p:pic>
        <p:nvPicPr>
          <p:cNvPr id="29" name="Graphic 28">
            <a:extLst>
              <a:ext uri="{FF2B5EF4-FFF2-40B4-BE49-F238E27FC236}">
                <a16:creationId xmlns:a16="http://schemas.microsoft.com/office/drawing/2014/main" id="{91B02287-8349-48E4-26B0-078B6197ADD7}"/>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8103218" y="3026327"/>
            <a:ext cx="483546" cy="483546"/>
          </a:xfrm>
          <a:prstGeom prst="rect">
            <a:avLst/>
          </a:prstGeom>
        </p:spPr>
      </p:pic>
      <p:pic>
        <p:nvPicPr>
          <p:cNvPr id="30" name="Graphic 29">
            <a:extLst>
              <a:ext uri="{FF2B5EF4-FFF2-40B4-BE49-F238E27FC236}">
                <a16:creationId xmlns:a16="http://schemas.microsoft.com/office/drawing/2014/main" id="{D86956A6-ADE3-F9BA-955C-2B4FE0A0AC7F}"/>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8103218" y="1606484"/>
            <a:ext cx="483546" cy="483546"/>
          </a:xfrm>
          <a:prstGeom prst="rect">
            <a:avLst/>
          </a:prstGeom>
        </p:spPr>
      </p:pic>
      <p:pic>
        <p:nvPicPr>
          <p:cNvPr id="31" name="Graphic 30">
            <a:extLst>
              <a:ext uri="{FF2B5EF4-FFF2-40B4-BE49-F238E27FC236}">
                <a16:creationId xmlns:a16="http://schemas.microsoft.com/office/drawing/2014/main" id="{EE37F27F-ED2A-772F-84EA-1C9E9FFB11EB}"/>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5103805" y="3733786"/>
            <a:ext cx="483546" cy="483546"/>
          </a:xfrm>
          <a:prstGeom prst="rect">
            <a:avLst/>
          </a:prstGeom>
        </p:spPr>
      </p:pic>
      <p:pic>
        <p:nvPicPr>
          <p:cNvPr id="32" name="Graphic 31">
            <a:extLst>
              <a:ext uri="{FF2B5EF4-FFF2-40B4-BE49-F238E27FC236}">
                <a16:creationId xmlns:a16="http://schemas.microsoft.com/office/drawing/2014/main" id="{369A403D-8535-5B1E-9FCB-573174E1BB71}"/>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5113768" y="908050"/>
            <a:ext cx="483546" cy="483546"/>
          </a:xfrm>
          <a:prstGeom prst="rect">
            <a:avLst/>
          </a:prstGeom>
        </p:spPr>
      </p:pic>
      <p:pic>
        <p:nvPicPr>
          <p:cNvPr id="33" name="Graphic 32">
            <a:extLst>
              <a:ext uri="{FF2B5EF4-FFF2-40B4-BE49-F238E27FC236}">
                <a16:creationId xmlns:a16="http://schemas.microsoft.com/office/drawing/2014/main" id="{B15309AB-4F3B-39C6-0354-5CC0B626F450}"/>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5977218" y="3729001"/>
            <a:ext cx="259625" cy="479307"/>
          </a:xfrm>
          <a:prstGeom prst="rect">
            <a:avLst/>
          </a:prstGeom>
        </p:spPr>
      </p:pic>
      <p:pic>
        <p:nvPicPr>
          <p:cNvPr id="34" name="Graphic 33">
            <a:extLst>
              <a:ext uri="{FF2B5EF4-FFF2-40B4-BE49-F238E27FC236}">
                <a16:creationId xmlns:a16="http://schemas.microsoft.com/office/drawing/2014/main" id="{64CEC1C7-063B-6C39-B4B7-434FC22F60DF}"/>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6748680" y="3736248"/>
            <a:ext cx="220295" cy="472061"/>
          </a:xfrm>
          <a:prstGeom prst="rect">
            <a:avLst/>
          </a:prstGeom>
        </p:spPr>
      </p:pic>
      <p:pic>
        <p:nvPicPr>
          <p:cNvPr id="35" name="Graphic 34">
            <a:extLst>
              <a:ext uri="{FF2B5EF4-FFF2-40B4-BE49-F238E27FC236}">
                <a16:creationId xmlns:a16="http://schemas.microsoft.com/office/drawing/2014/main" id="{3A880B81-BCDE-0475-48A7-2D22683CB70A}"/>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68964" y="3730846"/>
            <a:ext cx="442292" cy="472061"/>
          </a:xfrm>
          <a:prstGeom prst="rect">
            <a:avLst/>
          </a:prstGeom>
        </p:spPr>
      </p:pic>
      <p:pic>
        <p:nvPicPr>
          <p:cNvPr id="36" name="Graphic 16">
            <a:extLst>
              <a:ext uri="{FF2B5EF4-FFF2-40B4-BE49-F238E27FC236}">
                <a16:creationId xmlns:a16="http://schemas.microsoft.com/office/drawing/2014/main" id="{4EE535EC-C027-C5FF-E6A5-0ABCC09A209F}"/>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431539" y="3735643"/>
            <a:ext cx="338906" cy="484151"/>
          </a:xfrm>
          <a:prstGeom prst="rect">
            <a:avLst/>
          </a:prstGeom>
        </p:spPr>
      </p:pic>
      <p:pic>
        <p:nvPicPr>
          <p:cNvPr id="37" name="Graphic 36">
            <a:extLst>
              <a:ext uri="{FF2B5EF4-FFF2-40B4-BE49-F238E27FC236}">
                <a16:creationId xmlns:a16="http://schemas.microsoft.com/office/drawing/2014/main" id="{B2A877EC-2DE0-C96A-7147-C1B1C7F035DB}"/>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3666535" y="1652016"/>
            <a:ext cx="433371" cy="433371"/>
          </a:xfrm>
          <a:prstGeom prst="rect">
            <a:avLst/>
          </a:prstGeom>
        </p:spPr>
      </p:pic>
      <p:pic>
        <p:nvPicPr>
          <p:cNvPr id="38" name="Graphic 37">
            <a:extLst>
              <a:ext uri="{FF2B5EF4-FFF2-40B4-BE49-F238E27FC236}">
                <a16:creationId xmlns:a16="http://schemas.microsoft.com/office/drawing/2014/main" id="{D1986E63-5521-6466-FB3A-1C8883903C9E}"/>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7387618" y="1630771"/>
            <a:ext cx="439589" cy="439589"/>
          </a:xfrm>
          <a:prstGeom prst="rect">
            <a:avLst/>
          </a:prstGeom>
        </p:spPr>
      </p:pic>
      <p:pic>
        <p:nvPicPr>
          <p:cNvPr id="39" name="Graphic 38">
            <a:extLst>
              <a:ext uri="{FF2B5EF4-FFF2-40B4-BE49-F238E27FC236}">
                <a16:creationId xmlns:a16="http://schemas.microsoft.com/office/drawing/2014/main" id="{6201B55E-D1F3-4CB8-5794-746C60AA4029}"/>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8067199" y="3676633"/>
            <a:ext cx="526274" cy="526274"/>
          </a:xfrm>
          <a:prstGeom prst="rect">
            <a:avLst/>
          </a:prstGeom>
        </p:spPr>
      </p:pic>
    </p:spTree>
    <p:extLst>
      <p:ext uri="{BB962C8B-B14F-4D97-AF65-F5344CB8AC3E}">
        <p14:creationId xmlns:p14="http://schemas.microsoft.com/office/powerpoint/2010/main" val="39088311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77" name="Graphic 76">
            <a:extLst>
              <a:ext uri="{FF2B5EF4-FFF2-40B4-BE49-F238E27FC236}">
                <a16:creationId xmlns:a16="http://schemas.microsoft.com/office/drawing/2014/main" id="{6ACEA419-2566-4BA8-B970-08D30ED0E9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14679" y="1623574"/>
            <a:ext cx="453053" cy="453053"/>
          </a:xfrm>
          <a:prstGeom prst="rect">
            <a:avLst/>
          </a:prstGeom>
        </p:spPr>
      </p:pic>
      <p:pic>
        <p:nvPicPr>
          <p:cNvPr id="78" name="Graphic 77">
            <a:extLst>
              <a:ext uri="{FF2B5EF4-FFF2-40B4-BE49-F238E27FC236}">
                <a16:creationId xmlns:a16="http://schemas.microsoft.com/office/drawing/2014/main" id="{2C8B617C-0225-1FBE-7AB8-C2636356B7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55543" y="931321"/>
            <a:ext cx="436139" cy="439835"/>
          </a:xfrm>
          <a:prstGeom prst="rect">
            <a:avLst/>
          </a:prstGeom>
        </p:spPr>
      </p:pic>
      <p:pic>
        <p:nvPicPr>
          <p:cNvPr id="79" name="Graphic 78">
            <a:extLst>
              <a:ext uri="{FF2B5EF4-FFF2-40B4-BE49-F238E27FC236}">
                <a16:creationId xmlns:a16="http://schemas.microsoft.com/office/drawing/2014/main" id="{B54F7615-C71F-101E-5FC2-705DF50E46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04482" y="935874"/>
            <a:ext cx="314904" cy="430730"/>
          </a:xfrm>
          <a:prstGeom prst="rect">
            <a:avLst/>
          </a:prstGeom>
        </p:spPr>
      </p:pic>
      <p:pic>
        <p:nvPicPr>
          <p:cNvPr id="80" name="Graphic 79">
            <a:extLst>
              <a:ext uri="{FF2B5EF4-FFF2-40B4-BE49-F238E27FC236}">
                <a16:creationId xmlns:a16="http://schemas.microsoft.com/office/drawing/2014/main" id="{827C0BEB-1177-678E-B7A6-1972E5A26D7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9015" y="931190"/>
            <a:ext cx="471252" cy="440096"/>
          </a:xfrm>
          <a:prstGeom prst="rect">
            <a:avLst/>
          </a:prstGeom>
        </p:spPr>
      </p:pic>
      <p:pic>
        <p:nvPicPr>
          <p:cNvPr id="81" name="Graphic 80">
            <a:extLst>
              <a:ext uri="{FF2B5EF4-FFF2-40B4-BE49-F238E27FC236}">
                <a16:creationId xmlns:a16="http://schemas.microsoft.com/office/drawing/2014/main" id="{48523B34-9C12-E1EF-6C27-81380D8333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93687" y="917088"/>
            <a:ext cx="468300" cy="468300"/>
          </a:xfrm>
          <a:prstGeom prst="rect">
            <a:avLst/>
          </a:prstGeom>
        </p:spPr>
      </p:pic>
      <p:pic>
        <p:nvPicPr>
          <p:cNvPr id="82" name="Graphic 81">
            <a:extLst>
              <a:ext uri="{FF2B5EF4-FFF2-40B4-BE49-F238E27FC236}">
                <a16:creationId xmlns:a16="http://schemas.microsoft.com/office/drawing/2014/main" id="{B919DB3F-809F-86F3-8926-7F5B7C88022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11057" y="1601821"/>
            <a:ext cx="471252" cy="483546"/>
          </a:xfrm>
          <a:prstGeom prst="rect">
            <a:avLst/>
          </a:prstGeom>
        </p:spPr>
      </p:pic>
      <p:pic>
        <p:nvPicPr>
          <p:cNvPr id="83" name="Graphic 82">
            <a:extLst>
              <a:ext uri="{FF2B5EF4-FFF2-40B4-BE49-F238E27FC236}">
                <a16:creationId xmlns:a16="http://schemas.microsoft.com/office/drawing/2014/main" id="{C276EDEA-B2F9-B7E5-F95A-CB4BB91F50B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60873" y="1623522"/>
            <a:ext cx="440146" cy="440146"/>
          </a:xfrm>
          <a:prstGeom prst="rect">
            <a:avLst/>
          </a:prstGeom>
        </p:spPr>
      </p:pic>
      <p:pic>
        <p:nvPicPr>
          <p:cNvPr id="84" name="Graphic 83">
            <a:extLst>
              <a:ext uri="{FF2B5EF4-FFF2-40B4-BE49-F238E27FC236}">
                <a16:creationId xmlns:a16="http://schemas.microsoft.com/office/drawing/2014/main" id="{3F2AFD83-F988-98F8-0C7E-8EA87045F83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60159" y="1617205"/>
            <a:ext cx="482402" cy="452780"/>
          </a:xfrm>
          <a:prstGeom prst="rect">
            <a:avLst/>
          </a:prstGeom>
        </p:spPr>
      </p:pic>
      <p:pic>
        <p:nvPicPr>
          <p:cNvPr id="85" name="Graphic 84">
            <a:extLst>
              <a:ext uri="{FF2B5EF4-FFF2-40B4-BE49-F238E27FC236}">
                <a16:creationId xmlns:a16="http://schemas.microsoft.com/office/drawing/2014/main" id="{BF14B725-BEE0-6368-AB85-8632E7C17C8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93687" y="1636802"/>
            <a:ext cx="440146" cy="413585"/>
          </a:xfrm>
          <a:prstGeom prst="rect">
            <a:avLst/>
          </a:prstGeom>
        </p:spPr>
      </p:pic>
      <p:pic>
        <p:nvPicPr>
          <p:cNvPr id="86" name="Graphic 85">
            <a:extLst>
              <a:ext uri="{FF2B5EF4-FFF2-40B4-BE49-F238E27FC236}">
                <a16:creationId xmlns:a16="http://schemas.microsoft.com/office/drawing/2014/main" id="{41175E45-7E08-C6FA-CEC4-B08E3431C62F}"/>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703339" y="2334909"/>
            <a:ext cx="340547" cy="484151"/>
          </a:xfrm>
          <a:prstGeom prst="rect">
            <a:avLst/>
          </a:prstGeom>
        </p:spPr>
      </p:pic>
      <p:pic>
        <p:nvPicPr>
          <p:cNvPr id="87" name="Graphic 86">
            <a:extLst>
              <a:ext uri="{FF2B5EF4-FFF2-40B4-BE49-F238E27FC236}">
                <a16:creationId xmlns:a16="http://schemas.microsoft.com/office/drawing/2014/main" id="{F7FFAA28-073A-D8DA-65D1-AB99F3854F8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24202" y="2334910"/>
            <a:ext cx="475186" cy="484151"/>
          </a:xfrm>
          <a:prstGeom prst="rect">
            <a:avLst/>
          </a:prstGeom>
        </p:spPr>
      </p:pic>
      <p:pic>
        <p:nvPicPr>
          <p:cNvPr id="88" name="Graphic 87">
            <a:extLst>
              <a:ext uri="{FF2B5EF4-FFF2-40B4-BE49-F238E27FC236}">
                <a16:creationId xmlns:a16="http://schemas.microsoft.com/office/drawing/2014/main" id="{C8F86579-283F-0788-2EA7-806B8E78DF8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580769" y="2368368"/>
            <a:ext cx="461792" cy="417233"/>
          </a:xfrm>
          <a:prstGeom prst="rect">
            <a:avLst/>
          </a:prstGeom>
        </p:spPr>
      </p:pic>
      <p:pic>
        <p:nvPicPr>
          <p:cNvPr id="89" name="Graphic 88">
            <a:extLst>
              <a:ext uri="{FF2B5EF4-FFF2-40B4-BE49-F238E27FC236}">
                <a16:creationId xmlns:a16="http://schemas.microsoft.com/office/drawing/2014/main" id="{6815F071-A2E2-0513-E943-8681402DBCF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350041" y="2353240"/>
            <a:ext cx="463056" cy="447491"/>
          </a:xfrm>
          <a:prstGeom prst="rect">
            <a:avLst/>
          </a:prstGeom>
        </p:spPr>
      </p:pic>
      <p:pic>
        <p:nvPicPr>
          <p:cNvPr id="90" name="Graphic 89">
            <a:extLst>
              <a:ext uri="{FF2B5EF4-FFF2-40B4-BE49-F238E27FC236}">
                <a16:creationId xmlns:a16="http://schemas.microsoft.com/office/drawing/2014/main" id="{BF26BB44-938D-A8CA-5C06-855A03C4723A}"/>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376008" y="3010977"/>
            <a:ext cx="435984" cy="469202"/>
          </a:xfrm>
          <a:prstGeom prst="rect">
            <a:avLst/>
          </a:prstGeom>
        </p:spPr>
      </p:pic>
      <p:pic>
        <p:nvPicPr>
          <p:cNvPr id="91" name="Graphic 90">
            <a:extLst>
              <a:ext uri="{FF2B5EF4-FFF2-40B4-BE49-F238E27FC236}">
                <a16:creationId xmlns:a16="http://schemas.microsoft.com/office/drawing/2014/main" id="{9EDC6B51-E9C4-91B5-A73D-2C80E1B82F9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083310" y="3008084"/>
            <a:ext cx="452592" cy="502419"/>
          </a:xfrm>
          <a:prstGeom prst="rect">
            <a:avLst/>
          </a:prstGeom>
        </p:spPr>
      </p:pic>
      <p:pic>
        <p:nvPicPr>
          <p:cNvPr id="92" name="Graphic 91">
            <a:extLst>
              <a:ext uri="{FF2B5EF4-FFF2-40B4-BE49-F238E27FC236}">
                <a16:creationId xmlns:a16="http://schemas.microsoft.com/office/drawing/2014/main" id="{45607F8F-1155-FFE9-255E-BA0679FDF4E5}"/>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614059" y="3695991"/>
            <a:ext cx="477735" cy="537453"/>
          </a:xfrm>
          <a:prstGeom prst="rect">
            <a:avLst/>
          </a:prstGeom>
        </p:spPr>
      </p:pic>
      <p:pic>
        <p:nvPicPr>
          <p:cNvPr id="93" name="Graphic 92">
            <a:extLst>
              <a:ext uri="{FF2B5EF4-FFF2-40B4-BE49-F238E27FC236}">
                <a16:creationId xmlns:a16="http://schemas.microsoft.com/office/drawing/2014/main" id="{D7FDA2DF-D93B-482B-518F-9087D4794FB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093122" y="3698125"/>
            <a:ext cx="464939" cy="533186"/>
          </a:xfrm>
          <a:prstGeom prst="rect">
            <a:avLst/>
          </a:prstGeom>
        </p:spPr>
      </p:pic>
      <p:pic>
        <p:nvPicPr>
          <p:cNvPr id="94" name="Graphic 93">
            <a:extLst>
              <a:ext uri="{FF2B5EF4-FFF2-40B4-BE49-F238E27FC236}">
                <a16:creationId xmlns:a16="http://schemas.microsoft.com/office/drawing/2014/main" id="{11FA5119-3C9D-1897-020F-74F49DEEC5B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333760" y="942764"/>
            <a:ext cx="541716" cy="418017"/>
          </a:xfrm>
          <a:prstGeom prst="rect">
            <a:avLst/>
          </a:prstGeom>
        </p:spPr>
      </p:pic>
      <p:pic>
        <p:nvPicPr>
          <p:cNvPr id="95" name="Graphic 94">
            <a:extLst>
              <a:ext uri="{FF2B5EF4-FFF2-40B4-BE49-F238E27FC236}">
                <a16:creationId xmlns:a16="http://schemas.microsoft.com/office/drawing/2014/main" id="{96021F46-686C-5EAC-033C-CD87C7429AE7}"/>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091230" y="919744"/>
            <a:ext cx="507047" cy="507047"/>
          </a:xfrm>
          <a:prstGeom prst="rect">
            <a:avLst/>
          </a:prstGeom>
        </p:spPr>
      </p:pic>
      <p:pic>
        <p:nvPicPr>
          <p:cNvPr id="96" name="Graphic 95">
            <a:extLst>
              <a:ext uri="{FF2B5EF4-FFF2-40B4-BE49-F238E27FC236}">
                <a16:creationId xmlns:a16="http://schemas.microsoft.com/office/drawing/2014/main" id="{FAFE92E4-E606-F0BD-9EEC-DD0A3D239F40}"/>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336519" y="916771"/>
            <a:ext cx="482735" cy="482735"/>
          </a:xfrm>
          <a:prstGeom prst="rect">
            <a:avLst/>
          </a:prstGeom>
        </p:spPr>
      </p:pic>
      <p:pic>
        <p:nvPicPr>
          <p:cNvPr id="97" name="Graphic 96">
            <a:extLst>
              <a:ext uri="{FF2B5EF4-FFF2-40B4-BE49-F238E27FC236}">
                <a16:creationId xmlns:a16="http://schemas.microsoft.com/office/drawing/2014/main" id="{5581D2FC-7BA3-6A86-B48C-27DDCC3ACE97}"/>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610444" y="1605115"/>
            <a:ext cx="480252" cy="480252"/>
          </a:xfrm>
          <a:prstGeom prst="rect">
            <a:avLst/>
          </a:prstGeom>
        </p:spPr>
      </p:pic>
      <p:pic>
        <p:nvPicPr>
          <p:cNvPr id="98" name="Graphic 97">
            <a:extLst>
              <a:ext uri="{FF2B5EF4-FFF2-40B4-BE49-F238E27FC236}">
                <a16:creationId xmlns:a16="http://schemas.microsoft.com/office/drawing/2014/main" id="{A035259D-91C6-90BE-D9B3-FB2685E9B8CB}"/>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314432" y="1577985"/>
            <a:ext cx="507383" cy="507383"/>
          </a:xfrm>
          <a:prstGeom prst="rect">
            <a:avLst/>
          </a:prstGeom>
        </p:spPr>
      </p:pic>
      <p:pic>
        <p:nvPicPr>
          <p:cNvPr id="99" name="Graphic 98">
            <a:extLst>
              <a:ext uri="{FF2B5EF4-FFF2-40B4-BE49-F238E27FC236}">
                <a16:creationId xmlns:a16="http://schemas.microsoft.com/office/drawing/2014/main" id="{47FE418A-437D-065F-44DB-017A32F03DDE}"/>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098860" y="2289884"/>
            <a:ext cx="541283" cy="541283"/>
          </a:xfrm>
          <a:prstGeom prst="rect">
            <a:avLst/>
          </a:prstGeom>
        </p:spPr>
      </p:pic>
      <p:pic>
        <p:nvPicPr>
          <p:cNvPr id="100" name="Graphic 99">
            <a:extLst>
              <a:ext uri="{FF2B5EF4-FFF2-40B4-BE49-F238E27FC236}">
                <a16:creationId xmlns:a16="http://schemas.microsoft.com/office/drawing/2014/main" id="{9F02B722-ECA4-B1A5-CB6C-E818906C3799}"/>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839616" y="2325990"/>
            <a:ext cx="505177" cy="505177"/>
          </a:xfrm>
          <a:prstGeom prst="rect">
            <a:avLst/>
          </a:prstGeom>
        </p:spPr>
      </p:pic>
      <p:pic>
        <p:nvPicPr>
          <p:cNvPr id="101" name="Graphic 100">
            <a:extLst>
              <a:ext uri="{FF2B5EF4-FFF2-40B4-BE49-F238E27FC236}">
                <a16:creationId xmlns:a16="http://schemas.microsoft.com/office/drawing/2014/main" id="{0558B039-B7E2-351E-39E7-7E141FE5F8E9}"/>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8067265" y="2335718"/>
            <a:ext cx="505177" cy="505177"/>
          </a:xfrm>
          <a:prstGeom prst="rect">
            <a:avLst/>
          </a:prstGeom>
        </p:spPr>
      </p:pic>
      <p:pic>
        <p:nvPicPr>
          <p:cNvPr id="102" name="Graphic 101">
            <a:extLst>
              <a:ext uri="{FF2B5EF4-FFF2-40B4-BE49-F238E27FC236}">
                <a16:creationId xmlns:a16="http://schemas.microsoft.com/office/drawing/2014/main" id="{1E35D6C4-10CA-4CBE-5779-447EE991FCE9}"/>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3644768" y="3019267"/>
            <a:ext cx="496511" cy="496511"/>
          </a:xfrm>
          <a:prstGeom prst="rect">
            <a:avLst/>
          </a:prstGeom>
        </p:spPr>
      </p:pic>
      <p:pic>
        <p:nvPicPr>
          <p:cNvPr id="103" name="Graphic 102">
            <a:extLst>
              <a:ext uri="{FF2B5EF4-FFF2-40B4-BE49-F238E27FC236}">
                <a16:creationId xmlns:a16="http://schemas.microsoft.com/office/drawing/2014/main" id="{F4C9713E-3B95-B040-465E-CEC6A962EA6B}"/>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394038" y="2999072"/>
            <a:ext cx="541716" cy="541716"/>
          </a:xfrm>
          <a:prstGeom prst="rect">
            <a:avLst/>
          </a:prstGeom>
        </p:spPr>
      </p:pic>
      <p:pic>
        <p:nvPicPr>
          <p:cNvPr id="104" name="Graphic 103">
            <a:extLst>
              <a:ext uri="{FF2B5EF4-FFF2-40B4-BE49-F238E27FC236}">
                <a16:creationId xmlns:a16="http://schemas.microsoft.com/office/drawing/2014/main" id="{BD6133FD-1677-800B-C681-068DCC3ECA50}"/>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5107941" y="3006852"/>
            <a:ext cx="524383" cy="524383"/>
          </a:xfrm>
          <a:prstGeom prst="rect">
            <a:avLst/>
          </a:prstGeom>
        </p:spPr>
      </p:pic>
      <p:pic>
        <p:nvPicPr>
          <p:cNvPr id="105" name="Graphic 104">
            <a:extLst>
              <a:ext uri="{FF2B5EF4-FFF2-40B4-BE49-F238E27FC236}">
                <a16:creationId xmlns:a16="http://schemas.microsoft.com/office/drawing/2014/main" id="{1B9D2F71-07FD-2135-5B6A-3550749AD6C8}"/>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5844907" y="2986053"/>
            <a:ext cx="519587" cy="519587"/>
          </a:xfrm>
          <a:prstGeom prst="rect">
            <a:avLst/>
          </a:prstGeom>
        </p:spPr>
      </p:pic>
      <p:pic>
        <p:nvPicPr>
          <p:cNvPr id="106" name="Graphic 105">
            <a:extLst>
              <a:ext uri="{FF2B5EF4-FFF2-40B4-BE49-F238E27FC236}">
                <a16:creationId xmlns:a16="http://schemas.microsoft.com/office/drawing/2014/main" id="{73D06A84-E7B2-0691-F868-0503BF5E4CAB}"/>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6550151" y="2999453"/>
            <a:ext cx="524382" cy="524382"/>
          </a:xfrm>
          <a:prstGeom prst="rect">
            <a:avLst/>
          </a:prstGeom>
        </p:spPr>
      </p:pic>
      <p:pic>
        <p:nvPicPr>
          <p:cNvPr id="107" name="Graphic 106">
            <a:extLst>
              <a:ext uri="{FF2B5EF4-FFF2-40B4-BE49-F238E27FC236}">
                <a16:creationId xmlns:a16="http://schemas.microsoft.com/office/drawing/2014/main" id="{7BFB6351-6E06-A0F2-8CA5-25EB9894244A}"/>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3639904" y="3700961"/>
            <a:ext cx="538234" cy="538234"/>
          </a:xfrm>
          <a:prstGeom prst="rect">
            <a:avLst/>
          </a:prstGeom>
        </p:spPr>
      </p:pic>
      <p:pic>
        <p:nvPicPr>
          <p:cNvPr id="108" name="Graphic 107">
            <a:extLst>
              <a:ext uri="{FF2B5EF4-FFF2-40B4-BE49-F238E27FC236}">
                <a16:creationId xmlns:a16="http://schemas.microsoft.com/office/drawing/2014/main" id="{29CABC2A-8122-999E-37B6-E2BE7B602480}"/>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382998" y="3673718"/>
            <a:ext cx="557592" cy="557592"/>
          </a:xfrm>
          <a:prstGeom prst="rect">
            <a:avLst/>
          </a:prstGeom>
        </p:spPr>
      </p:pic>
      <p:pic>
        <p:nvPicPr>
          <p:cNvPr id="109" name="Graphic 108">
            <a:extLst>
              <a:ext uri="{FF2B5EF4-FFF2-40B4-BE49-F238E27FC236}">
                <a16:creationId xmlns:a16="http://schemas.microsoft.com/office/drawing/2014/main" id="{786FE024-1E51-6813-A265-9DB5779DB118}"/>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5097380" y="3676445"/>
            <a:ext cx="543294" cy="543294"/>
          </a:xfrm>
          <a:prstGeom prst="rect">
            <a:avLst/>
          </a:prstGeom>
        </p:spPr>
      </p:pic>
      <p:pic>
        <p:nvPicPr>
          <p:cNvPr id="110" name="Graphic 109">
            <a:extLst>
              <a:ext uri="{FF2B5EF4-FFF2-40B4-BE49-F238E27FC236}">
                <a16:creationId xmlns:a16="http://schemas.microsoft.com/office/drawing/2014/main" id="{620142D6-6563-7775-D4C8-8D660F793906}"/>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832886" y="3686213"/>
            <a:ext cx="532844" cy="532844"/>
          </a:xfrm>
          <a:prstGeom prst="rect">
            <a:avLst/>
          </a:prstGeom>
        </p:spPr>
      </p:pic>
      <p:pic>
        <p:nvPicPr>
          <p:cNvPr id="111" name="Graphic 110">
            <a:extLst>
              <a:ext uri="{FF2B5EF4-FFF2-40B4-BE49-F238E27FC236}">
                <a16:creationId xmlns:a16="http://schemas.microsoft.com/office/drawing/2014/main" id="{E0F6E93E-2748-842D-6A6A-F203F268907D}"/>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350042" y="3711043"/>
            <a:ext cx="515687" cy="515687"/>
          </a:xfrm>
          <a:prstGeom prst="rect">
            <a:avLst/>
          </a:prstGeom>
        </p:spPr>
      </p:pic>
    </p:spTree>
    <p:extLst>
      <p:ext uri="{BB962C8B-B14F-4D97-AF65-F5344CB8AC3E}">
        <p14:creationId xmlns:p14="http://schemas.microsoft.com/office/powerpoint/2010/main" val="27929723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26" name="Graphic 25">
            <a:extLst>
              <a:ext uri="{FF2B5EF4-FFF2-40B4-BE49-F238E27FC236}">
                <a16:creationId xmlns:a16="http://schemas.microsoft.com/office/drawing/2014/main" id="{8BC3683B-CA4D-5B6F-6437-E7AE272668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05276" y="922376"/>
            <a:ext cx="422285" cy="516123"/>
          </a:xfrm>
          <a:prstGeom prst="rect">
            <a:avLst/>
          </a:prstGeom>
        </p:spPr>
      </p:pic>
      <p:pic>
        <p:nvPicPr>
          <p:cNvPr id="27" name="Graphic 26">
            <a:extLst>
              <a:ext uri="{FF2B5EF4-FFF2-40B4-BE49-F238E27FC236}">
                <a16:creationId xmlns:a16="http://schemas.microsoft.com/office/drawing/2014/main" id="{5739DF38-FC4F-0067-63BA-8435218ABC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8859" y="1642371"/>
            <a:ext cx="486266" cy="477735"/>
          </a:xfrm>
          <a:prstGeom prst="rect">
            <a:avLst/>
          </a:prstGeom>
        </p:spPr>
      </p:pic>
      <p:pic>
        <p:nvPicPr>
          <p:cNvPr id="28" name="Graphic 27">
            <a:extLst>
              <a:ext uri="{FF2B5EF4-FFF2-40B4-BE49-F238E27FC236}">
                <a16:creationId xmlns:a16="http://schemas.microsoft.com/office/drawing/2014/main" id="{C78AA7F8-CC07-531D-668F-C4C6922CC8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94270" y="2415481"/>
            <a:ext cx="511857" cy="405221"/>
          </a:xfrm>
          <a:prstGeom prst="rect">
            <a:avLst/>
          </a:prstGeom>
        </p:spPr>
      </p:pic>
      <p:pic>
        <p:nvPicPr>
          <p:cNvPr id="29" name="Graphic 28">
            <a:extLst>
              <a:ext uri="{FF2B5EF4-FFF2-40B4-BE49-F238E27FC236}">
                <a16:creationId xmlns:a16="http://schemas.microsoft.com/office/drawing/2014/main" id="{62911C6F-6897-BD68-D982-52A165B11B8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20545" y="932025"/>
            <a:ext cx="483546" cy="483546"/>
          </a:xfrm>
          <a:prstGeom prst="rect">
            <a:avLst/>
          </a:prstGeom>
        </p:spPr>
      </p:pic>
      <p:pic>
        <p:nvPicPr>
          <p:cNvPr id="30" name="Graphic 29">
            <a:extLst>
              <a:ext uri="{FF2B5EF4-FFF2-40B4-BE49-F238E27FC236}">
                <a16:creationId xmlns:a16="http://schemas.microsoft.com/office/drawing/2014/main" id="{9FC3F81B-207B-1CB4-4B59-603800A9462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81840" y="922148"/>
            <a:ext cx="528921" cy="528921"/>
          </a:xfrm>
          <a:prstGeom prst="rect">
            <a:avLst/>
          </a:prstGeom>
        </p:spPr>
      </p:pic>
      <p:pic>
        <p:nvPicPr>
          <p:cNvPr id="31" name="Graphic 30">
            <a:extLst>
              <a:ext uri="{FF2B5EF4-FFF2-40B4-BE49-F238E27FC236}">
                <a16:creationId xmlns:a16="http://schemas.microsoft.com/office/drawing/2014/main" id="{DD8AB679-25FE-1535-D651-1253B7D5896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50449" y="918577"/>
            <a:ext cx="528921" cy="528921"/>
          </a:xfrm>
          <a:prstGeom prst="rect">
            <a:avLst/>
          </a:prstGeom>
        </p:spPr>
      </p:pic>
      <p:pic>
        <p:nvPicPr>
          <p:cNvPr id="32" name="Graphic 31">
            <a:extLst>
              <a:ext uri="{FF2B5EF4-FFF2-40B4-BE49-F238E27FC236}">
                <a16:creationId xmlns:a16="http://schemas.microsoft.com/office/drawing/2014/main" id="{D0D4DF5E-073D-CECA-9F9F-89B0C6846EC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55931" y="907896"/>
            <a:ext cx="528921" cy="528921"/>
          </a:xfrm>
          <a:prstGeom prst="rect">
            <a:avLst/>
          </a:prstGeom>
        </p:spPr>
      </p:pic>
      <p:pic>
        <p:nvPicPr>
          <p:cNvPr id="33" name="Graphic 32">
            <a:extLst>
              <a:ext uri="{FF2B5EF4-FFF2-40B4-BE49-F238E27FC236}">
                <a16:creationId xmlns:a16="http://schemas.microsoft.com/office/drawing/2014/main" id="{F94AF675-F7BC-B3AA-DF56-5D0559CD4B6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324540" y="911196"/>
            <a:ext cx="528921" cy="528921"/>
          </a:xfrm>
          <a:prstGeom prst="rect">
            <a:avLst/>
          </a:prstGeom>
        </p:spPr>
      </p:pic>
      <p:pic>
        <p:nvPicPr>
          <p:cNvPr id="34" name="Graphic 33">
            <a:extLst>
              <a:ext uri="{FF2B5EF4-FFF2-40B4-BE49-F238E27FC236}">
                <a16:creationId xmlns:a16="http://schemas.microsoft.com/office/drawing/2014/main" id="{51FD915F-33E0-545B-20D1-E1177385FE4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58999" y="917624"/>
            <a:ext cx="557381" cy="557381"/>
          </a:xfrm>
          <a:prstGeom prst="rect">
            <a:avLst/>
          </a:prstGeom>
        </p:spPr>
      </p:pic>
      <p:pic>
        <p:nvPicPr>
          <p:cNvPr id="35" name="Graphic 34">
            <a:extLst>
              <a:ext uri="{FF2B5EF4-FFF2-40B4-BE49-F238E27FC236}">
                <a16:creationId xmlns:a16="http://schemas.microsoft.com/office/drawing/2014/main" id="{773D7391-1D7A-7F15-9345-B749254F602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625124" y="1611410"/>
            <a:ext cx="553188" cy="553188"/>
          </a:xfrm>
          <a:prstGeom prst="rect">
            <a:avLst/>
          </a:prstGeom>
        </p:spPr>
      </p:pic>
      <p:pic>
        <p:nvPicPr>
          <p:cNvPr id="36" name="Graphic 35">
            <a:extLst>
              <a:ext uri="{FF2B5EF4-FFF2-40B4-BE49-F238E27FC236}">
                <a16:creationId xmlns:a16="http://schemas.microsoft.com/office/drawing/2014/main" id="{2C2BB206-A543-971A-6055-8B76116E86B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359554" y="1647597"/>
            <a:ext cx="494796" cy="494796"/>
          </a:xfrm>
          <a:prstGeom prst="rect">
            <a:avLst/>
          </a:prstGeom>
        </p:spPr>
      </p:pic>
      <p:pic>
        <p:nvPicPr>
          <p:cNvPr id="37" name="Graphic 36">
            <a:extLst>
              <a:ext uri="{FF2B5EF4-FFF2-40B4-BE49-F238E27FC236}">
                <a16:creationId xmlns:a16="http://schemas.microsoft.com/office/drawing/2014/main" id="{3D074B5D-5DB8-BC24-F91A-ADD352D6EA9F}"/>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03454" y="1642371"/>
            <a:ext cx="539669" cy="539669"/>
          </a:xfrm>
          <a:prstGeom prst="rect">
            <a:avLst/>
          </a:prstGeom>
        </p:spPr>
      </p:pic>
      <p:pic>
        <p:nvPicPr>
          <p:cNvPr id="38" name="Graphic 37">
            <a:extLst>
              <a:ext uri="{FF2B5EF4-FFF2-40B4-BE49-F238E27FC236}">
                <a16:creationId xmlns:a16="http://schemas.microsoft.com/office/drawing/2014/main" id="{E174FFE6-9908-E424-A995-B5478B72F0A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275589" y="1594735"/>
            <a:ext cx="573008" cy="573008"/>
          </a:xfrm>
          <a:prstGeom prst="rect">
            <a:avLst/>
          </a:prstGeom>
        </p:spPr>
      </p:pic>
      <p:pic>
        <p:nvPicPr>
          <p:cNvPr id="39" name="Graphic 38">
            <a:extLst>
              <a:ext uri="{FF2B5EF4-FFF2-40B4-BE49-F238E27FC236}">
                <a16:creationId xmlns:a16="http://schemas.microsoft.com/office/drawing/2014/main" id="{2C00896D-0B74-3723-5583-CFAFFEE88CD0}"/>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49250" y="1598004"/>
            <a:ext cx="544389" cy="544389"/>
          </a:xfrm>
          <a:prstGeom prst="rect">
            <a:avLst/>
          </a:prstGeom>
        </p:spPr>
      </p:pic>
      <p:pic>
        <p:nvPicPr>
          <p:cNvPr id="40" name="Graphic 39">
            <a:extLst>
              <a:ext uri="{FF2B5EF4-FFF2-40B4-BE49-F238E27FC236}">
                <a16:creationId xmlns:a16="http://schemas.microsoft.com/office/drawing/2014/main" id="{F702133F-5678-41A0-32DB-E8F3BF946BA0}"/>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48264" y="2360438"/>
            <a:ext cx="553188" cy="553188"/>
          </a:xfrm>
          <a:prstGeom prst="rect">
            <a:avLst/>
          </a:prstGeom>
        </p:spPr>
      </p:pic>
      <p:pic>
        <p:nvPicPr>
          <p:cNvPr id="41" name="Graphic 40">
            <a:extLst>
              <a:ext uri="{FF2B5EF4-FFF2-40B4-BE49-F238E27FC236}">
                <a16:creationId xmlns:a16="http://schemas.microsoft.com/office/drawing/2014/main" id="{D65D95C4-EB08-38B0-843B-2F8F7501EF15}"/>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20639" y="2341498"/>
            <a:ext cx="526274" cy="526274"/>
          </a:xfrm>
          <a:prstGeom prst="rect">
            <a:avLst/>
          </a:prstGeom>
        </p:spPr>
      </p:pic>
      <p:pic>
        <p:nvPicPr>
          <p:cNvPr id="42" name="Graphic 41">
            <a:extLst>
              <a:ext uri="{FF2B5EF4-FFF2-40B4-BE49-F238E27FC236}">
                <a16:creationId xmlns:a16="http://schemas.microsoft.com/office/drawing/2014/main" id="{CA37942F-DC0B-0331-2FBE-E9F291A24E72}"/>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839730" y="2361949"/>
            <a:ext cx="512838" cy="512838"/>
          </a:xfrm>
          <a:prstGeom prst="rect">
            <a:avLst/>
          </a:prstGeom>
        </p:spPr>
      </p:pic>
      <p:pic>
        <p:nvPicPr>
          <p:cNvPr id="43" name="Graphic 42">
            <a:extLst>
              <a:ext uri="{FF2B5EF4-FFF2-40B4-BE49-F238E27FC236}">
                <a16:creationId xmlns:a16="http://schemas.microsoft.com/office/drawing/2014/main" id="{6B119BD1-4DDA-64BD-D11A-C0F73CB77F1F}"/>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566100" y="2370073"/>
            <a:ext cx="564593" cy="512838"/>
          </a:xfrm>
          <a:prstGeom prst="rect">
            <a:avLst/>
          </a:prstGeom>
        </p:spPr>
      </p:pic>
      <p:pic>
        <p:nvPicPr>
          <p:cNvPr id="44" name="Graphic 43">
            <a:extLst>
              <a:ext uri="{FF2B5EF4-FFF2-40B4-BE49-F238E27FC236}">
                <a16:creationId xmlns:a16="http://schemas.microsoft.com/office/drawing/2014/main" id="{50679D6F-DD9B-F6C5-8D2A-5D48398DAAE4}"/>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8049250" y="2349482"/>
            <a:ext cx="544389" cy="544389"/>
          </a:xfrm>
          <a:prstGeom prst="rect">
            <a:avLst/>
          </a:prstGeom>
        </p:spPr>
      </p:pic>
      <p:pic>
        <p:nvPicPr>
          <p:cNvPr id="45" name="Graphic 44">
            <a:extLst>
              <a:ext uri="{FF2B5EF4-FFF2-40B4-BE49-F238E27FC236}">
                <a16:creationId xmlns:a16="http://schemas.microsoft.com/office/drawing/2014/main" id="{D3808CB8-4C92-D8DF-11D5-CF22CB0CB684}"/>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837935" y="1627351"/>
            <a:ext cx="528921" cy="528921"/>
          </a:xfrm>
          <a:prstGeom prst="rect">
            <a:avLst/>
          </a:prstGeom>
        </p:spPr>
      </p:pic>
      <p:pic>
        <p:nvPicPr>
          <p:cNvPr id="46" name="Graphic 45">
            <a:extLst>
              <a:ext uri="{FF2B5EF4-FFF2-40B4-BE49-F238E27FC236}">
                <a16:creationId xmlns:a16="http://schemas.microsoft.com/office/drawing/2014/main" id="{0EB928DB-B3EA-565A-21F6-300E55E21744}"/>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352520" y="3111610"/>
            <a:ext cx="477472" cy="448659"/>
          </a:xfrm>
          <a:prstGeom prst="rect">
            <a:avLst/>
          </a:prstGeom>
        </p:spPr>
      </p:pic>
      <p:pic>
        <p:nvPicPr>
          <p:cNvPr id="47" name="Graphic 46">
            <a:extLst>
              <a:ext uri="{FF2B5EF4-FFF2-40B4-BE49-F238E27FC236}">
                <a16:creationId xmlns:a16="http://schemas.microsoft.com/office/drawing/2014/main" id="{CAF3507D-730F-7B14-69BD-1D54192E2A22}"/>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694399" y="3095146"/>
            <a:ext cx="477472" cy="481588"/>
          </a:xfrm>
          <a:prstGeom prst="rect">
            <a:avLst/>
          </a:prstGeom>
        </p:spPr>
      </p:pic>
      <p:pic>
        <p:nvPicPr>
          <p:cNvPr id="48" name="Graphic 47">
            <a:extLst>
              <a:ext uri="{FF2B5EF4-FFF2-40B4-BE49-F238E27FC236}">
                <a16:creationId xmlns:a16="http://schemas.microsoft.com/office/drawing/2014/main" id="{FF39FE65-BF42-3983-F6C9-613949AFDA0F}"/>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136103" y="3093087"/>
            <a:ext cx="485705" cy="485705"/>
          </a:xfrm>
          <a:prstGeom prst="rect">
            <a:avLst/>
          </a:prstGeom>
        </p:spPr>
      </p:pic>
      <p:pic>
        <p:nvPicPr>
          <p:cNvPr id="49" name="Graphic 48">
            <a:extLst>
              <a:ext uri="{FF2B5EF4-FFF2-40B4-BE49-F238E27FC236}">
                <a16:creationId xmlns:a16="http://schemas.microsoft.com/office/drawing/2014/main" id="{10CA4721-FACC-D8DC-4456-F68B19C2C213}"/>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918591" y="3093087"/>
            <a:ext cx="456892" cy="485705"/>
          </a:xfrm>
          <a:prstGeom prst="rect">
            <a:avLst/>
          </a:prstGeom>
        </p:spPr>
      </p:pic>
      <p:pic>
        <p:nvPicPr>
          <p:cNvPr id="51" name="Graphic 50">
            <a:extLst>
              <a:ext uri="{FF2B5EF4-FFF2-40B4-BE49-F238E27FC236}">
                <a16:creationId xmlns:a16="http://schemas.microsoft.com/office/drawing/2014/main" id="{7D7BA31A-EDBD-33BA-CE8A-9588F5EA57FA}"/>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421753" y="3088972"/>
            <a:ext cx="456890" cy="493936"/>
          </a:xfrm>
          <a:prstGeom prst="rect">
            <a:avLst/>
          </a:prstGeom>
        </p:spPr>
      </p:pic>
      <p:pic>
        <p:nvPicPr>
          <p:cNvPr id="52" name="Graphic 51">
            <a:extLst>
              <a:ext uri="{FF2B5EF4-FFF2-40B4-BE49-F238E27FC236}">
                <a16:creationId xmlns:a16="http://schemas.microsoft.com/office/drawing/2014/main" id="{63648C83-E7E4-328D-DE2F-A2FE1AEB070F}"/>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3662982" y="3109465"/>
            <a:ext cx="477472" cy="477472"/>
          </a:xfrm>
          <a:prstGeom prst="rect">
            <a:avLst/>
          </a:prstGeom>
        </p:spPr>
      </p:pic>
      <p:pic>
        <p:nvPicPr>
          <p:cNvPr id="53" name="Graphic 52">
            <a:extLst>
              <a:ext uri="{FF2B5EF4-FFF2-40B4-BE49-F238E27FC236}">
                <a16:creationId xmlns:a16="http://schemas.microsoft.com/office/drawing/2014/main" id="{3B3CAC30-CDB3-A06B-E45C-9C621DED3B1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171794" y="3782776"/>
            <a:ext cx="423962" cy="477472"/>
          </a:xfrm>
          <a:prstGeom prst="rect">
            <a:avLst/>
          </a:prstGeom>
        </p:spPr>
      </p:pic>
      <p:pic>
        <p:nvPicPr>
          <p:cNvPr id="55" name="Graphic 54">
            <a:extLst>
              <a:ext uri="{FF2B5EF4-FFF2-40B4-BE49-F238E27FC236}">
                <a16:creationId xmlns:a16="http://schemas.microsoft.com/office/drawing/2014/main" id="{22AF6764-4226-3C59-4839-8B4A7826C06B}"/>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612316" y="3842459"/>
            <a:ext cx="477472" cy="358104"/>
          </a:xfrm>
          <a:prstGeom prst="rect">
            <a:avLst/>
          </a:prstGeom>
        </p:spPr>
      </p:pic>
      <p:pic>
        <p:nvPicPr>
          <p:cNvPr id="56" name="Graphic 55">
            <a:extLst>
              <a:ext uri="{FF2B5EF4-FFF2-40B4-BE49-F238E27FC236}">
                <a16:creationId xmlns:a16="http://schemas.microsoft.com/office/drawing/2014/main" id="{7E18832C-4258-5579-B5E7-0B4480142CE4}"/>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8080650" y="3780718"/>
            <a:ext cx="485704" cy="481588"/>
          </a:xfrm>
          <a:prstGeom prst="rect">
            <a:avLst/>
          </a:prstGeom>
        </p:spPr>
      </p:pic>
      <p:pic>
        <p:nvPicPr>
          <p:cNvPr id="57" name="Graphic 56">
            <a:extLst>
              <a:ext uri="{FF2B5EF4-FFF2-40B4-BE49-F238E27FC236}">
                <a16:creationId xmlns:a16="http://schemas.microsoft.com/office/drawing/2014/main" id="{9FCC2C62-18E5-3C1F-B584-87FD7313BD69}"/>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704857" y="3782776"/>
            <a:ext cx="448659" cy="477472"/>
          </a:xfrm>
          <a:prstGeom prst="rect">
            <a:avLst/>
          </a:prstGeom>
        </p:spPr>
      </p:pic>
      <p:pic>
        <p:nvPicPr>
          <p:cNvPr id="58" name="Graphic 57">
            <a:extLst>
              <a:ext uri="{FF2B5EF4-FFF2-40B4-BE49-F238E27FC236}">
                <a16:creationId xmlns:a16="http://schemas.microsoft.com/office/drawing/2014/main" id="{79AF40E2-FDD6-8CA4-27BE-E910E3F24363}"/>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63641" y="3776602"/>
            <a:ext cx="489820" cy="489820"/>
          </a:xfrm>
          <a:prstGeom prst="rect">
            <a:avLst/>
          </a:prstGeom>
        </p:spPr>
      </p:pic>
      <p:pic>
        <p:nvPicPr>
          <p:cNvPr id="59" name="Graphic 58">
            <a:extLst>
              <a:ext uri="{FF2B5EF4-FFF2-40B4-BE49-F238E27FC236}">
                <a16:creationId xmlns:a16="http://schemas.microsoft.com/office/drawing/2014/main" id="{743DA33C-19A5-4AB2-27C1-F46605357F6B}"/>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909233" y="3772485"/>
            <a:ext cx="440426" cy="498053"/>
          </a:xfrm>
          <a:prstGeom prst="rect">
            <a:avLst/>
          </a:prstGeom>
        </p:spPr>
      </p:pic>
      <p:pic>
        <p:nvPicPr>
          <p:cNvPr id="60" name="Graphic 59">
            <a:extLst>
              <a:ext uri="{FF2B5EF4-FFF2-40B4-BE49-F238E27FC236}">
                <a16:creationId xmlns:a16="http://schemas.microsoft.com/office/drawing/2014/main" id="{63D1E6F6-6EBD-D15A-7597-F52821DCD942}"/>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427077" y="3793066"/>
            <a:ext cx="378684" cy="456891"/>
          </a:xfrm>
          <a:prstGeom prst="rect">
            <a:avLst/>
          </a:prstGeom>
        </p:spPr>
      </p:pic>
      <p:pic>
        <p:nvPicPr>
          <p:cNvPr id="61" name="Graphic 60">
            <a:extLst>
              <a:ext uri="{FF2B5EF4-FFF2-40B4-BE49-F238E27FC236}">
                <a16:creationId xmlns:a16="http://schemas.microsoft.com/office/drawing/2014/main" id="{275071C4-365B-48A9-2C8B-79B3E1F0F1F0}"/>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8076534" y="3117785"/>
            <a:ext cx="489820" cy="436310"/>
          </a:xfrm>
          <a:prstGeom prst="rect">
            <a:avLst/>
          </a:prstGeom>
        </p:spPr>
      </p:pic>
      <p:pic>
        <p:nvPicPr>
          <p:cNvPr id="62" name="Graphic 61">
            <a:extLst>
              <a:ext uri="{FF2B5EF4-FFF2-40B4-BE49-F238E27FC236}">
                <a16:creationId xmlns:a16="http://schemas.microsoft.com/office/drawing/2014/main" id="{22A1C26B-9C33-CCC3-B728-80A692229CD6}"/>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327823" y="2361781"/>
            <a:ext cx="502169" cy="485705"/>
          </a:xfrm>
          <a:prstGeom prst="rect">
            <a:avLst/>
          </a:prstGeom>
        </p:spPr>
      </p:pic>
    </p:spTree>
    <p:extLst>
      <p:ext uri="{BB962C8B-B14F-4D97-AF65-F5344CB8AC3E}">
        <p14:creationId xmlns:p14="http://schemas.microsoft.com/office/powerpoint/2010/main" val="34471705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541E-5D27-A35E-CE31-6ED9ADF13540}"/>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7ABD1BE-09E1-6703-D06A-0642EB40B6E1}"/>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B75C53DA-B638-8AC1-6D14-A26D1589D4DC}"/>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35E57964-CB0D-EF68-5CDA-F39441B1988D}"/>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83" name="Graphic 82">
            <a:extLst>
              <a:ext uri="{FF2B5EF4-FFF2-40B4-BE49-F238E27FC236}">
                <a16:creationId xmlns:a16="http://schemas.microsoft.com/office/drawing/2014/main" id="{F90F712C-2D95-60BF-D0E0-310E19EEAD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6566" y="936337"/>
            <a:ext cx="428078" cy="502169"/>
          </a:xfrm>
          <a:prstGeom prst="rect">
            <a:avLst/>
          </a:prstGeom>
        </p:spPr>
      </p:pic>
      <p:pic>
        <p:nvPicPr>
          <p:cNvPr id="84" name="Graphic 83">
            <a:extLst>
              <a:ext uri="{FF2B5EF4-FFF2-40B4-BE49-F238E27FC236}">
                <a16:creationId xmlns:a16="http://schemas.microsoft.com/office/drawing/2014/main" id="{E33B63CE-2885-E050-B346-EBB0CC1AAF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30673" y="3793422"/>
            <a:ext cx="415730" cy="477472"/>
          </a:xfrm>
          <a:prstGeom prst="rect">
            <a:avLst/>
          </a:prstGeom>
        </p:spPr>
      </p:pic>
      <p:pic>
        <p:nvPicPr>
          <p:cNvPr id="85" name="Graphic 84">
            <a:extLst>
              <a:ext uri="{FF2B5EF4-FFF2-40B4-BE49-F238E27FC236}">
                <a16:creationId xmlns:a16="http://schemas.microsoft.com/office/drawing/2014/main" id="{71F13FD6-6015-F7C8-5CF2-6C031EF384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62739" y="3793422"/>
            <a:ext cx="415730" cy="477472"/>
          </a:xfrm>
          <a:prstGeom prst="rect">
            <a:avLst/>
          </a:prstGeom>
        </p:spPr>
      </p:pic>
      <p:pic>
        <p:nvPicPr>
          <p:cNvPr id="86" name="Graphic 85">
            <a:extLst>
              <a:ext uri="{FF2B5EF4-FFF2-40B4-BE49-F238E27FC236}">
                <a16:creationId xmlns:a16="http://schemas.microsoft.com/office/drawing/2014/main" id="{758AC8B3-57D4-FF22-4928-E55A841D0A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34287" y="3838700"/>
            <a:ext cx="477472" cy="386917"/>
          </a:xfrm>
          <a:prstGeom prst="rect">
            <a:avLst/>
          </a:prstGeom>
        </p:spPr>
      </p:pic>
      <p:pic>
        <p:nvPicPr>
          <p:cNvPr id="87" name="Graphic 86">
            <a:extLst>
              <a:ext uri="{FF2B5EF4-FFF2-40B4-BE49-F238E27FC236}">
                <a16:creationId xmlns:a16="http://schemas.microsoft.com/office/drawing/2014/main" id="{B746A6D1-D2BB-80EF-5BC9-0F66665750D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7222" y="3848990"/>
            <a:ext cx="477472" cy="366336"/>
          </a:xfrm>
          <a:prstGeom prst="rect">
            <a:avLst/>
          </a:prstGeom>
        </p:spPr>
      </p:pic>
      <p:pic>
        <p:nvPicPr>
          <p:cNvPr id="88" name="Graphic 87">
            <a:extLst>
              <a:ext uri="{FF2B5EF4-FFF2-40B4-BE49-F238E27FC236}">
                <a16:creationId xmlns:a16="http://schemas.microsoft.com/office/drawing/2014/main" id="{98B3D26A-9D57-5625-3774-8CC16D38ED3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54259" y="1685640"/>
            <a:ext cx="493936" cy="493936"/>
          </a:xfrm>
          <a:prstGeom prst="rect">
            <a:avLst/>
          </a:prstGeom>
        </p:spPr>
      </p:pic>
      <p:pic>
        <p:nvPicPr>
          <p:cNvPr id="89" name="Graphic 88">
            <a:extLst>
              <a:ext uri="{FF2B5EF4-FFF2-40B4-BE49-F238E27FC236}">
                <a16:creationId xmlns:a16="http://schemas.microsoft.com/office/drawing/2014/main" id="{B7D48D45-4481-372E-3DED-BA79F69A0E8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06893" y="938395"/>
            <a:ext cx="498053" cy="498053"/>
          </a:xfrm>
          <a:prstGeom prst="rect">
            <a:avLst/>
          </a:prstGeom>
        </p:spPr>
      </p:pic>
      <p:pic>
        <p:nvPicPr>
          <p:cNvPr id="90" name="Graphic 89">
            <a:extLst>
              <a:ext uri="{FF2B5EF4-FFF2-40B4-BE49-F238E27FC236}">
                <a16:creationId xmlns:a16="http://schemas.microsoft.com/office/drawing/2014/main" id="{42F3C6F4-0589-4BF3-BC12-1B803F2448F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414890" y="1692273"/>
            <a:ext cx="481588" cy="469240"/>
          </a:xfrm>
          <a:prstGeom prst="rect">
            <a:avLst/>
          </a:prstGeom>
        </p:spPr>
      </p:pic>
      <p:pic>
        <p:nvPicPr>
          <p:cNvPr id="91" name="Graphic 90">
            <a:extLst>
              <a:ext uri="{FF2B5EF4-FFF2-40B4-BE49-F238E27FC236}">
                <a16:creationId xmlns:a16="http://schemas.microsoft.com/office/drawing/2014/main" id="{E9AA85CB-FDDB-398D-FEA7-3EA5FEBBE0E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89706" y="1672151"/>
            <a:ext cx="498053" cy="498053"/>
          </a:xfrm>
          <a:prstGeom prst="rect">
            <a:avLst/>
          </a:prstGeom>
        </p:spPr>
      </p:pic>
      <p:pic>
        <p:nvPicPr>
          <p:cNvPr id="92" name="Graphic 91">
            <a:extLst>
              <a:ext uri="{FF2B5EF4-FFF2-40B4-BE49-F238E27FC236}">
                <a16:creationId xmlns:a16="http://schemas.microsoft.com/office/drawing/2014/main" id="{CFE9EE12-75DD-2129-E1BC-43462ABBAAC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64363" y="3838700"/>
            <a:ext cx="498053" cy="386917"/>
          </a:xfrm>
          <a:prstGeom prst="rect">
            <a:avLst/>
          </a:prstGeom>
        </p:spPr>
      </p:pic>
      <p:pic>
        <p:nvPicPr>
          <p:cNvPr id="93" name="Graphic 92">
            <a:extLst>
              <a:ext uri="{FF2B5EF4-FFF2-40B4-BE49-F238E27FC236}">
                <a16:creationId xmlns:a16="http://schemas.microsoft.com/office/drawing/2014/main" id="{49FCFFF1-0FC8-8996-A4DB-7B1C92B1C40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29811" y="1739150"/>
            <a:ext cx="481588" cy="386917"/>
          </a:xfrm>
          <a:prstGeom prst="rect">
            <a:avLst/>
          </a:prstGeom>
        </p:spPr>
      </p:pic>
      <p:pic>
        <p:nvPicPr>
          <p:cNvPr id="94" name="Graphic 93">
            <a:extLst>
              <a:ext uri="{FF2B5EF4-FFF2-40B4-BE49-F238E27FC236}">
                <a16:creationId xmlns:a16="http://schemas.microsoft.com/office/drawing/2014/main" id="{C8EA8CBC-9D01-6EC4-905D-5966031B551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649642" y="3838700"/>
            <a:ext cx="498053" cy="386917"/>
          </a:xfrm>
          <a:prstGeom prst="rect">
            <a:avLst/>
          </a:prstGeom>
        </p:spPr>
      </p:pic>
      <p:pic>
        <p:nvPicPr>
          <p:cNvPr id="95" name="Graphic 94">
            <a:extLst>
              <a:ext uri="{FF2B5EF4-FFF2-40B4-BE49-F238E27FC236}">
                <a16:creationId xmlns:a16="http://schemas.microsoft.com/office/drawing/2014/main" id="{AC4F80F6-BE76-EE47-D1F0-C625BC6E705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659973" y="3156639"/>
            <a:ext cx="493937" cy="382801"/>
          </a:xfrm>
          <a:prstGeom prst="rect">
            <a:avLst/>
          </a:prstGeom>
        </p:spPr>
      </p:pic>
      <p:pic>
        <p:nvPicPr>
          <p:cNvPr id="96" name="Graphic 95">
            <a:extLst>
              <a:ext uri="{FF2B5EF4-FFF2-40B4-BE49-F238E27FC236}">
                <a16:creationId xmlns:a16="http://schemas.microsoft.com/office/drawing/2014/main" id="{4609FF53-A99A-8CBF-1A58-38934F7638E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176713" y="1693872"/>
            <a:ext cx="473356" cy="477472"/>
          </a:xfrm>
          <a:prstGeom prst="rect">
            <a:avLst/>
          </a:prstGeom>
        </p:spPr>
      </p:pic>
      <p:pic>
        <p:nvPicPr>
          <p:cNvPr id="97" name="Graphic 96">
            <a:extLst>
              <a:ext uri="{FF2B5EF4-FFF2-40B4-BE49-F238E27FC236}">
                <a16:creationId xmlns:a16="http://schemas.microsoft.com/office/drawing/2014/main" id="{D590C88F-50C9-777E-87A0-4846398E6285}"/>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919798" y="952803"/>
            <a:ext cx="469240" cy="469240"/>
          </a:xfrm>
          <a:prstGeom prst="rect">
            <a:avLst/>
          </a:prstGeom>
        </p:spPr>
      </p:pic>
      <p:pic>
        <p:nvPicPr>
          <p:cNvPr id="98" name="Graphic 97">
            <a:extLst>
              <a:ext uri="{FF2B5EF4-FFF2-40B4-BE49-F238E27FC236}">
                <a16:creationId xmlns:a16="http://schemas.microsoft.com/office/drawing/2014/main" id="{C3D72C8C-49C6-0281-4859-B019B39A6E56}"/>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64604" y="963092"/>
            <a:ext cx="489821" cy="448659"/>
          </a:xfrm>
          <a:prstGeom prst="rect">
            <a:avLst/>
          </a:prstGeom>
        </p:spPr>
      </p:pic>
      <p:pic>
        <p:nvPicPr>
          <p:cNvPr id="99" name="Graphic 98">
            <a:extLst>
              <a:ext uri="{FF2B5EF4-FFF2-40B4-BE49-F238E27FC236}">
                <a16:creationId xmlns:a16="http://schemas.microsoft.com/office/drawing/2014/main" id="{1A982191-8353-FC2F-FDD7-78DB304C1FA2}"/>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4411047" y="1708278"/>
            <a:ext cx="489821" cy="448659"/>
          </a:xfrm>
          <a:prstGeom prst="rect">
            <a:avLst/>
          </a:prstGeom>
        </p:spPr>
      </p:pic>
      <p:pic>
        <p:nvPicPr>
          <p:cNvPr id="100" name="Graphic 99">
            <a:extLst>
              <a:ext uri="{FF2B5EF4-FFF2-40B4-BE49-F238E27FC236}">
                <a16:creationId xmlns:a16="http://schemas.microsoft.com/office/drawing/2014/main" id="{1DE03321-5BE2-9A51-852E-0EA3FD37256A}"/>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664049" y="1720627"/>
            <a:ext cx="469240" cy="423962"/>
          </a:xfrm>
          <a:prstGeom prst="rect">
            <a:avLst/>
          </a:prstGeom>
        </p:spPr>
      </p:pic>
      <p:pic>
        <p:nvPicPr>
          <p:cNvPr id="101" name="Graphic 100">
            <a:extLst>
              <a:ext uri="{FF2B5EF4-FFF2-40B4-BE49-F238E27FC236}">
                <a16:creationId xmlns:a16="http://schemas.microsoft.com/office/drawing/2014/main" id="{CD57BC97-3DE3-E4FE-CE88-C8A3F83958CB}"/>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676397" y="3092838"/>
            <a:ext cx="444543" cy="510401"/>
          </a:xfrm>
          <a:prstGeom prst="rect">
            <a:avLst/>
          </a:prstGeom>
        </p:spPr>
      </p:pic>
      <p:pic>
        <p:nvPicPr>
          <p:cNvPr id="102" name="Graphic 101">
            <a:extLst>
              <a:ext uri="{FF2B5EF4-FFF2-40B4-BE49-F238E27FC236}">
                <a16:creationId xmlns:a16="http://schemas.microsoft.com/office/drawing/2014/main" id="{37D5DD03-44BB-E46A-8516-0DBBCF76F384}"/>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487195" y="3109303"/>
            <a:ext cx="337524" cy="477472"/>
          </a:xfrm>
          <a:prstGeom prst="rect">
            <a:avLst/>
          </a:prstGeom>
        </p:spPr>
      </p:pic>
      <p:pic>
        <p:nvPicPr>
          <p:cNvPr id="103" name="Graphic 102">
            <a:extLst>
              <a:ext uri="{FF2B5EF4-FFF2-40B4-BE49-F238E27FC236}">
                <a16:creationId xmlns:a16="http://schemas.microsoft.com/office/drawing/2014/main" id="{C9045CFD-72EE-B95C-1768-4F7CCBCD6431}"/>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699076" y="2405901"/>
            <a:ext cx="415730" cy="477472"/>
          </a:xfrm>
          <a:prstGeom prst="rect">
            <a:avLst/>
          </a:prstGeom>
        </p:spPr>
      </p:pic>
      <p:pic>
        <p:nvPicPr>
          <p:cNvPr id="104" name="Graphic 103">
            <a:extLst>
              <a:ext uri="{FF2B5EF4-FFF2-40B4-BE49-F238E27FC236}">
                <a16:creationId xmlns:a16="http://schemas.microsoft.com/office/drawing/2014/main" id="{641DC95B-94D0-93EC-175D-91B9AA805AAF}"/>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5174655" y="2405901"/>
            <a:ext cx="477472" cy="477472"/>
          </a:xfrm>
          <a:prstGeom prst="rect">
            <a:avLst/>
          </a:prstGeom>
        </p:spPr>
      </p:pic>
      <p:pic>
        <p:nvPicPr>
          <p:cNvPr id="105" name="Graphic 104">
            <a:extLst>
              <a:ext uri="{FF2B5EF4-FFF2-40B4-BE49-F238E27FC236}">
                <a16:creationId xmlns:a16="http://schemas.microsoft.com/office/drawing/2014/main" id="{371FB407-E0B1-1384-185B-CC86AD25CBB8}"/>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6762877" y="3793421"/>
            <a:ext cx="288130" cy="477473"/>
          </a:xfrm>
          <a:prstGeom prst="rect">
            <a:avLst/>
          </a:prstGeom>
        </p:spPr>
      </p:pic>
      <p:pic>
        <p:nvPicPr>
          <p:cNvPr id="106" name="Graphic 105">
            <a:extLst>
              <a:ext uri="{FF2B5EF4-FFF2-40B4-BE49-F238E27FC236}">
                <a16:creationId xmlns:a16="http://schemas.microsoft.com/office/drawing/2014/main" id="{6E43D996-9C64-DEC8-F9B5-FFD86E9DC832}"/>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174653" y="3113419"/>
            <a:ext cx="477473" cy="469240"/>
          </a:xfrm>
          <a:prstGeom prst="rect">
            <a:avLst/>
          </a:prstGeom>
        </p:spPr>
      </p:pic>
      <p:pic>
        <p:nvPicPr>
          <p:cNvPr id="107" name="Graphic 106">
            <a:extLst>
              <a:ext uri="{FF2B5EF4-FFF2-40B4-BE49-F238E27FC236}">
                <a16:creationId xmlns:a16="http://schemas.microsoft.com/office/drawing/2014/main" id="{F1B11D5C-237C-0222-7036-B0FE67CA2018}"/>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480747" y="2405901"/>
            <a:ext cx="349872" cy="477472"/>
          </a:xfrm>
          <a:prstGeom prst="rect">
            <a:avLst/>
          </a:prstGeom>
        </p:spPr>
      </p:pic>
      <p:pic>
        <p:nvPicPr>
          <p:cNvPr id="108" name="Graphic 107">
            <a:extLst>
              <a:ext uri="{FF2B5EF4-FFF2-40B4-BE49-F238E27FC236}">
                <a16:creationId xmlns:a16="http://schemas.microsoft.com/office/drawing/2014/main" id="{C791F0DC-6BB8-3F56-86F1-E9BA0F975F35}"/>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8158624" y="2389215"/>
            <a:ext cx="423962" cy="465124"/>
          </a:xfrm>
          <a:prstGeom prst="rect">
            <a:avLst/>
          </a:prstGeom>
        </p:spPr>
      </p:pic>
      <p:pic>
        <p:nvPicPr>
          <p:cNvPr id="109" name="Graphic 108">
            <a:extLst>
              <a:ext uri="{FF2B5EF4-FFF2-40B4-BE49-F238E27FC236}">
                <a16:creationId xmlns:a16="http://schemas.microsoft.com/office/drawing/2014/main" id="{D5B74869-4C8B-93FA-771E-5F13963494A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406931" y="2395609"/>
            <a:ext cx="498053" cy="498053"/>
          </a:xfrm>
          <a:prstGeom prst="rect">
            <a:avLst/>
          </a:prstGeom>
        </p:spPr>
      </p:pic>
      <p:pic>
        <p:nvPicPr>
          <p:cNvPr id="110" name="Graphic 109">
            <a:extLst>
              <a:ext uri="{FF2B5EF4-FFF2-40B4-BE49-F238E27FC236}">
                <a16:creationId xmlns:a16="http://schemas.microsoft.com/office/drawing/2014/main" id="{AB947194-764B-F19C-0B50-51AE02825C08}"/>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5948694" y="2407958"/>
            <a:ext cx="448658" cy="473355"/>
          </a:xfrm>
          <a:prstGeom prst="rect">
            <a:avLst/>
          </a:prstGeom>
        </p:spPr>
      </p:pic>
      <p:pic>
        <p:nvPicPr>
          <p:cNvPr id="111" name="Graphic 110">
            <a:extLst>
              <a:ext uri="{FF2B5EF4-FFF2-40B4-BE49-F238E27FC236}">
                <a16:creationId xmlns:a16="http://schemas.microsoft.com/office/drawing/2014/main" id="{13A958AD-584B-3D23-5CE5-7A0E9B6FEC9D}"/>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653759" y="2414132"/>
            <a:ext cx="489820" cy="461007"/>
          </a:xfrm>
          <a:prstGeom prst="rect">
            <a:avLst/>
          </a:prstGeom>
        </p:spPr>
      </p:pic>
      <p:pic>
        <p:nvPicPr>
          <p:cNvPr id="112" name="Graphic 111">
            <a:extLst>
              <a:ext uri="{FF2B5EF4-FFF2-40B4-BE49-F238E27FC236}">
                <a16:creationId xmlns:a16="http://schemas.microsoft.com/office/drawing/2014/main" id="{D59A7027-BDDC-9C6D-2F0D-9710A8A4F052}"/>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5934287" y="3125767"/>
            <a:ext cx="477472" cy="444543"/>
          </a:xfrm>
          <a:prstGeom prst="rect">
            <a:avLst/>
          </a:prstGeom>
        </p:spPr>
      </p:pic>
      <p:pic>
        <p:nvPicPr>
          <p:cNvPr id="113" name="Graphic 112">
            <a:extLst>
              <a:ext uri="{FF2B5EF4-FFF2-40B4-BE49-F238E27FC236}">
                <a16:creationId xmlns:a16="http://schemas.microsoft.com/office/drawing/2014/main" id="{2C0D59D0-552E-D4B8-D864-0B731B579E6A}"/>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399803" y="3164870"/>
            <a:ext cx="477472" cy="366336"/>
          </a:xfrm>
          <a:prstGeom prst="rect">
            <a:avLst/>
          </a:prstGeom>
        </p:spPr>
      </p:pic>
      <p:pic>
        <p:nvPicPr>
          <p:cNvPr id="114" name="Graphic 113">
            <a:extLst>
              <a:ext uri="{FF2B5EF4-FFF2-40B4-BE49-F238E27FC236}">
                <a16:creationId xmlns:a16="http://schemas.microsoft.com/office/drawing/2014/main" id="{B5E3247C-3AC7-A4D7-F21A-F6480C9BCF5C}"/>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8131869" y="3164870"/>
            <a:ext cx="477472" cy="366336"/>
          </a:xfrm>
          <a:prstGeom prst="rect">
            <a:avLst/>
          </a:prstGeom>
        </p:spPr>
      </p:pic>
      <p:pic>
        <p:nvPicPr>
          <p:cNvPr id="115" name="Graphic 114">
            <a:extLst>
              <a:ext uri="{FF2B5EF4-FFF2-40B4-BE49-F238E27FC236}">
                <a16:creationId xmlns:a16="http://schemas.microsoft.com/office/drawing/2014/main" id="{3749CCA5-5CA5-40C2-AA6B-77E3F0BC04AA}"/>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7421952" y="941885"/>
            <a:ext cx="469240" cy="473118"/>
          </a:xfrm>
          <a:prstGeom prst="rect">
            <a:avLst/>
          </a:prstGeom>
        </p:spPr>
      </p:pic>
      <p:pic>
        <p:nvPicPr>
          <p:cNvPr id="116" name="Graphic 115">
            <a:extLst>
              <a:ext uri="{FF2B5EF4-FFF2-40B4-BE49-F238E27FC236}">
                <a16:creationId xmlns:a16="http://schemas.microsoft.com/office/drawing/2014/main" id="{E649997A-ED7F-223F-0B1D-FCDBA9FDA5A3}"/>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665841" y="929831"/>
            <a:ext cx="469240" cy="501883"/>
          </a:xfrm>
          <a:prstGeom prst="rect">
            <a:avLst/>
          </a:prstGeom>
        </p:spPr>
      </p:pic>
      <p:pic>
        <p:nvPicPr>
          <p:cNvPr id="117" name="Graphic 116">
            <a:extLst>
              <a:ext uri="{FF2B5EF4-FFF2-40B4-BE49-F238E27FC236}">
                <a16:creationId xmlns:a16="http://schemas.microsoft.com/office/drawing/2014/main" id="{EE8A29D1-4E7B-786A-9265-833354358304}"/>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3649642" y="944571"/>
            <a:ext cx="485704" cy="485704"/>
          </a:xfrm>
          <a:prstGeom prst="rect">
            <a:avLst/>
          </a:prstGeom>
        </p:spPr>
      </p:pic>
    </p:spTree>
    <p:extLst>
      <p:ext uri="{BB962C8B-B14F-4D97-AF65-F5344CB8AC3E}">
        <p14:creationId xmlns:p14="http://schemas.microsoft.com/office/powerpoint/2010/main" val="5201858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BD9DD-D1F1-96CC-66C3-166E36E394F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EF8EB69-1251-69B9-578F-D77C21C6DC05}"/>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FAC76582-76F6-E338-C4E8-87B1C3A1BFE3}"/>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06050BD0-E729-52DC-FCA3-A0DC8EC2D08E}"/>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4" name="Graphic 3">
            <a:extLst>
              <a:ext uri="{FF2B5EF4-FFF2-40B4-BE49-F238E27FC236}">
                <a16:creationId xmlns:a16="http://schemas.microsoft.com/office/drawing/2014/main" id="{A3B631DE-A1F5-7355-D28F-E1E930DA07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9404" y="3808172"/>
            <a:ext cx="493936" cy="493936"/>
          </a:xfrm>
          <a:prstGeom prst="rect">
            <a:avLst/>
          </a:prstGeom>
        </p:spPr>
      </p:pic>
      <p:pic>
        <p:nvPicPr>
          <p:cNvPr id="5" name="Graphic 4">
            <a:extLst>
              <a:ext uri="{FF2B5EF4-FFF2-40B4-BE49-F238E27FC236}">
                <a16:creationId xmlns:a16="http://schemas.microsoft.com/office/drawing/2014/main" id="{8A8EF3FD-156B-CAA7-F91D-48E23F98B4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55537" y="3787741"/>
            <a:ext cx="502169" cy="502169"/>
          </a:xfrm>
          <a:prstGeom prst="rect">
            <a:avLst/>
          </a:prstGeom>
        </p:spPr>
      </p:pic>
      <p:pic>
        <p:nvPicPr>
          <p:cNvPr id="6" name="Graphic 5">
            <a:extLst>
              <a:ext uri="{FF2B5EF4-FFF2-40B4-BE49-F238E27FC236}">
                <a16:creationId xmlns:a16="http://schemas.microsoft.com/office/drawing/2014/main" id="{3505A87A-BC43-34F2-73C8-1932612FA0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27165" y="3823869"/>
            <a:ext cx="218155" cy="452774"/>
          </a:xfrm>
          <a:prstGeom prst="rect">
            <a:avLst/>
          </a:prstGeom>
        </p:spPr>
      </p:pic>
      <p:pic>
        <p:nvPicPr>
          <p:cNvPr id="7" name="Graphic 6">
            <a:extLst>
              <a:ext uri="{FF2B5EF4-FFF2-40B4-BE49-F238E27FC236}">
                <a16:creationId xmlns:a16="http://schemas.microsoft.com/office/drawing/2014/main" id="{BC306327-505F-159F-1F65-334234273EA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25932" y="3818490"/>
            <a:ext cx="448658" cy="452774"/>
          </a:xfrm>
          <a:prstGeom prst="rect">
            <a:avLst/>
          </a:prstGeom>
        </p:spPr>
      </p:pic>
      <p:pic>
        <p:nvPicPr>
          <p:cNvPr id="8" name="Graphic 7">
            <a:extLst>
              <a:ext uri="{FF2B5EF4-FFF2-40B4-BE49-F238E27FC236}">
                <a16:creationId xmlns:a16="http://schemas.microsoft.com/office/drawing/2014/main" id="{FC241372-FD03-1643-1433-3222AB216AF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84553" y="3074664"/>
            <a:ext cx="423962" cy="481588"/>
          </a:xfrm>
          <a:prstGeom prst="rect">
            <a:avLst/>
          </a:prstGeom>
        </p:spPr>
      </p:pic>
      <p:pic>
        <p:nvPicPr>
          <p:cNvPr id="9" name="Graphic 8">
            <a:extLst>
              <a:ext uri="{FF2B5EF4-FFF2-40B4-BE49-F238E27FC236}">
                <a16:creationId xmlns:a16="http://schemas.microsoft.com/office/drawing/2014/main" id="{9EBD70F9-D198-5CAB-D7F7-D6599A824BE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81411" y="3084495"/>
            <a:ext cx="321059" cy="473355"/>
          </a:xfrm>
          <a:prstGeom prst="rect">
            <a:avLst/>
          </a:prstGeom>
        </p:spPr>
      </p:pic>
      <p:pic>
        <p:nvPicPr>
          <p:cNvPr id="11" name="Graphic 10">
            <a:extLst>
              <a:ext uri="{FF2B5EF4-FFF2-40B4-BE49-F238E27FC236}">
                <a16:creationId xmlns:a16="http://schemas.microsoft.com/office/drawing/2014/main" id="{57888251-179C-B0C8-A723-C2505EA1E90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01813" y="3804055"/>
            <a:ext cx="502169" cy="502169"/>
          </a:xfrm>
          <a:prstGeom prst="rect">
            <a:avLst/>
          </a:prstGeom>
        </p:spPr>
      </p:pic>
      <p:pic>
        <p:nvPicPr>
          <p:cNvPr id="12" name="Graphic 11">
            <a:extLst>
              <a:ext uri="{FF2B5EF4-FFF2-40B4-BE49-F238E27FC236}">
                <a16:creationId xmlns:a16="http://schemas.microsoft.com/office/drawing/2014/main" id="{F4B1808A-ADB7-38EF-DF34-E8E5B5D1F92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096383" y="3092054"/>
            <a:ext cx="510401" cy="432194"/>
          </a:xfrm>
          <a:prstGeom prst="rect">
            <a:avLst/>
          </a:prstGeom>
        </p:spPr>
      </p:pic>
      <p:pic>
        <p:nvPicPr>
          <p:cNvPr id="13" name="Graphic 12">
            <a:extLst>
              <a:ext uri="{FF2B5EF4-FFF2-40B4-BE49-F238E27FC236}">
                <a16:creationId xmlns:a16="http://schemas.microsoft.com/office/drawing/2014/main" id="{54B7B1A3-CF91-5A8A-794D-4739EBD7F02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41077" y="3084351"/>
            <a:ext cx="473355" cy="481588"/>
          </a:xfrm>
          <a:prstGeom prst="rect">
            <a:avLst/>
          </a:prstGeom>
        </p:spPr>
      </p:pic>
      <p:pic>
        <p:nvPicPr>
          <p:cNvPr id="14" name="Graphic 13">
            <a:extLst>
              <a:ext uri="{FF2B5EF4-FFF2-40B4-BE49-F238E27FC236}">
                <a16:creationId xmlns:a16="http://schemas.microsoft.com/office/drawing/2014/main" id="{B794BD8E-27AF-0745-2946-DA64A66FD40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324609" y="3067111"/>
            <a:ext cx="502169" cy="502169"/>
          </a:xfrm>
          <a:prstGeom prst="rect">
            <a:avLst/>
          </a:prstGeom>
        </p:spPr>
      </p:pic>
      <p:pic>
        <p:nvPicPr>
          <p:cNvPr id="15" name="Graphic 14">
            <a:extLst>
              <a:ext uri="{FF2B5EF4-FFF2-40B4-BE49-F238E27FC236}">
                <a16:creationId xmlns:a16="http://schemas.microsoft.com/office/drawing/2014/main" id="{6B71173D-1704-28BC-0BC4-7813ECB509F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55537" y="3122000"/>
            <a:ext cx="493936" cy="386917"/>
          </a:xfrm>
          <a:prstGeom prst="rect">
            <a:avLst/>
          </a:prstGeom>
        </p:spPr>
      </p:pic>
      <p:pic>
        <p:nvPicPr>
          <p:cNvPr id="16" name="Graphic 15">
            <a:extLst>
              <a:ext uri="{FF2B5EF4-FFF2-40B4-BE49-F238E27FC236}">
                <a16:creationId xmlns:a16="http://schemas.microsoft.com/office/drawing/2014/main" id="{6C5A7769-8ECF-2541-EE0D-A9071EE9A12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376770" y="2345734"/>
            <a:ext cx="473357" cy="506285"/>
          </a:xfrm>
          <a:prstGeom prst="rect">
            <a:avLst/>
          </a:prstGeom>
        </p:spPr>
      </p:pic>
      <p:pic>
        <p:nvPicPr>
          <p:cNvPr id="17" name="Graphic 16">
            <a:extLst>
              <a:ext uri="{FF2B5EF4-FFF2-40B4-BE49-F238E27FC236}">
                <a16:creationId xmlns:a16="http://schemas.microsoft.com/office/drawing/2014/main" id="{15657599-F5C4-50DF-6551-E3D406061AB7}"/>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476650" y="3072605"/>
            <a:ext cx="329291" cy="485705"/>
          </a:xfrm>
          <a:prstGeom prst="rect">
            <a:avLst/>
          </a:prstGeom>
        </p:spPr>
      </p:pic>
      <p:pic>
        <p:nvPicPr>
          <p:cNvPr id="18" name="Graphic 17">
            <a:extLst>
              <a:ext uri="{FF2B5EF4-FFF2-40B4-BE49-F238E27FC236}">
                <a16:creationId xmlns:a16="http://schemas.microsoft.com/office/drawing/2014/main" id="{EDE34076-7B6F-C13A-87D0-29899D5308E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653597" y="2362199"/>
            <a:ext cx="452774" cy="473355"/>
          </a:xfrm>
          <a:prstGeom prst="rect">
            <a:avLst/>
          </a:prstGeom>
        </p:spPr>
      </p:pic>
      <p:pic>
        <p:nvPicPr>
          <p:cNvPr id="19" name="Graphic 18">
            <a:extLst>
              <a:ext uri="{FF2B5EF4-FFF2-40B4-BE49-F238E27FC236}">
                <a16:creationId xmlns:a16="http://schemas.microsoft.com/office/drawing/2014/main" id="{6A814446-7AC4-3453-EE37-348026C747DF}"/>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958461" y="2341618"/>
            <a:ext cx="362220" cy="481588"/>
          </a:xfrm>
          <a:prstGeom prst="rect">
            <a:avLst/>
          </a:prstGeom>
        </p:spPr>
      </p:pic>
      <p:pic>
        <p:nvPicPr>
          <p:cNvPr id="20" name="Graphic 19">
            <a:extLst>
              <a:ext uri="{FF2B5EF4-FFF2-40B4-BE49-F238E27FC236}">
                <a16:creationId xmlns:a16="http://schemas.microsoft.com/office/drawing/2014/main" id="{57185061-7114-8FAE-AFC4-95EC27B46BDC}"/>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153739" y="2374547"/>
            <a:ext cx="485705" cy="448659"/>
          </a:xfrm>
          <a:prstGeom prst="rect">
            <a:avLst/>
          </a:prstGeom>
        </p:spPr>
      </p:pic>
      <p:pic>
        <p:nvPicPr>
          <p:cNvPr id="21" name="Graphic 20">
            <a:extLst>
              <a:ext uri="{FF2B5EF4-FFF2-40B4-BE49-F238E27FC236}">
                <a16:creationId xmlns:a16="http://schemas.microsoft.com/office/drawing/2014/main" id="{422F9980-F4A5-45A1-0140-EA965AF18D1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7374471" y="3802148"/>
            <a:ext cx="473355" cy="473355"/>
          </a:xfrm>
          <a:prstGeom prst="rect">
            <a:avLst/>
          </a:prstGeom>
        </p:spPr>
      </p:pic>
      <p:pic>
        <p:nvPicPr>
          <p:cNvPr id="22" name="Graphic 21">
            <a:extLst>
              <a:ext uri="{FF2B5EF4-FFF2-40B4-BE49-F238E27FC236}">
                <a16:creationId xmlns:a16="http://schemas.microsoft.com/office/drawing/2014/main" id="{604DB336-5041-45A7-47F0-7373578D531F}"/>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691165" y="2360141"/>
            <a:ext cx="415730" cy="477472"/>
          </a:xfrm>
          <a:prstGeom prst="rect">
            <a:avLst/>
          </a:prstGeom>
        </p:spPr>
      </p:pic>
      <p:pic>
        <p:nvPicPr>
          <p:cNvPr id="23" name="Graphic 22">
            <a:extLst>
              <a:ext uri="{FF2B5EF4-FFF2-40B4-BE49-F238E27FC236}">
                <a16:creationId xmlns:a16="http://schemas.microsoft.com/office/drawing/2014/main" id="{9B890AEA-285B-0CE8-A896-671DA515DAC0}"/>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5917792" y="1654185"/>
            <a:ext cx="415730" cy="477472"/>
          </a:xfrm>
          <a:prstGeom prst="rect">
            <a:avLst/>
          </a:prstGeom>
        </p:spPr>
      </p:pic>
      <p:pic>
        <p:nvPicPr>
          <p:cNvPr id="24" name="Graphic 23">
            <a:extLst>
              <a:ext uri="{FF2B5EF4-FFF2-40B4-BE49-F238E27FC236}">
                <a16:creationId xmlns:a16="http://schemas.microsoft.com/office/drawing/2014/main" id="{A340CD61-BDD3-26AE-BFBC-F7A9669A2AD7}"/>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410910" y="978069"/>
            <a:ext cx="415730" cy="477472"/>
          </a:xfrm>
          <a:prstGeom prst="rect">
            <a:avLst/>
          </a:prstGeom>
        </p:spPr>
      </p:pic>
      <p:pic>
        <p:nvPicPr>
          <p:cNvPr id="25" name="Graphic 24">
            <a:extLst>
              <a:ext uri="{FF2B5EF4-FFF2-40B4-BE49-F238E27FC236}">
                <a16:creationId xmlns:a16="http://schemas.microsoft.com/office/drawing/2014/main" id="{D90E1F4F-1D2A-3928-D9A9-BC7D91A79823}"/>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439245" y="978069"/>
            <a:ext cx="415730" cy="477472"/>
          </a:xfrm>
          <a:prstGeom prst="rect">
            <a:avLst/>
          </a:prstGeom>
        </p:spPr>
      </p:pic>
      <p:pic>
        <p:nvPicPr>
          <p:cNvPr id="63" name="Graphic 62">
            <a:extLst>
              <a:ext uri="{FF2B5EF4-FFF2-40B4-BE49-F238E27FC236}">
                <a16:creationId xmlns:a16="http://schemas.microsoft.com/office/drawing/2014/main" id="{DDF6E2C8-D31F-0418-4339-43D2F510AF25}"/>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696329" y="1654185"/>
            <a:ext cx="415730" cy="477472"/>
          </a:xfrm>
          <a:prstGeom prst="rect">
            <a:avLst/>
          </a:prstGeom>
        </p:spPr>
      </p:pic>
      <p:pic>
        <p:nvPicPr>
          <p:cNvPr id="64" name="Graphic 63">
            <a:extLst>
              <a:ext uri="{FF2B5EF4-FFF2-40B4-BE49-F238E27FC236}">
                <a16:creationId xmlns:a16="http://schemas.microsoft.com/office/drawing/2014/main" id="{E16212C0-6226-6FEA-A76E-B5ADC4B5F924}"/>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925078" y="978069"/>
            <a:ext cx="415730" cy="477472"/>
          </a:xfrm>
          <a:prstGeom prst="rect">
            <a:avLst/>
          </a:prstGeom>
        </p:spPr>
      </p:pic>
      <p:pic>
        <p:nvPicPr>
          <p:cNvPr id="65" name="Graphic 64">
            <a:extLst>
              <a:ext uri="{FF2B5EF4-FFF2-40B4-BE49-F238E27FC236}">
                <a16:creationId xmlns:a16="http://schemas.microsoft.com/office/drawing/2014/main" id="{FA8FDA8B-900D-BB65-D5B3-27022155A065}"/>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696329" y="978069"/>
            <a:ext cx="415730" cy="477472"/>
          </a:xfrm>
          <a:prstGeom prst="rect">
            <a:avLst/>
          </a:prstGeom>
        </p:spPr>
      </p:pic>
      <p:pic>
        <p:nvPicPr>
          <p:cNvPr id="66" name="Graphic 65">
            <a:extLst>
              <a:ext uri="{FF2B5EF4-FFF2-40B4-BE49-F238E27FC236}">
                <a16:creationId xmlns:a16="http://schemas.microsoft.com/office/drawing/2014/main" id="{C379F683-8098-19CC-D040-2C1AA9670F15}"/>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182162" y="978069"/>
            <a:ext cx="415730" cy="477472"/>
          </a:xfrm>
          <a:prstGeom prst="rect">
            <a:avLst/>
          </a:prstGeom>
        </p:spPr>
      </p:pic>
      <p:pic>
        <p:nvPicPr>
          <p:cNvPr id="67" name="Graphic 66">
            <a:extLst>
              <a:ext uri="{FF2B5EF4-FFF2-40B4-BE49-F238E27FC236}">
                <a16:creationId xmlns:a16="http://schemas.microsoft.com/office/drawing/2014/main" id="{29C5AEB8-44AC-B414-914F-DB104D20338B}"/>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658280" y="1654185"/>
            <a:ext cx="415730" cy="477472"/>
          </a:xfrm>
          <a:prstGeom prst="rect">
            <a:avLst/>
          </a:prstGeom>
        </p:spPr>
      </p:pic>
      <p:pic>
        <p:nvPicPr>
          <p:cNvPr id="68" name="Graphic 67">
            <a:extLst>
              <a:ext uri="{FF2B5EF4-FFF2-40B4-BE49-F238E27FC236}">
                <a16:creationId xmlns:a16="http://schemas.microsoft.com/office/drawing/2014/main" id="{992132D3-838A-4A68-DA29-FB30854C135E}"/>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436817" y="1654185"/>
            <a:ext cx="415730" cy="477472"/>
          </a:xfrm>
          <a:prstGeom prst="rect">
            <a:avLst/>
          </a:prstGeom>
        </p:spPr>
      </p:pic>
      <p:pic>
        <p:nvPicPr>
          <p:cNvPr id="69" name="Graphic 68">
            <a:extLst>
              <a:ext uri="{FF2B5EF4-FFF2-40B4-BE49-F238E27FC236}">
                <a16:creationId xmlns:a16="http://schemas.microsoft.com/office/drawing/2014/main" id="{8B911C7B-D6AA-20B9-B2CF-7124EF8E946C}"/>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4405869" y="2360141"/>
            <a:ext cx="477472" cy="477472"/>
          </a:xfrm>
          <a:prstGeom prst="rect">
            <a:avLst/>
          </a:prstGeom>
        </p:spPr>
      </p:pic>
      <p:pic>
        <p:nvPicPr>
          <p:cNvPr id="70" name="Graphic 69">
            <a:extLst>
              <a:ext uri="{FF2B5EF4-FFF2-40B4-BE49-F238E27FC236}">
                <a16:creationId xmlns:a16="http://schemas.microsoft.com/office/drawing/2014/main" id="{9473BCA6-1D4A-13E6-A7E2-B03F93547301}"/>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8153826" y="978069"/>
            <a:ext cx="415730" cy="477472"/>
          </a:xfrm>
          <a:prstGeom prst="rect">
            <a:avLst/>
          </a:prstGeom>
        </p:spPr>
      </p:pic>
      <p:pic>
        <p:nvPicPr>
          <p:cNvPr id="71" name="Graphic 70">
            <a:extLst>
              <a:ext uri="{FF2B5EF4-FFF2-40B4-BE49-F238E27FC236}">
                <a16:creationId xmlns:a16="http://schemas.microsoft.com/office/drawing/2014/main" id="{FDAA586B-6C6A-D17B-E916-9E9CDEB20242}"/>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8139255" y="1654185"/>
            <a:ext cx="415730" cy="477472"/>
          </a:xfrm>
          <a:prstGeom prst="rect">
            <a:avLst/>
          </a:prstGeom>
        </p:spPr>
      </p:pic>
      <p:pic>
        <p:nvPicPr>
          <p:cNvPr id="72" name="Graphic 71">
            <a:extLst>
              <a:ext uri="{FF2B5EF4-FFF2-40B4-BE49-F238E27FC236}">
                <a16:creationId xmlns:a16="http://schemas.microsoft.com/office/drawing/2014/main" id="{6364BB96-FF04-03A7-BE1A-4694AABBB77E}"/>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8115525" y="2374547"/>
            <a:ext cx="483546" cy="483546"/>
          </a:xfrm>
          <a:prstGeom prst="rect">
            <a:avLst/>
          </a:prstGeom>
        </p:spPr>
      </p:pic>
      <p:pic>
        <p:nvPicPr>
          <p:cNvPr id="73" name="Graphic 72">
            <a:extLst>
              <a:ext uri="{FF2B5EF4-FFF2-40B4-BE49-F238E27FC236}">
                <a16:creationId xmlns:a16="http://schemas.microsoft.com/office/drawing/2014/main" id="{4EACC55A-1673-064F-C718-70B1512F4837}"/>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7398768" y="1654185"/>
            <a:ext cx="415730" cy="477472"/>
          </a:xfrm>
          <a:prstGeom prst="rect">
            <a:avLst/>
          </a:prstGeom>
        </p:spPr>
      </p:pic>
      <p:pic>
        <p:nvPicPr>
          <p:cNvPr id="74" name="Graphic 73">
            <a:extLst>
              <a:ext uri="{FF2B5EF4-FFF2-40B4-BE49-F238E27FC236}">
                <a16:creationId xmlns:a16="http://schemas.microsoft.com/office/drawing/2014/main" id="{E3BE66F7-ED7D-D371-4E48-7CCA4EA1AFF1}"/>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667994" y="978069"/>
            <a:ext cx="415730" cy="477472"/>
          </a:xfrm>
          <a:prstGeom prst="rect">
            <a:avLst/>
          </a:prstGeom>
        </p:spPr>
      </p:pic>
      <p:pic>
        <p:nvPicPr>
          <p:cNvPr id="75" name="Graphic 74">
            <a:extLst>
              <a:ext uri="{FF2B5EF4-FFF2-40B4-BE49-F238E27FC236}">
                <a16:creationId xmlns:a16="http://schemas.microsoft.com/office/drawing/2014/main" id="{A7ACA1A2-EC54-868C-CFDE-AAF2C4A0AA24}"/>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177305" y="1654185"/>
            <a:ext cx="415730" cy="477472"/>
          </a:xfrm>
          <a:prstGeom prst="rect">
            <a:avLst/>
          </a:prstGeom>
        </p:spPr>
      </p:pic>
      <p:pic>
        <p:nvPicPr>
          <p:cNvPr id="76" name="Graphic 75">
            <a:extLst>
              <a:ext uri="{FF2B5EF4-FFF2-40B4-BE49-F238E27FC236}">
                <a16:creationId xmlns:a16="http://schemas.microsoft.com/office/drawing/2014/main" id="{21B0901C-EB23-3F21-CB36-711870F8FE57}"/>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5152822" y="3813340"/>
            <a:ext cx="502169" cy="502169"/>
          </a:xfrm>
          <a:prstGeom prst="rect">
            <a:avLst/>
          </a:prstGeom>
        </p:spPr>
      </p:pic>
    </p:spTree>
    <p:extLst>
      <p:ext uri="{BB962C8B-B14F-4D97-AF65-F5344CB8AC3E}">
        <p14:creationId xmlns:p14="http://schemas.microsoft.com/office/powerpoint/2010/main" val="2877093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D931-59DA-11BB-DE60-C51CDA6C6E6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4B4E85F-BC9A-E43F-8638-F2E0E8704AEB}"/>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4565D578-5483-B84E-A07A-C1F6438DDAC9}"/>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709AC3B9-5F64-812F-A346-96DDEDC406D4}"/>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General Icons</a:t>
            </a:r>
            <a:endParaRPr lang="en-US" sz="3203" dirty="0"/>
          </a:p>
        </p:txBody>
      </p:sp>
      <p:pic>
        <p:nvPicPr>
          <p:cNvPr id="26" name="Graphic 25">
            <a:extLst>
              <a:ext uri="{FF2B5EF4-FFF2-40B4-BE49-F238E27FC236}">
                <a16:creationId xmlns:a16="http://schemas.microsoft.com/office/drawing/2014/main" id="{B7E7B56B-BB7B-8615-D65E-5F9C30172F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8693" y="973150"/>
            <a:ext cx="411614" cy="477472"/>
          </a:xfrm>
          <a:prstGeom prst="rect">
            <a:avLst/>
          </a:prstGeom>
        </p:spPr>
      </p:pic>
      <p:pic>
        <p:nvPicPr>
          <p:cNvPr id="27" name="Graphic 26">
            <a:extLst>
              <a:ext uri="{FF2B5EF4-FFF2-40B4-BE49-F238E27FC236}">
                <a16:creationId xmlns:a16="http://schemas.microsoft.com/office/drawing/2014/main" id="{40A374EB-F388-7144-8D15-E99D4BD4C3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6486" y="1710832"/>
            <a:ext cx="489821" cy="391034"/>
          </a:xfrm>
          <a:prstGeom prst="rect">
            <a:avLst/>
          </a:prstGeom>
        </p:spPr>
      </p:pic>
      <p:pic>
        <p:nvPicPr>
          <p:cNvPr id="28" name="Graphic 27">
            <a:extLst>
              <a:ext uri="{FF2B5EF4-FFF2-40B4-BE49-F238E27FC236}">
                <a16:creationId xmlns:a16="http://schemas.microsoft.com/office/drawing/2014/main" id="{B17D8D88-FFD7-FD94-9459-13D4A4EC80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15034" y="1675846"/>
            <a:ext cx="489820" cy="461007"/>
          </a:xfrm>
          <a:prstGeom prst="rect">
            <a:avLst/>
          </a:prstGeom>
        </p:spPr>
      </p:pic>
      <p:pic>
        <p:nvPicPr>
          <p:cNvPr id="29" name="Graphic 28">
            <a:extLst>
              <a:ext uri="{FF2B5EF4-FFF2-40B4-BE49-F238E27FC236}">
                <a16:creationId xmlns:a16="http://schemas.microsoft.com/office/drawing/2014/main" id="{46236256-01B7-9C78-ABFB-E49E70C042D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54302" y="1012254"/>
            <a:ext cx="461007" cy="399265"/>
          </a:xfrm>
          <a:prstGeom prst="rect">
            <a:avLst/>
          </a:prstGeom>
        </p:spPr>
      </p:pic>
      <p:pic>
        <p:nvPicPr>
          <p:cNvPr id="30" name="Graphic 29">
            <a:extLst>
              <a:ext uri="{FF2B5EF4-FFF2-40B4-BE49-F238E27FC236}">
                <a16:creationId xmlns:a16="http://schemas.microsoft.com/office/drawing/2014/main" id="{ABBF4477-BEB2-EF2A-7CE9-5BEA3F6518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49370" y="1659382"/>
            <a:ext cx="415730" cy="493936"/>
          </a:xfrm>
          <a:prstGeom prst="rect">
            <a:avLst/>
          </a:prstGeom>
        </p:spPr>
      </p:pic>
      <p:pic>
        <p:nvPicPr>
          <p:cNvPr id="31" name="Graphic 30">
            <a:extLst>
              <a:ext uri="{FF2B5EF4-FFF2-40B4-BE49-F238E27FC236}">
                <a16:creationId xmlns:a16="http://schemas.microsoft.com/office/drawing/2014/main" id="{2960B682-6EDB-009E-4F40-CBB7C388B43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48393" y="1669672"/>
            <a:ext cx="395149" cy="473355"/>
          </a:xfrm>
          <a:prstGeom prst="rect">
            <a:avLst/>
          </a:prstGeom>
        </p:spPr>
      </p:pic>
      <p:pic>
        <p:nvPicPr>
          <p:cNvPr id="32" name="Graphic 31">
            <a:extLst>
              <a:ext uri="{FF2B5EF4-FFF2-40B4-BE49-F238E27FC236}">
                <a16:creationId xmlns:a16="http://schemas.microsoft.com/office/drawing/2014/main" id="{6711881C-EF90-C3F9-0F96-B9C2BABFAF6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634587" y="1754053"/>
            <a:ext cx="502168" cy="304594"/>
          </a:xfrm>
          <a:prstGeom prst="rect">
            <a:avLst/>
          </a:prstGeom>
        </p:spPr>
      </p:pic>
      <p:pic>
        <p:nvPicPr>
          <p:cNvPr id="33" name="Graphic 32">
            <a:extLst>
              <a:ext uri="{FF2B5EF4-FFF2-40B4-BE49-F238E27FC236}">
                <a16:creationId xmlns:a16="http://schemas.microsoft.com/office/drawing/2014/main" id="{5CFCC744-9B64-3AD1-0507-1A3086E0047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38034" y="1677904"/>
            <a:ext cx="493937" cy="456891"/>
          </a:xfrm>
          <a:prstGeom prst="rect">
            <a:avLst/>
          </a:prstGeom>
        </p:spPr>
      </p:pic>
      <p:pic>
        <p:nvPicPr>
          <p:cNvPr id="34" name="Graphic 33">
            <a:extLst>
              <a:ext uri="{FF2B5EF4-FFF2-40B4-BE49-F238E27FC236}">
                <a16:creationId xmlns:a16="http://schemas.microsoft.com/office/drawing/2014/main" id="{BB01FC08-2A05-B9FA-460C-6A7E41ECB78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119589" y="1719066"/>
            <a:ext cx="489821" cy="374569"/>
          </a:xfrm>
          <a:prstGeom prst="rect">
            <a:avLst/>
          </a:prstGeom>
        </p:spPr>
      </p:pic>
      <p:pic>
        <p:nvPicPr>
          <p:cNvPr id="35" name="Graphic 34">
            <a:extLst>
              <a:ext uri="{FF2B5EF4-FFF2-40B4-BE49-F238E27FC236}">
                <a16:creationId xmlns:a16="http://schemas.microsoft.com/office/drawing/2014/main" id="{23A6B114-F4B3-BE2F-99ED-0FFFBD20432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726105" y="2355415"/>
            <a:ext cx="308710" cy="493937"/>
          </a:xfrm>
          <a:prstGeom prst="rect">
            <a:avLst/>
          </a:prstGeom>
        </p:spPr>
      </p:pic>
      <p:pic>
        <p:nvPicPr>
          <p:cNvPr id="36" name="Graphic 35">
            <a:extLst>
              <a:ext uri="{FF2B5EF4-FFF2-40B4-BE49-F238E27FC236}">
                <a16:creationId xmlns:a16="http://schemas.microsoft.com/office/drawing/2014/main" id="{4A2D4398-37B2-B8DA-FD1D-C76C6BBB546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66437" y="2343985"/>
            <a:ext cx="440426" cy="489820"/>
          </a:xfrm>
          <a:prstGeom prst="rect">
            <a:avLst/>
          </a:prstGeom>
        </p:spPr>
      </p:pic>
      <p:pic>
        <p:nvPicPr>
          <p:cNvPr id="37" name="Graphic 36">
            <a:extLst>
              <a:ext uri="{FF2B5EF4-FFF2-40B4-BE49-F238E27FC236}">
                <a16:creationId xmlns:a16="http://schemas.microsoft.com/office/drawing/2014/main" id="{4B19F148-A38C-128A-EB55-3C52DD18C2F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698457" y="981383"/>
            <a:ext cx="461007" cy="461007"/>
          </a:xfrm>
          <a:prstGeom prst="rect">
            <a:avLst/>
          </a:prstGeom>
        </p:spPr>
      </p:pic>
      <p:pic>
        <p:nvPicPr>
          <p:cNvPr id="38" name="Graphic 37">
            <a:extLst>
              <a:ext uri="{FF2B5EF4-FFF2-40B4-BE49-F238E27FC236}">
                <a16:creationId xmlns:a16="http://schemas.microsoft.com/office/drawing/2014/main" id="{A16B2107-C7E1-375C-B46F-A986C7B179C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938496" y="977267"/>
            <a:ext cx="465124" cy="469240"/>
          </a:xfrm>
          <a:prstGeom prst="rect">
            <a:avLst/>
          </a:prstGeom>
        </p:spPr>
      </p:pic>
      <p:pic>
        <p:nvPicPr>
          <p:cNvPr id="39" name="Graphic 38">
            <a:extLst>
              <a:ext uri="{FF2B5EF4-FFF2-40B4-BE49-F238E27FC236}">
                <a16:creationId xmlns:a16="http://schemas.microsoft.com/office/drawing/2014/main" id="{7AF9E7E0-B5E9-C5CC-4FF9-8BCCC5BEE4E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186767" y="1026660"/>
            <a:ext cx="456891" cy="370453"/>
          </a:xfrm>
          <a:prstGeom prst="rect">
            <a:avLst/>
          </a:prstGeom>
        </p:spPr>
      </p:pic>
      <p:pic>
        <p:nvPicPr>
          <p:cNvPr id="40" name="Graphic 39">
            <a:extLst>
              <a:ext uri="{FF2B5EF4-FFF2-40B4-BE49-F238E27FC236}">
                <a16:creationId xmlns:a16="http://schemas.microsoft.com/office/drawing/2014/main" id="{11A81D5C-82DD-CABA-2BE5-4535599B2550}"/>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70960" y="3133018"/>
            <a:ext cx="493937" cy="411614"/>
          </a:xfrm>
          <a:prstGeom prst="rect">
            <a:avLst/>
          </a:prstGeom>
        </p:spPr>
      </p:pic>
      <p:pic>
        <p:nvPicPr>
          <p:cNvPr id="41" name="Graphic 40">
            <a:extLst>
              <a:ext uri="{FF2B5EF4-FFF2-40B4-BE49-F238E27FC236}">
                <a16:creationId xmlns:a16="http://schemas.microsoft.com/office/drawing/2014/main" id="{02AC64C9-7BFA-97E8-0B7F-83B4B0D00C09}"/>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417300" y="3059681"/>
            <a:ext cx="411614" cy="493936"/>
          </a:xfrm>
          <a:prstGeom prst="rect">
            <a:avLst/>
          </a:prstGeom>
        </p:spPr>
      </p:pic>
      <p:pic>
        <p:nvPicPr>
          <p:cNvPr id="42" name="Graphic 41">
            <a:extLst>
              <a:ext uri="{FF2B5EF4-FFF2-40B4-BE49-F238E27FC236}">
                <a16:creationId xmlns:a16="http://schemas.microsoft.com/office/drawing/2014/main" id="{B40755B8-482D-ABFF-7B86-E2BEF969391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940914" y="2375152"/>
            <a:ext cx="436310" cy="493936"/>
          </a:xfrm>
          <a:prstGeom prst="rect">
            <a:avLst/>
          </a:prstGeom>
        </p:spPr>
      </p:pic>
      <p:pic>
        <p:nvPicPr>
          <p:cNvPr id="43" name="Graphic 42">
            <a:extLst>
              <a:ext uri="{FF2B5EF4-FFF2-40B4-BE49-F238E27FC236}">
                <a16:creationId xmlns:a16="http://schemas.microsoft.com/office/drawing/2014/main" id="{93384D4A-4D18-3C58-AFAF-A08E262C940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5172374" y="2382703"/>
            <a:ext cx="448659" cy="444543"/>
          </a:xfrm>
          <a:prstGeom prst="rect">
            <a:avLst/>
          </a:prstGeom>
        </p:spPr>
      </p:pic>
      <p:pic>
        <p:nvPicPr>
          <p:cNvPr id="44" name="Graphic 43">
            <a:extLst>
              <a:ext uri="{FF2B5EF4-FFF2-40B4-BE49-F238E27FC236}">
                <a16:creationId xmlns:a16="http://schemas.microsoft.com/office/drawing/2014/main" id="{BC373F8D-CE4E-A7FC-9A01-6D1D88E34109}"/>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411453" y="2377210"/>
            <a:ext cx="456891" cy="489820"/>
          </a:xfrm>
          <a:prstGeom prst="rect">
            <a:avLst/>
          </a:prstGeom>
        </p:spPr>
      </p:pic>
      <p:pic>
        <p:nvPicPr>
          <p:cNvPr id="45" name="Graphic 44">
            <a:extLst>
              <a:ext uri="{FF2B5EF4-FFF2-40B4-BE49-F238E27FC236}">
                <a16:creationId xmlns:a16="http://schemas.microsoft.com/office/drawing/2014/main" id="{92B32E68-5C67-369D-EC0F-FB85A0888F83}"/>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8125362" y="2397790"/>
            <a:ext cx="481588" cy="448659"/>
          </a:xfrm>
          <a:prstGeom prst="rect">
            <a:avLst/>
          </a:prstGeom>
        </p:spPr>
      </p:pic>
      <p:pic>
        <p:nvPicPr>
          <p:cNvPr id="46" name="Graphic 45">
            <a:extLst>
              <a:ext uri="{FF2B5EF4-FFF2-40B4-BE49-F238E27FC236}">
                <a16:creationId xmlns:a16="http://schemas.microsoft.com/office/drawing/2014/main" id="{24D50B0E-DC7A-F8FA-651B-151B9F34ECC6}"/>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689754" y="2416739"/>
            <a:ext cx="465123" cy="461007"/>
          </a:xfrm>
          <a:prstGeom prst="rect">
            <a:avLst/>
          </a:prstGeom>
        </p:spPr>
      </p:pic>
      <p:pic>
        <p:nvPicPr>
          <p:cNvPr id="47" name="Graphic 46">
            <a:extLst>
              <a:ext uri="{FF2B5EF4-FFF2-40B4-BE49-F238E27FC236}">
                <a16:creationId xmlns:a16="http://schemas.microsoft.com/office/drawing/2014/main" id="{A3663335-4604-8B21-FBB0-6B68BDD5FFAF}"/>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679194" y="989615"/>
            <a:ext cx="477472" cy="444543"/>
          </a:xfrm>
          <a:prstGeom prst="rect">
            <a:avLst/>
          </a:prstGeom>
        </p:spPr>
      </p:pic>
      <p:pic>
        <p:nvPicPr>
          <p:cNvPr id="48" name="Graphic 47">
            <a:extLst>
              <a:ext uri="{FF2B5EF4-FFF2-40B4-BE49-F238E27FC236}">
                <a16:creationId xmlns:a16="http://schemas.microsoft.com/office/drawing/2014/main" id="{23C551EC-4C46-6EB7-2A0E-4B76DAB443E6}"/>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471824" y="955354"/>
            <a:ext cx="362219" cy="473355"/>
          </a:xfrm>
          <a:prstGeom prst="rect">
            <a:avLst/>
          </a:prstGeom>
        </p:spPr>
      </p:pic>
    </p:spTree>
    <p:extLst>
      <p:ext uri="{BB962C8B-B14F-4D97-AF65-F5344CB8AC3E}">
        <p14:creationId xmlns:p14="http://schemas.microsoft.com/office/powerpoint/2010/main" val="305757216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dirty="0"/>
              <a:t>Animal </a:t>
            </a:r>
            <a:br>
              <a:rPr lang="en-US" dirty="0"/>
            </a:br>
            <a:r>
              <a:rPr lang="en-US" dirty="0"/>
              <a:t>Icons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dirty="0"/>
              <a:t>ICONS</a:t>
            </a:r>
          </a:p>
        </p:txBody>
      </p:sp>
      <p:sp>
        <p:nvSpPr>
          <p:cNvPr id="51" name="Text Placeholder 11">
            <a:extLst>
              <a:ext uri="{FF2B5EF4-FFF2-40B4-BE49-F238E27FC236}">
                <a16:creationId xmlns:a16="http://schemas.microsoft.com/office/drawing/2014/main" id="{1D76E5E4-CC86-4033-BF89-819AEA357B17}"/>
              </a:ext>
            </a:extLst>
          </p:cNvPr>
          <p:cNvSpPr>
            <a:spLocks noGrp="1"/>
          </p:cNvSpPr>
          <p:nvPr>
            <p:ph type="body" sz="quarter" idx="17"/>
          </p:nvPr>
        </p:nvSpPr>
        <p:spPr>
          <a:xfrm>
            <a:off x="336948" y="1803797"/>
            <a:ext cx="2245299" cy="409575"/>
          </a:xfrm>
        </p:spPr>
        <p:txBody>
          <a:bodyPr/>
          <a:lstStyle/>
          <a:p>
            <a:r>
              <a:rPr lang="en-US" dirty="0"/>
              <a:t>Copy &amp; paste these icons into your PPT document.</a:t>
            </a:r>
          </a:p>
          <a:p>
            <a:endParaRPr lang="en-US" dirty="0"/>
          </a:p>
          <a:p>
            <a:r>
              <a:rPr lang="en-US" dirty="0"/>
              <a:t>Icons can be used in Zoetis orange and white.</a:t>
            </a:r>
          </a:p>
          <a:p>
            <a:endParaRPr lang="en-US" dirty="0"/>
          </a:p>
          <a:p>
            <a:r>
              <a:rPr lang="en-US" dirty="0"/>
              <a:t>When scaling icons, allow the line weight to adjust automatically.</a:t>
            </a:r>
          </a:p>
        </p:txBody>
      </p:sp>
      <p:pic>
        <p:nvPicPr>
          <p:cNvPr id="52" name="Graphic 51">
            <a:extLst>
              <a:ext uri="{FF2B5EF4-FFF2-40B4-BE49-F238E27FC236}">
                <a16:creationId xmlns:a16="http://schemas.microsoft.com/office/drawing/2014/main" id="{8F633599-3559-4FAE-AFDB-FD92B80447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2457" y="2029582"/>
            <a:ext cx="535296" cy="535296"/>
          </a:xfrm>
          <a:prstGeom prst="rect">
            <a:avLst/>
          </a:prstGeom>
        </p:spPr>
      </p:pic>
      <p:pic>
        <p:nvPicPr>
          <p:cNvPr id="53" name="Graphic 52">
            <a:extLst>
              <a:ext uri="{FF2B5EF4-FFF2-40B4-BE49-F238E27FC236}">
                <a16:creationId xmlns:a16="http://schemas.microsoft.com/office/drawing/2014/main" id="{6B1FDFF3-1735-4C0A-A7C5-EA19417EB9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70345" y="1306988"/>
            <a:ext cx="535296" cy="535296"/>
          </a:xfrm>
          <a:prstGeom prst="rect">
            <a:avLst/>
          </a:prstGeom>
        </p:spPr>
      </p:pic>
      <p:pic>
        <p:nvPicPr>
          <p:cNvPr id="54" name="Graphic 53">
            <a:extLst>
              <a:ext uri="{FF2B5EF4-FFF2-40B4-BE49-F238E27FC236}">
                <a16:creationId xmlns:a16="http://schemas.microsoft.com/office/drawing/2014/main" id="{9E7BCAB1-E8CA-4147-8BE2-F835EA0BE3D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83868" y="1306988"/>
            <a:ext cx="535296" cy="535296"/>
          </a:xfrm>
          <a:prstGeom prst="rect">
            <a:avLst/>
          </a:prstGeom>
        </p:spPr>
      </p:pic>
      <p:pic>
        <p:nvPicPr>
          <p:cNvPr id="55" name="Graphic 54">
            <a:extLst>
              <a:ext uri="{FF2B5EF4-FFF2-40B4-BE49-F238E27FC236}">
                <a16:creationId xmlns:a16="http://schemas.microsoft.com/office/drawing/2014/main" id="{92AF69B7-15FC-4F8F-9901-0D39ABBCA2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31614" y="1306988"/>
            <a:ext cx="535296" cy="535296"/>
          </a:xfrm>
          <a:prstGeom prst="rect">
            <a:avLst/>
          </a:prstGeom>
        </p:spPr>
      </p:pic>
      <p:pic>
        <p:nvPicPr>
          <p:cNvPr id="56" name="Graphic 55">
            <a:extLst>
              <a:ext uri="{FF2B5EF4-FFF2-40B4-BE49-F238E27FC236}">
                <a16:creationId xmlns:a16="http://schemas.microsoft.com/office/drawing/2014/main" id="{C2A5367F-288C-45F8-944B-6CFA47D8EB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079360" y="1306988"/>
            <a:ext cx="535296" cy="535296"/>
          </a:xfrm>
          <a:prstGeom prst="rect">
            <a:avLst/>
          </a:prstGeom>
        </p:spPr>
      </p:pic>
      <p:pic>
        <p:nvPicPr>
          <p:cNvPr id="57" name="Graphic 56">
            <a:extLst>
              <a:ext uri="{FF2B5EF4-FFF2-40B4-BE49-F238E27FC236}">
                <a16:creationId xmlns:a16="http://schemas.microsoft.com/office/drawing/2014/main" id="{FF514D87-253C-4F55-8874-9046A36930E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27106" y="1306988"/>
            <a:ext cx="535296" cy="535296"/>
          </a:xfrm>
          <a:prstGeom prst="rect">
            <a:avLst/>
          </a:prstGeom>
        </p:spPr>
      </p:pic>
      <p:pic>
        <p:nvPicPr>
          <p:cNvPr id="58" name="Graphic 57">
            <a:extLst>
              <a:ext uri="{FF2B5EF4-FFF2-40B4-BE49-F238E27FC236}">
                <a16:creationId xmlns:a16="http://schemas.microsoft.com/office/drawing/2014/main" id="{EDE0D5B3-721B-487E-88B3-A5B0621418F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112185" y="3410840"/>
            <a:ext cx="535296" cy="535296"/>
          </a:xfrm>
          <a:prstGeom prst="rect">
            <a:avLst/>
          </a:prstGeom>
        </p:spPr>
      </p:pic>
      <p:pic>
        <p:nvPicPr>
          <p:cNvPr id="59" name="Graphic 58">
            <a:extLst>
              <a:ext uri="{FF2B5EF4-FFF2-40B4-BE49-F238E27FC236}">
                <a16:creationId xmlns:a16="http://schemas.microsoft.com/office/drawing/2014/main" id="{06093B15-3A7A-4EC2-9518-FF22FE3CA8A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583868" y="2752176"/>
            <a:ext cx="535296" cy="535296"/>
          </a:xfrm>
          <a:prstGeom prst="rect">
            <a:avLst/>
          </a:prstGeom>
        </p:spPr>
      </p:pic>
      <p:pic>
        <p:nvPicPr>
          <p:cNvPr id="60" name="Graphic 59">
            <a:extLst>
              <a:ext uri="{FF2B5EF4-FFF2-40B4-BE49-F238E27FC236}">
                <a16:creationId xmlns:a16="http://schemas.microsoft.com/office/drawing/2014/main" id="{9353A216-7F43-4850-A96C-9A981DF3E22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850648" y="3410840"/>
            <a:ext cx="535296" cy="535296"/>
          </a:xfrm>
          <a:prstGeom prst="rect">
            <a:avLst/>
          </a:prstGeom>
        </p:spPr>
      </p:pic>
      <p:pic>
        <p:nvPicPr>
          <p:cNvPr id="61" name="Graphic 60">
            <a:extLst>
              <a:ext uri="{FF2B5EF4-FFF2-40B4-BE49-F238E27FC236}">
                <a16:creationId xmlns:a16="http://schemas.microsoft.com/office/drawing/2014/main" id="{DFF7E42A-7F05-4867-B917-0DDADBD293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314427" y="2685352"/>
            <a:ext cx="605016" cy="605015"/>
          </a:xfrm>
          <a:prstGeom prst="rect">
            <a:avLst/>
          </a:prstGeom>
        </p:spPr>
      </p:pic>
      <p:pic>
        <p:nvPicPr>
          <p:cNvPr id="62" name="Graphic 61">
            <a:extLst>
              <a:ext uri="{FF2B5EF4-FFF2-40B4-BE49-F238E27FC236}">
                <a16:creationId xmlns:a16="http://schemas.microsoft.com/office/drawing/2014/main" id="{E7CD8FDA-A272-4D82-BD9E-4190952883A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085667" y="2700311"/>
            <a:ext cx="589409" cy="589407"/>
          </a:xfrm>
          <a:prstGeom prst="rect">
            <a:avLst/>
          </a:prstGeom>
        </p:spPr>
      </p:pic>
      <p:pic>
        <p:nvPicPr>
          <p:cNvPr id="63" name="Graphic 62">
            <a:extLst>
              <a:ext uri="{FF2B5EF4-FFF2-40B4-BE49-F238E27FC236}">
                <a16:creationId xmlns:a16="http://schemas.microsoft.com/office/drawing/2014/main" id="{708A68FF-33C2-451A-A3C6-A9028752EA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070345" y="2029582"/>
            <a:ext cx="535296" cy="535296"/>
          </a:xfrm>
          <a:prstGeom prst="rect">
            <a:avLst/>
          </a:prstGeom>
        </p:spPr>
      </p:pic>
      <p:pic>
        <p:nvPicPr>
          <p:cNvPr id="64" name="Graphic 63">
            <a:extLst>
              <a:ext uri="{FF2B5EF4-FFF2-40B4-BE49-F238E27FC236}">
                <a16:creationId xmlns:a16="http://schemas.microsoft.com/office/drawing/2014/main" id="{AD640D2B-75C1-452F-B0D7-A0046E6E11A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95118" y="2029582"/>
            <a:ext cx="535296" cy="535296"/>
          </a:xfrm>
          <a:prstGeom prst="rect">
            <a:avLst/>
          </a:prstGeom>
        </p:spPr>
      </p:pic>
      <p:pic>
        <p:nvPicPr>
          <p:cNvPr id="65" name="Graphic 64">
            <a:extLst>
              <a:ext uri="{FF2B5EF4-FFF2-40B4-BE49-F238E27FC236}">
                <a16:creationId xmlns:a16="http://schemas.microsoft.com/office/drawing/2014/main" id="{6CD04B07-789E-4717-9398-C7B096E20D5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53306" y="2029582"/>
            <a:ext cx="535296" cy="535296"/>
          </a:xfrm>
          <a:prstGeom prst="rect">
            <a:avLst/>
          </a:prstGeom>
        </p:spPr>
      </p:pic>
      <p:pic>
        <p:nvPicPr>
          <p:cNvPr id="66" name="Graphic 65">
            <a:extLst>
              <a:ext uri="{FF2B5EF4-FFF2-40B4-BE49-F238E27FC236}">
                <a16:creationId xmlns:a16="http://schemas.microsoft.com/office/drawing/2014/main" id="{7066FA69-0EB3-4536-9929-E7747CF1568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322599" y="1306988"/>
            <a:ext cx="535296" cy="535296"/>
          </a:xfrm>
          <a:prstGeom prst="rect">
            <a:avLst/>
          </a:prstGeom>
        </p:spPr>
      </p:pic>
      <p:pic>
        <p:nvPicPr>
          <p:cNvPr id="67" name="Graphic 66">
            <a:extLst>
              <a:ext uri="{FF2B5EF4-FFF2-40B4-BE49-F238E27FC236}">
                <a16:creationId xmlns:a16="http://schemas.microsoft.com/office/drawing/2014/main" id="{4196A0AC-A848-49B5-B642-3FFFCD356B6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5883922" y="2752176"/>
            <a:ext cx="535296" cy="535296"/>
          </a:xfrm>
          <a:prstGeom prst="rect">
            <a:avLst/>
          </a:prstGeom>
        </p:spPr>
      </p:pic>
      <p:pic>
        <p:nvPicPr>
          <p:cNvPr id="68" name="Graphic 67">
            <a:extLst>
              <a:ext uri="{FF2B5EF4-FFF2-40B4-BE49-F238E27FC236}">
                <a16:creationId xmlns:a16="http://schemas.microsoft.com/office/drawing/2014/main" id="{54F0FBA0-61C6-4D25-A2DD-FDBC4A69290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574853" y="1306988"/>
            <a:ext cx="535296" cy="535296"/>
          </a:xfrm>
          <a:prstGeom prst="rect">
            <a:avLst/>
          </a:prstGeom>
        </p:spPr>
      </p:pic>
      <p:pic>
        <p:nvPicPr>
          <p:cNvPr id="69" name="Graphic 68">
            <a:extLst>
              <a:ext uri="{FF2B5EF4-FFF2-40B4-BE49-F238E27FC236}">
                <a16:creationId xmlns:a16="http://schemas.microsoft.com/office/drawing/2014/main" id="{613CD6A2-0812-4633-A9BA-8D2817772BCA}"/>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6593135" y="2685352"/>
            <a:ext cx="605016" cy="605015"/>
          </a:xfrm>
          <a:prstGeom prst="rect">
            <a:avLst/>
          </a:prstGeom>
        </p:spPr>
      </p:pic>
      <p:pic>
        <p:nvPicPr>
          <p:cNvPr id="70" name="Graphic 69">
            <a:extLst>
              <a:ext uri="{FF2B5EF4-FFF2-40B4-BE49-F238E27FC236}">
                <a16:creationId xmlns:a16="http://schemas.microsoft.com/office/drawing/2014/main" id="{A8AB114B-76F1-42D9-8F2C-CBD6792980AD}"/>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341126" y="2029582"/>
            <a:ext cx="535296" cy="535296"/>
          </a:xfrm>
          <a:prstGeom prst="rect">
            <a:avLst/>
          </a:prstGeom>
        </p:spPr>
      </p:pic>
      <p:pic>
        <p:nvPicPr>
          <p:cNvPr id="71" name="Graphic 70">
            <a:extLst>
              <a:ext uri="{FF2B5EF4-FFF2-40B4-BE49-F238E27FC236}">
                <a16:creationId xmlns:a16="http://schemas.microsoft.com/office/drawing/2014/main" id="{406CD46A-92E0-4898-80C2-E1DA6E593348}"/>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5836929" y="2029582"/>
            <a:ext cx="535296" cy="535296"/>
          </a:xfrm>
          <a:prstGeom prst="rect">
            <a:avLst/>
          </a:prstGeom>
        </p:spPr>
      </p:pic>
      <p:pic>
        <p:nvPicPr>
          <p:cNvPr id="72" name="Graphic 71">
            <a:extLst>
              <a:ext uri="{FF2B5EF4-FFF2-40B4-BE49-F238E27FC236}">
                <a16:creationId xmlns:a16="http://schemas.microsoft.com/office/drawing/2014/main" id="{3D6AEFDE-D064-4CDD-A3E5-0DD1906D5BF4}"/>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348767" y="2709500"/>
            <a:ext cx="556721" cy="556719"/>
          </a:xfrm>
          <a:prstGeom prst="rect">
            <a:avLst/>
          </a:prstGeom>
        </p:spPr>
      </p:pic>
      <p:pic>
        <p:nvPicPr>
          <p:cNvPr id="5" name="Graphic 4">
            <a:extLst>
              <a:ext uri="{FF2B5EF4-FFF2-40B4-BE49-F238E27FC236}">
                <a16:creationId xmlns:a16="http://schemas.microsoft.com/office/drawing/2014/main" id="{61992435-10B3-1FB5-25FA-FAF403273912}"/>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8065492" y="2778159"/>
            <a:ext cx="540149" cy="405111"/>
          </a:xfrm>
          <a:prstGeom prst="rect">
            <a:avLst/>
          </a:prstGeom>
        </p:spPr>
      </p:pic>
      <p:pic>
        <p:nvPicPr>
          <p:cNvPr id="7" name="Graphic 6">
            <a:extLst>
              <a:ext uri="{FF2B5EF4-FFF2-40B4-BE49-F238E27FC236}">
                <a16:creationId xmlns:a16="http://schemas.microsoft.com/office/drawing/2014/main" id="{E2DD4B39-9642-FEB9-C7EB-192CA261AA71}"/>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3544628" y="3483007"/>
            <a:ext cx="588825" cy="405111"/>
          </a:xfrm>
          <a:prstGeom prst="rect">
            <a:avLst/>
          </a:prstGeom>
        </p:spPr>
      </p:pic>
      <p:pic>
        <p:nvPicPr>
          <p:cNvPr id="11" name="Graphic 10">
            <a:extLst>
              <a:ext uri="{FF2B5EF4-FFF2-40B4-BE49-F238E27FC236}">
                <a16:creationId xmlns:a16="http://schemas.microsoft.com/office/drawing/2014/main" id="{7FDF6D2F-1D1A-38B2-B8CE-9761FB1F3B1B}"/>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339463" y="3455735"/>
            <a:ext cx="535298" cy="413063"/>
          </a:xfrm>
          <a:prstGeom prst="rect">
            <a:avLst/>
          </a:prstGeom>
        </p:spPr>
      </p:pic>
      <p:pic>
        <p:nvPicPr>
          <p:cNvPr id="6" name="Graphic 5">
            <a:extLst>
              <a:ext uri="{FF2B5EF4-FFF2-40B4-BE49-F238E27FC236}">
                <a16:creationId xmlns:a16="http://schemas.microsoft.com/office/drawing/2014/main" id="{39662F69-82C3-5498-21F7-09A91B46ACAA}"/>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3567277" y="2087899"/>
            <a:ext cx="527053" cy="483851"/>
          </a:xfrm>
          <a:prstGeom prst="rect">
            <a:avLst/>
          </a:prstGeom>
        </p:spPr>
      </p:pic>
    </p:spTree>
    <p:extLst>
      <p:ext uri="{BB962C8B-B14F-4D97-AF65-F5344CB8AC3E}">
        <p14:creationId xmlns:p14="http://schemas.microsoft.com/office/powerpoint/2010/main" val="31024640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dirty="0"/>
              <a:t>ICONS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803797"/>
            <a:ext cx="2269049" cy="16874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Copy &amp; paste these icons into your PPT document.</a:t>
            </a:r>
          </a:p>
          <a:p>
            <a:endParaRPr lang="en-US" sz="1400" dirty="0"/>
          </a:p>
          <a:p>
            <a:r>
              <a:rPr lang="en-US" sz="1400" dirty="0"/>
              <a:t>Icons can be used in Zoetis orange and white.</a:t>
            </a:r>
          </a:p>
          <a:p>
            <a:endParaRPr lang="en-US" sz="1400" dirty="0"/>
          </a:p>
          <a:p>
            <a:r>
              <a:rPr lang="en-US" sz="1400" dirty="0"/>
              <a:t>When scaling icons, allow the line weight to adjust automatically.</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dirty="0">
                <a:solidFill>
                  <a:srgbClr val="FFFFFF"/>
                </a:solidFill>
                <a:latin typeface="Arial" panose="020B0604020202020204"/>
              </a:rPr>
              <a:t>Animal </a:t>
            </a:r>
            <a:br>
              <a:rPr lang="en-US" sz="3200" spc="-50" dirty="0">
                <a:solidFill>
                  <a:srgbClr val="FFFFFF"/>
                </a:solidFill>
                <a:latin typeface="Arial" panose="020B0604020202020204"/>
              </a:rPr>
            </a:br>
            <a:r>
              <a:rPr lang="en-US" sz="3200" spc="-50" dirty="0">
                <a:solidFill>
                  <a:srgbClr val="FFFFFF"/>
                </a:solidFill>
                <a:latin typeface="Arial" panose="020B0604020202020204"/>
              </a:rPr>
              <a:t>Icons</a:t>
            </a:r>
            <a:endParaRPr lang="en-US" sz="3203" dirty="0"/>
          </a:p>
        </p:txBody>
      </p:sp>
      <p:pic>
        <p:nvPicPr>
          <p:cNvPr id="4" name="Graphic 3">
            <a:extLst>
              <a:ext uri="{FF2B5EF4-FFF2-40B4-BE49-F238E27FC236}">
                <a16:creationId xmlns:a16="http://schemas.microsoft.com/office/drawing/2014/main" id="{13FA0931-9B91-460B-54FA-CF136334BF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2457" y="2029582"/>
            <a:ext cx="535296" cy="535296"/>
          </a:xfrm>
          <a:prstGeom prst="rect">
            <a:avLst/>
          </a:prstGeom>
        </p:spPr>
      </p:pic>
      <p:pic>
        <p:nvPicPr>
          <p:cNvPr id="5" name="Graphic 4">
            <a:extLst>
              <a:ext uri="{FF2B5EF4-FFF2-40B4-BE49-F238E27FC236}">
                <a16:creationId xmlns:a16="http://schemas.microsoft.com/office/drawing/2014/main" id="{F7825DE7-BDBA-D816-9B30-C0A8F64499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70345" y="1306988"/>
            <a:ext cx="535296" cy="535296"/>
          </a:xfrm>
          <a:prstGeom prst="rect">
            <a:avLst/>
          </a:prstGeom>
        </p:spPr>
      </p:pic>
      <p:pic>
        <p:nvPicPr>
          <p:cNvPr id="6" name="Graphic 5">
            <a:extLst>
              <a:ext uri="{FF2B5EF4-FFF2-40B4-BE49-F238E27FC236}">
                <a16:creationId xmlns:a16="http://schemas.microsoft.com/office/drawing/2014/main" id="{FB0FD94A-0E3E-3CB0-195B-D0AD9CF8E0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83868" y="1306988"/>
            <a:ext cx="535296" cy="535296"/>
          </a:xfrm>
          <a:prstGeom prst="rect">
            <a:avLst/>
          </a:prstGeom>
        </p:spPr>
      </p:pic>
      <p:pic>
        <p:nvPicPr>
          <p:cNvPr id="7" name="Graphic 6">
            <a:extLst>
              <a:ext uri="{FF2B5EF4-FFF2-40B4-BE49-F238E27FC236}">
                <a16:creationId xmlns:a16="http://schemas.microsoft.com/office/drawing/2014/main" id="{8920B232-558C-D98B-808C-283A16ED58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31614" y="1306988"/>
            <a:ext cx="535296" cy="535296"/>
          </a:xfrm>
          <a:prstGeom prst="rect">
            <a:avLst/>
          </a:prstGeom>
        </p:spPr>
      </p:pic>
      <p:pic>
        <p:nvPicPr>
          <p:cNvPr id="8" name="Graphic 7">
            <a:extLst>
              <a:ext uri="{FF2B5EF4-FFF2-40B4-BE49-F238E27FC236}">
                <a16:creationId xmlns:a16="http://schemas.microsoft.com/office/drawing/2014/main" id="{29C6561B-4343-8F36-D646-E310A0AD6CD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079360" y="1306988"/>
            <a:ext cx="535296" cy="535296"/>
          </a:xfrm>
          <a:prstGeom prst="rect">
            <a:avLst/>
          </a:prstGeom>
        </p:spPr>
      </p:pic>
      <p:pic>
        <p:nvPicPr>
          <p:cNvPr id="9" name="Graphic 8">
            <a:extLst>
              <a:ext uri="{FF2B5EF4-FFF2-40B4-BE49-F238E27FC236}">
                <a16:creationId xmlns:a16="http://schemas.microsoft.com/office/drawing/2014/main" id="{03044307-D9F1-4139-F144-77DC80252F9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27106" y="1306988"/>
            <a:ext cx="535296" cy="535296"/>
          </a:xfrm>
          <a:prstGeom prst="rect">
            <a:avLst/>
          </a:prstGeom>
        </p:spPr>
      </p:pic>
      <p:pic>
        <p:nvPicPr>
          <p:cNvPr id="11" name="Graphic 10">
            <a:extLst>
              <a:ext uri="{FF2B5EF4-FFF2-40B4-BE49-F238E27FC236}">
                <a16:creationId xmlns:a16="http://schemas.microsoft.com/office/drawing/2014/main" id="{79FBB1A9-2552-58B1-EC2A-481E65967D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112185" y="3410840"/>
            <a:ext cx="535296" cy="535296"/>
          </a:xfrm>
          <a:prstGeom prst="rect">
            <a:avLst/>
          </a:prstGeom>
        </p:spPr>
      </p:pic>
      <p:pic>
        <p:nvPicPr>
          <p:cNvPr id="12" name="Graphic 11">
            <a:extLst>
              <a:ext uri="{FF2B5EF4-FFF2-40B4-BE49-F238E27FC236}">
                <a16:creationId xmlns:a16="http://schemas.microsoft.com/office/drawing/2014/main" id="{9723570E-5915-3EA8-A076-B346907620C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583868" y="2752176"/>
            <a:ext cx="535296" cy="535296"/>
          </a:xfrm>
          <a:prstGeom prst="rect">
            <a:avLst/>
          </a:prstGeom>
        </p:spPr>
      </p:pic>
      <p:pic>
        <p:nvPicPr>
          <p:cNvPr id="13" name="Graphic 12">
            <a:extLst>
              <a:ext uri="{FF2B5EF4-FFF2-40B4-BE49-F238E27FC236}">
                <a16:creationId xmlns:a16="http://schemas.microsoft.com/office/drawing/2014/main" id="{F5F4F73B-EA1B-A354-CBA7-E44ADDB1AF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850648" y="3410840"/>
            <a:ext cx="535296" cy="535296"/>
          </a:xfrm>
          <a:prstGeom prst="rect">
            <a:avLst/>
          </a:prstGeom>
        </p:spPr>
      </p:pic>
      <p:pic>
        <p:nvPicPr>
          <p:cNvPr id="14" name="Graphic 13">
            <a:extLst>
              <a:ext uri="{FF2B5EF4-FFF2-40B4-BE49-F238E27FC236}">
                <a16:creationId xmlns:a16="http://schemas.microsoft.com/office/drawing/2014/main" id="{A50D80F4-8E89-9FE4-973E-BD65C257389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314427" y="2685352"/>
            <a:ext cx="605016" cy="605015"/>
          </a:xfrm>
          <a:prstGeom prst="rect">
            <a:avLst/>
          </a:prstGeom>
        </p:spPr>
      </p:pic>
      <p:pic>
        <p:nvPicPr>
          <p:cNvPr id="15" name="Graphic 14">
            <a:extLst>
              <a:ext uri="{FF2B5EF4-FFF2-40B4-BE49-F238E27FC236}">
                <a16:creationId xmlns:a16="http://schemas.microsoft.com/office/drawing/2014/main" id="{3D259EA2-67D7-D564-875D-A10FD58BA0F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085667" y="2700311"/>
            <a:ext cx="589409" cy="589407"/>
          </a:xfrm>
          <a:prstGeom prst="rect">
            <a:avLst/>
          </a:prstGeom>
        </p:spPr>
      </p:pic>
      <p:pic>
        <p:nvPicPr>
          <p:cNvPr id="16" name="Graphic 15">
            <a:extLst>
              <a:ext uri="{FF2B5EF4-FFF2-40B4-BE49-F238E27FC236}">
                <a16:creationId xmlns:a16="http://schemas.microsoft.com/office/drawing/2014/main" id="{636C1B14-B1E7-6BF1-BF6B-602523F5721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070345" y="2029582"/>
            <a:ext cx="535296" cy="535296"/>
          </a:xfrm>
          <a:prstGeom prst="rect">
            <a:avLst/>
          </a:prstGeom>
        </p:spPr>
      </p:pic>
      <p:pic>
        <p:nvPicPr>
          <p:cNvPr id="17" name="Graphic 16">
            <a:extLst>
              <a:ext uri="{FF2B5EF4-FFF2-40B4-BE49-F238E27FC236}">
                <a16:creationId xmlns:a16="http://schemas.microsoft.com/office/drawing/2014/main" id="{79E52978-8EDB-194A-09E7-144123CD5F2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95118" y="2029582"/>
            <a:ext cx="535296" cy="535296"/>
          </a:xfrm>
          <a:prstGeom prst="rect">
            <a:avLst/>
          </a:prstGeom>
        </p:spPr>
      </p:pic>
      <p:pic>
        <p:nvPicPr>
          <p:cNvPr id="18" name="Graphic 17">
            <a:extLst>
              <a:ext uri="{FF2B5EF4-FFF2-40B4-BE49-F238E27FC236}">
                <a16:creationId xmlns:a16="http://schemas.microsoft.com/office/drawing/2014/main" id="{06E17D13-0C1F-5679-4F8C-293D2891B41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53306" y="2029582"/>
            <a:ext cx="535296" cy="535296"/>
          </a:xfrm>
          <a:prstGeom prst="rect">
            <a:avLst/>
          </a:prstGeom>
        </p:spPr>
      </p:pic>
      <p:pic>
        <p:nvPicPr>
          <p:cNvPr id="19" name="Graphic 18">
            <a:extLst>
              <a:ext uri="{FF2B5EF4-FFF2-40B4-BE49-F238E27FC236}">
                <a16:creationId xmlns:a16="http://schemas.microsoft.com/office/drawing/2014/main" id="{BCC0137F-E7BF-04E0-5597-6A4A135ED5F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322599" y="1306988"/>
            <a:ext cx="535296" cy="535296"/>
          </a:xfrm>
          <a:prstGeom prst="rect">
            <a:avLst/>
          </a:prstGeom>
        </p:spPr>
      </p:pic>
      <p:pic>
        <p:nvPicPr>
          <p:cNvPr id="20" name="Graphic 19">
            <a:extLst>
              <a:ext uri="{FF2B5EF4-FFF2-40B4-BE49-F238E27FC236}">
                <a16:creationId xmlns:a16="http://schemas.microsoft.com/office/drawing/2014/main" id="{A573C09A-F169-5123-C727-24B246F5FE1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5883922" y="2752176"/>
            <a:ext cx="535296" cy="535296"/>
          </a:xfrm>
          <a:prstGeom prst="rect">
            <a:avLst/>
          </a:prstGeom>
        </p:spPr>
      </p:pic>
      <p:pic>
        <p:nvPicPr>
          <p:cNvPr id="21" name="Graphic 20">
            <a:extLst>
              <a:ext uri="{FF2B5EF4-FFF2-40B4-BE49-F238E27FC236}">
                <a16:creationId xmlns:a16="http://schemas.microsoft.com/office/drawing/2014/main" id="{C3F69718-5BE2-3B8F-7DEA-78716CABE82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574853" y="1306988"/>
            <a:ext cx="535296" cy="535296"/>
          </a:xfrm>
          <a:prstGeom prst="rect">
            <a:avLst/>
          </a:prstGeom>
        </p:spPr>
      </p:pic>
      <p:pic>
        <p:nvPicPr>
          <p:cNvPr id="22" name="Graphic 21">
            <a:extLst>
              <a:ext uri="{FF2B5EF4-FFF2-40B4-BE49-F238E27FC236}">
                <a16:creationId xmlns:a16="http://schemas.microsoft.com/office/drawing/2014/main" id="{9DD902C1-A7CF-3727-1715-ED27D4650DE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6593135" y="2685352"/>
            <a:ext cx="605016" cy="605015"/>
          </a:xfrm>
          <a:prstGeom prst="rect">
            <a:avLst/>
          </a:prstGeom>
        </p:spPr>
      </p:pic>
      <p:pic>
        <p:nvPicPr>
          <p:cNvPr id="23" name="Graphic 22">
            <a:extLst>
              <a:ext uri="{FF2B5EF4-FFF2-40B4-BE49-F238E27FC236}">
                <a16:creationId xmlns:a16="http://schemas.microsoft.com/office/drawing/2014/main" id="{747379B9-08C4-4338-5DAC-426FBD3B6F67}"/>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341126" y="2029582"/>
            <a:ext cx="535296" cy="535296"/>
          </a:xfrm>
          <a:prstGeom prst="rect">
            <a:avLst/>
          </a:prstGeom>
        </p:spPr>
      </p:pic>
      <p:pic>
        <p:nvPicPr>
          <p:cNvPr id="24" name="Graphic 23">
            <a:extLst>
              <a:ext uri="{FF2B5EF4-FFF2-40B4-BE49-F238E27FC236}">
                <a16:creationId xmlns:a16="http://schemas.microsoft.com/office/drawing/2014/main" id="{88E04CC4-4675-C55E-03D1-1E9A68DA02FE}"/>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5836929" y="2029582"/>
            <a:ext cx="535296" cy="535296"/>
          </a:xfrm>
          <a:prstGeom prst="rect">
            <a:avLst/>
          </a:prstGeom>
        </p:spPr>
      </p:pic>
      <p:pic>
        <p:nvPicPr>
          <p:cNvPr id="25" name="Graphic 24">
            <a:extLst>
              <a:ext uri="{FF2B5EF4-FFF2-40B4-BE49-F238E27FC236}">
                <a16:creationId xmlns:a16="http://schemas.microsoft.com/office/drawing/2014/main" id="{4C6AB072-8657-C7EF-BDC9-B3A16558BB8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348767" y="2709500"/>
            <a:ext cx="556721" cy="556719"/>
          </a:xfrm>
          <a:prstGeom prst="rect">
            <a:avLst/>
          </a:prstGeom>
        </p:spPr>
      </p:pic>
      <p:pic>
        <p:nvPicPr>
          <p:cNvPr id="26" name="Graphic 25">
            <a:extLst>
              <a:ext uri="{FF2B5EF4-FFF2-40B4-BE49-F238E27FC236}">
                <a16:creationId xmlns:a16="http://schemas.microsoft.com/office/drawing/2014/main" id="{1D3A4125-FC94-9D54-F06D-D3F8F8416832}"/>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8065492" y="2778159"/>
            <a:ext cx="540149" cy="405111"/>
          </a:xfrm>
          <a:prstGeom prst="rect">
            <a:avLst/>
          </a:prstGeom>
        </p:spPr>
      </p:pic>
      <p:pic>
        <p:nvPicPr>
          <p:cNvPr id="27" name="Graphic 26">
            <a:extLst>
              <a:ext uri="{FF2B5EF4-FFF2-40B4-BE49-F238E27FC236}">
                <a16:creationId xmlns:a16="http://schemas.microsoft.com/office/drawing/2014/main" id="{622D248F-03D5-6A53-530D-69FDD6A28E6D}"/>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3544628" y="3483007"/>
            <a:ext cx="588825" cy="405111"/>
          </a:xfrm>
          <a:prstGeom prst="rect">
            <a:avLst/>
          </a:prstGeom>
        </p:spPr>
      </p:pic>
      <p:pic>
        <p:nvPicPr>
          <p:cNvPr id="28" name="Graphic 27">
            <a:extLst>
              <a:ext uri="{FF2B5EF4-FFF2-40B4-BE49-F238E27FC236}">
                <a16:creationId xmlns:a16="http://schemas.microsoft.com/office/drawing/2014/main" id="{A80A7AC3-F441-171C-B7F4-77DD4EC4B855}"/>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339463" y="3455735"/>
            <a:ext cx="535298" cy="413063"/>
          </a:xfrm>
          <a:prstGeom prst="rect">
            <a:avLst/>
          </a:prstGeom>
        </p:spPr>
      </p:pic>
      <p:pic>
        <p:nvPicPr>
          <p:cNvPr id="29" name="Graphic 28">
            <a:extLst>
              <a:ext uri="{FF2B5EF4-FFF2-40B4-BE49-F238E27FC236}">
                <a16:creationId xmlns:a16="http://schemas.microsoft.com/office/drawing/2014/main" id="{8176581C-A0C0-AF07-4605-08BA1A9755C6}"/>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3567277" y="2087899"/>
            <a:ext cx="527053" cy="483851"/>
          </a:xfrm>
          <a:prstGeom prst="rect">
            <a:avLst/>
          </a:prstGeom>
        </p:spPr>
      </p:pic>
    </p:spTree>
    <p:extLst>
      <p:ext uri="{BB962C8B-B14F-4D97-AF65-F5344CB8AC3E}">
        <p14:creationId xmlns:p14="http://schemas.microsoft.com/office/powerpoint/2010/main" val="164885845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General Illustrations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ILLUSTRATIONS</a:t>
            </a:r>
          </a:p>
        </p:txBody>
      </p:sp>
      <p:pic>
        <p:nvPicPr>
          <p:cNvPr id="14" name="Graphic 13">
            <a:extLst>
              <a:ext uri="{FF2B5EF4-FFF2-40B4-BE49-F238E27FC236}">
                <a16:creationId xmlns:a16="http://schemas.microsoft.com/office/drawing/2014/main" id="{CE298D50-52B1-8492-4DB3-683CC60BCD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18015" y="3176281"/>
            <a:ext cx="2205926" cy="1015700"/>
          </a:xfrm>
          <a:prstGeom prst="rect">
            <a:avLst/>
          </a:prstGeom>
        </p:spPr>
      </p:pic>
      <p:pic>
        <p:nvPicPr>
          <p:cNvPr id="16" name="Graphic 15">
            <a:extLst>
              <a:ext uri="{FF2B5EF4-FFF2-40B4-BE49-F238E27FC236}">
                <a16:creationId xmlns:a16="http://schemas.microsoft.com/office/drawing/2014/main" id="{9B5B8D17-810B-5085-1BE9-34718EE11E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0393" y="1803797"/>
            <a:ext cx="1435574" cy="1044368"/>
          </a:xfrm>
          <a:prstGeom prst="rect">
            <a:avLst/>
          </a:prstGeom>
        </p:spPr>
      </p:pic>
      <p:pic>
        <p:nvPicPr>
          <p:cNvPr id="18" name="Graphic 17">
            <a:extLst>
              <a:ext uri="{FF2B5EF4-FFF2-40B4-BE49-F238E27FC236}">
                <a16:creationId xmlns:a16="http://schemas.microsoft.com/office/drawing/2014/main" id="{F371E4E0-2ED1-544C-BA34-0E1F4BD474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87027" y="1762412"/>
            <a:ext cx="842732" cy="1085729"/>
          </a:xfrm>
          <a:prstGeom prst="rect">
            <a:avLst/>
          </a:prstGeom>
        </p:spPr>
      </p:pic>
      <p:pic>
        <p:nvPicPr>
          <p:cNvPr id="20" name="Graphic 19">
            <a:extLst>
              <a:ext uri="{FF2B5EF4-FFF2-40B4-BE49-F238E27FC236}">
                <a16:creationId xmlns:a16="http://schemas.microsoft.com/office/drawing/2014/main" id="{8FE7BF2E-A811-8B1F-A8CE-95C78878FF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2657" y="3153196"/>
            <a:ext cx="2005718" cy="1086888"/>
          </a:xfrm>
          <a:prstGeom prst="rect">
            <a:avLst/>
          </a:prstGeom>
        </p:spPr>
      </p:pic>
      <p:pic>
        <p:nvPicPr>
          <p:cNvPr id="22" name="Graphic 21">
            <a:extLst>
              <a:ext uri="{FF2B5EF4-FFF2-40B4-BE49-F238E27FC236}">
                <a16:creationId xmlns:a16="http://schemas.microsoft.com/office/drawing/2014/main" id="{3B40BE80-3B7E-9F20-5C34-1C985933717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54031" y="1841502"/>
            <a:ext cx="1666947" cy="937564"/>
          </a:xfrm>
          <a:prstGeom prst="rect">
            <a:avLst/>
          </a:prstGeom>
        </p:spPr>
      </p:pic>
      <p:pic>
        <p:nvPicPr>
          <p:cNvPr id="24" name="Graphic 23">
            <a:extLst>
              <a:ext uri="{FF2B5EF4-FFF2-40B4-BE49-F238E27FC236}">
                <a16:creationId xmlns:a16="http://schemas.microsoft.com/office/drawing/2014/main" id="{78AAE5D1-3B6F-1B82-D83C-7347740790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38375" y="649695"/>
            <a:ext cx="2565206" cy="1015700"/>
          </a:xfrm>
          <a:prstGeom prst="rect">
            <a:avLst/>
          </a:prstGeom>
        </p:spPr>
      </p:pic>
      <p:pic>
        <p:nvPicPr>
          <p:cNvPr id="26" name="Graphic 25">
            <a:extLst>
              <a:ext uri="{FF2B5EF4-FFF2-40B4-BE49-F238E27FC236}">
                <a16:creationId xmlns:a16="http://schemas.microsoft.com/office/drawing/2014/main" id="{6109BD01-995F-27C9-71BB-5F6F9C0D4DC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560660" y="813820"/>
            <a:ext cx="2205924" cy="645846"/>
          </a:xfrm>
          <a:prstGeom prst="rect">
            <a:avLst/>
          </a:prstGeom>
        </p:spPr>
      </p:pic>
      <p:sp>
        <p:nvSpPr>
          <p:cNvPr id="4" name="Text Placeholder 11">
            <a:extLst>
              <a:ext uri="{FF2B5EF4-FFF2-40B4-BE49-F238E27FC236}">
                <a16:creationId xmlns:a16="http://schemas.microsoft.com/office/drawing/2014/main" id="{EFAD1ABE-C642-98A8-A91B-139E8ED82407}"/>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sp>
        <p:nvSpPr>
          <p:cNvPr id="5" name="Footer Placeholder 1">
            <a:extLst>
              <a:ext uri="{FF2B5EF4-FFF2-40B4-BE49-F238E27FC236}">
                <a16:creationId xmlns:a16="http://schemas.microsoft.com/office/drawing/2014/main" id="{F3ABA2C1-4C3B-5EA9-6591-6380CB1A4348}"/>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23007263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General Illustrations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ILLUSTRATIONS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11" name="Graphic 10">
            <a:extLst>
              <a:ext uri="{FF2B5EF4-FFF2-40B4-BE49-F238E27FC236}">
                <a16:creationId xmlns:a16="http://schemas.microsoft.com/office/drawing/2014/main" id="{30995751-C163-3F4A-E30A-C05543655F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35004" y="1109534"/>
            <a:ext cx="3068721" cy="1042103"/>
          </a:xfrm>
          <a:prstGeom prst="rect">
            <a:avLst/>
          </a:prstGeom>
        </p:spPr>
      </p:pic>
      <p:pic>
        <p:nvPicPr>
          <p:cNvPr id="13" name="Graphic 12">
            <a:extLst>
              <a:ext uri="{FF2B5EF4-FFF2-40B4-BE49-F238E27FC236}">
                <a16:creationId xmlns:a16="http://schemas.microsoft.com/office/drawing/2014/main" id="{816194E3-0B2E-44E5-BCC4-AF7A8A4C5C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10507" y="2489971"/>
            <a:ext cx="1856150" cy="1481956"/>
          </a:xfrm>
          <a:prstGeom prst="rect">
            <a:avLst/>
          </a:prstGeom>
        </p:spPr>
      </p:pic>
      <p:pic>
        <p:nvPicPr>
          <p:cNvPr id="17" name="Graphic 16">
            <a:extLst>
              <a:ext uri="{FF2B5EF4-FFF2-40B4-BE49-F238E27FC236}">
                <a16:creationId xmlns:a16="http://schemas.microsoft.com/office/drawing/2014/main" id="{FA4B6B03-62BA-3A2F-BC7A-5B2C541004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92413" y="716312"/>
            <a:ext cx="932307" cy="1763477"/>
          </a:xfrm>
          <a:prstGeom prst="rect">
            <a:avLst/>
          </a:prstGeom>
        </p:spPr>
      </p:pic>
      <p:pic>
        <p:nvPicPr>
          <p:cNvPr id="21" name="Graphic 20">
            <a:extLst>
              <a:ext uri="{FF2B5EF4-FFF2-40B4-BE49-F238E27FC236}">
                <a16:creationId xmlns:a16="http://schemas.microsoft.com/office/drawing/2014/main" id="{0C92FF7E-DDF4-E89A-471F-01137E31C8C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66657" y="2654029"/>
            <a:ext cx="1914453" cy="1153841"/>
          </a:xfrm>
          <a:prstGeom prst="rect">
            <a:avLst/>
          </a:prstGeom>
        </p:spPr>
      </p:pic>
      <p:pic>
        <p:nvPicPr>
          <p:cNvPr id="25" name="Graphic 24">
            <a:extLst>
              <a:ext uri="{FF2B5EF4-FFF2-40B4-BE49-F238E27FC236}">
                <a16:creationId xmlns:a16="http://schemas.microsoft.com/office/drawing/2014/main" id="{D9BE945E-7287-9325-90C1-5F6D3E4048A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30376" y="2760117"/>
            <a:ext cx="1627635" cy="1150220"/>
          </a:xfrm>
          <a:prstGeom prst="rect">
            <a:avLst/>
          </a:prstGeom>
        </p:spPr>
      </p:pic>
      <p:sp>
        <p:nvSpPr>
          <p:cNvPr id="4" name="Footer Placeholder 1">
            <a:extLst>
              <a:ext uri="{FF2B5EF4-FFF2-40B4-BE49-F238E27FC236}">
                <a16:creationId xmlns:a16="http://schemas.microsoft.com/office/drawing/2014/main" id="{86A2D020-E255-4D1E-ADF8-43B41F43B319}"/>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21728064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a:t>ILLUSTRATIONS</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a:solidFill>
                  <a:srgbClr val="FFFFFF"/>
                </a:solidFill>
                <a:latin typeface="Arial" panose="020B0604020202020204"/>
              </a:rPr>
              <a:t>General Illustrations</a:t>
            </a:r>
            <a:endParaRPr lang="en-US" sz="3203"/>
          </a:p>
        </p:txBody>
      </p:sp>
      <p:sp>
        <p:nvSpPr>
          <p:cNvPr id="38" name="Text Placeholder 11">
            <a:extLst>
              <a:ext uri="{FF2B5EF4-FFF2-40B4-BE49-F238E27FC236}">
                <a16:creationId xmlns:a16="http://schemas.microsoft.com/office/drawing/2014/main" id="{CE53FABE-DB3F-0CD4-AC38-F0CDF1B01703}"/>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39" name="Graphic 38">
            <a:extLst>
              <a:ext uri="{FF2B5EF4-FFF2-40B4-BE49-F238E27FC236}">
                <a16:creationId xmlns:a16="http://schemas.microsoft.com/office/drawing/2014/main" id="{D3BE6AE5-CCB3-D5C0-6E2D-0975ED9EB9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18015" y="3176281"/>
            <a:ext cx="2205926" cy="1015700"/>
          </a:xfrm>
          <a:prstGeom prst="rect">
            <a:avLst/>
          </a:prstGeom>
        </p:spPr>
      </p:pic>
      <p:pic>
        <p:nvPicPr>
          <p:cNvPr id="40" name="Graphic 39">
            <a:extLst>
              <a:ext uri="{FF2B5EF4-FFF2-40B4-BE49-F238E27FC236}">
                <a16:creationId xmlns:a16="http://schemas.microsoft.com/office/drawing/2014/main" id="{76AB3722-D881-922C-1C63-0FCDC53DED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0393" y="1803797"/>
            <a:ext cx="1435574" cy="1044368"/>
          </a:xfrm>
          <a:prstGeom prst="rect">
            <a:avLst/>
          </a:prstGeom>
        </p:spPr>
      </p:pic>
      <p:pic>
        <p:nvPicPr>
          <p:cNvPr id="41" name="Graphic 40">
            <a:extLst>
              <a:ext uri="{FF2B5EF4-FFF2-40B4-BE49-F238E27FC236}">
                <a16:creationId xmlns:a16="http://schemas.microsoft.com/office/drawing/2014/main" id="{7314A32D-9BB5-7A30-0D32-375E6226B3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87027" y="1762412"/>
            <a:ext cx="842732" cy="1085729"/>
          </a:xfrm>
          <a:prstGeom prst="rect">
            <a:avLst/>
          </a:prstGeom>
        </p:spPr>
      </p:pic>
      <p:pic>
        <p:nvPicPr>
          <p:cNvPr id="42" name="Graphic 41">
            <a:extLst>
              <a:ext uri="{FF2B5EF4-FFF2-40B4-BE49-F238E27FC236}">
                <a16:creationId xmlns:a16="http://schemas.microsoft.com/office/drawing/2014/main" id="{83117018-31D6-1181-3649-24B8A537670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2657" y="3153196"/>
            <a:ext cx="2005718" cy="1086888"/>
          </a:xfrm>
          <a:prstGeom prst="rect">
            <a:avLst/>
          </a:prstGeom>
        </p:spPr>
      </p:pic>
      <p:pic>
        <p:nvPicPr>
          <p:cNvPr id="43" name="Graphic 42">
            <a:extLst>
              <a:ext uri="{FF2B5EF4-FFF2-40B4-BE49-F238E27FC236}">
                <a16:creationId xmlns:a16="http://schemas.microsoft.com/office/drawing/2014/main" id="{CA3340B0-120F-FCA8-2757-C422A2F3E82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54031" y="1841502"/>
            <a:ext cx="1666947" cy="937564"/>
          </a:xfrm>
          <a:prstGeom prst="rect">
            <a:avLst/>
          </a:prstGeom>
        </p:spPr>
      </p:pic>
      <p:pic>
        <p:nvPicPr>
          <p:cNvPr id="44" name="Graphic 43">
            <a:extLst>
              <a:ext uri="{FF2B5EF4-FFF2-40B4-BE49-F238E27FC236}">
                <a16:creationId xmlns:a16="http://schemas.microsoft.com/office/drawing/2014/main" id="{8BE33B95-286C-B53C-B2A3-178C3C2C7C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38375" y="649695"/>
            <a:ext cx="2565206" cy="1015700"/>
          </a:xfrm>
          <a:prstGeom prst="rect">
            <a:avLst/>
          </a:prstGeom>
        </p:spPr>
      </p:pic>
      <p:pic>
        <p:nvPicPr>
          <p:cNvPr id="45" name="Graphic 44">
            <a:extLst>
              <a:ext uri="{FF2B5EF4-FFF2-40B4-BE49-F238E27FC236}">
                <a16:creationId xmlns:a16="http://schemas.microsoft.com/office/drawing/2014/main" id="{C0D2A9B8-5695-AE37-284A-FFE3344D853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560660" y="813820"/>
            <a:ext cx="2205924" cy="645846"/>
          </a:xfrm>
          <a:prstGeom prst="rect">
            <a:avLst/>
          </a:prstGeom>
        </p:spPr>
      </p:pic>
      <p:sp>
        <p:nvSpPr>
          <p:cNvPr id="4" name="Footer Placeholder 1">
            <a:extLst>
              <a:ext uri="{FF2B5EF4-FFF2-40B4-BE49-F238E27FC236}">
                <a16:creationId xmlns:a16="http://schemas.microsoft.com/office/drawing/2014/main" id="{8BA270B2-5F2D-34C6-45C6-A0A38A9646C7}"/>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26503999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a:t>ILLUSTRATIONS</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a:solidFill>
                  <a:srgbClr val="FFFFFF"/>
                </a:solidFill>
                <a:latin typeface="Arial" panose="020B0604020202020204"/>
              </a:rPr>
              <a:t>General Illustrations</a:t>
            </a:r>
            <a:endParaRPr lang="en-US" sz="3203"/>
          </a:p>
        </p:txBody>
      </p:sp>
      <p:sp>
        <p:nvSpPr>
          <p:cNvPr id="38" name="Text Placeholder 11">
            <a:extLst>
              <a:ext uri="{FF2B5EF4-FFF2-40B4-BE49-F238E27FC236}">
                <a16:creationId xmlns:a16="http://schemas.microsoft.com/office/drawing/2014/main" id="{CE53FABE-DB3F-0CD4-AC38-F0CDF1B01703}"/>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4" name="Graphic 3">
            <a:extLst>
              <a:ext uri="{FF2B5EF4-FFF2-40B4-BE49-F238E27FC236}">
                <a16:creationId xmlns:a16="http://schemas.microsoft.com/office/drawing/2014/main" id="{DFDD4670-40FE-D68B-A11F-E0050150A7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35004" y="1109534"/>
            <a:ext cx="3068721" cy="1042103"/>
          </a:xfrm>
          <a:prstGeom prst="rect">
            <a:avLst/>
          </a:prstGeom>
        </p:spPr>
      </p:pic>
      <p:pic>
        <p:nvPicPr>
          <p:cNvPr id="5" name="Graphic 4">
            <a:extLst>
              <a:ext uri="{FF2B5EF4-FFF2-40B4-BE49-F238E27FC236}">
                <a16:creationId xmlns:a16="http://schemas.microsoft.com/office/drawing/2014/main" id="{7BA3D51C-01BF-886A-63AB-0E47245EC6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10507" y="2489971"/>
            <a:ext cx="1856150" cy="1481956"/>
          </a:xfrm>
          <a:prstGeom prst="rect">
            <a:avLst/>
          </a:prstGeom>
        </p:spPr>
      </p:pic>
      <p:pic>
        <p:nvPicPr>
          <p:cNvPr id="6" name="Graphic 5">
            <a:extLst>
              <a:ext uri="{FF2B5EF4-FFF2-40B4-BE49-F238E27FC236}">
                <a16:creationId xmlns:a16="http://schemas.microsoft.com/office/drawing/2014/main" id="{8BFE374E-7200-55B6-46E3-CB05392B40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92413" y="716312"/>
            <a:ext cx="932307" cy="1763477"/>
          </a:xfrm>
          <a:prstGeom prst="rect">
            <a:avLst/>
          </a:prstGeom>
        </p:spPr>
      </p:pic>
      <p:pic>
        <p:nvPicPr>
          <p:cNvPr id="7" name="Graphic 6">
            <a:extLst>
              <a:ext uri="{FF2B5EF4-FFF2-40B4-BE49-F238E27FC236}">
                <a16:creationId xmlns:a16="http://schemas.microsoft.com/office/drawing/2014/main" id="{DF94DAAC-AE4A-4928-EEA1-4F06CAD002F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66657" y="2654029"/>
            <a:ext cx="1914453" cy="1153841"/>
          </a:xfrm>
          <a:prstGeom prst="rect">
            <a:avLst/>
          </a:prstGeom>
        </p:spPr>
      </p:pic>
      <p:pic>
        <p:nvPicPr>
          <p:cNvPr id="8" name="Graphic 7">
            <a:extLst>
              <a:ext uri="{FF2B5EF4-FFF2-40B4-BE49-F238E27FC236}">
                <a16:creationId xmlns:a16="http://schemas.microsoft.com/office/drawing/2014/main" id="{0B862FEE-28BE-A50D-24DB-65511AAEC41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30376" y="2760117"/>
            <a:ext cx="1627635" cy="1150220"/>
          </a:xfrm>
          <a:prstGeom prst="rect">
            <a:avLst/>
          </a:prstGeom>
        </p:spPr>
      </p:pic>
      <p:sp>
        <p:nvSpPr>
          <p:cNvPr id="9" name="Footer Placeholder 1">
            <a:extLst>
              <a:ext uri="{FF2B5EF4-FFF2-40B4-BE49-F238E27FC236}">
                <a16:creationId xmlns:a16="http://schemas.microsoft.com/office/drawing/2014/main" id="{61130D56-72A8-F205-4442-D473C79E8056}"/>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21454466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Animal Illustrations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ILLUSTRATIONS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5" name="Graphic 4">
            <a:extLst>
              <a:ext uri="{FF2B5EF4-FFF2-40B4-BE49-F238E27FC236}">
                <a16:creationId xmlns:a16="http://schemas.microsoft.com/office/drawing/2014/main" id="{0EBC341B-7058-089E-21FC-C05B0BF222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53005" y="3103368"/>
            <a:ext cx="1760662" cy="817730"/>
          </a:xfrm>
          <a:prstGeom prst="rect">
            <a:avLst/>
          </a:prstGeom>
        </p:spPr>
      </p:pic>
      <p:pic>
        <p:nvPicPr>
          <p:cNvPr id="7" name="Graphic 6">
            <a:extLst>
              <a:ext uri="{FF2B5EF4-FFF2-40B4-BE49-F238E27FC236}">
                <a16:creationId xmlns:a16="http://schemas.microsoft.com/office/drawing/2014/main" id="{B3C22204-A7E9-F9FE-0C96-0E291A7C5A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4875" y="2969369"/>
            <a:ext cx="1214981" cy="896298"/>
          </a:xfrm>
          <a:prstGeom prst="rect">
            <a:avLst/>
          </a:prstGeom>
        </p:spPr>
      </p:pic>
      <p:pic>
        <p:nvPicPr>
          <p:cNvPr id="15" name="Graphic 14">
            <a:extLst>
              <a:ext uri="{FF2B5EF4-FFF2-40B4-BE49-F238E27FC236}">
                <a16:creationId xmlns:a16="http://schemas.microsoft.com/office/drawing/2014/main" id="{16A3C277-D79D-0718-9CEF-9751A5B254D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13667" y="1047085"/>
            <a:ext cx="1992728" cy="1045787"/>
          </a:xfrm>
          <a:prstGeom prst="rect">
            <a:avLst/>
          </a:prstGeom>
        </p:spPr>
      </p:pic>
      <p:pic>
        <p:nvPicPr>
          <p:cNvPr id="18" name="Graphic 17">
            <a:extLst>
              <a:ext uri="{FF2B5EF4-FFF2-40B4-BE49-F238E27FC236}">
                <a16:creationId xmlns:a16="http://schemas.microsoft.com/office/drawing/2014/main" id="{ABE89C86-1564-D0EC-87D3-C189B7A3595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27361" y="697231"/>
            <a:ext cx="1613674" cy="2041466"/>
          </a:xfrm>
          <a:prstGeom prst="rect">
            <a:avLst/>
          </a:prstGeom>
        </p:spPr>
      </p:pic>
      <p:pic>
        <p:nvPicPr>
          <p:cNvPr id="31" name="Graphic 30">
            <a:extLst>
              <a:ext uri="{FF2B5EF4-FFF2-40B4-BE49-F238E27FC236}">
                <a16:creationId xmlns:a16="http://schemas.microsoft.com/office/drawing/2014/main" id="{1475D7EA-3732-70B9-ABAC-74447E07E11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13666" y="2424525"/>
            <a:ext cx="2418565" cy="347191"/>
          </a:xfrm>
          <a:prstGeom prst="rect">
            <a:avLst/>
          </a:prstGeom>
        </p:spPr>
      </p:pic>
      <p:sp>
        <p:nvSpPr>
          <p:cNvPr id="4" name="Footer Placeholder 1">
            <a:extLst>
              <a:ext uri="{FF2B5EF4-FFF2-40B4-BE49-F238E27FC236}">
                <a16:creationId xmlns:a16="http://schemas.microsoft.com/office/drawing/2014/main" id="{543D6D75-E1C8-D89B-2702-ED9577A6EFF5}"/>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42802309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6B99D59-A5CF-F14C-9C93-94EFE1EF31B5}"/>
              </a:ext>
            </a:extLst>
          </p:cNvPr>
          <p:cNvSpPr>
            <a:spLocks noGrp="1"/>
          </p:cNvSpPr>
          <p:nvPr>
            <p:ph type="title"/>
          </p:nvPr>
        </p:nvSpPr>
        <p:spPr/>
        <p:txBody>
          <a:bodyPr/>
          <a:lstStyle/>
          <a:p>
            <a:r>
              <a:rPr lang="en-US"/>
              <a:t>Animal Illustrations</a:t>
            </a:r>
          </a:p>
        </p:txBody>
      </p:sp>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2"/>
          </p:nvPr>
        </p:nvSpPr>
        <p:spPr/>
        <p:txBody>
          <a:bodyPr/>
          <a:lstStyle/>
          <a:p>
            <a:r>
              <a:rPr lang="en-US"/>
              <a:t>ILLUSTRATIONS</a:t>
            </a:r>
          </a:p>
        </p:txBody>
      </p:sp>
      <p:sp>
        <p:nvSpPr>
          <p:cNvPr id="54" name="Text Placeholder 11">
            <a:extLst>
              <a:ext uri="{FF2B5EF4-FFF2-40B4-BE49-F238E27FC236}">
                <a16:creationId xmlns:a16="http://schemas.microsoft.com/office/drawing/2014/main" id="{91FB9913-8CE4-47BB-BECE-7DFCF66EF3B6}"/>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12" name="Graphic 11">
            <a:extLst>
              <a:ext uri="{FF2B5EF4-FFF2-40B4-BE49-F238E27FC236}">
                <a16:creationId xmlns:a16="http://schemas.microsoft.com/office/drawing/2014/main" id="{F51D09B7-65C0-996F-D560-FF2DD61B17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03196" y="2425835"/>
            <a:ext cx="1870628" cy="863630"/>
          </a:xfrm>
          <a:prstGeom prst="rect">
            <a:avLst/>
          </a:prstGeom>
        </p:spPr>
      </p:pic>
      <p:pic>
        <p:nvPicPr>
          <p:cNvPr id="20" name="Graphic 19">
            <a:extLst>
              <a:ext uri="{FF2B5EF4-FFF2-40B4-BE49-F238E27FC236}">
                <a16:creationId xmlns:a16="http://schemas.microsoft.com/office/drawing/2014/main" id="{D6C4E855-4BD9-8EE5-04C1-D938A32689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26794" y="3687974"/>
            <a:ext cx="1617587" cy="616630"/>
          </a:xfrm>
          <a:prstGeom prst="rect">
            <a:avLst/>
          </a:prstGeom>
        </p:spPr>
      </p:pic>
      <p:pic>
        <p:nvPicPr>
          <p:cNvPr id="23" name="Graphic 22">
            <a:extLst>
              <a:ext uri="{FF2B5EF4-FFF2-40B4-BE49-F238E27FC236}">
                <a16:creationId xmlns:a16="http://schemas.microsoft.com/office/drawing/2014/main" id="{52A5E664-3703-3AA9-9535-CF48FAD2DB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84226" y="1007176"/>
            <a:ext cx="2349521" cy="1079417"/>
          </a:xfrm>
          <a:prstGeom prst="rect">
            <a:avLst/>
          </a:prstGeom>
        </p:spPr>
      </p:pic>
      <p:pic>
        <p:nvPicPr>
          <p:cNvPr id="26" name="Graphic 25">
            <a:extLst>
              <a:ext uri="{FF2B5EF4-FFF2-40B4-BE49-F238E27FC236}">
                <a16:creationId xmlns:a16="http://schemas.microsoft.com/office/drawing/2014/main" id="{BEA89EAC-6D6A-27B2-B457-E4D2F273CF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62287" y="2271885"/>
            <a:ext cx="2356860" cy="1082789"/>
          </a:xfrm>
          <a:prstGeom prst="rect">
            <a:avLst/>
          </a:prstGeom>
        </p:spPr>
      </p:pic>
      <p:pic>
        <p:nvPicPr>
          <p:cNvPr id="29" name="Graphic 28">
            <a:extLst>
              <a:ext uri="{FF2B5EF4-FFF2-40B4-BE49-F238E27FC236}">
                <a16:creationId xmlns:a16="http://schemas.microsoft.com/office/drawing/2014/main" id="{68B51C89-E8F5-CB8C-C3FE-1465EC34E63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70493" y="598251"/>
            <a:ext cx="2299302" cy="1492678"/>
          </a:xfrm>
          <a:prstGeom prst="rect">
            <a:avLst/>
          </a:prstGeom>
        </p:spPr>
      </p:pic>
      <p:sp>
        <p:nvSpPr>
          <p:cNvPr id="4" name="Footer Placeholder 1">
            <a:extLst>
              <a:ext uri="{FF2B5EF4-FFF2-40B4-BE49-F238E27FC236}">
                <a16:creationId xmlns:a16="http://schemas.microsoft.com/office/drawing/2014/main" id="{FC500242-1E0F-90CC-946E-42E53836BD86}"/>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74983381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a:t>ILLUSTRATIONS</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a:solidFill>
                  <a:srgbClr val="FFFFFF"/>
                </a:solidFill>
                <a:latin typeface="Arial" panose="020B0604020202020204"/>
              </a:rPr>
              <a:t>Animal Illustrations</a:t>
            </a:r>
            <a:endParaRPr lang="en-US" sz="3203"/>
          </a:p>
        </p:txBody>
      </p:sp>
      <p:sp>
        <p:nvSpPr>
          <p:cNvPr id="38" name="Text Placeholder 11">
            <a:extLst>
              <a:ext uri="{FF2B5EF4-FFF2-40B4-BE49-F238E27FC236}">
                <a16:creationId xmlns:a16="http://schemas.microsoft.com/office/drawing/2014/main" id="{CE53FABE-DB3F-0CD4-AC38-F0CDF1B01703}"/>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9" name="Graphic 8">
            <a:extLst>
              <a:ext uri="{FF2B5EF4-FFF2-40B4-BE49-F238E27FC236}">
                <a16:creationId xmlns:a16="http://schemas.microsoft.com/office/drawing/2014/main" id="{F78627EA-D84B-538C-58EB-A8E2F45209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53005" y="3103368"/>
            <a:ext cx="1760662" cy="817730"/>
          </a:xfrm>
          <a:prstGeom prst="rect">
            <a:avLst/>
          </a:prstGeom>
        </p:spPr>
      </p:pic>
      <p:pic>
        <p:nvPicPr>
          <p:cNvPr id="11" name="Graphic 10">
            <a:extLst>
              <a:ext uri="{FF2B5EF4-FFF2-40B4-BE49-F238E27FC236}">
                <a16:creationId xmlns:a16="http://schemas.microsoft.com/office/drawing/2014/main" id="{53BACDC6-9B3A-C535-815C-7345D420E2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4875" y="2969369"/>
            <a:ext cx="1214981" cy="896298"/>
          </a:xfrm>
          <a:prstGeom prst="rect">
            <a:avLst/>
          </a:prstGeom>
        </p:spPr>
      </p:pic>
      <p:pic>
        <p:nvPicPr>
          <p:cNvPr id="12" name="Graphic 11">
            <a:extLst>
              <a:ext uri="{FF2B5EF4-FFF2-40B4-BE49-F238E27FC236}">
                <a16:creationId xmlns:a16="http://schemas.microsoft.com/office/drawing/2014/main" id="{2C04B602-76D4-0730-1F86-8EBCCF4E39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13667" y="1047085"/>
            <a:ext cx="1992728" cy="1045787"/>
          </a:xfrm>
          <a:prstGeom prst="rect">
            <a:avLst/>
          </a:prstGeom>
        </p:spPr>
      </p:pic>
      <p:pic>
        <p:nvPicPr>
          <p:cNvPr id="13" name="Graphic 12">
            <a:extLst>
              <a:ext uri="{FF2B5EF4-FFF2-40B4-BE49-F238E27FC236}">
                <a16:creationId xmlns:a16="http://schemas.microsoft.com/office/drawing/2014/main" id="{7026EED7-CC7A-350B-6E51-4C3203E638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27361" y="697231"/>
            <a:ext cx="1613674" cy="2041466"/>
          </a:xfrm>
          <a:prstGeom prst="rect">
            <a:avLst/>
          </a:prstGeom>
        </p:spPr>
      </p:pic>
      <p:pic>
        <p:nvPicPr>
          <p:cNvPr id="14" name="Graphic 13">
            <a:extLst>
              <a:ext uri="{FF2B5EF4-FFF2-40B4-BE49-F238E27FC236}">
                <a16:creationId xmlns:a16="http://schemas.microsoft.com/office/drawing/2014/main" id="{6BB6A875-915C-ABFC-4DA1-A5EE1B62880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13666" y="2424525"/>
            <a:ext cx="2418565" cy="347191"/>
          </a:xfrm>
          <a:prstGeom prst="rect">
            <a:avLst/>
          </a:prstGeom>
        </p:spPr>
      </p:pic>
      <p:sp>
        <p:nvSpPr>
          <p:cNvPr id="4" name="Footer Placeholder 1">
            <a:extLst>
              <a:ext uri="{FF2B5EF4-FFF2-40B4-BE49-F238E27FC236}">
                <a16:creationId xmlns:a16="http://schemas.microsoft.com/office/drawing/2014/main" id="{EED16B93-446F-6370-4911-2FBBEBFE4099}"/>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20593597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3E96059-D799-964A-AF49-77025C8E0FEC}"/>
              </a:ext>
            </a:extLst>
          </p:cNvPr>
          <p:cNvSpPr>
            <a:spLocks noGrp="1"/>
          </p:cNvSpPr>
          <p:nvPr>
            <p:ph type="body" sz="quarter" idx="13"/>
          </p:nvPr>
        </p:nvSpPr>
        <p:spPr/>
        <p:txBody>
          <a:bodyPr/>
          <a:lstStyle/>
          <a:p>
            <a:r>
              <a:rPr lang="en-US"/>
              <a:t>ILLUSTRATIONS</a:t>
            </a:r>
          </a:p>
        </p:txBody>
      </p:sp>
      <p:sp>
        <p:nvSpPr>
          <p:cNvPr id="50" name="Title 8">
            <a:extLst>
              <a:ext uri="{FF2B5EF4-FFF2-40B4-BE49-F238E27FC236}">
                <a16:creationId xmlns:a16="http://schemas.microsoft.com/office/drawing/2014/main" id="{AE66DB2E-2EF1-432C-A08E-BA847F249196}"/>
              </a:ext>
            </a:extLst>
          </p:cNvPr>
          <p:cNvSpPr>
            <a:spLocks noGrp="1"/>
          </p:cNvSpPr>
          <p:nvPr>
            <p:ph type="title"/>
          </p:nvPr>
        </p:nvSpPr>
        <p:spPr>
          <a:xfrm>
            <a:off x="336855" y="445961"/>
            <a:ext cx="2528272" cy="1240338"/>
          </a:xfrm>
        </p:spPr>
        <p:txBody>
          <a:bodyPr/>
          <a:lstStyle/>
          <a:p>
            <a:r>
              <a:rPr lang="en-US" sz="3200" spc="-50">
                <a:solidFill>
                  <a:srgbClr val="FFFFFF"/>
                </a:solidFill>
                <a:latin typeface="Arial" panose="020B0604020202020204"/>
              </a:rPr>
              <a:t>Animal Illustrations</a:t>
            </a:r>
            <a:endParaRPr lang="en-US" sz="3203"/>
          </a:p>
        </p:txBody>
      </p:sp>
      <p:sp>
        <p:nvSpPr>
          <p:cNvPr id="38" name="Text Placeholder 11">
            <a:extLst>
              <a:ext uri="{FF2B5EF4-FFF2-40B4-BE49-F238E27FC236}">
                <a16:creationId xmlns:a16="http://schemas.microsoft.com/office/drawing/2014/main" id="{CE53FABE-DB3F-0CD4-AC38-F0CDF1B01703}"/>
              </a:ext>
            </a:extLst>
          </p:cNvPr>
          <p:cNvSpPr txBox="1">
            <a:spLocks/>
          </p:cNvSpPr>
          <p:nvPr/>
        </p:nvSpPr>
        <p:spPr>
          <a:xfrm>
            <a:off x="336948" y="1592342"/>
            <a:ext cx="2269049" cy="2893742"/>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Copy &amp; paste these illustrations into your PPT document. Review the brand guidelines for more information on illustration use.</a:t>
            </a:r>
          </a:p>
          <a:p>
            <a:endParaRPr lang="en-US" sz="1400"/>
          </a:p>
          <a:p>
            <a:r>
              <a:rPr lang="en-US" sz="1400"/>
              <a:t>When scaling Illustrations, allow the line weight to adjust automatically. Illustration edges should always continue to the edge of the page when used.</a:t>
            </a:r>
          </a:p>
        </p:txBody>
      </p:sp>
      <p:pic>
        <p:nvPicPr>
          <p:cNvPr id="4" name="Graphic 3">
            <a:extLst>
              <a:ext uri="{FF2B5EF4-FFF2-40B4-BE49-F238E27FC236}">
                <a16:creationId xmlns:a16="http://schemas.microsoft.com/office/drawing/2014/main" id="{A11F0388-AA87-A8D1-1BFB-2F095B9855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03196" y="2425835"/>
            <a:ext cx="1870628" cy="863630"/>
          </a:xfrm>
          <a:prstGeom prst="rect">
            <a:avLst/>
          </a:prstGeom>
        </p:spPr>
      </p:pic>
      <p:pic>
        <p:nvPicPr>
          <p:cNvPr id="5" name="Graphic 4">
            <a:extLst>
              <a:ext uri="{FF2B5EF4-FFF2-40B4-BE49-F238E27FC236}">
                <a16:creationId xmlns:a16="http://schemas.microsoft.com/office/drawing/2014/main" id="{496A68B4-C0D2-5EB2-4188-8C041AFE03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26794" y="3687974"/>
            <a:ext cx="1617587" cy="616630"/>
          </a:xfrm>
          <a:prstGeom prst="rect">
            <a:avLst/>
          </a:prstGeom>
        </p:spPr>
      </p:pic>
      <p:pic>
        <p:nvPicPr>
          <p:cNvPr id="6" name="Graphic 5">
            <a:extLst>
              <a:ext uri="{FF2B5EF4-FFF2-40B4-BE49-F238E27FC236}">
                <a16:creationId xmlns:a16="http://schemas.microsoft.com/office/drawing/2014/main" id="{C800AC88-A02C-05E5-F9A9-128625F4CA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84226" y="1007176"/>
            <a:ext cx="2349521" cy="1079417"/>
          </a:xfrm>
          <a:prstGeom prst="rect">
            <a:avLst/>
          </a:prstGeom>
        </p:spPr>
      </p:pic>
      <p:pic>
        <p:nvPicPr>
          <p:cNvPr id="7" name="Graphic 6">
            <a:extLst>
              <a:ext uri="{FF2B5EF4-FFF2-40B4-BE49-F238E27FC236}">
                <a16:creationId xmlns:a16="http://schemas.microsoft.com/office/drawing/2014/main" id="{5BB67EA3-1A64-DE60-B684-39256334AC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62287" y="2271885"/>
            <a:ext cx="2356860" cy="1082789"/>
          </a:xfrm>
          <a:prstGeom prst="rect">
            <a:avLst/>
          </a:prstGeom>
        </p:spPr>
      </p:pic>
      <p:pic>
        <p:nvPicPr>
          <p:cNvPr id="8" name="Graphic 7">
            <a:extLst>
              <a:ext uri="{FF2B5EF4-FFF2-40B4-BE49-F238E27FC236}">
                <a16:creationId xmlns:a16="http://schemas.microsoft.com/office/drawing/2014/main" id="{D968943E-F0BB-B095-E445-6802ABC66E0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70493" y="598251"/>
            <a:ext cx="2299302" cy="1492678"/>
          </a:xfrm>
          <a:prstGeom prst="rect">
            <a:avLst/>
          </a:prstGeom>
        </p:spPr>
      </p:pic>
      <p:sp>
        <p:nvSpPr>
          <p:cNvPr id="9" name="Footer Placeholder 1">
            <a:extLst>
              <a:ext uri="{FF2B5EF4-FFF2-40B4-BE49-F238E27FC236}">
                <a16:creationId xmlns:a16="http://schemas.microsoft.com/office/drawing/2014/main" id="{E80906BB-CB72-5CC1-1E71-F5A8A8D9A291}"/>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42181316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A7F2-831A-015D-E85A-4AADCCA05F81}"/>
              </a:ext>
            </a:extLst>
          </p:cNvPr>
          <p:cNvSpPr>
            <a:spLocks noGrp="1"/>
          </p:cNvSpPr>
          <p:nvPr>
            <p:ph type="title"/>
          </p:nvPr>
        </p:nvSpPr>
        <p:spPr/>
        <p:txBody>
          <a:bodyPr/>
          <a:lstStyle/>
          <a:p>
            <a:r>
              <a:rPr lang="en-US"/>
              <a:t>Illustration Use Layout Example</a:t>
            </a:r>
          </a:p>
        </p:txBody>
      </p:sp>
      <p:sp>
        <p:nvSpPr>
          <p:cNvPr id="3" name="Text Placeholder 2">
            <a:extLst>
              <a:ext uri="{FF2B5EF4-FFF2-40B4-BE49-F238E27FC236}">
                <a16:creationId xmlns:a16="http://schemas.microsoft.com/office/drawing/2014/main" id="{11603555-83B3-1B39-0FCB-33250F5698EF}"/>
              </a:ext>
            </a:extLst>
          </p:cNvPr>
          <p:cNvSpPr>
            <a:spLocks noGrp="1"/>
          </p:cNvSpPr>
          <p:nvPr>
            <p:ph type="body" sz="quarter" idx="13"/>
          </p:nvPr>
        </p:nvSpPr>
        <p:spPr/>
        <p:txBody>
          <a:bodyPr/>
          <a:lstStyle/>
          <a:p>
            <a:r>
              <a:rPr lang="en-US"/>
              <a:t>ILLUSTRATIONS</a:t>
            </a:r>
          </a:p>
        </p:txBody>
      </p:sp>
      <p:sp>
        <p:nvSpPr>
          <p:cNvPr id="7" name="Graphic 5">
            <a:extLst>
              <a:ext uri="{FF2B5EF4-FFF2-40B4-BE49-F238E27FC236}">
                <a16:creationId xmlns:a16="http://schemas.microsoft.com/office/drawing/2014/main" id="{4B18D9D2-F1EC-6AD9-7620-B67F515087B2}"/>
              </a:ext>
            </a:extLst>
          </p:cNvPr>
          <p:cNvSpPr/>
          <p:nvPr/>
        </p:nvSpPr>
        <p:spPr>
          <a:xfrm>
            <a:off x="-80010" y="1862786"/>
            <a:ext cx="9479778" cy="2692855"/>
          </a:xfrm>
          <a:custGeom>
            <a:avLst/>
            <a:gdLst>
              <a:gd name="connsiteX0" fmla="*/ 0 w 7866340"/>
              <a:gd name="connsiteY0" fmla="*/ 3384447 h 3590472"/>
              <a:gd name="connsiteX1" fmla="*/ 1786456 w 7866340"/>
              <a:gd name="connsiteY1" fmla="*/ 3420198 h 3590472"/>
              <a:gd name="connsiteX2" fmla="*/ 2392445 w 7866340"/>
              <a:gd name="connsiteY2" fmla="*/ 3237834 h 3590472"/>
              <a:gd name="connsiteX3" fmla="*/ 2432493 w 7866340"/>
              <a:gd name="connsiteY3" fmla="*/ 3091049 h 3590472"/>
              <a:gd name="connsiteX4" fmla="*/ 2417826 w 7866340"/>
              <a:gd name="connsiteY4" fmla="*/ 2612137 h 3590472"/>
              <a:gd name="connsiteX5" fmla="*/ 2416680 w 7866340"/>
              <a:gd name="connsiteY5" fmla="*/ 2449711 h 3590472"/>
              <a:gd name="connsiteX6" fmla="*/ 2272817 w 7866340"/>
              <a:gd name="connsiteY6" fmla="*/ 2238758 h 3590472"/>
              <a:gd name="connsiteX7" fmla="*/ 2001248 w 7866340"/>
              <a:gd name="connsiteY7" fmla="*/ 2015601 h 3590472"/>
              <a:gd name="connsiteX8" fmla="*/ 1589998 w 7866340"/>
              <a:gd name="connsiteY8" fmla="*/ 1240884 h 3590472"/>
              <a:gd name="connsiteX9" fmla="*/ 1561695 w 7866340"/>
              <a:gd name="connsiteY9" fmla="*/ 1227994 h 3590472"/>
              <a:gd name="connsiteX10" fmla="*/ 1451520 w 7866340"/>
              <a:gd name="connsiteY10" fmla="*/ 1227535 h 3590472"/>
              <a:gd name="connsiteX11" fmla="*/ 1211233 w 7866340"/>
              <a:gd name="connsiteY11" fmla="*/ 1267125 h 3590472"/>
              <a:gd name="connsiteX12" fmla="*/ 975701 w 7866340"/>
              <a:gd name="connsiteY12" fmla="*/ 1270104 h 3590472"/>
              <a:gd name="connsiteX13" fmla="*/ 851261 w 7866340"/>
              <a:gd name="connsiteY13" fmla="*/ 1300469 h 3590472"/>
              <a:gd name="connsiteX14" fmla="*/ 591265 w 7866340"/>
              <a:gd name="connsiteY14" fmla="*/ 1048724 h 3590472"/>
              <a:gd name="connsiteX15" fmla="*/ 757930 w 7866340"/>
              <a:gd name="connsiteY15" fmla="*/ 860459 h 3590472"/>
              <a:gd name="connsiteX16" fmla="*/ 991285 w 7866340"/>
              <a:gd name="connsiteY16" fmla="*/ 587113 h 3590472"/>
              <a:gd name="connsiteX17" fmla="*/ 1039812 w 7866340"/>
              <a:gd name="connsiteY17" fmla="*/ 433568 h 3590472"/>
              <a:gd name="connsiteX18" fmla="*/ 1137955 w 7866340"/>
              <a:gd name="connsiteY18" fmla="*/ 340467 h 3590472"/>
              <a:gd name="connsiteX19" fmla="*/ 1077969 w 7866340"/>
              <a:gd name="connsiteY19" fmla="*/ 120461 h 3590472"/>
              <a:gd name="connsiteX20" fmla="*/ 1251281 w 7866340"/>
              <a:gd name="connsiteY20" fmla="*/ 200442 h 3590472"/>
              <a:gd name="connsiteX21" fmla="*/ 1501423 w 7866340"/>
              <a:gd name="connsiteY21" fmla="*/ 153749 h 3590472"/>
              <a:gd name="connsiteX22" fmla="*/ 1811264 w 7866340"/>
              <a:gd name="connsiteY22" fmla="*/ 40423 h 3590472"/>
              <a:gd name="connsiteX23" fmla="*/ 1650213 w 7866340"/>
              <a:gd name="connsiteY23" fmla="*/ 395182 h 3590472"/>
              <a:gd name="connsiteX24" fmla="*/ 1584612 w 7866340"/>
              <a:gd name="connsiteY24" fmla="*/ 244214 h 3590472"/>
              <a:gd name="connsiteX25" fmla="*/ 2204581 w 7866340"/>
              <a:gd name="connsiteY25" fmla="*/ 393692 h 3590472"/>
              <a:gd name="connsiteX26" fmla="*/ 2847008 w 7866340"/>
              <a:gd name="connsiteY26" fmla="*/ 477053 h 3590472"/>
              <a:gd name="connsiteX27" fmla="*/ 3526504 w 7866340"/>
              <a:gd name="connsiteY27" fmla="*/ 495101 h 3590472"/>
              <a:gd name="connsiteX28" fmla="*/ 5507470 w 7866340"/>
              <a:gd name="connsiteY28" fmla="*/ 497335 h 3590472"/>
              <a:gd name="connsiteX29" fmla="*/ 5506782 w 7866340"/>
              <a:gd name="connsiteY29" fmla="*/ 495731 h 3590472"/>
              <a:gd name="connsiteX30" fmla="*/ 5985466 w 7866340"/>
              <a:gd name="connsiteY30" fmla="*/ 886470 h 3590472"/>
              <a:gd name="connsiteX31" fmla="*/ 6030327 w 7866340"/>
              <a:gd name="connsiteY31" fmla="*/ 1692698 h 3590472"/>
              <a:gd name="connsiteX32" fmla="*/ 6084011 w 7866340"/>
              <a:gd name="connsiteY32" fmla="*/ 2595980 h 3590472"/>
              <a:gd name="connsiteX33" fmla="*/ 6022306 w 7866340"/>
              <a:gd name="connsiteY33" fmla="*/ 2230565 h 3590472"/>
              <a:gd name="connsiteX34" fmla="*/ 5956705 w 7866340"/>
              <a:gd name="connsiteY34" fmla="*/ 1934073 h 3590472"/>
              <a:gd name="connsiteX35" fmla="*/ 6022993 w 7866340"/>
              <a:gd name="connsiteY35" fmla="*/ 1250338 h 3590472"/>
              <a:gd name="connsiteX36" fmla="*/ 5784368 w 7866340"/>
              <a:gd name="connsiteY36" fmla="*/ 781910 h 3590472"/>
              <a:gd name="connsiteX37" fmla="*/ 5779727 w 7866340"/>
              <a:gd name="connsiteY37" fmla="*/ 966737 h 3590472"/>
              <a:gd name="connsiteX38" fmla="*/ 5713210 w 7866340"/>
              <a:gd name="connsiteY38" fmla="*/ 1437973 h 3590472"/>
              <a:gd name="connsiteX39" fmla="*/ 5670526 w 7866340"/>
              <a:gd name="connsiteY39" fmla="*/ 1950688 h 3590472"/>
              <a:gd name="connsiteX40" fmla="*/ 5671214 w 7866340"/>
              <a:gd name="connsiteY40" fmla="*/ 1952292 h 3590472"/>
              <a:gd name="connsiteX41" fmla="*/ 5844583 w 7866340"/>
              <a:gd name="connsiteY41" fmla="*/ 2388407 h 3590472"/>
              <a:gd name="connsiteX42" fmla="*/ 5809691 w 7866340"/>
              <a:gd name="connsiteY42" fmla="*/ 2618725 h 3590472"/>
              <a:gd name="connsiteX43" fmla="*/ 5819546 w 7866340"/>
              <a:gd name="connsiteY43" fmla="*/ 3063205 h 3590472"/>
              <a:gd name="connsiteX44" fmla="*/ 5844583 w 7866340"/>
              <a:gd name="connsiteY44" fmla="*/ 3190166 h 3590472"/>
              <a:gd name="connsiteX45" fmla="*/ 5816967 w 7866340"/>
              <a:gd name="connsiteY45" fmla="*/ 3268142 h 3590472"/>
              <a:gd name="connsiteX46" fmla="*/ 5770617 w 7866340"/>
              <a:gd name="connsiteY46" fmla="*/ 3325378 h 3590472"/>
              <a:gd name="connsiteX47" fmla="*/ 5708110 w 7866340"/>
              <a:gd name="connsiteY47" fmla="*/ 3516107 h 3590472"/>
              <a:gd name="connsiteX48" fmla="*/ 5711605 w 7866340"/>
              <a:gd name="connsiteY48" fmla="*/ 3590473 h 3590472"/>
              <a:gd name="connsiteX49" fmla="*/ 5397295 w 7866340"/>
              <a:gd name="connsiteY49" fmla="*/ 3590473 h 3590472"/>
              <a:gd name="connsiteX50" fmla="*/ 5373404 w 7866340"/>
              <a:gd name="connsiteY50" fmla="*/ 3555352 h 3590472"/>
              <a:gd name="connsiteX51" fmla="*/ 5522996 w 7866340"/>
              <a:gd name="connsiteY51" fmla="*/ 3283439 h 3590472"/>
              <a:gd name="connsiteX52" fmla="*/ 5564133 w 7866340"/>
              <a:gd name="connsiteY52" fmla="*/ 2751874 h 3590472"/>
              <a:gd name="connsiteX53" fmla="*/ 5146123 w 7866340"/>
              <a:gd name="connsiteY53" fmla="*/ 2181293 h 3590472"/>
              <a:gd name="connsiteX54" fmla="*/ 5102351 w 7866340"/>
              <a:gd name="connsiteY54" fmla="*/ 2172126 h 3590472"/>
              <a:gd name="connsiteX55" fmla="*/ 5008276 w 7866340"/>
              <a:gd name="connsiteY55" fmla="*/ 2275311 h 3590472"/>
              <a:gd name="connsiteX56" fmla="*/ 4992921 w 7866340"/>
              <a:gd name="connsiteY56" fmla="*/ 2393334 h 3590472"/>
              <a:gd name="connsiteX57" fmla="*/ 4906007 w 7866340"/>
              <a:gd name="connsiteY57" fmla="*/ 2400382 h 3590472"/>
              <a:gd name="connsiteX58" fmla="*/ 4890996 w 7866340"/>
              <a:gd name="connsiteY58" fmla="*/ 2350021 h 3590472"/>
              <a:gd name="connsiteX59" fmla="*/ 4869855 w 7866340"/>
              <a:gd name="connsiteY59" fmla="*/ 2338390 h 3590472"/>
              <a:gd name="connsiteX60" fmla="*/ 4757160 w 7866340"/>
              <a:gd name="connsiteY60" fmla="*/ 2362568 h 3590472"/>
              <a:gd name="connsiteX61" fmla="*/ 4740774 w 7866340"/>
              <a:gd name="connsiteY61" fmla="*/ 2377464 h 3590472"/>
              <a:gd name="connsiteX62" fmla="*/ 4724102 w 7866340"/>
              <a:gd name="connsiteY62" fmla="*/ 2445242 h 3590472"/>
              <a:gd name="connsiteX63" fmla="*/ 4637761 w 7866340"/>
              <a:gd name="connsiteY63" fmla="*/ 2444497 h 3590472"/>
              <a:gd name="connsiteX64" fmla="*/ 4581671 w 7866340"/>
              <a:gd name="connsiteY64" fmla="*/ 2339307 h 3590472"/>
              <a:gd name="connsiteX65" fmla="*/ 4437006 w 7866340"/>
              <a:gd name="connsiteY65" fmla="*/ 2289691 h 3590472"/>
              <a:gd name="connsiteX66" fmla="*/ 4280195 w 7866340"/>
              <a:gd name="connsiteY66" fmla="*/ 2191949 h 3590472"/>
              <a:gd name="connsiteX67" fmla="*/ 3476201 w 7866340"/>
              <a:gd name="connsiteY67" fmla="*/ 2300921 h 3590472"/>
              <a:gd name="connsiteX68" fmla="*/ 3126140 w 7866340"/>
              <a:gd name="connsiteY68" fmla="*/ 2255258 h 3590472"/>
              <a:gd name="connsiteX69" fmla="*/ 3211049 w 7866340"/>
              <a:gd name="connsiteY69" fmla="*/ 2733598 h 3590472"/>
              <a:gd name="connsiteX70" fmla="*/ 3202054 w 7866340"/>
              <a:gd name="connsiteY70" fmla="*/ 2815183 h 3590472"/>
              <a:gd name="connsiteX71" fmla="*/ 3272696 w 7866340"/>
              <a:gd name="connsiteY71" fmla="*/ 3189249 h 3590472"/>
              <a:gd name="connsiteX72" fmla="*/ 3206923 w 7866340"/>
              <a:gd name="connsiteY72" fmla="*/ 3316268 h 3590472"/>
              <a:gd name="connsiteX73" fmla="*/ 3256596 w 7866340"/>
              <a:gd name="connsiteY73" fmla="*/ 3573973 h 3590472"/>
              <a:gd name="connsiteX74" fmla="*/ 2926302 w 7866340"/>
              <a:gd name="connsiteY74" fmla="*/ 3580504 h 3590472"/>
              <a:gd name="connsiteX75" fmla="*/ 2987835 w 7866340"/>
              <a:gd name="connsiteY75" fmla="*/ 3397224 h 3590472"/>
              <a:gd name="connsiteX76" fmla="*/ 2987835 w 7866340"/>
              <a:gd name="connsiteY76" fmla="*/ 2896024 h 3590472"/>
              <a:gd name="connsiteX77" fmla="*/ 2653931 w 7866340"/>
              <a:gd name="connsiteY77" fmla="*/ 2356438 h 3590472"/>
              <a:gd name="connsiteX78" fmla="*/ 2800142 w 7866340"/>
              <a:gd name="connsiteY78" fmla="*/ 2330026 h 3590472"/>
              <a:gd name="connsiteX79" fmla="*/ 2733568 w 7866340"/>
              <a:gd name="connsiteY79" fmla="*/ 2844575 h 3590472"/>
              <a:gd name="connsiteX80" fmla="*/ 2680744 w 7866340"/>
              <a:gd name="connsiteY80" fmla="*/ 2985458 h 3590472"/>
              <a:gd name="connsiteX81" fmla="*/ 2680744 w 7866340"/>
              <a:gd name="connsiteY81" fmla="*/ 2985458 h 3590472"/>
              <a:gd name="connsiteX82" fmla="*/ 2670202 w 7866340"/>
              <a:gd name="connsiteY82" fmla="*/ 3300054 h 3590472"/>
              <a:gd name="connsiteX83" fmla="*/ 2572632 w 7866340"/>
              <a:gd name="connsiteY83" fmla="*/ 3404672 h 3590472"/>
              <a:gd name="connsiteX84" fmla="*/ 2574178 w 7866340"/>
              <a:gd name="connsiteY84" fmla="*/ 3583540 h 3590472"/>
              <a:gd name="connsiteX85" fmla="*/ 2231222 w 7866340"/>
              <a:gd name="connsiteY85" fmla="*/ 3583540 h 3590472"/>
              <a:gd name="connsiteX86" fmla="*/ 2308339 w 7866340"/>
              <a:gd name="connsiteY86" fmla="*/ 3369207 h 3590472"/>
              <a:gd name="connsiteX87" fmla="*/ 2308339 w 7866340"/>
              <a:gd name="connsiteY87" fmla="*/ 3369207 h 3590472"/>
              <a:gd name="connsiteX88" fmla="*/ 3872383 w 7866340"/>
              <a:gd name="connsiteY88" fmla="*/ 3429250 h 3590472"/>
              <a:gd name="connsiteX89" fmla="*/ 6323037 w 7866340"/>
              <a:gd name="connsiteY89" fmla="*/ 3397911 h 3590472"/>
              <a:gd name="connsiteX90" fmla="*/ 6423128 w 7866340"/>
              <a:gd name="connsiteY90" fmla="*/ 3277825 h 3590472"/>
              <a:gd name="connsiteX91" fmla="*/ 6456473 w 7866340"/>
              <a:gd name="connsiteY91" fmla="*/ 3400145 h 3590472"/>
              <a:gd name="connsiteX92" fmla="*/ 6551235 w 7866340"/>
              <a:gd name="connsiteY92" fmla="*/ 3404614 h 3590472"/>
              <a:gd name="connsiteX93" fmla="*/ 6656597 w 7866340"/>
              <a:gd name="connsiteY93" fmla="*/ 3177791 h 3590472"/>
              <a:gd name="connsiteX94" fmla="*/ 6663816 w 7866340"/>
              <a:gd name="connsiteY94" fmla="*/ 3408797 h 3590472"/>
              <a:gd name="connsiteX95" fmla="*/ 7866341 w 7866340"/>
              <a:gd name="connsiteY95" fmla="*/ 3324576 h 3590472"/>
              <a:gd name="connsiteX0" fmla="*/ 0 w 12289184"/>
              <a:gd name="connsiteY0" fmla="*/ 2930490 h 3590473"/>
              <a:gd name="connsiteX1" fmla="*/ 6209299 w 12289184"/>
              <a:gd name="connsiteY1" fmla="*/ 3420198 h 3590473"/>
              <a:gd name="connsiteX2" fmla="*/ 6815288 w 12289184"/>
              <a:gd name="connsiteY2" fmla="*/ 3237834 h 3590473"/>
              <a:gd name="connsiteX3" fmla="*/ 6855336 w 12289184"/>
              <a:gd name="connsiteY3" fmla="*/ 3091049 h 3590473"/>
              <a:gd name="connsiteX4" fmla="*/ 6840669 w 12289184"/>
              <a:gd name="connsiteY4" fmla="*/ 2612137 h 3590473"/>
              <a:gd name="connsiteX5" fmla="*/ 6839523 w 12289184"/>
              <a:gd name="connsiteY5" fmla="*/ 2449711 h 3590473"/>
              <a:gd name="connsiteX6" fmla="*/ 6695660 w 12289184"/>
              <a:gd name="connsiteY6" fmla="*/ 2238758 h 3590473"/>
              <a:gd name="connsiteX7" fmla="*/ 6424091 w 12289184"/>
              <a:gd name="connsiteY7" fmla="*/ 2015601 h 3590473"/>
              <a:gd name="connsiteX8" fmla="*/ 6012841 w 12289184"/>
              <a:gd name="connsiteY8" fmla="*/ 1240884 h 3590473"/>
              <a:gd name="connsiteX9" fmla="*/ 5984538 w 12289184"/>
              <a:gd name="connsiteY9" fmla="*/ 1227994 h 3590473"/>
              <a:gd name="connsiteX10" fmla="*/ 5874363 w 12289184"/>
              <a:gd name="connsiteY10" fmla="*/ 1227535 h 3590473"/>
              <a:gd name="connsiteX11" fmla="*/ 5634076 w 12289184"/>
              <a:gd name="connsiteY11" fmla="*/ 1267125 h 3590473"/>
              <a:gd name="connsiteX12" fmla="*/ 5398544 w 12289184"/>
              <a:gd name="connsiteY12" fmla="*/ 1270104 h 3590473"/>
              <a:gd name="connsiteX13" fmla="*/ 5274104 w 12289184"/>
              <a:gd name="connsiteY13" fmla="*/ 1300469 h 3590473"/>
              <a:gd name="connsiteX14" fmla="*/ 5014108 w 12289184"/>
              <a:gd name="connsiteY14" fmla="*/ 1048724 h 3590473"/>
              <a:gd name="connsiteX15" fmla="*/ 5180773 w 12289184"/>
              <a:gd name="connsiteY15" fmla="*/ 860459 h 3590473"/>
              <a:gd name="connsiteX16" fmla="*/ 5414128 w 12289184"/>
              <a:gd name="connsiteY16" fmla="*/ 587113 h 3590473"/>
              <a:gd name="connsiteX17" fmla="*/ 5462655 w 12289184"/>
              <a:gd name="connsiteY17" fmla="*/ 433568 h 3590473"/>
              <a:gd name="connsiteX18" fmla="*/ 5560798 w 12289184"/>
              <a:gd name="connsiteY18" fmla="*/ 340467 h 3590473"/>
              <a:gd name="connsiteX19" fmla="*/ 5500812 w 12289184"/>
              <a:gd name="connsiteY19" fmla="*/ 120461 h 3590473"/>
              <a:gd name="connsiteX20" fmla="*/ 5674124 w 12289184"/>
              <a:gd name="connsiteY20" fmla="*/ 200442 h 3590473"/>
              <a:gd name="connsiteX21" fmla="*/ 5924266 w 12289184"/>
              <a:gd name="connsiteY21" fmla="*/ 153749 h 3590473"/>
              <a:gd name="connsiteX22" fmla="*/ 6234107 w 12289184"/>
              <a:gd name="connsiteY22" fmla="*/ 40423 h 3590473"/>
              <a:gd name="connsiteX23" fmla="*/ 6073056 w 12289184"/>
              <a:gd name="connsiteY23" fmla="*/ 395182 h 3590473"/>
              <a:gd name="connsiteX24" fmla="*/ 6007455 w 12289184"/>
              <a:gd name="connsiteY24" fmla="*/ 244214 h 3590473"/>
              <a:gd name="connsiteX25" fmla="*/ 6627424 w 12289184"/>
              <a:gd name="connsiteY25" fmla="*/ 393692 h 3590473"/>
              <a:gd name="connsiteX26" fmla="*/ 7269851 w 12289184"/>
              <a:gd name="connsiteY26" fmla="*/ 477053 h 3590473"/>
              <a:gd name="connsiteX27" fmla="*/ 7949347 w 12289184"/>
              <a:gd name="connsiteY27" fmla="*/ 495101 h 3590473"/>
              <a:gd name="connsiteX28" fmla="*/ 9930313 w 12289184"/>
              <a:gd name="connsiteY28" fmla="*/ 497335 h 3590473"/>
              <a:gd name="connsiteX29" fmla="*/ 9929625 w 12289184"/>
              <a:gd name="connsiteY29" fmla="*/ 495731 h 3590473"/>
              <a:gd name="connsiteX30" fmla="*/ 10408309 w 12289184"/>
              <a:gd name="connsiteY30" fmla="*/ 886470 h 3590473"/>
              <a:gd name="connsiteX31" fmla="*/ 10453170 w 12289184"/>
              <a:gd name="connsiteY31" fmla="*/ 1692698 h 3590473"/>
              <a:gd name="connsiteX32" fmla="*/ 10506854 w 12289184"/>
              <a:gd name="connsiteY32" fmla="*/ 2595980 h 3590473"/>
              <a:gd name="connsiteX33" fmla="*/ 10445149 w 12289184"/>
              <a:gd name="connsiteY33" fmla="*/ 2230565 h 3590473"/>
              <a:gd name="connsiteX34" fmla="*/ 10379548 w 12289184"/>
              <a:gd name="connsiteY34" fmla="*/ 1934073 h 3590473"/>
              <a:gd name="connsiteX35" fmla="*/ 10445836 w 12289184"/>
              <a:gd name="connsiteY35" fmla="*/ 1250338 h 3590473"/>
              <a:gd name="connsiteX36" fmla="*/ 10207211 w 12289184"/>
              <a:gd name="connsiteY36" fmla="*/ 781910 h 3590473"/>
              <a:gd name="connsiteX37" fmla="*/ 10202570 w 12289184"/>
              <a:gd name="connsiteY37" fmla="*/ 966737 h 3590473"/>
              <a:gd name="connsiteX38" fmla="*/ 10136053 w 12289184"/>
              <a:gd name="connsiteY38" fmla="*/ 1437973 h 3590473"/>
              <a:gd name="connsiteX39" fmla="*/ 10093369 w 12289184"/>
              <a:gd name="connsiteY39" fmla="*/ 1950688 h 3590473"/>
              <a:gd name="connsiteX40" fmla="*/ 10094057 w 12289184"/>
              <a:gd name="connsiteY40" fmla="*/ 1952292 h 3590473"/>
              <a:gd name="connsiteX41" fmla="*/ 10267426 w 12289184"/>
              <a:gd name="connsiteY41" fmla="*/ 2388407 h 3590473"/>
              <a:gd name="connsiteX42" fmla="*/ 10232534 w 12289184"/>
              <a:gd name="connsiteY42" fmla="*/ 2618725 h 3590473"/>
              <a:gd name="connsiteX43" fmla="*/ 10242389 w 12289184"/>
              <a:gd name="connsiteY43" fmla="*/ 3063205 h 3590473"/>
              <a:gd name="connsiteX44" fmla="*/ 10267426 w 12289184"/>
              <a:gd name="connsiteY44" fmla="*/ 3190166 h 3590473"/>
              <a:gd name="connsiteX45" fmla="*/ 10239810 w 12289184"/>
              <a:gd name="connsiteY45" fmla="*/ 3268142 h 3590473"/>
              <a:gd name="connsiteX46" fmla="*/ 10193460 w 12289184"/>
              <a:gd name="connsiteY46" fmla="*/ 3325378 h 3590473"/>
              <a:gd name="connsiteX47" fmla="*/ 10130953 w 12289184"/>
              <a:gd name="connsiteY47" fmla="*/ 3516107 h 3590473"/>
              <a:gd name="connsiteX48" fmla="*/ 10134448 w 12289184"/>
              <a:gd name="connsiteY48" fmla="*/ 3590473 h 3590473"/>
              <a:gd name="connsiteX49" fmla="*/ 9820138 w 12289184"/>
              <a:gd name="connsiteY49" fmla="*/ 3590473 h 3590473"/>
              <a:gd name="connsiteX50" fmla="*/ 9796247 w 12289184"/>
              <a:gd name="connsiteY50" fmla="*/ 3555352 h 3590473"/>
              <a:gd name="connsiteX51" fmla="*/ 9945839 w 12289184"/>
              <a:gd name="connsiteY51" fmla="*/ 3283439 h 3590473"/>
              <a:gd name="connsiteX52" fmla="*/ 9986976 w 12289184"/>
              <a:gd name="connsiteY52" fmla="*/ 2751874 h 3590473"/>
              <a:gd name="connsiteX53" fmla="*/ 9568966 w 12289184"/>
              <a:gd name="connsiteY53" fmla="*/ 2181293 h 3590473"/>
              <a:gd name="connsiteX54" fmla="*/ 9525194 w 12289184"/>
              <a:gd name="connsiteY54" fmla="*/ 2172126 h 3590473"/>
              <a:gd name="connsiteX55" fmla="*/ 9431119 w 12289184"/>
              <a:gd name="connsiteY55" fmla="*/ 2275311 h 3590473"/>
              <a:gd name="connsiteX56" fmla="*/ 9415764 w 12289184"/>
              <a:gd name="connsiteY56" fmla="*/ 2393334 h 3590473"/>
              <a:gd name="connsiteX57" fmla="*/ 9328850 w 12289184"/>
              <a:gd name="connsiteY57" fmla="*/ 2400382 h 3590473"/>
              <a:gd name="connsiteX58" fmla="*/ 9313839 w 12289184"/>
              <a:gd name="connsiteY58" fmla="*/ 2350021 h 3590473"/>
              <a:gd name="connsiteX59" fmla="*/ 9292698 w 12289184"/>
              <a:gd name="connsiteY59" fmla="*/ 2338390 h 3590473"/>
              <a:gd name="connsiteX60" fmla="*/ 9180003 w 12289184"/>
              <a:gd name="connsiteY60" fmla="*/ 2362568 h 3590473"/>
              <a:gd name="connsiteX61" fmla="*/ 9163617 w 12289184"/>
              <a:gd name="connsiteY61" fmla="*/ 2377464 h 3590473"/>
              <a:gd name="connsiteX62" fmla="*/ 9146945 w 12289184"/>
              <a:gd name="connsiteY62" fmla="*/ 2445242 h 3590473"/>
              <a:gd name="connsiteX63" fmla="*/ 9060604 w 12289184"/>
              <a:gd name="connsiteY63" fmla="*/ 2444497 h 3590473"/>
              <a:gd name="connsiteX64" fmla="*/ 9004514 w 12289184"/>
              <a:gd name="connsiteY64" fmla="*/ 2339307 h 3590473"/>
              <a:gd name="connsiteX65" fmla="*/ 8859849 w 12289184"/>
              <a:gd name="connsiteY65" fmla="*/ 2289691 h 3590473"/>
              <a:gd name="connsiteX66" fmla="*/ 8703038 w 12289184"/>
              <a:gd name="connsiteY66" fmla="*/ 2191949 h 3590473"/>
              <a:gd name="connsiteX67" fmla="*/ 7899044 w 12289184"/>
              <a:gd name="connsiteY67" fmla="*/ 2300921 h 3590473"/>
              <a:gd name="connsiteX68" fmla="*/ 7548983 w 12289184"/>
              <a:gd name="connsiteY68" fmla="*/ 2255258 h 3590473"/>
              <a:gd name="connsiteX69" fmla="*/ 7633892 w 12289184"/>
              <a:gd name="connsiteY69" fmla="*/ 2733598 h 3590473"/>
              <a:gd name="connsiteX70" fmla="*/ 7624897 w 12289184"/>
              <a:gd name="connsiteY70" fmla="*/ 2815183 h 3590473"/>
              <a:gd name="connsiteX71" fmla="*/ 7695539 w 12289184"/>
              <a:gd name="connsiteY71" fmla="*/ 3189249 h 3590473"/>
              <a:gd name="connsiteX72" fmla="*/ 7629766 w 12289184"/>
              <a:gd name="connsiteY72" fmla="*/ 3316268 h 3590473"/>
              <a:gd name="connsiteX73" fmla="*/ 7679439 w 12289184"/>
              <a:gd name="connsiteY73" fmla="*/ 3573973 h 3590473"/>
              <a:gd name="connsiteX74" fmla="*/ 7349145 w 12289184"/>
              <a:gd name="connsiteY74" fmla="*/ 3580504 h 3590473"/>
              <a:gd name="connsiteX75" fmla="*/ 7410678 w 12289184"/>
              <a:gd name="connsiteY75" fmla="*/ 3397224 h 3590473"/>
              <a:gd name="connsiteX76" fmla="*/ 7410678 w 12289184"/>
              <a:gd name="connsiteY76" fmla="*/ 2896024 h 3590473"/>
              <a:gd name="connsiteX77" fmla="*/ 7076774 w 12289184"/>
              <a:gd name="connsiteY77" fmla="*/ 2356438 h 3590473"/>
              <a:gd name="connsiteX78" fmla="*/ 7222985 w 12289184"/>
              <a:gd name="connsiteY78" fmla="*/ 2330026 h 3590473"/>
              <a:gd name="connsiteX79" fmla="*/ 7156411 w 12289184"/>
              <a:gd name="connsiteY79" fmla="*/ 2844575 h 3590473"/>
              <a:gd name="connsiteX80" fmla="*/ 7103587 w 12289184"/>
              <a:gd name="connsiteY80" fmla="*/ 2985458 h 3590473"/>
              <a:gd name="connsiteX81" fmla="*/ 7103587 w 12289184"/>
              <a:gd name="connsiteY81" fmla="*/ 2985458 h 3590473"/>
              <a:gd name="connsiteX82" fmla="*/ 7093045 w 12289184"/>
              <a:gd name="connsiteY82" fmla="*/ 3300054 h 3590473"/>
              <a:gd name="connsiteX83" fmla="*/ 6995475 w 12289184"/>
              <a:gd name="connsiteY83" fmla="*/ 3404672 h 3590473"/>
              <a:gd name="connsiteX84" fmla="*/ 6997021 w 12289184"/>
              <a:gd name="connsiteY84" fmla="*/ 3583540 h 3590473"/>
              <a:gd name="connsiteX85" fmla="*/ 6654065 w 12289184"/>
              <a:gd name="connsiteY85" fmla="*/ 3583540 h 3590473"/>
              <a:gd name="connsiteX86" fmla="*/ 6731182 w 12289184"/>
              <a:gd name="connsiteY86" fmla="*/ 3369207 h 3590473"/>
              <a:gd name="connsiteX87" fmla="*/ 6731182 w 12289184"/>
              <a:gd name="connsiteY87" fmla="*/ 3369207 h 3590473"/>
              <a:gd name="connsiteX88" fmla="*/ 8295226 w 12289184"/>
              <a:gd name="connsiteY88" fmla="*/ 3429250 h 3590473"/>
              <a:gd name="connsiteX89" fmla="*/ 10745880 w 12289184"/>
              <a:gd name="connsiteY89" fmla="*/ 3397911 h 3590473"/>
              <a:gd name="connsiteX90" fmla="*/ 10845971 w 12289184"/>
              <a:gd name="connsiteY90" fmla="*/ 3277825 h 3590473"/>
              <a:gd name="connsiteX91" fmla="*/ 10879316 w 12289184"/>
              <a:gd name="connsiteY91" fmla="*/ 3400145 h 3590473"/>
              <a:gd name="connsiteX92" fmla="*/ 10974078 w 12289184"/>
              <a:gd name="connsiteY92" fmla="*/ 3404614 h 3590473"/>
              <a:gd name="connsiteX93" fmla="*/ 11079440 w 12289184"/>
              <a:gd name="connsiteY93" fmla="*/ 3177791 h 3590473"/>
              <a:gd name="connsiteX94" fmla="*/ 11086659 w 12289184"/>
              <a:gd name="connsiteY94" fmla="*/ 3408797 h 3590473"/>
              <a:gd name="connsiteX95" fmla="*/ 12289184 w 12289184"/>
              <a:gd name="connsiteY95" fmla="*/ 3324576 h 3590473"/>
              <a:gd name="connsiteX0" fmla="*/ 0 w 12289184"/>
              <a:gd name="connsiteY0" fmla="*/ 2930490 h 3590473"/>
              <a:gd name="connsiteX1" fmla="*/ 2674916 w 12289184"/>
              <a:gd name="connsiteY1" fmla="*/ 3459109 h 3590473"/>
              <a:gd name="connsiteX2" fmla="*/ 6815288 w 12289184"/>
              <a:gd name="connsiteY2" fmla="*/ 3237834 h 3590473"/>
              <a:gd name="connsiteX3" fmla="*/ 6855336 w 12289184"/>
              <a:gd name="connsiteY3" fmla="*/ 3091049 h 3590473"/>
              <a:gd name="connsiteX4" fmla="*/ 6840669 w 12289184"/>
              <a:gd name="connsiteY4" fmla="*/ 2612137 h 3590473"/>
              <a:gd name="connsiteX5" fmla="*/ 6839523 w 12289184"/>
              <a:gd name="connsiteY5" fmla="*/ 2449711 h 3590473"/>
              <a:gd name="connsiteX6" fmla="*/ 6695660 w 12289184"/>
              <a:gd name="connsiteY6" fmla="*/ 2238758 h 3590473"/>
              <a:gd name="connsiteX7" fmla="*/ 6424091 w 12289184"/>
              <a:gd name="connsiteY7" fmla="*/ 2015601 h 3590473"/>
              <a:gd name="connsiteX8" fmla="*/ 6012841 w 12289184"/>
              <a:gd name="connsiteY8" fmla="*/ 1240884 h 3590473"/>
              <a:gd name="connsiteX9" fmla="*/ 5984538 w 12289184"/>
              <a:gd name="connsiteY9" fmla="*/ 1227994 h 3590473"/>
              <a:gd name="connsiteX10" fmla="*/ 5874363 w 12289184"/>
              <a:gd name="connsiteY10" fmla="*/ 1227535 h 3590473"/>
              <a:gd name="connsiteX11" fmla="*/ 5634076 w 12289184"/>
              <a:gd name="connsiteY11" fmla="*/ 1267125 h 3590473"/>
              <a:gd name="connsiteX12" fmla="*/ 5398544 w 12289184"/>
              <a:gd name="connsiteY12" fmla="*/ 1270104 h 3590473"/>
              <a:gd name="connsiteX13" fmla="*/ 5274104 w 12289184"/>
              <a:gd name="connsiteY13" fmla="*/ 1300469 h 3590473"/>
              <a:gd name="connsiteX14" fmla="*/ 5014108 w 12289184"/>
              <a:gd name="connsiteY14" fmla="*/ 1048724 h 3590473"/>
              <a:gd name="connsiteX15" fmla="*/ 5180773 w 12289184"/>
              <a:gd name="connsiteY15" fmla="*/ 860459 h 3590473"/>
              <a:gd name="connsiteX16" fmla="*/ 5414128 w 12289184"/>
              <a:gd name="connsiteY16" fmla="*/ 587113 h 3590473"/>
              <a:gd name="connsiteX17" fmla="*/ 5462655 w 12289184"/>
              <a:gd name="connsiteY17" fmla="*/ 433568 h 3590473"/>
              <a:gd name="connsiteX18" fmla="*/ 5560798 w 12289184"/>
              <a:gd name="connsiteY18" fmla="*/ 340467 h 3590473"/>
              <a:gd name="connsiteX19" fmla="*/ 5500812 w 12289184"/>
              <a:gd name="connsiteY19" fmla="*/ 120461 h 3590473"/>
              <a:gd name="connsiteX20" fmla="*/ 5674124 w 12289184"/>
              <a:gd name="connsiteY20" fmla="*/ 200442 h 3590473"/>
              <a:gd name="connsiteX21" fmla="*/ 5924266 w 12289184"/>
              <a:gd name="connsiteY21" fmla="*/ 153749 h 3590473"/>
              <a:gd name="connsiteX22" fmla="*/ 6234107 w 12289184"/>
              <a:gd name="connsiteY22" fmla="*/ 40423 h 3590473"/>
              <a:gd name="connsiteX23" fmla="*/ 6073056 w 12289184"/>
              <a:gd name="connsiteY23" fmla="*/ 395182 h 3590473"/>
              <a:gd name="connsiteX24" fmla="*/ 6007455 w 12289184"/>
              <a:gd name="connsiteY24" fmla="*/ 244214 h 3590473"/>
              <a:gd name="connsiteX25" fmla="*/ 6627424 w 12289184"/>
              <a:gd name="connsiteY25" fmla="*/ 393692 h 3590473"/>
              <a:gd name="connsiteX26" fmla="*/ 7269851 w 12289184"/>
              <a:gd name="connsiteY26" fmla="*/ 477053 h 3590473"/>
              <a:gd name="connsiteX27" fmla="*/ 7949347 w 12289184"/>
              <a:gd name="connsiteY27" fmla="*/ 495101 h 3590473"/>
              <a:gd name="connsiteX28" fmla="*/ 9930313 w 12289184"/>
              <a:gd name="connsiteY28" fmla="*/ 497335 h 3590473"/>
              <a:gd name="connsiteX29" fmla="*/ 9929625 w 12289184"/>
              <a:gd name="connsiteY29" fmla="*/ 495731 h 3590473"/>
              <a:gd name="connsiteX30" fmla="*/ 10408309 w 12289184"/>
              <a:gd name="connsiteY30" fmla="*/ 886470 h 3590473"/>
              <a:gd name="connsiteX31" fmla="*/ 10453170 w 12289184"/>
              <a:gd name="connsiteY31" fmla="*/ 1692698 h 3590473"/>
              <a:gd name="connsiteX32" fmla="*/ 10506854 w 12289184"/>
              <a:gd name="connsiteY32" fmla="*/ 2595980 h 3590473"/>
              <a:gd name="connsiteX33" fmla="*/ 10445149 w 12289184"/>
              <a:gd name="connsiteY33" fmla="*/ 2230565 h 3590473"/>
              <a:gd name="connsiteX34" fmla="*/ 10379548 w 12289184"/>
              <a:gd name="connsiteY34" fmla="*/ 1934073 h 3590473"/>
              <a:gd name="connsiteX35" fmla="*/ 10445836 w 12289184"/>
              <a:gd name="connsiteY35" fmla="*/ 1250338 h 3590473"/>
              <a:gd name="connsiteX36" fmla="*/ 10207211 w 12289184"/>
              <a:gd name="connsiteY36" fmla="*/ 781910 h 3590473"/>
              <a:gd name="connsiteX37" fmla="*/ 10202570 w 12289184"/>
              <a:gd name="connsiteY37" fmla="*/ 966737 h 3590473"/>
              <a:gd name="connsiteX38" fmla="*/ 10136053 w 12289184"/>
              <a:gd name="connsiteY38" fmla="*/ 1437973 h 3590473"/>
              <a:gd name="connsiteX39" fmla="*/ 10093369 w 12289184"/>
              <a:gd name="connsiteY39" fmla="*/ 1950688 h 3590473"/>
              <a:gd name="connsiteX40" fmla="*/ 10094057 w 12289184"/>
              <a:gd name="connsiteY40" fmla="*/ 1952292 h 3590473"/>
              <a:gd name="connsiteX41" fmla="*/ 10267426 w 12289184"/>
              <a:gd name="connsiteY41" fmla="*/ 2388407 h 3590473"/>
              <a:gd name="connsiteX42" fmla="*/ 10232534 w 12289184"/>
              <a:gd name="connsiteY42" fmla="*/ 2618725 h 3590473"/>
              <a:gd name="connsiteX43" fmla="*/ 10242389 w 12289184"/>
              <a:gd name="connsiteY43" fmla="*/ 3063205 h 3590473"/>
              <a:gd name="connsiteX44" fmla="*/ 10267426 w 12289184"/>
              <a:gd name="connsiteY44" fmla="*/ 3190166 h 3590473"/>
              <a:gd name="connsiteX45" fmla="*/ 10239810 w 12289184"/>
              <a:gd name="connsiteY45" fmla="*/ 3268142 h 3590473"/>
              <a:gd name="connsiteX46" fmla="*/ 10193460 w 12289184"/>
              <a:gd name="connsiteY46" fmla="*/ 3325378 h 3590473"/>
              <a:gd name="connsiteX47" fmla="*/ 10130953 w 12289184"/>
              <a:gd name="connsiteY47" fmla="*/ 3516107 h 3590473"/>
              <a:gd name="connsiteX48" fmla="*/ 10134448 w 12289184"/>
              <a:gd name="connsiteY48" fmla="*/ 3590473 h 3590473"/>
              <a:gd name="connsiteX49" fmla="*/ 9820138 w 12289184"/>
              <a:gd name="connsiteY49" fmla="*/ 3590473 h 3590473"/>
              <a:gd name="connsiteX50" fmla="*/ 9796247 w 12289184"/>
              <a:gd name="connsiteY50" fmla="*/ 3555352 h 3590473"/>
              <a:gd name="connsiteX51" fmla="*/ 9945839 w 12289184"/>
              <a:gd name="connsiteY51" fmla="*/ 3283439 h 3590473"/>
              <a:gd name="connsiteX52" fmla="*/ 9986976 w 12289184"/>
              <a:gd name="connsiteY52" fmla="*/ 2751874 h 3590473"/>
              <a:gd name="connsiteX53" fmla="*/ 9568966 w 12289184"/>
              <a:gd name="connsiteY53" fmla="*/ 2181293 h 3590473"/>
              <a:gd name="connsiteX54" fmla="*/ 9525194 w 12289184"/>
              <a:gd name="connsiteY54" fmla="*/ 2172126 h 3590473"/>
              <a:gd name="connsiteX55" fmla="*/ 9431119 w 12289184"/>
              <a:gd name="connsiteY55" fmla="*/ 2275311 h 3590473"/>
              <a:gd name="connsiteX56" fmla="*/ 9415764 w 12289184"/>
              <a:gd name="connsiteY56" fmla="*/ 2393334 h 3590473"/>
              <a:gd name="connsiteX57" fmla="*/ 9328850 w 12289184"/>
              <a:gd name="connsiteY57" fmla="*/ 2400382 h 3590473"/>
              <a:gd name="connsiteX58" fmla="*/ 9313839 w 12289184"/>
              <a:gd name="connsiteY58" fmla="*/ 2350021 h 3590473"/>
              <a:gd name="connsiteX59" fmla="*/ 9292698 w 12289184"/>
              <a:gd name="connsiteY59" fmla="*/ 2338390 h 3590473"/>
              <a:gd name="connsiteX60" fmla="*/ 9180003 w 12289184"/>
              <a:gd name="connsiteY60" fmla="*/ 2362568 h 3590473"/>
              <a:gd name="connsiteX61" fmla="*/ 9163617 w 12289184"/>
              <a:gd name="connsiteY61" fmla="*/ 2377464 h 3590473"/>
              <a:gd name="connsiteX62" fmla="*/ 9146945 w 12289184"/>
              <a:gd name="connsiteY62" fmla="*/ 2445242 h 3590473"/>
              <a:gd name="connsiteX63" fmla="*/ 9060604 w 12289184"/>
              <a:gd name="connsiteY63" fmla="*/ 2444497 h 3590473"/>
              <a:gd name="connsiteX64" fmla="*/ 9004514 w 12289184"/>
              <a:gd name="connsiteY64" fmla="*/ 2339307 h 3590473"/>
              <a:gd name="connsiteX65" fmla="*/ 8859849 w 12289184"/>
              <a:gd name="connsiteY65" fmla="*/ 2289691 h 3590473"/>
              <a:gd name="connsiteX66" fmla="*/ 8703038 w 12289184"/>
              <a:gd name="connsiteY66" fmla="*/ 2191949 h 3590473"/>
              <a:gd name="connsiteX67" fmla="*/ 7899044 w 12289184"/>
              <a:gd name="connsiteY67" fmla="*/ 2300921 h 3590473"/>
              <a:gd name="connsiteX68" fmla="*/ 7548983 w 12289184"/>
              <a:gd name="connsiteY68" fmla="*/ 2255258 h 3590473"/>
              <a:gd name="connsiteX69" fmla="*/ 7633892 w 12289184"/>
              <a:gd name="connsiteY69" fmla="*/ 2733598 h 3590473"/>
              <a:gd name="connsiteX70" fmla="*/ 7624897 w 12289184"/>
              <a:gd name="connsiteY70" fmla="*/ 2815183 h 3590473"/>
              <a:gd name="connsiteX71" fmla="*/ 7695539 w 12289184"/>
              <a:gd name="connsiteY71" fmla="*/ 3189249 h 3590473"/>
              <a:gd name="connsiteX72" fmla="*/ 7629766 w 12289184"/>
              <a:gd name="connsiteY72" fmla="*/ 3316268 h 3590473"/>
              <a:gd name="connsiteX73" fmla="*/ 7679439 w 12289184"/>
              <a:gd name="connsiteY73" fmla="*/ 3573973 h 3590473"/>
              <a:gd name="connsiteX74" fmla="*/ 7349145 w 12289184"/>
              <a:gd name="connsiteY74" fmla="*/ 3580504 h 3590473"/>
              <a:gd name="connsiteX75" fmla="*/ 7410678 w 12289184"/>
              <a:gd name="connsiteY75" fmla="*/ 3397224 h 3590473"/>
              <a:gd name="connsiteX76" fmla="*/ 7410678 w 12289184"/>
              <a:gd name="connsiteY76" fmla="*/ 2896024 h 3590473"/>
              <a:gd name="connsiteX77" fmla="*/ 7076774 w 12289184"/>
              <a:gd name="connsiteY77" fmla="*/ 2356438 h 3590473"/>
              <a:gd name="connsiteX78" fmla="*/ 7222985 w 12289184"/>
              <a:gd name="connsiteY78" fmla="*/ 2330026 h 3590473"/>
              <a:gd name="connsiteX79" fmla="*/ 7156411 w 12289184"/>
              <a:gd name="connsiteY79" fmla="*/ 2844575 h 3590473"/>
              <a:gd name="connsiteX80" fmla="*/ 7103587 w 12289184"/>
              <a:gd name="connsiteY80" fmla="*/ 2985458 h 3590473"/>
              <a:gd name="connsiteX81" fmla="*/ 7103587 w 12289184"/>
              <a:gd name="connsiteY81" fmla="*/ 2985458 h 3590473"/>
              <a:gd name="connsiteX82" fmla="*/ 7093045 w 12289184"/>
              <a:gd name="connsiteY82" fmla="*/ 3300054 h 3590473"/>
              <a:gd name="connsiteX83" fmla="*/ 6995475 w 12289184"/>
              <a:gd name="connsiteY83" fmla="*/ 3404672 h 3590473"/>
              <a:gd name="connsiteX84" fmla="*/ 6997021 w 12289184"/>
              <a:gd name="connsiteY84" fmla="*/ 3583540 h 3590473"/>
              <a:gd name="connsiteX85" fmla="*/ 6654065 w 12289184"/>
              <a:gd name="connsiteY85" fmla="*/ 3583540 h 3590473"/>
              <a:gd name="connsiteX86" fmla="*/ 6731182 w 12289184"/>
              <a:gd name="connsiteY86" fmla="*/ 3369207 h 3590473"/>
              <a:gd name="connsiteX87" fmla="*/ 6731182 w 12289184"/>
              <a:gd name="connsiteY87" fmla="*/ 3369207 h 3590473"/>
              <a:gd name="connsiteX88" fmla="*/ 8295226 w 12289184"/>
              <a:gd name="connsiteY88" fmla="*/ 3429250 h 3590473"/>
              <a:gd name="connsiteX89" fmla="*/ 10745880 w 12289184"/>
              <a:gd name="connsiteY89" fmla="*/ 3397911 h 3590473"/>
              <a:gd name="connsiteX90" fmla="*/ 10845971 w 12289184"/>
              <a:gd name="connsiteY90" fmla="*/ 3277825 h 3590473"/>
              <a:gd name="connsiteX91" fmla="*/ 10879316 w 12289184"/>
              <a:gd name="connsiteY91" fmla="*/ 3400145 h 3590473"/>
              <a:gd name="connsiteX92" fmla="*/ 10974078 w 12289184"/>
              <a:gd name="connsiteY92" fmla="*/ 3404614 h 3590473"/>
              <a:gd name="connsiteX93" fmla="*/ 11079440 w 12289184"/>
              <a:gd name="connsiteY93" fmla="*/ 3177791 h 3590473"/>
              <a:gd name="connsiteX94" fmla="*/ 11086659 w 12289184"/>
              <a:gd name="connsiteY94" fmla="*/ 3408797 h 3590473"/>
              <a:gd name="connsiteX95" fmla="*/ 12289184 w 12289184"/>
              <a:gd name="connsiteY95" fmla="*/ 3324576 h 3590473"/>
              <a:gd name="connsiteX0" fmla="*/ 0 w 12289184"/>
              <a:gd name="connsiteY0" fmla="*/ 2930490 h 3590473"/>
              <a:gd name="connsiteX1" fmla="*/ 2674916 w 12289184"/>
              <a:gd name="connsiteY1" fmla="*/ 3459109 h 3590473"/>
              <a:gd name="connsiteX2" fmla="*/ 6815288 w 12289184"/>
              <a:gd name="connsiteY2" fmla="*/ 3237834 h 3590473"/>
              <a:gd name="connsiteX3" fmla="*/ 6855336 w 12289184"/>
              <a:gd name="connsiteY3" fmla="*/ 3091049 h 3590473"/>
              <a:gd name="connsiteX4" fmla="*/ 6840669 w 12289184"/>
              <a:gd name="connsiteY4" fmla="*/ 2612137 h 3590473"/>
              <a:gd name="connsiteX5" fmla="*/ 6839523 w 12289184"/>
              <a:gd name="connsiteY5" fmla="*/ 2449711 h 3590473"/>
              <a:gd name="connsiteX6" fmla="*/ 6695660 w 12289184"/>
              <a:gd name="connsiteY6" fmla="*/ 2238758 h 3590473"/>
              <a:gd name="connsiteX7" fmla="*/ 6424091 w 12289184"/>
              <a:gd name="connsiteY7" fmla="*/ 2015601 h 3590473"/>
              <a:gd name="connsiteX8" fmla="*/ 6012841 w 12289184"/>
              <a:gd name="connsiteY8" fmla="*/ 1240884 h 3590473"/>
              <a:gd name="connsiteX9" fmla="*/ 5984538 w 12289184"/>
              <a:gd name="connsiteY9" fmla="*/ 1227994 h 3590473"/>
              <a:gd name="connsiteX10" fmla="*/ 5874363 w 12289184"/>
              <a:gd name="connsiteY10" fmla="*/ 1227535 h 3590473"/>
              <a:gd name="connsiteX11" fmla="*/ 5634076 w 12289184"/>
              <a:gd name="connsiteY11" fmla="*/ 1267125 h 3590473"/>
              <a:gd name="connsiteX12" fmla="*/ 5398544 w 12289184"/>
              <a:gd name="connsiteY12" fmla="*/ 1270104 h 3590473"/>
              <a:gd name="connsiteX13" fmla="*/ 5274104 w 12289184"/>
              <a:gd name="connsiteY13" fmla="*/ 1300469 h 3590473"/>
              <a:gd name="connsiteX14" fmla="*/ 5014108 w 12289184"/>
              <a:gd name="connsiteY14" fmla="*/ 1048724 h 3590473"/>
              <a:gd name="connsiteX15" fmla="*/ 5180773 w 12289184"/>
              <a:gd name="connsiteY15" fmla="*/ 860459 h 3590473"/>
              <a:gd name="connsiteX16" fmla="*/ 5414128 w 12289184"/>
              <a:gd name="connsiteY16" fmla="*/ 587113 h 3590473"/>
              <a:gd name="connsiteX17" fmla="*/ 5462655 w 12289184"/>
              <a:gd name="connsiteY17" fmla="*/ 433568 h 3590473"/>
              <a:gd name="connsiteX18" fmla="*/ 5560798 w 12289184"/>
              <a:gd name="connsiteY18" fmla="*/ 340467 h 3590473"/>
              <a:gd name="connsiteX19" fmla="*/ 5500812 w 12289184"/>
              <a:gd name="connsiteY19" fmla="*/ 120461 h 3590473"/>
              <a:gd name="connsiteX20" fmla="*/ 5674124 w 12289184"/>
              <a:gd name="connsiteY20" fmla="*/ 200442 h 3590473"/>
              <a:gd name="connsiteX21" fmla="*/ 5924266 w 12289184"/>
              <a:gd name="connsiteY21" fmla="*/ 153749 h 3590473"/>
              <a:gd name="connsiteX22" fmla="*/ 6234107 w 12289184"/>
              <a:gd name="connsiteY22" fmla="*/ 40423 h 3590473"/>
              <a:gd name="connsiteX23" fmla="*/ 6073056 w 12289184"/>
              <a:gd name="connsiteY23" fmla="*/ 395182 h 3590473"/>
              <a:gd name="connsiteX24" fmla="*/ 6007455 w 12289184"/>
              <a:gd name="connsiteY24" fmla="*/ 244214 h 3590473"/>
              <a:gd name="connsiteX25" fmla="*/ 6627424 w 12289184"/>
              <a:gd name="connsiteY25" fmla="*/ 393692 h 3590473"/>
              <a:gd name="connsiteX26" fmla="*/ 7269851 w 12289184"/>
              <a:gd name="connsiteY26" fmla="*/ 477053 h 3590473"/>
              <a:gd name="connsiteX27" fmla="*/ 7949347 w 12289184"/>
              <a:gd name="connsiteY27" fmla="*/ 495101 h 3590473"/>
              <a:gd name="connsiteX28" fmla="*/ 9930313 w 12289184"/>
              <a:gd name="connsiteY28" fmla="*/ 497335 h 3590473"/>
              <a:gd name="connsiteX29" fmla="*/ 9929625 w 12289184"/>
              <a:gd name="connsiteY29" fmla="*/ 495731 h 3590473"/>
              <a:gd name="connsiteX30" fmla="*/ 10408309 w 12289184"/>
              <a:gd name="connsiteY30" fmla="*/ 886470 h 3590473"/>
              <a:gd name="connsiteX31" fmla="*/ 10453170 w 12289184"/>
              <a:gd name="connsiteY31" fmla="*/ 1692698 h 3590473"/>
              <a:gd name="connsiteX32" fmla="*/ 10506854 w 12289184"/>
              <a:gd name="connsiteY32" fmla="*/ 2595980 h 3590473"/>
              <a:gd name="connsiteX33" fmla="*/ 10445149 w 12289184"/>
              <a:gd name="connsiteY33" fmla="*/ 2230565 h 3590473"/>
              <a:gd name="connsiteX34" fmla="*/ 10379548 w 12289184"/>
              <a:gd name="connsiteY34" fmla="*/ 1934073 h 3590473"/>
              <a:gd name="connsiteX35" fmla="*/ 10445836 w 12289184"/>
              <a:gd name="connsiteY35" fmla="*/ 1250338 h 3590473"/>
              <a:gd name="connsiteX36" fmla="*/ 10207211 w 12289184"/>
              <a:gd name="connsiteY36" fmla="*/ 781910 h 3590473"/>
              <a:gd name="connsiteX37" fmla="*/ 10202570 w 12289184"/>
              <a:gd name="connsiteY37" fmla="*/ 966737 h 3590473"/>
              <a:gd name="connsiteX38" fmla="*/ 10136053 w 12289184"/>
              <a:gd name="connsiteY38" fmla="*/ 1437973 h 3590473"/>
              <a:gd name="connsiteX39" fmla="*/ 10093369 w 12289184"/>
              <a:gd name="connsiteY39" fmla="*/ 1950688 h 3590473"/>
              <a:gd name="connsiteX40" fmla="*/ 10094057 w 12289184"/>
              <a:gd name="connsiteY40" fmla="*/ 1952292 h 3590473"/>
              <a:gd name="connsiteX41" fmla="*/ 10267426 w 12289184"/>
              <a:gd name="connsiteY41" fmla="*/ 2388407 h 3590473"/>
              <a:gd name="connsiteX42" fmla="*/ 10232534 w 12289184"/>
              <a:gd name="connsiteY42" fmla="*/ 2618725 h 3590473"/>
              <a:gd name="connsiteX43" fmla="*/ 10242389 w 12289184"/>
              <a:gd name="connsiteY43" fmla="*/ 3063205 h 3590473"/>
              <a:gd name="connsiteX44" fmla="*/ 10267426 w 12289184"/>
              <a:gd name="connsiteY44" fmla="*/ 3190166 h 3590473"/>
              <a:gd name="connsiteX45" fmla="*/ 10239810 w 12289184"/>
              <a:gd name="connsiteY45" fmla="*/ 3268142 h 3590473"/>
              <a:gd name="connsiteX46" fmla="*/ 10193460 w 12289184"/>
              <a:gd name="connsiteY46" fmla="*/ 3325378 h 3590473"/>
              <a:gd name="connsiteX47" fmla="*/ 10130953 w 12289184"/>
              <a:gd name="connsiteY47" fmla="*/ 3516107 h 3590473"/>
              <a:gd name="connsiteX48" fmla="*/ 10134448 w 12289184"/>
              <a:gd name="connsiteY48" fmla="*/ 3590473 h 3590473"/>
              <a:gd name="connsiteX49" fmla="*/ 9820138 w 12289184"/>
              <a:gd name="connsiteY49" fmla="*/ 3590473 h 3590473"/>
              <a:gd name="connsiteX50" fmla="*/ 9796247 w 12289184"/>
              <a:gd name="connsiteY50" fmla="*/ 3555352 h 3590473"/>
              <a:gd name="connsiteX51" fmla="*/ 9945839 w 12289184"/>
              <a:gd name="connsiteY51" fmla="*/ 3283439 h 3590473"/>
              <a:gd name="connsiteX52" fmla="*/ 9986976 w 12289184"/>
              <a:gd name="connsiteY52" fmla="*/ 2751874 h 3590473"/>
              <a:gd name="connsiteX53" fmla="*/ 9568966 w 12289184"/>
              <a:gd name="connsiteY53" fmla="*/ 2181293 h 3590473"/>
              <a:gd name="connsiteX54" fmla="*/ 9525194 w 12289184"/>
              <a:gd name="connsiteY54" fmla="*/ 2172126 h 3590473"/>
              <a:gd name="connsiteX55" fmla="*/ 9431119 w 12289184"/>
              <a:gd name="connsiteY55" fmla="*/ 2275311 h 3590473"/>
              <a:gd name="connsiteX56" fmla="*/ 9415764 w 12289184"/>
              <a:gd name="connsiteY56" fmla="*/ 2393334 h 3590473"/>
              <a:gd name="connsiteX57" fmla="*/ 9328850 w 12289184"/>
              <a:gd name="connsiteY57" fmla="*/ 2400382 h 3590473"/>
              <a:gd name="connsiteX58" fmla="*/ 9313839 w 12289184"/>
              <a:gd name="connsiteY58" fmla="*/ 2350021 h 3590473"/>
              <a:gd name="connsiteX59" fmla="*/ 9292698 w 12289184"/>
              <a:gd name="connsiteY59" fmla="*/ 2338390 h 3590473"/>
              <a:gd name="connsiteX60" fmla="*/ 9180003 w 12289184"/>
              <a:gd name="connsiteY60" fmla="*/ 2362568 h 3590473"/>
              <a:gd name="connsiteX61" fmla="*/ 9163617 w 12289184"/>
              <a:gd name="connsiteY61" fmla="*/ 2377464 h 3590473"/>
              <a:gd name="connsiteX62" fmla="*/ 9146945 w 12289184"/>
              <a:gd name="connsiteY62" fmla="*/ 2445242 h 3590473"/>
              <a:gd name="connsiteX63" fmla="*/ 9060604 w 12289184"/>
              <a:gd name="connsiteY63" fmla="*/ 2444497 h 3590473"/>
              <a:gd name="connsiteX64" fmla="*/ 9004514 w 12289184"/>
              <a:gd name="connsiteY64" fmla="*/ 2339307 h 3590473"/>
              <a:gd name="connsiteX65" fmla="*/ 8859849 w 12289184"/>
              <a:gd name="connsiteY65" fmla="*/ 2289691 h 3590473"/>
              <a:gd name="connsiteX66" fmla="*/ 8703038 w 12289184"/>
              <a:gd name="connsiteY66" fmla="*/ 2191949 h 3590473"/>
              <a:gd name="connsiteX67" fmla="*/ 7899044 w 12289184"/>
              <a:gd name="connsiteY67" fmla="*/ 2300921 h 3590473"/>
              <a:gd name="connsiteX68" fmla="*/ 7548983 w 12289184"/>
              <a:gd name="connsiteY68" fmla="*/ 2255258 h 3590473"/>
              <a:gd name="connsiteX69" fmla="*/ 7633892 w 12289184"/>
              <a:gd name="connsiteY69" fmla="*/ 2733598 h 3590473"/>
              <a:gd name="connsiteX70" fmla="*/ 7624897 w 12289184"/>
              <a:gd name="connsiteY70" fmla="*/ 2815183 h 3590473"/>
              <a:gd name="connsiteX71" fmla="*/ 7695539 w 12289184"/>
              <a:gd name="connsiteY71" fmla="*/ 3189249 h 3590473"/>
              <a:gd name="connsiteX72" fmla="*/ 7629766 w 12289184"/>
              <a:gd name="connsiteY72" fmla="*/ 3316268 h 3590473"/>
              <a:gd name="connsiteX73" fmla="*/ 7679439 w 12289184"/>
              <a:gd name="connsiteY73" fmla="*/ 3573973 h 3590473"/>
              <a:gd name="connsiteX74" fmla="*/ 7349145 w 12289184"/>
              <a:gd name="connsiteY74" fmla="*/ 3580504 h 3590473"/>
              <a:gd name="connsiteX75" fmla="*/ 7410678 w 12289184"/>
              <a:gd name="connsiteY75" fmla="*/ 3397224 h 3590473"/>
              <a:gd name="connsiteX76" fmla="*/ 7410678 w 12289184"/>
              <a:gd name="connsiteY76" fmla="*/ 2896024 h 3590473"/>
              <a:gd name="connsiteX77" fmla="*/ 7076774 w 12289184"/>
              <a:gd name="connsiteY77" fmla="*/ 2356438 h 3590473"/>
              <a:gd name="connsiteX78" fmla="*/ 7222985 w 12289184"/>
              <a:gd name="connsiteY78" fmla="*/ 2330026 h 3590473"/>
              <a:gd name="connsiteX79" fmla="*/ 7156411 w 12289184"/>
              <a:gd name="connsiteY79" fmla="*/ 2844575 h 3590473"/>
              <a:gd name="connsiteX80" fmla="*/ 7103587 w 12289184"/>
              <a:gd name="connsiteY80" fmla="*/ 2985458 h 3590473"/>
              <a:gd name="connsiteX81" fmla="*/ 7103587 w 12289184"/>
              <a:gd name="connsiteY81" fmla="*/ 2985458 h 3590473"/>
              <a:gd name="connsiteX82" fmla="*/ 7093045 w 12289184"/>
              <a:gd name="connsiteY82" fmla="*/ 3300054 h 3590473"/>
              <a:gd name="connsiteX83" fmla="*/ 6995475 w 12289184"/>
              <a:gd name="connsiteY83" fmla="*/ 3404672 h 3590473"/>
              <a:gd name="connsiteX84" fmla="*/ 6997021 w 12289184"/>
              <a:gd name="connsiteY84" fmla="*/ 3583540 h 3590473"/>
              <a:gd name="connsiteX85" fmla="*/ 6654065 w 12289184"/>
              <a:gd name="connsiteY85" fmla="*/ 3583540 h 3590473"/>
              <a:gd name="connsiteX86" fmla="*/ 6731182 w 12289184"/>
              <a:gd name="connsiteY86" fmla="*/ 3369207 h 3590473"/>
              <a:gd name="connsiteX87" fmla="*/ 6731182 w 12289184"/>
              <a:gd name="connsiteY87" fmla="*/ 3369207 h 3590473"/>
              <a:gd name="connsiteX88" fmla="*/ 8295226 w 12289184"/>
              <a:gd name="connsiteY88" fmla="*/ 3429250 h 3590473"/>
              <a:gd name="connsiteX89" fmla="*/ 10745880 w 12289184"/>
              <a:gd name="connsiteY89" fmla="*/ 3397911 h 3590473"/>
              <a:gd name="connsiteX90" fmla="*/ 10845971 w 12289184"/>
              <a:gd name="connsiteY90" fmla="*/ 3277825 h 3590473"/>
              <a:gd name="connsiteX91" fmla="*/ 10879316 w 12289184"/>
              <a:gd name="connsiteY91" fmla="*/ 3400145 h 3590473"/>
              <a:gd name="connsiteX92" fmla="*/ 10974078 w 12289184"/>
              <a:gd name="connsiteY92" fmla="*/ 3404614 h 3590473"/>
              <a:gd name="connsiteX93" fmla="*/ 11079440 w 12289184"/>
              <a:gd name="connsiteY93" fmla="*/ 3177791 h 3590473"/>
              <a:gd name="connsiteX94" fmla="*/ 11086659 w 12289184"/>
              <a:gd name="connsiteY94" fmla="*/ 3408797 h 3590473"/>
              <a:gd name="connsiteX95" fmla="*/ 12289184 w 12289184"/>
              <a:gd name="connsiteY95" fmla="*/ 3324576 h 3590473"/>
              <a:gd name="connsiteX0" fmla="*/ 0 w 12289184"/>
              <a:gd name="connsiteY0" fmla="*/ 2930490 h 3590473"/>
              <a:gd name="connsiteX1" fmla="*/ 2674916 w 12289184"/>
              <a:gd name="connsiteY1" fmla="*/ 3459109 h 3590473"/>
              <a:gd name="connsiteX2" fmla="*/ 6815288 w 12289184"/>
              <a:gd name="connsiteY2" fmla="*/ 3237834 h 3590473"/>
              <a:gd name="connsiteX3" fmla="*/ 6855336 w 12289184"/>
              <a:gd name="connsiteY3" fmla="*/ 3091049 h 3590473"/>
              <a:gd name="connsiteX4" fmla="*/ 6840669 w 12289184"/>
              <a:gd name="connsiteY4" fmla="*/ 2612137 h 3590473"/>
              <a:gd name="connsiteX5" fmla="*/ 6839523 w 12289184"/>
              <a:gd name="connsiteY5" fmla="*/ 2449711 h 3590473"/>
              <a:gd name="connsiteX6" fmla="*/ 6695660 w 12289184"/>
              <a:gd name="connsiteY6" fmla="*/ 2238758 h 3590473"/>
              <a:gd name="connsiteX7" fmla="*/ 6424091 w 12289184"/>
              <a:gd name="connsiteY7" fmla="*/ 2015601 h 3590473"/>
              <a:gd name="connsiteX8" fmla="*/ 6012841 w 12289184"/>
              <a:gd name="connsiteY8" fmla="*/ 1240884 h 3590473"/>
              <a:gd name="connsiteX9" fmla="*/ 5984538 w 12289184"/>
              <a:gd name="connsiteY9" fmla="*/ 1227994 h 3590473"/>
              <a:gd name="connsiteX10" fmla="*/ 5874363 w 12289184"/>
              <a:gd name="connsiteY10" fmla="*/ 1227535 h 3590473"/>
              <a:gd name="connsiteX11" fmla="*/ 5634076 w 12289184"/>
              <a:gd name="connsiteY11" fmla="*/ 1267125 h 3590473"/>
              <a:gd name="connsiteX12" fmla="*/ 5398544 w 12289184"/>
              <a:gd name="connsiteY12" fmla="*/ 1270104 h 3590473"/>
              <a:gd name="connsiteX13" fmla="*/ 5274104 w 12289184"/>
              <a:gd name="connsiteY13" fmla="*/ 1300469 h 3590473"/>
              <a:gd name="connsiteX14" fmla="*/ 5014108 w 12289184"/>
              <a:gd name="connsiteY14" fmla="*/ 1048724 h 3590473"/>
              <a:gd name="connsiteX15" fmla="*/ 5180773 w 12289184"/>
              <a:gd name="connsiteY15" fmla="*/ 860459 h 3590473"/>
              <a:gd name="connsiteX16" fmla="*/ 5414128 w 12289184"/>
              <a:gd name="connsiteY16" fmla="*/ 587113 h 3590473"/>
              <a:gd name="connsiteX17" fmla="*/ 5462655 w 12289184"/>
              <a:gd name="connsiteY17" fmla="*/ 433568 h 3590473"/>
              <a:gd name="connsiteX18" fmla="*/ 5560798 w 12289184"/>
              <a:gd name="connsiteY18" fmla="*/ 340467 h 3590473"/>
              <a:gd name="connsiteX19" fmla="*/ 5500812 w 12289184"/>
              <a:gd name="connsiteY19" fmla="*/ 120461 h 3590473"/>
              <a:gd name="connsiteX20" fmla="*/ 5674124 w 12289184"/>
              <a:gd name="connsiteY20" fmla="*/ 200442 h 3590473"/>
              <a:gd name="connsiteX21" fmla="*/ 5924266 w 12289184"/>
              <a:gd name="connsiteY21" fmla="*/ 153749 h 3590473"/>
              <a:gd name="connsiteX22" fmla="*/ 6234107 w 12289184"/>
              <a:gd name="connsiteY22" fmla="*/ 40423 h 3590473"/>
              <a:gd name="connsiteX23" fmla="*/ 6073056 w 12289184"/>
              <a:gd name="connsiteY23" fmla="*/ 395182 h 3590473"/>
              <a:gd name="connsiteX24" fmla="*/ 6007455 w 12289184"/>
              <a:gd name="connsiteY24" fmla="*/ 244214 h 3590473"/>
              <a:gd name="connsiteX25" fmla="*/ 6627424 w 12289184"/>
              <a:gd name="connsiteY25" fmla="*/ 393692 h 3590473"/>
              <a:gd name="connsiteX26" fmla="*/ 7269851 w 12289184"/>
              <a:gd name="connsiteY26" fmla="*/ 477053 h 3590473"/>
              <a:gd name="connsiteX27" fmla="*/ 7949347 w 12289184"/>
              <a:gd name="connsiteY27" fmla="*/ 495101 h 3590473"/>
              <a:gd name="connsiteX28" fmla="*/ 9930313 w 12289184"/>
              <a:gd name="connsiteY28" fmla="*/ 497335 h 3590473"/>
              <a:gd name="connsiteX29" fmla="*/ 9929625 w 12289184"/>
              <a:gd name="connsiteY29" fmla="*/ 495731 h 3590473"/>
              <a:gd name="connsiteX30" fmla="*/ 10408309 w 12289184"/>
              <a:gd name="connsiteY30" fmla="*/ 886470 h 3590473"/>
              <a:gd name="connsiteX31" fmla="*/ 10453170 w 12289184"/>
              <a:gd name="connsiteY31" fmla="*/ 1692698 h 3590473"/>
              <a:gd name="connsiteX32" fmla="*/ 10506854 w 12289184"/>
              <a:gd name="connsiteY32" fmla="*/ 2595980 h 3590473"/>
              <a:gd name="connsiteX33" fmla="*/ 10445149 w 12289184"/>
              <a:gd name="connsiteY33" fmla="*/ 2230565 h 3590473"/>
              <a:gd name="connsiteX34" fmla="*/ 10379548 w 12289184"/>
              <a:gd name="connsiteY34" fmla="*/ 1934073 h 3590473"/>
              <a:gd name="connsiteX35" fmla="*/ 10445836 w 12289184"/>
              <a:gd name="connsiteY35" fmla="*/ 1250338 h 3590473"/>
              <a:gd name="connsiteX36" fmla="*/ 10207211 w 12289184"/>
              <a:gd name="connsiteY36" fmla="*/ 781910 h 3590473"/>
              <a:gd name="connsiteX37" fmla="*/ 10202570 w 12289184"/>
              <a:gd name="connsiteY37" fmla="*/ 966737 h 3590473"/>
              <a:gd name="connsiteX38" fmla="*/ 10136053 w 12289184"/>
              <a:gd name="connsiteY38" fmla="*/ 1437973 h 3590473"/>
              <a:gd name="connsiteX39" fmla="*/ 10093369 w 12289184"/>
              <a:gd name="connsiteY39" fmla="*/ 1950688 h 3590473"/>
              <a:gd name="connsiteX40" fmla="*/ 10094057 w 12289184"/>
              <a:gd name="connsiteY40" fmla="*/ 1952292 h 3590473"/>
              <a:gd name="connsiteX41" fmla="*/ 10267426 w 12289184"/>
              <a:gd name="connsiteY41" fmla="*/ 2388407 h 3590473"/>
              <a:gd name="connsiteX42" fmla="*/ 10232534 w 12289184"/>
              <a:gd name="connsiteY42" fmla="*/ 2618725 h 3590473"/>
              <a:gd name="connsiteX43" fmla="*/ 10242389 w 12289184"/>
              <a:gd name="connsiteY43" fmla="*/ 3063205 h 3590473"/>
              <a:gd name="connsiteX44" fmla="*/ 10267426 w 12289184"/>
              <a:gd name="connsiteY44" fmla="*/ 3190166 h 3590473"/>
              <a:gd name="connsiteX45" fmla="*/ 10239810 w 12289184"/>
              <a:gd name="connsiteY45" fmla="*/ 3268142 h 3590473"/>
              <a:gd name="connsiteX46" fmla="*/ 10193460 w 12289184"/>
              <a:gd name="connsiteY46" fmla="*/ 3325378 h 3590473"/>
              <a:gd name="connsiteX47" fmla="*/ 10130953 w 12289184"/>
              <a:gd name="connsiteY47" fmla="*/ 3516107 h 3590473"/>
              <a:gd name="connsiteX48" fmla="*/ 10134448 w 12289184"/>
              <a:gd name="connsiteY48" fmla="*/ 3590473 h 3590473"/>
              <a:gd name="connsiteX49" fmla="*/ 9820138 w 12289184"/>
              <a:gd name="connsiteY49" fmla="*/ 3590473 h 3590473"/>
              <a:gd name="connsiteX50" fmla="*/ 9796247 w 12289184"/>
              <a:gd name="connsiteY50" fmla="*/ 3555352 h 3590473"/>
              <a:gd name="connsiteX51" fmla="*/ 9945839 w 12289184"/>
              <a:gd name="connsiteY51" fmla="*/ 3283439 h 3590473"/>
              <a:gd name="connsiteX52" fmla="*/ 9986976 w 12289184"/>
              <a:gd name="connsiteY52" fmla="*/ 2751874 h 3590473"/>
              <a:gd name="connsiteX53" fmla="*/ 9568966 w 12289184"/>
              <a:gd name="connsiteY53" fmla="*/ 2181293 h 3590473"/>
              <a:gd name="connsiteX54" fmla="*/ 9525194 w 12289184"/>
              <a:gd name="connsiteY54" fmla="*/ 2172126 h 3590473"/>
              <a:gd name="connsiteX55" fmla="*/ 9431119 w 12289184"/>
              <a:gd name="connsiteY55" fmla="*/ 2275311 h 3590473"/>
              <a:gd name="connsiteX56" fmla="*/ 9415764 w 12289184"/>
              <a:gd name="connsiteY56" fmla="*/ 2393334 h 3590473"/>
              <a:gd name="connsiteX57" fmla="*/ 9328850 w 12289184"/>
              <a:gd name="connsiteY57" fmla="*/ 2400382 h 3590473"/>
              <a:gd name="connsiteX58" fmla="*/ 9313839 w 12289184"/>
              <a:gd name="connsiteY58" fmla="*/ 2350021 h 3590473"/>
              <a:gd name="connsiteX59" fmla="*/ 9292698 w 12289184"/>
              <a:gd name="connsiteY59" fmla="*/ 2338390 h 3590473"/>
              <a:gd name="connsiteX60" fmla="*/ 9180003 w 12289184"/>
              <a:gd name="connsiteY60" fmla="*/ 2362568 h 3590473"/>
              <a:gd name="connsiteX61" fmla="*/ 9163617 w 12289184"/>
              <a:gd name="connsiteY61" fmla="*/ 2377464 h 3590473"/>
              <a:gd name="connsiteX62" fmla="*/ 9146945 w 12289184"/>
              <a:gd name="connsiteY62" fmla="*/ 2445242 h 3590473"/>
              <a:gd name="connsiteX63" fmla="*/ 9060604 w 12289184"/>
              <a:gd name="connsiteY63" fmla="*/ 2444497 h 3590473"/>
              <a:gd name="connsiteX64" fmla="*/ 9004514 w 12289184"/>
              <a:gd name="connsiteY64" fmla="*/ 2339307 h 3590473"/>
              <a:gd name="connsiteX65" fmla="*/ 8859849 w 12289184"/>
              <a:gd name="connsiteY65" fmla="*/ 2289691 h 3590473"/>
              <a:gd name="connsiteX66" fmla="*/ 8703038 w 12289184"/>
              <a:gd name="connsiteY66" fmla="*/ 2191949 h 3590473"/>
              <a:gd name="connsiteX67" fmla="*/ 7899044 w 12289184"/>
              <a:gd name="connsiteY67" fmla="*/ 2300921 h 3590473"/>
              <a:gd name="connsiteX68" fmla="*/ 7548983 w 12289184"/>
              <a:gd name="connsiteY68" fmla="*/ 2255258 h 3590473"/>
              <a:gd name="connsiteX69" fmla="*/ 7633892 w 12289184"/>
              <a:gd name="connsiteY69" fmla="*/ 2733598 h 3590473"/>
              <a:gd name="connsiteX70" fmla="*/ 7624897 w 12289184"/>
              <a:gd name="connsiteY70" fmla="*/ 2815183 h 3590473"/>
              <a:gd name="connsiteX71" fmla="*/ 7695539 w 12289184"/>
              <a:gd name="connsiteY71" fmla="*/ 3189249 h 3590473"/>
              <a:gd name="connsiteX72" fmla="*/ 7629766 w 12289184"/>
              <a:gd name="connsiteY72" fmla="*/ 3316268 h 3590473"/>
              <a:gd name="connsiteX73" fmla="*/ 7679439 w 12289184"/>
              <a:gd name="connsiteY73" fmla="*/ 3573973 h 3590473"/>
              <a:gd name="connsiteX74" fmla="*/ 7349145 w 12289184"/>
              <a:gd name="connsiteY74" fmla="*/ 3580504 h 3590473"/>
              <a:gd name="connsiteX75" fmla="*/ 7410678 w 12289184"/>
              <a:gd name="connsiteY75" fmla="*/ 3397224 h 3590473"/>
              <a:gd name="connsiteX76" fmla="*/ 7410678 w 12289184"/>
              <a:gd name="connsiteY76" fmla="*/ 2896024 h 3590473"/>
              <a:gd name="connsiteX77" fmla="*/ 7076774 w 12289184"/>
              <a:gd name="connsiteY77" fmla="*/ 2356438 h 3590473"/>
              <a:gd name="connsiteX78" fmla="*/ 7222985 w 12289184"/>
              <a:gd name="connsiteY78" fmla="*/ 2330026 h 3590473"/>
              <a:gd name="connsiteX79" fmla="*/ 7156411 w 12289184"/>
              <a:gd name="connsiteY79" fmla="*/ 2844575 h 3590473"/>
              <a:gd name="connsiteX80" fmla="*/ 7103587 w 12289184"/>
              <a:gd name="connsiteY80" fmla="*/ 2985458 h 3590473"/>
              <a:gd name="connsiteX81" fmla="*/ 7103587 w 12289184"/>
              <a:gd name="connsiteY81" fmla="*/ 2985458 h 3590473"/>
              <a:gd name="connsiteX82" fmla="*/ 7093045 w 12289184"/>
              <a:gd name="connsiteY82" fmla="*/ 3300054 h 3590473"/>
              <a:gd name="connsiteX83" fmla="*/ 6995475 w 12289184"/>
              <a:gd name="connsiteY83" fmla="*/ 3404672 h 3590473"/>
              <a:gd name="connsiteX84" fmla="*/ 6997021 w 12289184"/>
              <a:gd name="connsiteY84" fmla="*/ 3583540 h 3590473"/>
              <a:gd name="connsiteX85" fmla="*/ 6654065 w 12289184"/>
              <a:gd name="connsiteY85" fmla="*/ 3583540 h 3590473"/>
              <a:gd name="connsiteX86" fmla="*/ 6731182 w 12289184"/>
              <a:gd name="connsiteY86" fmla="*/ 3369207 h 3590473"/>
              <a:gd name="connsiteX87" fmla="*/ 6731182 w 12289184"/>
              <a:gd name="connsiteY87" fmla="*/ 3369207 h 3590473"/>
              <a:gd name="connsiteX88" fmla="*/ 8295226 w 12289184"/>
              <a:gd name="connsiteY88" fmla="*/ 3429250 h 3590473"/>
              <a:gd name="connsiteX89" fmla="*/ 10745880 w 12289184"/>
              <a:gd name="connsiteY89" fmla="*/ 3397911 h 3590473"/>
              <a:gd name="connsiteX90" fmla="*/ 10845971 w 12289184"/>
              <a:gd name="connsiteY90" fmla="*/ 3277825 h 3590473"/>
              <a:gd name="connsiteX91" fmla="*/ 10879316 w 12289184"/>
              <a:gd name="connsiteY91" fmla="*/ 3400145 h 3590473"/>
              <a:gd name="connsiteX92" fmla="*/ 10974078 w 12289184"/>
              <a:gd name="connsiteY92" fmla="*/ 3404614 h 3590473"/>
              <a:gd name="connsiteX93" fmla="*/ 11079440 w 12289184"/>
              <a:gd name="connsiteY93" fmla="*/ 3177791 h 3590473"/>
              <a:gd name="connsiteX94" fmla="*/ 11086659 w 12289184"/>
              <a:gd name="connsiteY94" fmla="*/ 3408797 h 3590473"/>
              <a:gd name="connsiteX95" fmla="*/ 12289184 w 12289184"/>
              <a:gd name="connsiteY95" fmla="*/ 3324576 h 3590473"/>
              <a:gd name="connsiteX0" fmla="*/ 0 w 12289184"/>
              <a:gd name="connsiteY0" fmla="*/ 2930490 h 3594063"/>
              <a:gd name="connsiteX1" fmla="*/ 2674916 w 12289184"/>
              <a:gd name="connsiteY1" fmla="*/ 3459109 h 3594063"/>
              <a:gd name="connsiteX2" fmla="*/ 6815288 w 12289184"/>
              <a:gd name="connsiteY2" fmla="*/ 3237834 h 3594063"/>
              <a:gd name="connsiteX3" fmla="*/ 6855336 w 12289184"/>
              <a:gd name="connsiteY3" fmla="*/ 3091049 h 3594063"/>
              <a:gd name="connsiteX4" fmla="*/ 6840669 w 12289184"/>
              <a:gd name="connsiteY4" fmla="*/ 2612137 h 3594063"/>
              <a:gd name="connsiteX5" fmla="*/ 6839523 w 12289184"/>
              <a:gd name="connsiteY5" fmla="*/ 2449711 h 3594063"/>
              <a:gd name="connsiteX6" fmla="*/ 6695660 w 12289184"/>
              <a:gd name="connsiteY6" fmla="*/ 2238758 h 3594063"/>
              <a:gd name="connsiteX7" fmla="*/ 6424091 w 12289184"/>
              <a:gd name="connsiteY7" fmla="*/ 2015601 h 3594063"/>
              <a:gd name="connsiteX8" fmla="*/ 6012841 w 12289184"/>
              <a:gd name="connsiteY8" fmla="*/ 1240884 h 3594063"/>
              <a:gd name="connsiteX9" fmla="*/ 5984538 w 12289184"/>
              <a:gd name="connsiteY9" fmla="*/ 1227994 h 3594063"/>
              <a:gd name="connsiteX10" fmla="*/ 5874363 w 12289184"/>
              <a:gd name="connsiteY10" fmla="*/ 1227535 h 3594063"/>
              <a:gd name="connsiteX11" fmla="*/ 5634076 w 12289184"/>
              <a:gd name="connsiteY11" fmla="*/ 1267125 h 3594063"/>
              <a:gd name="connsiteX12" fmla="*/ 5398544 w 12289184"/>
              <a:gd name="connsiteY12" fmla="*/ 1270104 h 3594063"/>
              <a:gd name="connsiteX13" fmla="*/ 5274104 w 12289184"/>
              <a:gd name="connsiteY13" fmla="*/ 1300469 h 3594063"/>
              <a:gd name="connsiteX14" fmla="*/ 5014108 w 12289184"/>
              <a:gd name="connsiteY14" fmla="*/ 1048724 h 3594063"/>
              <a:gd name="connsiteX15" fmla="*/ 5180773 w 12289184"/>
              <a:gd name="connsiteY15" fmla="*/ 860459 h 3594063"/>
              <a:gd name="connsiteX16" fmla="*/ 5414128 w 12289184"/>
              <a:gd name="connsiteY16" fmla="*/ 587113 h 3594063"/>
              <a:gd name="connsiteX17" fmla="*/ 5462655 w 12289184"/>
              <a:gd name="connsiteY17" fmla="*/ 433568 h 3594063"/>
              <a:gd name="connsiteX18" fmla="*/ 5560798 w 12289184"/>
              <a:gd name="connsiteY18" fmla="*/ 340467 h 3594063"/>
              <a:gd name="connsiteX19" fmla="*/ 5500812 w 12289184"/>
              <a:gd name="connsiteY19" fmla="*/ 120461 h 3594063"/>
              <a:gd name="connsiteX20" fmla="*/ 5674124 w 12289184"/>
              <a:gd name="connsiteY20" fmla="*/ 200442 h 3594063"/>
              <a:gd name="connsiteX21" fmla="*/ 5924266 w 12289184"/>
              <a:gd name="connsiteY21" fmla="*/ 153749 h 3594063"/>
              <a:gd name="connsiteX22" fmla="*/ 6234107 w 12289184"/>
              <a:gd name="connsiteY22" fmla="*/ 40423 h 3594063"/>
              <a:gd name="connsiteX23" fmla="*/ 6073056 w 12289184"/>
              <a:gd name="connsiteY23" fmla="*/ 395182 h 3594063"/>
              <a:gd name="connsiteX24" fmla="*/ 6007455 w 12289184"/>
              <a:gd name="connsiteY24" fmla="*/ 244214 h 3594063"/>
              <a:gd name="connsiteX25" fmla="*/ 6627424 w 12289184"/>
              <a:gd name="connsiteY25" fmla="*/ 393692 h 3594063"/>
              <a:gd name="connsiteX26" fmla="*/ 7269851 w 12289184"/>
              <a:gd name="connsiteY26" fmla="*/ 477053 h 3594063"/>
              <a:gd name="connsiteX27" fmla="*/ 7949347 w 12289184"/>
              <a:gd name="connsiteY27" fmla="*/ 495101 h 3594063"/>
              <a:gd name="connsiteX28" fmla="*/ 9930313 w 12289184"/>
              <a:gd name="connsiteY28" fmla="*/ 497335 h 3594063"/>
              <a:gd name="connsiteX29" fmla="*/ 9929625 w 12289184"/>
              <a:gd name="connsiteY29" fmla="*/ 495731 h 3594063"/>
              <a:gd name="connsiteX30" fmla="*/ 10408309 w 12289184"/>
              <a:gd name="connsiteY30" fmla="*/ 886470 h 3594063"/>
              <a:gd name="connsiteX31" fmla="*/ 10453170 w 12289184"/>
              <a:gd name="connsiteY31" fmla="*/ 1692698 h 3594063"/>
              <a:gd name="connsiteX32" fmla="*/ 10506854 w 12289184"/>
              <a:gd name="connsiteY32" fmla="*/ 2595980 h 3594063"/>
              <a:gd name="connsiteX33" fmla="*/ 10445149 w 12289184"/>
              <a:gd name="connsiteY33" fmla="*/ 2230565 h 3594063"/>
              <a:gd name="connsiteX34" fmla="*/ 10379548 w 12289184"/>
              <a:gd name="connsiteY34" fmla="*/ 1934073 h 3594063"/>
              <a:gd name="connsiteX35" fmla="*/ 10445836 w 12289184"/>
              <a:gd name="connsiteY35" fmla="*/ 1250338 h 3594063"/>
              <a:gd name="connsiteX36" fmla="*/ 10207211 w 12289184"/>
              <a:gd name="connsiteY36" fmla="*/ 781910 h 3594063"/>
              <a:gd name="connsiteX37" fmla="*/ 10202570 w 12289184"/>
              <a:gd name="connsiteY37" fmla="*/ 966737 h 3594063"/>
              <a:gd name="connsiteX38" fmla="*/ 10136053 w 12289184"/>
              <a:gd name="connsiteY38" fmla="*/ 1437973 h 3594063"/>
              <a:gd name="connsiteX39" fmla="*/ 10093369 w 12289184"/>
              <a:gd name="connsiteY39" fmla="*/ 1950688 h 3594063"/>
              <a:gd name="connsiteX40" fmla="*/ 10094057 w 12289184"/>
              <a:gd name="connsiteY40" fmla="*/ 1952292 h 3594063"/>
              <a:gd name="connsiteX41" fmla="*/ 10267426 w 12289184"/>
              <a:gd name="connsiteY41" fmla="*/ 2388407 h 3594063"/>
              <a:gd name="connsiteX42" fmla="*/ 10232534 w 12289184"/>
              <a:gd name="connsiteY42" fmla="*/ 2618725 h 3594063"/>
              <a:gd name="connsiteX43" fmla="*/ 10242389 w 12289184"/>
              <a:gd name="connsiteY43" fmla="*/ 3063205 h 3594063"/>
              <a:gd name="connsiteX44" fmla="*/ 10267426 w 12289184"/>
              <a:gd name="connsiteY44" fmla="*/ 3190166 h 3594063"/>
              <a:gd name="connsiteX45" fmla="*/ 10239810 w 12289184"/>
              <a:gd name="connsiteY45" fmla="*/ 3268142 h 3594063"/>
              <a:gd name="connsiteX46" fmla="*/ 10193460 w 12289184"/>
              <a:gd name="connsiteY46" fmla="*/ 3325378 h 3594063"/>
              <a:gd name="connsiteX47" fmla="*/ 10130953 w 12289184"/>
              <a:gd name="connsiteY47" fmla="*/ 3516107 h 3594063"/>
              <a:gd name="connsiteX48" fmla="*/ 10134448 w 12289184"/>
              <a:gd name="connsiteY48" fmla="*/ 3590473 h 3594063"/>
              <a:gd name="connsiteX49" fmla="*/ 9820138 w 12289184"/>
              <a:gd name="connsiteY49" fmla="*/ 3590473 h 3594063"/>
              <a:gd name="connsiteX50" fmla="*/ 9796247 w 12289184"/>
              <a:gd name="connsiteY50" fmla="*/ 3555352 h 3594063"/>
              <a:gd name="connsiteX51" fmla="*/ 9945839 w 12289184"/>
              <a:gd name="connsiteY51" fmla="*/ 3283439 h 3594063"/>
              <a:gd name="connsiteX52" fmla="*/ 9986976 w 12289184"/>
              <a:gd name="connsiteY52" fmla="*/ 2751874 h 3594063"/>
              <a:gd name="connsiteX53" fmla="*/ 9568966 w 12289184"/>
              <a:gd name="connsiteY53" fmla="*/ 2181293 h 3594063"/>
              <a:gd name="connsiteX54" fmla="*/ 9525194 w 12289184"/>
              <a:gd name="connsiteY54" fmla="*/ 2172126 h 3594063"/>
              <a:gd name="connsiteX55" fmla="*/ 9431119 w 12289184"/>
              <a:gd name="connsiteY55" fmla="*/ 2275311 h 3594063"/>
              <a:gd name="connsiteX56" fmla="*/ 9415764 w 12289184"/>
              <a:gd name="connsiteY56" fmla="*/ 2393334 h 3594063"/>
              <a:gd name="connsiteX57" fmla="*/ 9328850 w 12289184"/>
              <a:gd name="connsiteY57" fmla="*/ 2400382 h 3594063"/>
              <a:gd name="connsiteX58" fmla="*/ 9313839 w 12289184"/>
              <a:gd name="connsiteY58" fmla="*/ 2350021 h 3594063"/>
              <a:gd name="connsiteX59" fmla="*/ 9292698 w 12289184"/>
              <a:gd name="connsiteY59" fmla="*/ 2338390 h 3594063"/>
              <a:gd name="connsiteX60" fmla="*/ 9180003 w 12289184"/>
              <a:gd name="connsiteY60" fmla="*/ 2362568 h 3594063"/>
              <a:gd name="connsiteX61" fmla="*/ 9163617 w 12289184"/>
              <a:gd name="connsiteY61" fmla="*/ 2377464 h 3594063"/>
              <a:gd name="connsiteX62" fmla="*/ 9146945 w 12289184"/>
              <a:gd name="connsiteY62" fmla="*/ 2445242 h 3594063"/>
              <a:gd name="connsiteX63" fmla="*/ 9060604 w 12289184"/>
              <a:gd name="connsiteY63" fmla="*/ 2444497 h 3594063"/>
              <a:gd name="connsiteX64" fmla="*/ 9004514 w 12289184"/>
              <a:gd name="connsiteY64" fmla="*/ 2339307 h 3594063"/>
              <a:gd name="connsiteX65" fmla="*/ 8859849 w 12289184"/>
              <a:gd name="connsiteY65" fmla="*/ 2289691 h 3594063"/>
              <a:gd name="connsiteX66" fmla="*/ 8703038 w 12289184"/>
              <a:gd name="connsiteY66" fmla="*/ 2191949 h 3594063"/>
              <a:gd name="connsiteX67" fmla="*/ 7899044 w 12289184"/>
              <a:gd name="connsiteY67" fmla="*/ 2300921 h 3594063"/>
              <a:gd name="connsiteX68" fmla="*/ 7548983 w 12289184"/>
              <a:gd name="connsiteY68" fmla="*/ 2255258 h 3594063"/>
              <a:gd name="connsiteX69" fmla="*/ 7633892 w 12289184"/>
              <a:gd name="connsiteY69" fmla="*/ 2733598 h 3594063"/>
              <a:gd name="connsiteX70" fmla="*/ 7624897 w 12289184"/>
              <a:gd name="connsiteY70" fmla="*/ 2815183 h 3594063"/>
              <a:gd name="connsiteX71" fmla="*/ 7695539 w 12289184"/>
              <a:gd name="connsiteY71" fmla="*/ 3189249 h 3594063"/>
              <a:gd name="connsiteX72" fmla="*/ 7629766 w 12289184"/>
              <a:gd name="connsiteY72" fmla="*/ 3316268 h 3594063"/>
              <a:gd name="connsiteX73" fmla="*/ 7679439 w 12289184"/>
              <a:gd name="connsiteY73" fmla="*/ 3573973 h 3594063"/>
              <a:gd name="connsiteX74" fmla="*/ 7349145 w 12289184"/>
              <a:gd name="connsiteY74" fmla="*/ 3580504 h 3594063"/>
              <a:gd name="connsiteX75" fmla="*/ 7410678 w 12289184"/>
              <a:gd name="connsiteY75" fmla="*/ 3397224 h 3594063"/>
              <a:gd name="connsiteX76" fmla="*/ 7410678 w 12289184"/>
              <a:gd name="connsiteY76" fmla="*/ 2896024 h 3594063"/>
              <a:gd name="connsiteX77" fmla="*/ 7076774 w 12289184"/>
              <a:gd name="connsiteY77" fmla="*/ 2356438 h 3594063"/>
              <a:gd name="connsiteX78" fmla="*/ 7222985 w 12289184"/>
              <a:gd name="connsiteY78" fmla="*/ 2330026 h 3594063"/>
              <a:gd name="connsiteX79" fmla="*/ 7156411 w 12289184"/>
              <a:gd name="connsiteY79" fmla="*/ 2844575 h 3594063"/>
              <a:gd name="connsiteX80" fmla="*/ 7103587 w 12289184"/>
              <a:gd name="connsiteY80" fmla="*/ 2985458 h 3594063"/>
              <a:gd name="connsiteX81" fmla="*/ 7103587 w 12289184"/>
              <a:gd name="connsiteY81" fmla="*/ 2985458 h 3594063"/>
              <a:gd name="connsiteX82" fmla="*/ 7093045 w 12289184"/>
              <a:gd name="connsiteY82" fmla="*/ 3300054 h 3594063"/>
              <a:gd name="connsiteX83" fmla="*/ 6995475 w 12289184"/>
              <a:gd name="connsiteY83" fmla="*/ 3404672 h 3594063"/>
              <a:gd name="connsiteX84" fmla="*/ 6997021 w 12289184"/>
              <a:gd name="connsiteY84" fmla="*/ 3583540 h 3594063"/>
              <a:gd name="connsiteX85" fmla="*/ 6654065 w 12289184"/>
              <a:gd name="connsiteY85" fmla="*/ 3583540 h 3594063"/>
              <a:gd name="connsiteX86" fmla="*/ 6731182 w 12289184"/>
              <a:gd name="connsiteY86" fmla="*/ 3369207 h 3594063"/>
              <a:gd name="connsiteX87" fmla="*/ 6731182 w 12289184"/>
              <a:gd name="connsiteY87" fmla="*/ 3369207 h 3594063"/>
              <a:gd name="connsiteX88" fmla="*/ 8295226 w 12289184"/>
              <a:gd name="connsiteY88" fmla="*/ 3429250 h 3594063"/>
              <a:gd name="connsiteX89" fmla="*/ 10745880 w 12289184"/>
              <a:gd name="connsiteY89" fmla="*/ 3397911 h 3594063"/>
              <a:gd name="connsiteX90" fmla="*/ 10845971 w 12289184"/>
              <a:gd name="connsiteY90" fmla="*/ 3277825 h 3594063"/>
              <a:gd name="connsiteX91" fmla="*/ 10879316 w 12289184"/>
              <a:gd name="connsiteY91" fmla="*/ 3400145 h 3594063"/>
              <a:gd name="connsiteX92" fmla="*/ 10974078 w 12289184"/>
              <a:gd name="connsiteY92" fmla="*/ 3404614 h 3594063"/>
              <a:gd name="connsiteX93" fmla="*/ 11079440 w 12289184"/>
              <a:gd name="connsiteY93" fmla="*/ 3177791 h 3594063"/>
              <a:gd name="connsiteX94" fmla="*/ 11086659 w 12289184"/>
              <a:gd name="connsiteY94" fmla="*/ 3408797 h 3594063"/>
              <a:gd name="connsiteX95" fmla="*/ 12289184 w 12289184"/>
              <a:gd name="connsiteY95" fmla="*/ 3324576 h 3594063"/>
              <a:gd name="connsiteX0" fmla="*/ 0 w 12639704"/>
              <a:gd name="connsiteY0" fmla="*/ 2389470 h 3590473"/>
              <a:gd name="connsiteX1" fmla="*/ 3025436 w 12639704"/>
              <a:gd name="connsiteY1" fmla="*/ 3459109 h 3590473"/>
              <a:gd name="connsiteX2" fmla="*/ 7165808 w 12639704"/>
              <a:gd name="connsiteY2" fmla="*/ 3237834 h 3590473"/>
              <a:gd name="connsiteX3" fmla="*/ 7205856 w 12639704"/>
              <a:gd name="connsiteY3" fmla="*/ 3091049 h 3590473"/>
              <a:gd name="connsiteX4" fmla="*/ 7191189 w 12639704"/>
              <a:gd name="connsiteY4" fmla="*/ 2612137 h 3590473"/>
              <a:gd name="connsiteX5" fmla="*/ 7190043 w 12639704"/>
              <a:gd name="connsiteY5" fmla="*/ 2449711 h 3590473"/>
              <a:gd name="connsiteX6" fmla="*/ 7046180 w 12639704"/>
              <a:gd name="connsiteY6" fmla="*/ 2238758 h 3590473"/>
              <a:gd name="connsiteX7" fmla="*/ 6774611 w 12639704"/>
              <a:gd name="connsiteY7" fmla="*/ 2015601 h 3590473"/>
              <a:gd name="connsiteX8" fmla="*/ 6363361 w 12639704"/>
              <a:gd name="connsiteY8" fmla="*/ 1240884 h 3590473"/>
              <a:gd name="connsiteX9" fmla="*/ 6335058 w 12639704"/>
              <a:gd name="connsiteY9" fmla="*/ 1227994 h 3590473"/>
              <a:gd name="connsiteX10" fmla="*/ 6224883 w 12639704"/>
              <a:gd name="connsiteY10" fmla="*/ 1227535 h 3590473"/>
              <a:gd name="connsiteX11" fmla="*/ 5984596 w 12639704"/>
              <a:gd name="connsiteY11" fmla="*/ 1267125 h 3590473"/>
              <a:gd name="connsiteX12" fmla="*/ 5749064 w 12639704"/>
              <a:gd name="connsiteY12" fmla="*/ 1270104 h 3590473"/>
              <a:gd name="connsiteX13" fmla="*/ 5624624 w 12639704"/>
              <a:gd name="connsiteY13" fmla="*/ 1300469 h 3590473"/>
              <a:gd name="connsiteX14" fmla="*/ 5364628 w 12639704"/>
              <a:gd name="connsiteY14" fmla="*/ 1048724 h 3590473"/>
              <a:gd name="connsiteX15" fmla="*/ 5531293 w 12639704"/>
              <a:gd name="connsiteY15" fmla="*/ 860459 h 3590473"/>
              <a:gd name="connsiteX16" fmla="*/ 5764648 w 12639704"/>
              <a:gd name="connsiteY16" fmla="*/ 587113 h 3590473"/>
              <a:gd name="connsiteX17" fmla="*/ 5813175 w 12639704"/>
              <a:gd name="connsiteY17" fmla="*/ 433568 h 3590473"/>
              <a:gd name="connsiteX18" fmla="*/ 5911318 w 12639704"/>
              <a:gd name="connsiteY18" fmla="*/ 340467 h 3590473"/>
              <a:gd name="connsiteX19" fmla="*/ 5851332 w 12639704"/>
              <a:gd name="connsiteY19" fmla="*/ 120461 h 3590473"/>
              <a:gd name="connsiteX20" fmla="*/ 6024644 w 12639704"/>
              <a:gd name="connsiteY20" fmla="*/ 200442 h 3590473"/>
              <a:gd name="connsiteX21" fmla="*/ 6274786 w 12639704"/>
              <a:gd name="connsiteY21" fmla="*/ 153749 h 3590473"/>
              <a:gd name="connsiteX22" fmla="*/ 6584627 w 12639704"/>
              <a:gd name="connsiteY22" fmla="*/ 40423 h 3590473"/>
              <a:gd name="connsiteX23" fmla="*/ 6423576 w 12639704"/>
              <a:gd name="connsiteY23" fmla="*/ 395182 h 3590473"/>
              <a:gd name="connsiteX24" fmla="*/ 6357975 w 12639704"/>
              <a:gd name="connsiteY24" fmla="*/ 244214 h 3590473"/>
              <a:gd name="connsiteX25" fmla="*/ 6977944 w 12639704"/>
              <a:gd name="connsiteY25" fmla="*/ 393692 h 3590473"/>
              <a:gd name="connsiteX26" fmla="*/ 7620371 w 12639704"/>
              <a:gd name="connsiteY26" fmla="*/ 477053 h 3590473"/>
              <a:gd name="connsiteX27" fmla="*/ 8299867 w 12639704"/>
              <a:gd name="connsiteY27" fmla="*/ 495101 h 3590473"/>
              <a:gd name="connsiteX28" fmla="*/ 10280833 w 12639704"/>
              <a:gd name="connsiteY28" fmla="*/ 497335 h 3590473"/>
              <a:gd name="connsiteX29" fmla="*/ 10280145 w 12639704"/>
              <a:gd name="connsiteY29" fmla="*/ 495731 h 3590473"/>
              <a:gd name="connsiteX30" fmla="*/ 10758829 w 12639704"/>
              <a:gd name="connsiteY30" fmla="*/ 886470 h 3590473"/>
              <a:gd name="connsiteX31" fmla="*/ 10803690 w 12639704"/>
              <a:gd name="connsiteY31" fmla="*/ 1692698 h 3590473"/>
              <a:gd name="connsiteX32" fmla="*/ 10857374 w 12639704"/>
              <a:gd name="connsiteY32" fmla="*/ 2595980 h 3590473"/>
              <a:gd name="connsiteX33" fmla="*/ 10795669 w 12639704"/>
              <a:gd name="connsiteY33" fmla="*/ 2230565 h 3590473"/>
              <a:gd name="connsiteX34" fmla="*/ 10730068 w 12639704"/>
              <a:gd name="connsiteY34" fmla="*/ 1934073 h 3590473"/>
              <a:gd name="connsiteX35" fmla="*/ 10796356 w 12639704"/>
              <a:gd name="connsiteY35" fmla="*/ 1250338 h 3590473"/>
              <a:gd name="connsiteX36" fmla="*/ 10557731 w 12639704"/>
              <a:gd name="connsiteY36" fmla="*/ 781910 h 3590473"/>
              <a:gd name="connsiteX37" fmla="*/ 10553090 w 12639704"/>
              <a:gd name="connsiteY37" fmla="*/ 966737 h 3590473"/>
              <a:gd name="connsiteX38" fmla="*/ 10486573 w 12639704"/>
              <a:gd name="connsiteY38" fmla="*/ 1437973 h 3590473"/>
              <a:gd name="connsiteX39" fmla="*/ 10443889 w 12639704"/>
              <a:gd name="connsiteY39" fmla="*/ 1950688 h 3590473"/>
              <a:gd name="connsiteX40" fmla="*/ 10444577 w 12639704"/>
              <a:gd name="connsiteY40" fmla="*/ 1952292 h 3590473"/>
              <a:gd name="connsiteX41" fmla="*/ 10617946 w 12639704"/>
              <a:gd name="connsiteY41" fmla="*/ 2388407 h 3590473"/>
              <a:gd name="connsiteX42" fmla="*/ 10583054 w 12639704"/>
              <a:gd name="connsiteY42" fmla="*/ 2618725 h 3590473"/>
              <a:gd name="connsiteX43" fmla="*/ 10592909 w 12639704"/>
              <a:gd name="connsiteY43" fmla="*/ 3063205 h 3590473"/>
              <a:gd name="connsiteX44" fmla="*/ 10617946 w 12639704"/>
              <a:gd name="connsiteY44" fmla="*/ 3190166 h 3590473"/>
              <a:gd name="connsiteX45" fmla="*/ 10590330 w 12639704"/>
              <a:gd name="connsiteY45" fmla="*/ 3268142 h 3590473"/>
              <a:gd name="connsiteX46" fmla="*/ 10543980 w 12639704"/>
              <a:gd name="connsiteY46" fmla="*/ 3325378 h 3590473"/>
              <a:gd name="connsiteX47" fmla="*/ 10481473 w 12639704"/>
              <a:gd name="connsiteY47" fmla="*/ 3516107 h 3590473"/>
              <a:gd name="connsiteX48" fmla="*/ 10484968 w 12639704"/>
              <a:gd name="connsiteY48" fmla="*/ 3590473 h 3590473"/>
              <a:gd name="connsiteX49" fmla="*/ 10170658 w 12639704"/>
              <a:gd name="connsiteY49" fmla="*/ 3590473 h 3590473"/>
              <a:gd name="connsiteX50" fmla="*/ 10146767 w 12639704"/>
              <a:gd name="connsiteY50" fmla="*/ 3555352 h 3590473"/>
              <a:gd name="connsiteX51" fmla="*/ 10296359 w 12639704"/>
              <a:gd name="connsiteY51" fmla="*/ 3283439 h 3590473"/>
              <a:gd name="connsiteX52" fmla="*/ 10337496 w 12639704"/>
              <a:gd name="connsiteY52" fmla="*/ 2751874 h 3590473"/>
              <a:gd name="connsiteX53" fmla="*/ 9919486 w 12639704"/>
              <a:gd name="connsiteY53" fmla="*/ 2181293 h 3590473"/>
              <a:gd name="connsiteX54" fmla="*/ 9875714 w 12639704"/>
              <a:gd name="connsiteY54" fmla="*/ 2172126 h 3590473"/>
              <a:gd name="connsiteX55" fmla="*/ 9781639 w 12639704"/>
              <a:gd name="connsiteY55" fmla="*/ 2275311 h 3590473"/>
              <a:gd name="connsiteX56" fmla="*/ 9766284 w 12639704"/>
              <a:gd name="connsiteY56" fmla="*/ 2393334 h 3590473"/>
              <a:gd name="connsiteX57" fmla="*/ 9679370 w 12639704"/>
              <a:gd name="connsiteY57" fmla="*/ 2400382 h 3590473"/>
              <a:gd name="connsiteX58" fmla="*/ 9664359 w 12639704"/>
              <a:gd name="connsiteY58" fmla="*/ 2350021 h 3590473"/>
              <a:gd name="connsiteX59" fmla="*/ 9643218 w 12639704"/>
              <a:gd name="connsiteY59" fmla="*/ 2338390 h 3590473"/>
              <a:gd name="connsiteX60" fmla="*/ 9530523 w 12639704"/>
              <a:gd name="connsiteY60" fmla="*/ 2362568 h 3590473"/>
              <a:gd name="connsiteX61" fmla="*/ 9514137 w 12639704"/>
              <a:gd name="connsiteY61" fmla="*/ 2377464 h 3590473"/>
              <a:gd name="connsiteX62" fmla="*/ 9497465 w 12639704"/>
              <a:gd name="connsiteY62" fmla="*/ 2445242 h 3590473"/>
              <a:gd name="connsiteX63" fmla="*/ 9411124 w 12639704"/>
              <a:gd name="connsiteY63" fmla="*/ 2444497 h 3590473"/>
              <a:gd name="connsiteX64" fmla="*/ 9355034 w 12639704"/>
              <a:gd name="connsiteY64" fmla="*/ 2339307 h 3590473"/>
              <a:gd name="connsiteX65" fmla="*/ 9210369 w 12639704"/>
              <a:gd name="connsiteY65" fmla="*/ 2289691 h 3590473"/>
              <a:gd name="connsiteX66" fmla="*/ 9053558 w 12639704"/>
              <a:gd name="connsiteY66" fmla="*/ 2191949 h 3590473"/>
              <a:gd name="connsiteX67" fmla="*/ 8249564 w 12639704"/>
              <a:gd name="connsiteY67" fmla="*/ 2300921 h 3590473"/>
              <a:gd name="connsiteX68" fmla="*/ 7899503 w 12639704"/>
              <a:gd name="connsiteY68" fmla="*/ 2255258 h 3590473"/>
              <a:gd name="connsiteX69" fmla="*/ 7984412 w 12639704"/>
              <a:gd name="connsiteY69" fmla="*/ 2733598 h 3590473"/>
              <a:gd name="connsiteX70" fmla="*/ 7975417 w 12639704"/>
              <a:gd name="connsiteY70" fmla="*/ 2815183 h 3590473"/>
              <a:gd name="connsiteX71" fmla="*/ 8046059 w 12639704"/>
              <a:gd name="connsiteY71" fmla="*/ 3189249 h 3590473"/>
              <a:gd name="connsiteX72" fmla="*/ 7980286 w 12639704"/>
              <a:gd name="connsiteY72" fmla="*/ 3316268 h 3590473"/>
              <a:gd name="connsiteX73" fmla="*/ 8029959 w 12639704"/>
              <a:gd name="connsiteY73" fmla="*/ 3573973 h 3590473"/>
              <a:gd name="connsiteX74" fmla="*/ 7699665 w 12639704"/>
              <a:gd name="connsiteY74" fmla="*/ 3580504 h 3590473"/>
              <a:gd name="connsiteX75" fmla="*/ 7761198 w 12639704"/>
              <a:gd name="connsiteY75" fmla="*/ 3397224 h 3590473"/>
              <a:gd name="connsiteX76" fmla="*/ 7761198 w 12639704"/>
              <a:gd name="connsiteY76" fmla="*/ 2896024 h 3590473"/>
              <a:gd name="connsiteX77" fmla="*/ 7427294 w 12639704"/>
              <a:gd name="connsiteY77" fmla="*/ 2356438 h 3590473"/>
              <a:gd name="connsiteX78" fmla="*/ 7573505 w 12639704"/>
              <a:gd name="connsiteY78" fmla="*/ 2330026 h 3590473"/>
              <a:gd name="connsiteX79" fmla="*/ 7506931 w 12639704"/>
              <a:gd name="connsiteY79" fmla="*/ 2844575 h 3590473"/>
              <a:gd name="connsiteX80" fmla="*/ 7454107 w 12639704"/>
              <a:gd name="connsiteY80" fmla="*/ 2985458 h 3590473"/>
              <a:gd name="connsiteX81" fmla="*/ 7454107 w 12639704"/>
              <a:gd name="connsiteY81" fmla="*/ 2985458 h 3590473"/>
              <a:gd name="connsiteX82" fmla="*/ 7443565 w 12639704"/>
              <a:gd name="connsiteY82" fmla="*/ 3300054 h 3590473"/>
              <a:gd name="connsiteX83" fmla="*/ 7345995 w 12639704"/>
              <a:gd name="connsiteY83" fmla="*/ 3404672 h 3590473"/>
              <a:gd name="connsiteX84" fmla="*/ 7347541 w 12639704"/>
              <a:gd name="connsiteY84" fmla="*/ 3583540 h 3590473"/>
              <a:gd name="connsiteX85" fmla="*/ 7004585 w 12639704"/>
              <a:gd name="connsiteY85" fmla="*/ 3583540 h 3590473"/>
              <a:gd name="connsiteX86" fmla="*/ 7081702 w 12639704"/>
              <a:gd name="connsiteY86" fmla="*/ 3369207 h 3590473"/>
              <a:gd name="connsiteX87" fmla="*/ 7081702 w 12639704"/>
              <a:gd name="connsiteY87" fmla="*/ 3369207 h 3590473"/>
              <a:gd name="connsiteX88" fmla="*/ 8645746 w 12639704"/>
              <a:gd name="connsiteY88" fmla="*/ 3429250 h 3590473"/>
              <a:gd name="connsiteX89" fmla="*/ 11096400 w 12639704"/>
              <a:gd name="connsiteY89" fmla="*/ 3397911 h 3590473"/>
              <a:gd name="connsiteX90" fmla="*/ 11196491 w 12639704"/>
              <a:gd name="connsiteY90" fmla="*/ 3277825 h 3590473"/>
              <a:gd name="connsiteX91" fmla="*/ 11229836 w 12639704"/>
              <a:gd name="connsiteY91" fmla="*/ 3400145 h 3590473"/>
              <a:gd name="connsiteX92" fmla="*/ 11324598 w 12639704"/>
              <a:gd name="connsiteY92" fmla="*/ 3404614 h 3590473"/>
              <a:gd name="connsiteX93" fmla="*/ 11429960 w 12639704"/>
              <a:gd name="connsiteY93" fmla="*/ 3177791 h 3590473"/>
              <a:gd name="connsiteX94" fmla="*/ 11437179 w 12639704"/>
              <a:gd name="connsiteY94" fmla="*/ 3408797 h 3590473"/>
              <a:gd name="connsiteX95" fmla="*/ 12639704 w 12639704"/>
              <a:gd name="connsiteY95" fmla="*/ 3324576 h 3590473"/>
              <a:gd name="connsiteX0" fmla="*/ 0 w 12693044"/>
              <a:gd name="connsiteY0" fmla="*/ 1817970 h 3590473"/>
              <a:gd name="connsiteX1" fmla="*/ 3078776 w 12693044"/>
              <a:gd name="connsiteY1" fmla="*/ 3459109 h 3590473"/>
              <a:gd name="connsiteX2" fmla="*/ 7219148 w 12693044"/>
              <a:gd name="connsiteY2" fmla="*/ 3237834 h 3590473"/>
              <a:gd name="connsiteX3" fmla="*/ 7259196 w 12693044"/>
              <a:gd name="connsiteY3" fmla="*/ 3091049 h 3590473"/>
              <a:gd name="connsiteX4" fmla="*/ 7244529 w 12693044"/>
              <a:gd name="connsiteY4" fmla="*/ 2612137 h 3590473"/>
              <a:gd name="connsiteX5" fmla="*/ 7243383 w 12693044"/>
              <a:gd name="connsiteY5" fmla="*/ 2449711 h 3590473"/>
              <a:gd name="connsiteX6" fmla="*/ 7099520 w 12693044"/>
              <a:gd name="connsiteY6" fmla="*/ 2238758 h 3590473"/>
              <a:gd name="connsiteX7" fmla="*/ 6827951 w 12693044"/>
              <a:gd name="connsiteY7" fmla="*/ 2015601 h 3590473"/>
              <a:gd name="connsiteX8" fmla="*/ 6416701 w 12693044"/>
              <a:gd name="connsiteY8" fmla="*/ 1240884 h 3590473"/>
              <a:gd name="connsiteX9" fmla="*/ 6388398 w 12693044"/>
              <a:gd name="connsiteY9" fmla="*/ 1227994 h 3590473"/>
              <a:gd name="connsiteX10" fmla="*/ 6278223 w 12693044"/>
              <a:gd name="connsiteY10" fmla="*/ 1227535 h 3590473"/>
              <a:gd name="connsiteX11" fmla="*/ 6037936 w 12693044"/>
              <a:gd name="connsiteY11" fmla="*/ 1267125 h 3590473"/>
              <a:gd name="connsiteX12" fmla="*/ 5802404 w 12693044"/>
              <a:gd name="connsiteY12" fmla="*/ 1270104 h 3590473"/>
              <a:gd name="connsiteX13" fmla="*/ 5677964 w 12693044"/>
              <a:gd name="connsiteY13" fmla="*/ 1300469 h 3590473"/>
              <a:gd name="connsiteX14" fmla="*/ 5417968 w 12693044"/>
              <a:gd name="connsiteY14" fmla="*/ 1048724 h 3590473"/>
              <a:gd name="connsiteX15" fmla="*/ 5584633 w 12693044"/>
              <a:gd name="connsiteY15" fmla="*/ 860459 h 3590473"/>
              <a:gd name="connsiteX16" fmla="*/ 5817988 w 12693044"/>
              <a:gd name="connsiteY16" fmla="*/ 587113 h 3590473"/>
              <a:gd name="connsiteX17" fmla="*/ 5866515 w 12693044"/>
              <a:gd name="connsiteY17" fmla="*/ 433568 h 3590473"/>
              <a:gd name="connsiteX18" fmla="*/ 5964658 w 12693044"/>
              <a:gd name="connsiteY18" fmla="*/ 340467 h 3590473"/>
              <a:gd name="connsiteX19" fmla="*/ 5904672 w 12693044"/>
              <a:gd name="connsiteY19" fmla="*/ 120461 h 3590473"/>
              <a:gd name="connsiteX20" fmla="*/ 6077984 w 12693044"/>
              <a:gd name="connsiteY20" fmla="*/ 200442 h 3590473"/>
              <a:gd name="connsiteX21" fmla="*/ 6328126 w 12693044"/>
              <a:gd name="connsiteY21" fmla="*/ 153749 h 3590473"/>
              <a:gd name="connsiteX22" fmla="*/ 6637967 w 12693044"/>
              <a:gd name="connsiteY22" fmla="*/ 40423 h 3590473"/>
              <a:gd name="connsiteX23" fmla="*/ 6476916 w 12693044"/>
              <a:gd name="connsiteY23" fmla="*/ 395182 h 3590473"/>
              <a:gd name="connsiteX24" fmla="*/ 6411315 w 12693044"/>
              <a:gd name="connsiteY24" fmla="*/ 244214 h 3590473"/>
              <a:gd name="connsiteX25" fmla="*/ 7031284 w 12693044"/>
              <a:gd name="connsiteY25" fmla="*/ 393692 h 3590473"/>
              <a:gd name="connsiteX26" fmla="*/ 7673711 w 12693044"/>
              <a:gd name="connsiteY26" fmla="*/ 477053 h 3590473"/>
              <a:gd name="connsiteX27" fmla="*/ 8353207 w 12693044"/>
              <a:gd name="connsiteY27" fmla="*/ 495101 h 3590473"/>
              <a:gd name="connsiteX28" fmla="*/ 10334173 w 12693044"/>
              <a:gd name="connsiteY28" fmla="*/ 497335 h 3590473"/>
              <a:gd name="connsiteX29" fmla="*/ 10333485 w 12693044"/>
              <a:gd name="connsiteY29" fmla="*/ 495731 h 3590473"/>
              <a:gd name="connsiteX30" fmla="*/ 10812169 w 12693044"/>
              <a:gd name="connsiteY30" fmla="*/ 886470 h 3590473"/>
              <a:gd name="connsiteX31" fmla="*/ 10857030 w 12693044"/>
              <a:gd name="connsiteY31" fmla="*/ 1692698 h 3590473"/>
              <a:gd name="connsiteX32" fmla="*/ 10910714 w 12693044"/>
              <a:gd name="connsiteY32" fmla="*/ 2595980 h 3590473"/>
              <a:gd name="connsiteX33" fmla="*/ 10849009 w 12693044"/>
              <a:gd name="connsiteY33" fmla="*/ 2230565 h 3590473"/>
              <a:gd name="connsiteX34" fmla="*/ 10783408 w 12693044"/>
              <a:gd name="connsiteY34" fmla="*/ 1934073 h 3590473"/>
              <a:gd name="connsiteX35" fmla="*/ 10849696 w 12693044"/>
              <a:gd name="connsiteY35" fmla="*/ 1250338 h 3590473"/>
              <a:gd name="connsiteX36" fmla="*/ 10611071 w 12693044"/>
              <a:gd name="connsiteY36" fmla="*/ 781910 h 3590473"/>
              <a:gd name="connsiteX37" fmla="*/ 10606430 w 12693044"/>
              <a:gd name="connsiteY37" fmla="*/ 966737 h 3590473"/>
              <a:gd name="connsiteX38" fmla="*/ 10539913 w 12693044"/>
              <a:gd name="connsiteY38" fmla="*/ 1437973 h 3590473"/>
              <a:gd name="connsiteX39" fmla="*/ 10497229 w 12693044"/>
              <a:gd name="connsiteY39" fmla="*/ 1950688 h 3590473"/>
              <a:gd name="connsiteX40" fmla="*/ 10497917 w 12693044"/>
              <a:gd name="connsiteY40" fmla="*/ 1952292 h 3590473"/>
              <a:gd name="connsiteX41" fmla="*/ 10671286 w 12693044"/>
              <a:gd name="connsiteY41" fmla="*/ 2388407 h 3590473"/>
              <a:gd name="connsiteX42" fmla="*/ 10636394 w 12693044"/>
              <a:gd name="connsiteY42" fmla="*/ 2618725 h 3590473"/>
              <a:gd name="connsiteX43" fmla="*/ 10646249 w 12693044"/>
              <a:gd name="connsiteY43" fmla="*/ 3063205 h 3590473"/>
              <a:gd name="connsiteX44" fmla="*/ 10671286 w 12693044"/>
              <a:gd name="connsiteY44" fmla="*/ 3190166 h 3590473"/>
              <a:gd name="connsiteX45" fmla="*/ 10643670 w 12693044"/>
              <a:gd name="connsiteY45" fmla="*/ 3268142 h 3590473"/>
              <a:gd name="connsiteX46" fmla="*/ 10597320 w 12693044"/>
              <a:gd name="connsiteY46" fmla="*/ 3325378 h 3590473"/>
              <a:gd name="connsiteX47" fmla="*/ 10534813 w 12693044"/>
              <a:gd name="connsiteY47" fmla="*/ 3516107 h 3590473"/>
              <a:gd name="connsiteX48" fmla="*/ 10538308 w 12693044"/>
              <a:gd name="connsiteY48" fmla="*/ 3590473 h 3590473"/>
              <a:gd name="connsiteX49" fmla="*/ 10223998 w 12693044"/>
              <a:gd name="connsiteY49" fmla="*/ 3590473 h 3590473"/>
              <a:gd name="connsiteX50" fmla="*/ 10200107 w 12693044"/>
              <a:gd name="connsiteY50" fmla="*/ 3555352 h 3590473"/>
              <a:gd name="connsiteX51" fmla="*/ 10349699 w 12693044"/>
              <a:gd name="connsiteY51" fmla="*/ 3283439 h 3590473"/>
              <a:gd name="connsiteX52" fmla="*/ 10390836 w 12693044"/>
              <a:gd name="connsiteY52" fmla="*/ 2751874 h 3590473"/>
              <a:gd name="connsiteX53" fmla="*/ 9972826 w 12693044"/>
              <a:gd name="connsiteY53" fmla="*/ 2181293 h 3590473"/>
              <a:gd name="connsiteX54" fmla="*/ 9929054 w 12693044"/>
              <a:gd name="connsiteY54" fmla="*/ 2172126 h 3590473"/>
              <a:gd name="connsiteX55" fmla="*/ 9834979 w 12693044"/>
              <a:gd name="connsiteY55" fmla="*/ 2275311 h 3590473"/>
              <a:gd name="connsiteX56" fmla="*/ 9819624 w 12693044"/>
              <a:gd name="connsiteY56" fmla="*/ 2393334 h 3590473"/>
              <a:gd name="connsiteX57" fmla="*/ 9732710 w 12693044"/>
              <a:gd name="connsiteY57" fmla="*/ 2400382 h 3590473"/>
              <a:gd name="connsiteX58" fmla="*/ 9717699 w 12693044"/>
              <a:gd name="connsiteY58" fmla="*/ 2350021 h 3590473"/>
              <a:gd name="connsiteX59" fmla="*/ 9696558 w 12693044"/>
              <a:gd name="connsiteY59" fmla="*/ 2338390 h 3590473"/>
              <a:gd name="connsiteX60" fmla="*/ 9583863 w 12693044"/>
              <a:gd name="connsiteY60" fmla="*/ 2362568 h 3590473"/>
              <a:gd name="connsiteX61" fmla="*/ 9567477 w 12693044"/>
              <a:gd name="connsiteY61" fmla="*/ 2377464 h 3590473"/>
              <a:gd name="connsiteX62" fmla="*/ 9550805 w 12693044"/>
              <a:gd name="connsiteY62" fmla="*/ 2445242 h 3590473"/>
              <a:gd name="connsiteX63" fmla="*/ 9464464 w 12693044"/>
              <a:gd name="connsiteY63" fmla="*/ 2444497 h 3590473"/>
              <a:gd name="connsiteX64" fmla="*/ 9408374 w 12693044"/>
              <a:gd name="connsiteY64" fmla="*/ 2339307 h 3590473"/>
              <a:gd name="connsiteX65" fmla="*/ 9263709 w 12693044"/>
              <a:gd name="connsiteY65" fmla="*/ 2289691 h 3590473"/>
              <a:gd name="connsiteX66" fmla="*/ 9106898 w 12693044"/>
              <a:gd name="connsiteY66" fmla="*/ 2191949 h 3590473"/>
              <a:gd name="connsiteX67" fmla="*/ 8302904 w 12693044"/>
              <a:gd name="connsiteY67" fmla="*/ 2300921 h 3590473"/>
              <a:gd name="connsiteX68" fmla="*/ 7952843 w 12693044"/>
              <a:gd name="connsiteY68" fmla="*/ 2255258 h 3590473"/>
              <a:gd name="connsiteX69" fmla="*/ 8037752 w 12693044"/>
              <a:gd name="connsiteY69" fmla="*/ 2733598 h 3590473"/>
              <a:gd name="connsiteX70" fmla="*/ 8028757 w 12693044"/>
              <a:gd name="connsiteY70" fmla="*/ 2815183 h 3590473"/>
              <a:gd name="connsiteX71" fmla="*/ 8099399 w 12693044"/>
              <a:gd name="connsiteY71" fmla="*/ 3189249 h 3590473"/>
              <a:gd name="connsiteX72" fmla="*/ 8033626 w 12693044"/>
              <a:gd name="connsiteY72" fmla="*/ 3316268 h 3590473"/>
              <a:gd name="connsiteX73" fmla="*/ 8083299 w 12693044"/>
              <a:gd name="connsiteY73" fmla="*/ 3573973 h 3590473"/>
              <a:gd name="connsiteX74" fmla="*/ 7753005 w 12693044"/>
              <a:gd name="connsiteY74" fmla="*/ 3580504 h 3590473"/>
              <a:gd name="connsiteX75" fmla="*/ 7814538 w 12693044"/>
              <a:gd name="connsiteY75" fmla="*/ 3397224 h 3590473"/>
              <a:gd name="connsiteX76" fmla="*/ 7814538 w 12693044"/>
              <a:gd name="connsiteY76" fmla="*/ 2896024 h 3590473"/>
              <a:gd name="connsiteX77" fmla="*/ 7480634 w 12693044"/>
              <a:gd name="connsiteY77" fmla="*/ 2356438 h 3590473"/>
              <a:gd name="connsiteX78" fmla="*/ 7626845 w 12693044"/>
              <a:gd name="connsiteY78" fmla="*/ 2330026 h 3590473"/>
              <a:gd name="connsiteX79" fmla="*/ 7560271 w 12693044"/>
              <a:gd name="connsiteY79" fmla="*/ 2844575 h 3590473"/>
              <a:gd name="connsiteX80" fmla="*/ 7507447 w 12693044"/>
              <a:gd name="connsiteY80" fmla="*/ 2985458 h 3590473"/>
              <a:gd name="connsiteX81" fmla="*/ 7507447 w 12693044"/>
              <a:gd name="connsiteY81" fmla="*/ 2985458 h 3590473"/>
              <a:gd name="connsiteX82" fmla="*/ 7496905 w 12693044"/>
              <a:gd name="connsiteY82" fmla="*/ 3300054 h 3590473"/>
              <a:gd name="connsiteX83" fmla="*/ 7399335 w 12693044"/>
              <a:gd name="connsiteY83" fmla="*/ 3404672 h 3590473"/>
              <a:gd name="connsiteX84" fmla="*/ 7400881 w 12693044"/>
              <a:gd name="connsiteY84" fmla="*/ 3583540 h 3590473"/>
              <a:gd name="connsiteX85" fmla="*/ 7057925 w 12693044"/>
              <a:gd name="connsiteY85" fmla="*/ 3583540 h 3590473"/>
              <a:gd name="connsiteX86" fmla="*/ 7135042 w 12693044"/>
              <a:gd name="connsiteY86" fmla="*/ 3369207 h 3590473"/>
              <a:gd name="connsiteX87" fmla="*/ 7135042 w 12693044"/>
              <a:gd name="connsiteY87" fmla="*/ 3369207 h 3590473"/>
              <a:gd name="connsiteX88" fmla="*/ 8699086 w 12693044"/>
              <a:gd name="connsiteY88" fmla="*/ 3429250 h 3590473"/>
              <a:gd name="connsiteX89" fmla="*/ 11149740 w 12693044"/>
              <a:gd name="connsiteY89" fmla="*/ 3397911 h 3590473"/>
              <a:gd name="connsiteX90" fmla="*/ 11249831 w 12693044"/>
              <a:gd name="connsiteY90" fmla="*/ 3277825 h 3590473"/>
              <a:gd name="connsiteX91" fmla="*/ 11283176 w 12693044"/>
              <a:gd name="connsiteY91" fmla="*/ 3400145 h 3590473"/>
              <a:gd name="connsiteX92" fmla="*/ 11377938 w 12693044"/>
              <a:gd name="connsiteY92" fmla="*/ 3404614 h 3590473"/>
              <a:gd name="connsiteX93" fmla="*/ 11483300 w 12693044"/>
              <a:gd name="connsiteY93" fmla="*/ 3177791 h 3590473"/>
              <a:gd name="connsiteX94" fmla="*/ 11490519 w 12693044"/>
              <a:gd name="connsiteY94" fmla="*/ 3408797 h 3590473"/>
              <a:gd name="connsiteX95" fmla="*/ 12693044 w 12693044"/>
              <a:gd name="connsiteY95" fmla="*/ 3324576 h 3590473"/>
              <a:gd name="connsiteX0" fmla="*/ 0 w 12693044"/>
              <a:gd name="connsiteY0" fmla="*/ 1817970 h 3630223"/>
              <a:gd name="connsiteX1" fmla="*/ 2682536 w 12693044"/>
              <a:gd name="connsiteY1" fmla="*/ 3565789 h 3630223"/>
              <a:gd name="connsiteX2" fmla="*/ 7219148 w 12693044"/>
              <a:gd name="connsiteY2" fmla="*/ 3237834 h 3630223"/>
              <a:gd name="connsiteX3" fmla="*/ 7259196 w 12693044"/>
              <a:gd name="connsiteY3" fmla="*/ 3091049 h 3630223"/>
              <a:gd name="connsiteX4" fmla="*/ 7244529 w 12693044"/>
              <a:gd name="connsiteY4" fmla="*/ 2612137 h 3630223"/>
              <a:gd name="connsiteX5" fmla="*/ 7243383 w 12693044"/>
              <a:gd name="connsiteY5" fmla="*/ 2449711 h 3630223"/>
              <a:gd name="connsiteX6" fmla="*/ 7099520 w 12693044"/>
              <a:gd name="connsiteY6" fmla="*/ 2238758 h 3630223"/>
              <a:gd name="connsiteX7" fmla="*/ 6827951 w 12693044"/>
              <a:gd name="connsiteY7" fmla="*/ 2015601 h 3630223"/>
              <a:gd name="connsiteX8" fmla="*/ 6416701 w 12693044"/>
              <a:gd name="connsiteY8" fmla="*/ 1240884 h 3630223"/>
              <a:gd name="connsiteX9" fmla="*/ 6388398 w 12693044"/>
              <a:gd name="connsiteY9" fmla="*/ 1227994 h 3630223"/>
              <a:gd name="connsiteX10" fmla="*/ 6278223 w 12693044"/>
              <a:gd name="connsiteY10" fmla="*/ 1227535 h 3630223"/>
              <a:gd name="connsiteX11" fmla="*/ 6037936 w 12693044"/>
              <a:gd name="connsiteY11" fmla="*/ 1267125 h 3630223"/>
              <a:gd name="connsiteX12" fmla="*/ 5802404 w 12693044"/>
              <a:gd name="connsiteY12" fmla="*/ 1270104 h 3630223"/>
              <a:gd name="connsiteX13" fmla="*/ 5677964 w 12693044"/>
              <a:gd name="connsiteY13" fmla="*/ 1300469 h 3630223"/>
              <a:gd name="connsiteX14" fmla="*/ 5417968 w 12693044"/>
              <a:gd name="connsiteY14" fmla="*/ 1048724 h 3630223"/>
              <a:gd name="connsiteX15" fmla="*/ 5584633 w 12693044"/>
              <a:gd name="connsiteY15" fmla="*/ 860459 h 3630223"/>
              <a:gd name="connsiteX16" fmla="*/ 5817988 w 12693044"/>
              <a:gd name="connsiteY16" fmla="*/ 587113 h 3630223"/>
              <a:gd name="connsiteX17" fmla="*/ 5866515 w 12693044"/>
              <a:gd name="connsiteY17" fmla="*/ 433568 h 3630223"/>
              <a:gd name="connsiteX18" fmla="*/ 5964658 w 12693044"/>
              <a:gd name="connsiteY18" fmla="*/ 340467 h 3630223"/>
              <a:gd name="connsiteX19" fmla="*/ 5904672 w 12693044"/>
              <a:gd name="connsiteY19" fmla="*/ 120461 h 3630223"/>
              <a:gd name="connsiteX20" fmla="*/ 6077984 w 12693044"/>
              <a:gd name="connsiteY20" fmla="*/ 200442 h 3630223"/>
              <a:gd name="connsiteX21" fmla="*/ 6328126 w 12693044"/>
              <a:gd name="connsiteY21" fmla="*/ 153749 h 3630223"/>
              <a:gd name="connsiteX22" fmla="*/ 6637967 w 12693044"/>
              <a:gd name="connsiteY22" fmla="*/ 40423 h 3630223"/>
              <a:gd name="connsiteX23" fmla="*/ 6476916 w 12693044"/>
              <a:gd name="connsiteY23" fmla="*/ 395182 h 3630223"/>
              <a:gd name="connsiteX24" fmla="*/ 6411315 w 12693044"/>
              <a:gd name="connsiteY24" fmla="*/ 244214 h 3630223"/>
              <a:gd name="connsiteX25" fmla="*/ 7031284 w 12693044"/>
              <a:gd name="connsiteY25" fmla="*/ 393692 h 3630223"/>
              <a:gd name="connsiteX26" fmla="*/ 7673711 w 12693044"/>
              <a:gd name="connsiteY26" fmla="*/ 477053 h 3630223"/>
              <a:gd name="connsiteX27" fmla="*/ 8353207 w 12693044"/>
              <a:gd name="connsiteY27" fmla="*/ 495101 h 3630223"/>
              <a:gd name="connsiteX28" fmla="*/ 10334173 w 12693044"/>
              <a:gd name="connsiteY28" fmla="*/ 497335 h 3630223"/>
              <a:gd name="connsiteX29" fmla="*/ 10333485 w 12693044"/>
              <a:gd name="connsiteY29" fmla="*/ 495731 h 3630223"/>
              <a:gd name="connsiteX30" fmla="*/ 10812169 w 12693044"/>
              <a:gd name="connsiteY30" fmla="*/ 886470 h 3630223"/>
              <a:gd name="connsiteX31" fmla="*/ 10857030 w 12693044"/>
              <a:gd name="connsiteY31" fmla="*/ 1692698 h 3630223"/>
              <a:gd name="connsiteX32" fmla="*/ 10910714 w 12693044"/>
              <a:gd name="connsiteY32" fmla="*/ 2595980 h 3630223"/>
              <a:gd name="connsiteX33" fmla="*/ 10849009 w 12693044"/>
              <a:gd name="connsiteY33" fmla="*/ 2230565 h 3630223"/>
              <a:gd name="connsiteX34" fmla="*/ 10783408 w 12693044"/>
              <a:gd name="connsiteY34" fmla="*/ 1934073 h 3630223"/>
              <a:gd name="connsiteX35" fmla="*/ 10849696 w 12693044"/>
              <a:gd name="connsiteY35" fmla="*/ 1250338 h 3630223"/>
              <a:gd name="connsiteX36" fmla="*/ 10611071 w 12693044"/>
              <a:gd name="connsiteY36" fmla="*/ 781910 h 3630223"/>
              <a:gd name="connsiteX37" fmla="*/ 10606430 w 12693044"/>
              <a:gd name="connsiteY37" fmla="*/ 966737 h 3630223"/>
              <a:gd name="connsiteX38" fmla="*/ 10539913 w 12693044"/>
              <a:gd name="connsiteY38" fmla="*/ 1437973 h 3630223"/>
              <a:gd name="connsiteX39" fmla="*/ 10497229 w 12693044"/>
              <a:gd name="connsiteY39" fmla="*/ 1950688 h 3630223"/>
              <a:gd name="connsiteX40" fmla="*/ 10497917 w 12693044"/>
              <a:gd name="connsiteY40" fmla="*/ 1952292 h 3630223"/>
              <a:gd name="connsiteX41" fmla="*/ 10671286 w 12693044"/>
              <a:gd name="connsiteY41" fmla="*/ 2388407 h 3630223"/>
              <a:gd name="connsiteX42" fmla="*/ 10636394 w 12693044"/>
              <a:gd name="connsiteY42" fmla="*/ 2618725 h 3630223"/>
              <a:gd name="connsiteX43" fmla="*/ 10646249 w 12693044"/>
              <a:gd name="connsiteY43" fmla="*/ 3063205 h 3630223"/>
              <a:gd name="connsiteX44" fmla="*/ 10671286 w 12693044"/>
              <a:gd name="connsiteY44" fmla="*/ 3190166 h 3630223"/>
              <a:gd name="connsiteX45" fmla="*/ 10643670 w 12693044"/>
              <a:gd name="connsiteY45" fmla="*/ 3268142 h 3630223"/>
              <a:gd name="connsiteX46" fmla="*/ 10597320 w 12693044"/>
              <a:gd name="connsiteY46" fmla="*/ 3325378 h 3630223"/>
              <a:gd name="connsiteX47" fmla="*/ 10534813 w 12693044"/>
              <a:gd name="connsiteY47" fmla="*/ 3516107 h 3630223"/>
              <a:gd name="connsiteX48" fmla="*/ 10538308 w 12693044"/>
              <a:gd name="connsiteY48" fmla="*/ 3590473 h 3630223"/>
              <a:gd name="connsiteX49" fmla="*/ 10223998 w 12693044"/>
              <a:gd name="connsiteY49" fmla="*/ 3590473 h 3630223"/>
              <a:gd name="connsiteX50" fmla="*/ 10200107 w 12693044"/>
              <a:gd name="connsiteY50" fmla="*/ 3555352 h 3630223"/>
              <a:gd name="connsiteX51" fmla="*/ 10349699 w 12693044"/>
              <a:gd name="connsiteY51" fmla="*/ 3283439 h 3630223"/>
              <a:gd name="connsiteX52" fmla="*/ 10390836 w 12693044"/>
              <a:gd name="connsiteY52" fmla="*/ 2751874 h 3630223"/>
              <a:gd name="connsiteX53" fmla="*/ 9972826 w 12693044"/>
              <a:gd name="connsiteY53" fmla="*/ 2181293 h 3630223"/>
              <a:gd name="connsiteX54" fmla="*/ 9929054 w 12693044"/>
              <a:gd name="connsiteY54" fmla="*/ 2172126 h 3630223"/>
              <a:gd name="connsiteX55" fmla="*/ 9834979 w 12693044"/>
              <a:gd name="connsiteY55" fmla="*/ 2275311 h 3630223"/>
              <a:gd name="connsiteX56" fmla="*/ 9819624 w 12693044"/>
              <a:gd name="connsiteY56" fmla="*/ 2393334 h 3630223"/>
              <a:gd name="connsiteX57" fmla="*/ 9732710 w 12693044"/>
              <a:gd name="connsiteY57" fmla="*/ 2400382 h 3630223"/>
              <a:gd name="connsiteX58" fmla="*/ 9717699 w 12693044"/>
              <a:gd name="connsiteY58" fmla="*/ 2350021 h 3630223"/>
              <a:gd name="connsiteX59" fmla="*/ 9696558 w 12693044"/>
              <a:gd name="connsiteY59" fmla="*/ 2338390 h 3630223"/>
              <a:gd name="connsiteX60" fmla="*/ 9583863 w 12693044"/>
              <a:gd name="connsiteY60" fmla="*/ 2362568 h 3630223"/>
              <a:gd name="connsiteX61" fmla="*/ 9567477 w 12693044"/>
              <a:gd name="connsiteY61" fmla="*/ 2377464 h 3630223"/>
              <a:gd name="connsiteX62" fmla="*/ 9550805 w 12693044"/>
              <a:gd name="connsiteY62" fmla="*/ 2445242 h 3630223"/>
              <a:gd name="connsiteX63" fmla="*/ 9464464 w 12693044"/>
              <a:gd name="connsiteY63" fmla="*/ 2444497 h 3630223"/>
              <a:gd name="connsiteX64" fmla="*/ 9408374 w 12693044"/>
              <a:gd name="connsiteY64" fmla="*/ 2339307 h 3630223"/>
              <a:gd name="connsiteX65" fmla="*/ 9263709 w 12693044"/>
              <a:gd name="connsiteY65" fmla="*/ 2289691 h 3630223"/>
              <a:gd name="connsiteX66" fmla="*/ 9106898 w 12693044"/>
              <a:gd name="connsiteY66" fmla="*/ 2191949 h 3630223"/>
              <a:gd name="connsiteX67" fmla="*/ 8302904 w 12693044"/>
              <a:gd name="connsiteY67" fmla="*/ 2300921 h 3630223"/>
              <a:gd name="connsiteX68" fmla="*/ 7952843 w 12693044"/>
              <a:gd name="connsiteY68" fmla="*/ 2255258 h 3630223"/>
              <a:gd name="connsiteX69" fmla="*/ 8037752 w 12693044"/>
              <a:gd name="connsiteY69" fmla="*/ 2733598 h 3630223"/>
              <a:gd name="connsiteX70" fmla="*/ 8028757 w 12693044"/>
              <a:gd name="connsiteY70" fmla="*/ 2815183 h 3630223"/>
              <a:gd name="connsiteX71" fmla="*/ 8099399 w 12693044"/>
              <a:gd name="connsiteY71" fmla="*/ 3189249 h 3630223"/>
              <a:gd name="connsiteX72" fmla="*/ 8033626 w 12693044"/>
              <a:gd name="connsiteY72" fmla="*/ 3316268 h 3630223"/>
              <a:gd name="connsiteX73" fmla="*/ 8083299 w 12693044"/>
              <a:gd name="connsiteY73" fmla="*/ 3573973 h 3630223"/>
              <a:gd name="connsiteX74" fmla="*/ 7753005 w 12693044"/>
              <a:gd name="connsiteY74" fmla="*/ 3580504 h 3630223"/>
              <a:gd name="connsiteX75" fmla="*/ 7814538 w 12693044"/>
              <a:gd name="connsiteY75" fmla="*/ 3397224 h 3630223"/>
              <a:gd name="connsiteX76" fmla="*/ 7814538 w 12693044"/>
              <a:gd name="connsiteY76" fmla="*/ 2896024 h 3630223"/>
              <a:gd name="connsiteX77" fmla="*/ 7480634 w 12693044"/>
              <a:gd name="connsiteY77" fmla="*/ 2356438 h 3630223"/>
              <a:gd name="connsiteX78" fmla="*/ 7626845 w 12693044"/>
              <a:gd name="connsiteY78" fmla="*/ 2330026 h 3630223"/>
              <a:gd name="connsiteX79" fmla="*/ 7560271 w 12693044"/>
              <a:gd name="connsiteY79" fmla="*/ 2844575 h 3630223"/>
              <a:gd name="connsiteX80" fmla="*/ 7507447 w 12693044"/>
              <a:gd name="connsiteY80" fmla="*/ 2985458 h 3630223"/>
              <a:gd name="connsiteX81" fmla="*/ 7507447 w 12693044"/>
              <a:gd name="connsiteY81" fmla="*/ 2985458 h 3630223"/>
              <a:gd name="connsiteX82" fmla="*/ 7496905 w 12693044"/>
              <a:gd name="connsiteY82" fmla="*/ 3300054 h 3630223"/>
              <a:gd name="connsiteX83" fmla="*/ 7399335 w 12693044"/>
              <a:gd name="connsiteY83" fmla="*/ 3404672 h 3630223"/>
              <a:gd name="connsiteX84" fmla="*/ 7400881 w 12693044"/>
              <a:gd name="connsiteY84" fmla="*/ 3583540 h 3630223"/>
              <a:gd name="connsiteX85" fmla="*/ 7057925 w 12693044"/>
              <a:gd name="connsiteY85" fmla="*/ 3583540 h 3630223"/>
              <a:gd name="connsiteX86" fmla="*/ 7135042 w 12693044"/>
              <a:gd name="connsiteY86" fmla="*/ 3369207 h 3630223"/>
              <a:gd name="connsiteX87" fmla="*/ 7135042 w 12693044"/>
              <a:gd name="connsiteY87" fmla="*/ 3369207 h 3630223"/>
              <a:gd name="connsiteX88" fmla="*/ 8699086 w 12693044"/>
              <a:gd name="connsiteY88" fmla="*/ 3429250 h 3630223"/>
              <a:gd name="connsiteX89" fmla="*/ 11149740 w 12693044"/>
              <a:gd name="connsiteY89" fmla="*/ 3397911 h 3630223"/>
              <a:gd name="connsiteX90" fmla="*/ 11249831 w 12693044"/>
              <a:gd name="connsiteY90" fmla="*/ 3277825 h 3630223"/>
              <a:gd name="connsiteX91" fmla="*/ 11283176 w 12693044"/>
              <a:gd name="connsiteY91" fmla="*/ 3400145 h 3630223"/>
              <a:gd name="connsiteX92" fmla="*/ 11377938 w 12693044"/>
              <a:gd name="connsiteY92" fmla="*/ 3404614 h 3630223"/>
              <a:gd name="connsiteX93" fmla="*/ 11483300 w 12693044"/>
              <a:gd name="connsiteY93" fmla="*/ 3177791 h 3630223"/>
              <a:gd name="connsiteX94" fmla="*/ 11490519 w 12693044"/>
              <a:gd name="connsiteY94" fmla="*/ 3408797 h 3630223"/>
              <a:gd name="connsiteX95" fmla="*/ 12693044 w 12693044"/>
              <a:gd name="connsiteY95" fmla="*/ 3324576 h 3630223"/>
              <a:gd name="connsiteX0" fmla="*/ 0 w 12639704"/>
              <a:gd name="connsiteY0" fmla="*/ 2823810 h 3590473"/>
              <a:gd name="connsiteX1" fmla="*/ 2629196 w 12639704"/>
              <a:gd name="connsiteY1" fmla="*/ 3565789 h 3590473"/>
              <a:gd name="connsiteX2" fmla="*/ 7165808 w 12639704"/>
              <a:gd name="connsiteY2" fmla="*/ 3237834 h 3590473"/>
              <a:gd name="connsiteX3" fmla="*/ 7205856 w 12639704"/>
              <a:gd name="connsiteY3" fmla="*/ 3091049 h 3590473"/>
              <a:gd name="connsiteX4" fmla="*/ 7191189 w 12639704"/>
              <a:gd name="connsiteY4" fmla="*/ 2612137 h 3590473"/>
              <a:gd name="connsiteX5" fmla="*/ 7190043 w 12639704"/>
              <a:gd name="connsiteY5" fmla="*/ 2449711 h 3590473"/>
              <a:gd name="connsiteX6" fmla="*/ 7046180 w 12639704"/>
              <a:gd name="connsiteY6" fmla="*/ 2238758 h 3590473"/>
              <a:gd name="connsiteX7" fmla="*/ 6774611 w 12639704"/>
              <a:gd name="connsiteY7" fmla="*/ 2015601 h 3590473"/>
              <a:gd name="connsiteX8" fmla="*/ 6363361 w 12639704"/>
              <a:gd name="connsiteY8" fmla="*/ 1240884 h 3590473"/>
              <a:gd name="connsiteX9" fmla="*/ 6335058 w 12639704"/>
              <a:gd name="connsiteY9" fmla="*/ 1227994 h 3590473"/>
              <a:gd name="connsiteX10" fmla="*/ 6224883 w 12639704"/>
              <a:gd name="connsiteY10" fmla="*/ 1227535 h 3590473"/>
              <a:gd name="connsiteX11" fmla="*/ 5984596 w 12639704"/>
              <a:gd name="connsiteY11" fmla="*/ 1267125 h 3590473"/>
              <a:gd name="connsiteX12" fmla="*/ 5749064 w 12639704"/>
              <a:gd name="connsiteY12" fmla="*/ 1270104 h 3590473"/>
              <a:gd name="connsiteX13" fmla="*/ 5624624 w 12639704"/>
              <a:gd name="connsiteY13" fmla="*/ 1300469 h 3590473"/>
              <a:gd name="connsiteX14" fmla="*/ 5364628 w 12639704"/>
              <a:gd name="connsiteY14" fmla="*/ 1048724 h 3590473"/>
              <a:gd name="connsiteX15" fmla="*/ 5531293 w 12639704"/>
              <a:gd name="connsiteY15" fmla="*/ 860459 h 3590473"/>
              <a:gd name="connsiteX16" fmla="*/ 5764648 w 12639704"/>
              <a:gd name="connsiteY16" fmla="*/ 587113 h 3590473"/>
              <a:gd name="connsiteX17" fmla="*/ 5813175 w 12639704"/>
              <a:gd name="connsiteY17" fmla="*/ 433568 h 3590473"/>
              <a:gd name="connsiteX18" fmla="*/ 5911318 w 12639704"/>
              <a:gd name="connsiteY18" fmla="*/ 340467 h 3590473"/>
              <a:gd name="connsiteX19" fmla="*/ 5851332 w 12639704"/>
              <a:gd name="connsiteY19" fmla="*/ 120461 h 3590473"/>
              <a:gd name="connsiteX20" fmla="*/ 6024644 w 12639704"/>
              <a:gd name="connsiteY20" fmla="*/ 200442 h 3590473"/>
              <a:gd name="connsiteX21" fmla="*/ 6274786 w 12639704"/>
              <a:gd name="connsiteY21" fmla="*/ 153749 h 3590473"/>
              <a:gd name="connsiteX22" fmla="*/ 6584627 w 12639704"/>
              <a:gd name="connsiteY22" fmla="*/ 40423 h 3590473"/>
              <a:gd name="connsiteX23" fmla="*/ 6423576 w 12639704"/>
              <a:gd name="connsiteY23" fmla="*/ 395182 h 3590473"/>
              <a:gd name="connsiteX24" fmla="*/ 6357975 w 12639704"/>
              <a:gd name="connsiteY24" fmla="*/ 244214 h 3590473"/>
              <a:gd name="connsiteX25" fmla="*/ 6977944 w 12639704"/>
              <a:gd name="connsiteY25" fmla="*/ 393692 h 3590473"/>
              <a:gd name="connsiteX26" fmla="*/ 7620371 w 12639704"/>
              <a:gd name="connsiteY26" fmla="*/ 477053 h 3590473"/>
              <a:gd name="connsiteX27" fmla="*/ 8299867 w 12639704"/>
              <a:gd name="connsiteY27" fmla="*/ 495101 h 3590473"/>
              <a:gd name="connsiteX28" fmla="*/ 10280833 w 12639704"/>
              <a:gd name="connsiteY28" fmla="*/ 497335 h 3590473"/>
              <a:gd name="connsiteX29" fmla="*/ 10280145 w 12639704"/>
              <a:gd name="connsiteY29" fmla="*/ 495731 h 3590473"/>
              <a:gd name="connsiteX30" fmla="*/ 10758829 w 12639704"/>
              <a:gd name="connsiteY30" fmla="*/ 886470 h 3590473"/>
              <a:gd name="connsiteX31" fmla="*/ 10803690 w 12639704"/>
              <a:gd name="connsiteY31" fmla="*/ 1692698 h 3590473"/>
              <a:gd name="connsiteX32" fmla="*/ 10857374 w 12639704"/>
              <a:gd name="connsiteY32" fmla="*/ 2595980 h 3590473"/>
              <a:gd name="connsiteX33" fmla="*/ 10795669 w 12639704"/>
              <a:gd name="connsiteY33" fmla="*/ 2230565 h 3590473"/>
              <a:gd name="connsiteX34" fmla="*/ 10730068 w 12639704"/>
              <a:gd name="connsiteY34" fmla="*/ 1934073 h 3590473"/>
              <a:gd name="connsiteX35" fmla="*/ 10796356 w 12639704"/>
              <a:gd name="connsiteY35" fmla="*/ 1250338 h 3590473"/>
              <a:gd name="connsiteX36" fmla="*/ 10557731 w 12639704"/>
              <a:gd name="connsiteY36" fmla="*/ 781910 h 3590473"/>
              <a:gd name="connsiteX37" fmla="*/ 10553090 w 12639704"/>
              <a:gd name="connsiteY37" fmla="*/ 966737 h 3590473"/>
              <a:gd name="connsiteX38" fmla="*/ 10486573 w 12639704"/>
              <a:gd name="connsiteY38" fmla="*/ 1437973 h 3590473"/>
              <a:gd name="connsiteX39" fmla="*/ 10443889 w 12639704"/>
              <a:gd name="connsiteY39" fmla="*/ 1950688 h 3590473"/>
              <a:gd name="connsiteX40" fmla="*/ 10444577 w 12639704"/>
              <a:gd name="connsiteY40" fmla="*/ 1952292 h 3590473"/>
              <a:gd name="connsiteX41" fmla="*/ 10617946 w 12639704"/>
              <a:gd name="connsiteY41" fmla="*/ 2388407 h 3590473"/>
              <a:gd name="connsiteX42" fmla="*/ 10583054 w 12639704"/>
              <a:gd name="connsiteY42" fmla="*/ 2618725 h 3590473"/>
              <a:gd name="connsiteX43" fmla="*/ 10592909 w 12639704"/>
              <a:gd name="connsiteY43" fmla="*/ 3063205 h 3590473"/>
              <a:gd name="connsiteX44" fmla="*/ 10617946 w 12639704"/>
              <a:gd name="connsiteY44" fmla="*/ 3190166 h 3590473"/>
              <a:gd name="connsiteX45" fmla="*/ 10590330 w 12639704"/>
              <a:gd name="connsiteY45" fmla="*/ 3268142 h 3590473"/>
              <a:gd name="connsiteX46" fmla="*/ 10543980 w 12639704"/>
              <a:gd name="connsiteY46" fmla="*/ 3325378 h 3590473"/>
              <a:gd name="connsiteX47" fmla="*/ 10481473 w 12639704"/>
              <a:gd name="connsiteY47" fmla="*/ 3516107 h 3590473"/>
              <a:gd name="connsiteX48" fmla="*/ 10484968 w 12639704"/>
              <a:gd name="connsiteY48" fmla="*/ 3590473 h 3590473"/>
              <a:gd name="connsiteX49" fmla="*/ 10170658 w 12639704"/>
              <a:gd name="connsiteY49" fmla="*/ 3590473 h 3590473"/>
              <a:gd name="connsiteX50" fmla="*/ 10146767 w 12639704"/>
              <a:gd name="connsiteY50" fmla="*/ 3555352 h 3590473"/>
              <a:gd name="connsiteX51" fmla="*/ 10296359 w 12639704"/>
              <a:gd name="connsiteY51" fmla="*/ 3283439 h 3590473"/>
              <a:gd name="connsiteX52" fmla="*/ 10337496 w 12639704"/>
              <a:gd name="connsiteY52" fmla="*/ 2751874 h 3590473"/>
              <a:gd name="connsiteX53" fmla="*/ 9919486 w 12639704"/>
              <a:gd name="connsiteY53" fmla="*/ 2181293 h 3590473"/>
              <a:gd name="connsiteX54" fmla="*/ 9875714 w 12639704"/>
              <a:gd name="connsiteY54" fmla="*/ 2172126 h 3590473"/>
              <a:gd name="connsiteX55" fmla="*/ 9781639 w 12639704"/>
              <a:gd name="connsiteY55" fmla="*/ 2275311 h 3590473"/>
              <a:gd name="connsiteX56" fmla="*/ 9766284 w 12639704"/>
              <a:gd name="connsiteY56" fmla="*/ 2393334 h 3590473"/>
              <a:gd name="connsiteX57" fmla="*/ 9679370 w 12639704"/>
              <a:gd name="connsiteY57" fmla="*/ 2400382 h 3590473"/>
              <a:gd name="connsiteX58" fmla="*/ 9664359 w 12639704"/>
              <a:gd name="connsiteY58" fmla="*/ 2350021 h 3590473"/>
              <a:gd name="connsiteX59" fmla="*/ 9643218 w 12639704"/>
              <a:gd name="connsiteY59" fmla="*/ 2338390 h 3590473"/>
              <a:gd name="connsiteX60" fmla="*/ 9530523 w 12639704"/>
              <a:gd name="connsiteY60" fmla="*/ 2362568 h 3590473"/>
              <a:gd name="connsiteX61" fmla="*/ 9514137 w 12639704"/>
              <a:gd name="connsiteY61" fmla="*/ 2377464 h 3590473"/>
              <a:gd name="connsiteX62" fmla="*/ 9497465 w 12639704"/>
              <a:gd name="connsiteY62" fmla="*/ 2445242 h 3590473"/>
              <a:gd name="connsiteX63" fmla="*/ 9411124 w 12639704"/>
              <a:gd name="connsiteY63" fmla="*/ 2444497 h 3590473"/>
              <a:gd name="connsiteX64" fmla="*/ 9355034 w 12639704"/>
              <a:gd name="connsiteY64" fmla="*/ 2339307 h 3590473"/>
              <a:gd name="connsiteX65" fmla="*/ 9210369 w 12639704"/>
              <a:gd name="connsiteY65" fmla="*/ 2289691 h 3590473"/>
              <a:gd name="connsiteX66" fmla="*/ 9053558 w 12639704"/>
              <a:gd name="connsiteY66" fmla="*/ 2191949 h 3590473"/>
              <a:gd name="connsiteX67" fmla="*/ 8249564 w 12639704"/>
              <a:gd name="connsiteY67" fmla="*/ 2300921 h 3590473"/>
              <a:gd name="connsiteX68" fmla="*/ 7899503 w 12639704"/>
              <a:gd name="connsiteY68" fmla="*/ 2255258 h 3590473"/>
              <a:gd name="connsiteX69" fmla="*/ 7984412 w 12639704"/>
              <a:gd name="connsiteY69" fmla="*/ 2733598 h 3590473"/>
              <a:gd name="connsiteX70" fmla="*/ 7975417 w 12639704"/>
              <a:gd name="connsiteY70" fmla="*/ 2815183 h 3590473"/>
              <a:gd name="connsiteX71" fmla="*/ 8046059 w 12639704"/>
              <a:gd name="connsiteY71" fmla="*/ 3189249 h 3590473"/>
              <a:gd name="connsiteX72" fmla="*/ 7980286 w 12639704"/>
              <a:gd name="connsiteY72" fmla="*/ 3316268 h 3590473"/>
              <a:gd name="connsiteX73" fmla="*/ 8029959 w 12639704"/>
              <a:gd name="connsiteY73" fmla="*/ 3573973 h 3590473"/>
              <a:gd name="connsiteX74" fmla="*/ 7699665 w 12639704"/>
              <a:gd name="connsiteY74" fmla="*/ 3580504 h 3590473"/>
              <a:gd name="connsiteX75" fmla="*/ 7761198 w 12639704"/>
              <a:gd name="connsiteY75" fmla="*/ 3397224 h 3590473"/>
              <a:gd name="connsiteX76" fmla="*/ 7761198 w 12639704"/>
              <a:gd name="connsiteY76" fmla="*/ 2896024 h 3590473"/>
              <a:gd name="connsiteX77" fmla="*/ 7427294 w 12639704"/>
              <a:gd name="connsiteY77" fmla="*/ 2356438 h 3590473"/>
              <a:gd name="connsiteX78" fmla="*/ 7573505 w 12639704"/>
              <a:gd name="connsiteY78" fmla="*/ 2330026 h 3590473"/>
              <a:gd name="connsiteX79" fmla="*/ 7506931 w 12639704"/>
              <a:gd name="connsiteY79" fmla="*/ 2844575 h 3590473"/>
              <a:gd name="connsiteX80" fmla="*/ 7454107 w 12639704"/>
              <a:gd name="connsiteY80" fmla="*/ 2985458 h 3590473"/>
              <a:gd name="connsiteX81" fmla="*/ 7454107 w 12639704"/>
              <a:gd name="connsiteY81" fmla="*/ 2985458 h 3590473"/>
              <a:gd name="connsiteX82" fmla="*/ 7443565 w 12639704"/>
              <a:gd name="connsiteY82" fmla="*/ 3300054 h 3590473"/>
              <a:gd name="connsiteX83" fmla="*/ 7345995 w 12639704"/>
              <a:gd name="connsiteY83" fmla="*/ 3404672 h 3590473"/>
              <a:gd name="connsiteX84" fmla="*/ 7347541 w 12639704"/>
              <a:gd name="connsiteY84" fmla="*/ 3583540 h 3590473"/>
              <a:gd name="connsiteX85" fmla="*/ 7004585 w 12639704"/>
              <a:gd name="connsiteY85" fmla="*/ 3583540 h 3590473"/>
              <a:gd name="connsiteX86" fmla="*/ 7081702 w 12639704"/>
              <a:gd name="connsiteY86" fmla="*/ 3369207 h 3590473"/>
              <a:gd name="connsiteX87" fmla="*/ 7081702 w 12639704"/>
              <a:gd name="connsiteY87" fmla="*/ 3369207 h 3590473"/>
              <a:gd name="connsiteX88" fmla="*/ 8645746 w 12639704"/>
              <a:gd name="connsiteY88" fmla="*/ 3429250 h 3590473"/>
              <a:gd name="connsiteX89" fmla="*/ 11096400 w 12639704"/>
              <a:gd name="connsiteY89" fmla="*/ 3397911 h 3590473"/>
              <a:gd name="connsiteX90" fmla="*/ 11196491 w 12639704"/>
              <a:gd name="connsiteY90" fmla="*/ 3277825 h 3590473"/>
              <a:gd name="connsiteX91" fmla="*/ 11229836 w 12639704"/>
              <a:gd name="connsiteY91" fmla="*/ 3400145 h 3590473"/>
              <a:gd name="connsiteX92" fmla="*/ 11324598 w 12639704"/>
              <a:gd name="connsiteY92" fmla="*/ 3404614 h 3590473"/>
              <a:gd name="connsiteX93" fmla="*/ 11429960 w 12639704"/>
              <a:gd name="connsiteY93" fmla="*/ 3177791 h 3590473"/>
              <a:gd name="connsiteX94" fmla="*/ 11437179 w 12639704"/>
              <a:gd name="connsiteY94" fmla="*/ 3408797 h 3590473"/>
              <a:gd name="connsiteX95" fmla="*/ 12639704 w 12639704"/>
              <a:gd name="connsiteY95" fmla="*/ 3324576 h 3590473"/>
              <a:gd name="connsiteX0" fmla="*/ 0 w 12639704"/>
              <a:gd name="connsiteY0" fmla="*/ 2823810 h 3590473"/>
              <a:gd name="connsiteX1" fmla="*/ 3185456 w 12639704"/>
              <a:gd name="connsiteY1" fmla="*/ 2864749 h 3590473"/>
              <a:gd name="connsiteX2" fmla="*/ 7165808 w 12639704"/>
              <a:gd name="connsiteY2" fmla="*/ 3237834 h 3590473"/>
              <a:gd name="connsiteX3" fmla="*/ 7205856 w 12639704"/>
              <a:gd name="connsiteY3" fmla="*/ 3091049 h 3590473"/>
              <a:gd name="connsiteX4" fmla="*/ 7191189 w 12639704"/>
              <a:gd name="connsiteY4" fmla="*/ 2612137 h 3590473"/>
              <a:gd name="connsiteX5" fmla="*/ 7190043 w 12639704"/>
              <a:gd name="connsiteY5" fmla="*/ 2449711 h 3590473"/>
              <a:gd name="connsiteX6" fmla="*/ 7046180 w 12639704"/>
              <a:gd name="connsiteY6" fmla="*/ 2238758 h 3590473"/>
              <a:gd name="connsiteX7" fmla="*/ 6774611 w 12639704"/>
              <a:gd name="connsiteY7" fmla="*/ 2015601 h 3590473"/>
              <a:gd name="connsiteX8" fmla="*/ 6363361 w 12639704"/>
              <a:gd name="connsiteY8" fmla="*/ 1240884 h 3590473"/>
              <a:gd name="connsiteX9" fmla="*/ 6335058 w 12639704"/>
              <a:gd name="connsiteY9" fmla="*/ 1227994 h 3590473"/>
              <a:gd name="connsiteX10" fmla="*/ 6224883 w 12639704"/>
              <a:gd name="connsiteY10" fmla="*/ 1227535 h 3590473"/>
              <a:gd name="connsiteX11" fmla="*/ 5984596 w 12639704"/>
              <a:gd name="connsiteY11" fmla="*/ 1267125 h 3590473"/>
              <a:gd name="connsiteX12" fmla="*/ 5749064 w 12639704"/>
              <a:gd name="connsiteY12" fmla="*/ 1270104 h 3590473"/>
              <a:gd name="connsiteX13" fmla="*/ 5624624 w 12639704"/>
              <a:gd name="connsiteY13" fmla="*/ 1300469 h 3590473"/>
              <a:gd name="connsiteX14" fmla="*/ 5364628 w 12639704"/>
              <a:gd name="connsiteY14" fmla="*/ 1048724 h 3590473"/>
              <a:gd name="connsiteX15" fmla="*/ 5531293 w 12639704"/>
              <a:gd name="connsiteY15" fmla="*/ 860459 h 3590473"/>
              <a:gd name="connsiteX16" fmla="*/ 5764648 w 12639704"/>
              <a:gd name="connsiteY16" fmla="*/ 587113 h 3590473"/>
              <a:gd name="connsiteX17" fmla="*/ 5813175 w 12639704"/>
              <a:gd name="connsiteY17" fmla="*/ 433568 h 3590473"/>
              <a:gd name="connsiteX18" fmla="*/ 5911318 w 12639704"/>
              <a:gd name="connsiteY18" fmla="*/ 340467 h 3590473"/>
              <a:gd name="connsiteX19" fmla="*/ 5851332 w 12639704"/>
              <a:gd name="connsiteY19" fmla="*/ 120461 h 3590473"/>
              <a:gd name="connsiteX20" fmla="*/ 6024644 w 12639704"/>
              <a:gd name="connsiteY20" fmla="*/ 200442 h 3590473"/>
              <a:gd name="connsiteX21" fmla="*/ 6274786 w 12639704"/>
              <a:gd name="connsiteY21" fmla="*/ 153749 h 3590473"/>
              <a:gd name="connsiteX22" fmla="*/ 6584627 w 12639704"/>
              <a:gd name="connsiteY22" fmla="*/ 40423 h 3590473"/>
              <a:gd name="connsiteX23" fmla="*/ 6423576 w 12639704"/>
              <a:gd name="connsiteY23" fmla="*/ 395182 h 3590473"/>
              <a:gd name="connsiteX24" fmla="*/ 6357975 w 12639704"/>
              <a:gd name="connsiteY24" fmla="*/ 244214 h 3590473"/>
              <a:gd name="connsiteX25" fmla="*/ 6977944 w 12639704"/>
              <a:gd name="connsiteY25" fmla="*/ 393692 h 3590473"/>
              <a:gd name="connsiteX26" fmla="*/ 7620371 w 12639704"/>
              <a:gd name="connsiteY26" fmla="*/ 477053 h 3590473"/>
              <a:gd name="connsiteX27" fmla="*/ 8299867 w 12639704"/>
              <a:gd name="connsiteY27" fmla="*/ 495101 h 3590473"/>
              <a:gd name="connsiteX28" fmla="*/ 10280833 w 12639704"/>
              <a:gd name="connsiteY28" fmla="*/ 497335 h 3590473"/>
              <a:gd name="connsiteX29" fmla="*/ 10280145 w 12639704"/>
              <a:gd name="connsiteY29" fmla="*/ 495731 h 3590473"/>
              <a:gd name="connsiteX30" fmla="*/ 10758829 w 12639704"/>
              <a:gd name="connsiteY30" fmla="*/ 886470 h 3590473"/>
              <a:gd name="connsiteX31" fmla="*/ 10803690 w 12639704"/>
              <a:gd name="connsiteY31" fmla="*/ 1692698 h 3590473"/>
              <a:gd name="connsiteX32" fmla="*/ 10857374 w 12639704"/>
              <a:gd name="connsiteY32" fmla="*/ 2595980 h 3590473"/>
              <a:gd name="connsiteX33" fmla="*/ 10795669 w 12639704"/>
              <a:gd name="connsiteY33" fmla="*/ 2230565 h 3590473"/>
              <a:gd name="connsiteX34" fmla="*/ 10730068 w 12639704"/>
              <a:gd name="connsiteY34" fmla="*/ 1934073 h 3590473"/>
              <a:gd name="connsiteX35" fmla="*/ 10796356 w 12639704"/>
              <a:gd name="connsiteY35" fmla="*/ 1250338 h 3590473"/>
              <a:gd name="connsiteX36" fmla="*/ 10557731 w 12639704"/>
              <a:gd name="connsiteY36" fmla="*/ 781910 h 3590473"/>
              <a:gd name="connsiteX37" fmla="*/ 10553090 w 12639704"/>
              <a:gd name="connsiteY37" fmla="*/ 966737 h 3590473"/>
              <a:gd name="connsiteX38" fmla="*/ 10486573 w 12639704"/>
              <a:gd name="connsiteY38" fmla="*/ 1437973 h 3590473"/>
              <a:gd name="connsiteX39" fmla="*/ 10443889 w 12639704"/>
              <a:gd name="connsiteY39" fmla="*/ 1950688 h 3590473"/>
              <a:gd name="connsiteX40" fmla="*/ 10444577 w 12639704"/>
              <a:gd name="connsiteY40" fmla="*/ 1952292 h 3590473"/>
              <a:gd name="connsiteX41" fmla="*/ 10617946 w 12639704"/>
              <a:gd name="connsiteY41" fmla="*/ 2388407 h 3590473"/>
              <a:gd name="connsiteX42" fmla="*/ 10583054 w 12639704"/>
              <a:gd name="connsiteY42" fmla="*/ 2618725 h 3590473"/>
              <a:gd name="connsiteX43" fmla="*/ 10592909 w 12639704"/>
              <a:gd name="connsiteY43" fmla="*/ 3063205 h 3590473"/>
              <a:gd name="connsiteX44" fmla="*/ 10617946 w 12639704"/>
              <a:gd name="connsiteY44" fmla="*/ 3190166 h 3590473"/>
              <a:gd name="connsiteX45" fmla="*/ 10590330 w 12639704"/>
              <a:gd name="connsiteY45" fmla="*/ 3268142 h 3590473"/>
              <a:gd name="connsiteX46" fmla="*/ 10543980 w 12639704"/>
              <a:gd name="connsiteY46" fmla="*/ 3325378 h 3590473"/>
              <a:gd name="connsiteX47" fmla="*/ 10481473 w 12639704"/>
              <a:gd name="connsiteY47" fmla="*/ 3516107 h 3590473"/>
              <a:gd name="connsiteX48" fmla="*/ 10484968 w 12639704"/>
              <a:gd name="connsiteY48" fmla="*/ 3590473 h 3590473"/>
              <a:gd name="connsiteX49" fmla="*/ 10170658 w 12639704"/>
              <a:gd name="connsiteY49" fmla="*/ 3590473 h 3590473"/>
              <a:gd name="connsiteX50" fmla="*/ 10146767 w 12639704"/>
              <a:gd name="connsiteY50" fmla="*/ 3555352 h 3590473"/>
              <a:gd name="connsiteX51" fmla="*/ 10296359 w 12639704"/>
              <a:gd name="connsiteY51" fmla="*/ 3283439 h 3590473"/>
              <a:gd name="connsiteX52" fmla="*/ 10337496 w 12639704"/>
              <a:gd name="connsiteY52" fmla="*/ 2751874 h 3590473"/>
              <a:gd name="connsiteX53" fmla="*/ 9919486 w 12639704"/>
              <a:gd name="connsiteY53" fmla="*/ 2181293 h 3590473"/>
              <a:gd name="connsiteX54" fmla="*/ 9875714 w 12639704"/>
              <a:gd name="connsiteY54" fmla="*/ 2172126 h 3590473"/>
              <a:gd name="connsiteX55" fmla="*/ 9781639 w 12639704"/>
              <a:gd name="connsiteY55" fmla="*/ 2275311 h 3590473"/>
              <a:gd name="connsiteX56" fmla="*/ 9766284 w 12639704"/>
              <a:gd name="connsiteY56" fmla="*/ 2393334 h 3590473"/>
              <a:gd name="connsiteX57" fmla="*/ 9679370 w 12639704"/>
              <a:gd name="connsiteY57" fmla="*/ 2400382 h 3590473"/>
              <a:gd name="connsiteX58" fmla="*/ 9664359 w 12639704"/>
              <a:gd name="connsiteY58" fmla="*/ 2350021 h 3590473"/>
              <a:gd name="connsiteX59" fmla="*/ 9643218 w 12639704"/>
              <a:gd name="connsiteY59" fmla="*/ 2338390 h 3590473"/>
              <a:gd name="connsiteX60" fmla="*/ 9530523 w 12639704"/>
              <a:gd name="connsiteY60" fmla="*/ 2362568 h 3590473"/>
              <a:gd name="connsiteX61" fmla="*/ 9514137 w 12639704"/>
              <a:gd name="connsiteY61" fmla="*/ 2377464 h 3590473"/>
              <a:gd name="connsiteX62" fmla="*/ 9497465 w 12639704"/>
              <a:gd name="connsiteY62" fmla="*/ 2445242 h 3590473"/>
              <a:gd name="connsiteX63" fmla="*/ 9411124 w 12639704"/>
              <a:gd name="connsiteY63" fmla="*/ 2444497 h 3590473"/>
              <a:gd name="connsiteX64" fmla="*/ 9355034 w 12639704"/>
              <a:gd name="connsiteY64" fmla="*/ 2339307 h 3590473"/>
              <a:gd name="connsiteX65" fmla="*/ 9210369 w 12639704"/>
              <a:gd name="connsiteY65" fmla="*/ 2289691 h 3590473"/>
              <a:gd name="connsiteX66" fmla="*/ 9053558 w 12639704"/>
              <a:gd name="connsiteY66" fmla="*/ 2191949 h 3590473"/>
              <a:gd name="connsiteX67" fmla="*/ 8249564 w 12639704"/>
              <a:gd name="connsiteY67" fmla="*/ 2300921 h 3590473"/>
              <a:gd name="connsiteX68" fmla="*/ 7899503 w 12639704"/>
              <a:gd name="connsiteY68" fmla="*/ 2255258 h 3590473"/>
              <a:gd name="connsiteX69" fmla="*/ 7984412 w 12639704"/>
              <a:gd name="connsiteY69" fmla="*/ 2733598 h 3590473"/>
              <a:gd name="connsiteX70" fmla="*/ 7975417 w 12639704"/>
              <a:gd name="connsiteY70" fmla="*/ 2815183 h 3590473"/>
              <a:gd name="connsiteX71" fmla="*/ 8046059 w 12639704"/>
              <a:gd name="connsiteY71" fmla="*/ 3189249 h 3590473"/>
              <a:gd name="connsiteX72" fmla="*/ 7980286 w 12639704"/>
              <a:gd name="connsiteY72" fmla="*/ 3316268 h 3590473"/>
              <a:gd name="connsiteX73" fmla="*/ 8029959 w 12639704"/>
              <a:gd name="connsiteY73" fmla="*/ 3573973 h 3590473"/>
              <a:gd name="connsiteX74" fmla="*/ 7699665 w 12639704"/>
              <a:gd name="connsiteY74" fmla="*/ 3580504 h 3590473"/>
              <a:gd name="connsiteX75" fmla="*/ 7761198 w 12639704"/>
              <a:gd name="connsiteY75" fmla="*/ 3397224 h 3590473"/>
              <a:gd name="connsiteX76" fmla="*/ 7761198 w 12639704"/>
              <a:gd name="connsiteY76" fmla="*/ 2896024 h 3590473"/>
              <a:gd name="connsiteX77" fmla="*/ 7427294 w 12639704"/>
              <a:gd name="connsiteY77" fmla="*/ 2356438 h 3590473"/>
              <a:gd name="connsiteX78" fmla="*/ 7573505 w 12639704"/>
              <a:gd name="connsiteY78" fmla="*/ 2330026 h 3590473"/>
              <a:gd name="connsiteX79" fmla="*/ 7506931 w 12639704"/>
              <a:gd name="connsiteY79" fmla="*/ 2844575 h 3590473"/>
              <a:gd name="connsiteX80" fmla="*/ 7454107 w 12639704"/>
              <a:gd name="connsiteY80" fmla="*/ 2985458 h 3590473"/>
              <a:gd name="connsiteX81" fmla="*/ 7454107 w 12639704"/>
              <a:gd name="connsiteY81" fmla="*/ 2985458 h 3590473"/>
              <a:gd name="connsiteX82" fmla="*/ 7443565 w 12639704"/>
              <a:gd name="connsiteY82" fmla="*/ 3300054 h 3590473"/>
              <a:gd name="connsiteX83" fmla="*/ 7345995 w 12639704"/>
              <a:gd name="connsiteY83" fmla="*/ 3404672 h 3590473"/>
              <a:gd name="connsiteX84" fmla="*/ 7347541 w 12639704"/>
              <a:gd name="connsiteY84" fmla="*/ 3583540 h 3590473"/>
              <a:gd name="connsiteX85" fmla="*/ 7004585 w 12639704"/>
              <a:gd name="connsiteY85" fmla="*/ 3583540 h 3590473"/>
              <a:gd name="connsiteX86" fmla="*/ 7081702 w 12639704"/>
              <a:gd name="connsiteY86" fmla="*/ 3369207 h 3590473"/>
              <a:gd name="connsiteX87" fmla="*/ 7081702 w 12639704"/>
              <a:gd name="connsiteY87" fmla="*/ 3369207 h 3590473"/>
              <a:gd name="connsiteX88" fmla="*/ 8645746 w 12639704"/>
              <a:gd name="connsiteY88" fmla="*/ 3429250 h 3590473"/>
              <a:gd name="connsiteX89" fmla="*/ 11096400 w 12639704"/>
              <a:gd name="connsiteY89" fmla="*/ 3397911 h 3590473"/>
              <a:gd name="connsiteX90" fmla="*/ 11196491 w 12639704"/>
              <a:gd name="connsiteY90" fmla="*/ 3277825 h 3590473"/>
              <a:gd name="connsiteX91" fmla="*/ 11229836 w 12639704"/>
              <a:gd name="connsiteY91" fmla="*/ 3400145 h 3590473"/>
              <a:gd name="connsiteX92" fmla="*/ 11324598 w 12639704"/>
              <a:gd name="connsiteY92" fmla="*/ 3404614 h 3590473"/>
              <a:gd name="connsiteX93" fmla="*/ 11429960 w 12639704"/>
              <a:gd name="connsiteY93" fmla="*/ 3177791 h 3590473"/>
              <a:gd name="connsiteX94" fmla="*/ 11437179 w 12639704"/>
              <a:gd name="connsiteY94" fmla="*/ 3408797 h 3590473"/>
              <a:gd name="connsiteX95" fmla="*/ 12639704 w 12639704"/>
              <a:gd name="connsiteY95" fmla="*/ 3324576 h 3590473"/>
              <a:gd name="connsiteX0" fmla="*/ 0 w 12639704"/>
              <a:gd name="connsiteY0" fmla="*/ 2823810 h 3590473"/>
              <a:gd name="connsiteX1" fmla="*/ 3185456 w 12639704"/>
              <a:gd name="connsiteY1" fmla="*/ 2864749 h 3590473"/>
              <a:gd name="connsiteX2" fmla="*/ 7165808 w 12639704"/>
              <a:gd name="connsiteY2" fmla="*/ 3237834 h 3590473"/>
              <a:gd name="connsiteX3" fmla="*/ 7205856 w 12639704"/>
              <a:gd name="connsiteY3" fmla="*/ 3091049 h 3590473"/>
              <a:gd name="connsiteX4" fmla="*/ 7191189 w 12639704"/>
              <a:gd name="connsiteY4" fmla="*/ 2612137 h 3590473"/>
              <a:gd name="connsiteX5" fmla="*/ 7190043 w 12639704"/>
              <a:gd name="connsiteY5" fmla="*/ 2449711 h 3590473"/>
              <a:gd name="connsiteX6" fmla="*/ 7046180 w 12639704"/>
              <a:gd name="connsiteY6" fmla="*/ 2238758 h 3590473"/>
              <a:gd name="connsiteX7" fmla="*/ 6774611 w 12639704"/>
              <a:gd name="connsiteY7" fmla="*/ 2015601 h 3590473"/>
              <a:gd name="connsiteX8" fmla="*/ 6363361 w 12639704"/>
              <a:gd name="connsiteY8" fmla="*/ 1240884 h 3590473"/>
              <a:gd name="connsiteX9" fmla="*/ 6335058 w 12639704"/>
              <a:gd name="connsiteY9" fmla="*/ 1227994 h 3590473"/>
              <a:gd name="connsiteX10" fmla="*/ 6224883 w 12639704"/>
              <a:gd name="connsiteY10" fmla="*/ 1227535 h 3590473"/>
              <a:gd name="connsiteX11" fmla="*/ 5984596 w 12639704"/>
              <a:gd name="connsiteY11" fmla="*/ 1267125 h 3590473"/>
              <a:gd name="connsiteX12" fmla="*/ 5749064 w 12639704"/>
              <a:gd name="connsiteY12" fmla="*/ 1270104 h 3590473"/>
              <a:gd name="connsiteX13" fmla="*/ 5624624 w 12639704"/>
              <a:gd name="connsiteY13" fmla="*/ 1300469 h 3590473"/>
              <a:gd name="connsiteX14" fmla="*/ 5364628 w 12639704"/>
              <a:gd name="connsiteY14" fmla="*/ 1048724 h 3590473"/>
              <a:gd name="connsiteX15" fmla="*/ 5531293 w 12639704"/>
              <a:gd name="connsiteY15" fmla="*/ 860459 h 3590473"/>
              <a:gd name="connsiteX16" fmla="*/ 5764648 w 12639704"/>
              <a:gd name="connsiteY16" fmla="*/ 587113 h 3590473"/>
              <a:gd name="connsiteX17" fmla="*/ 5813175 w 12639704"/>
              <a:gd name="connsiteY17" fmla="*/ 433568 h 3590473"/>
              <a:gd name="connsiteX18" fmla="*/ 5911318 w 12639704"/>
              <a:gd name="connsiteY18" fmla="*/ 340467 h 3590473"/>
              <a:gd name="connsiteX19" fmla="*/ 5851332 w 12639704"/>
              <a:gd name="connsiteY19" fmla="*/ 120461 h 3590473"/>
              <a:gd name="connsiteX20" fmla="*/ 6024644 w 12639704"/>
              <a:gd name="connsiteY20" fmla="*/ 200442 h 3590473"/>
              <a:gd name="connsiteX21" fmla="*/ 6274786 w 12639704"/>
              <a:gd name="connsiteY21" fmla="*/ 153749 h 3590473"/>
              <a:gd name="connsiteX22" fmla="*/ 6584627 w 12639704"/>
              <a:gd name="connsiteY22" fmla="*/ 40423 h 3590473"/>
              <a:gd name="connsiteX23" fmla="*/ 6423576 w 12639704"/>
              <a:gd name="connsiteY23" fmla="*/ 395182 h 3590473"/>
              <a:gd name="connsiteX24" fmla="*/ 6357975 w 12639704"/>
              <a:gd name="connsiteY24" fmla="*/ 244214 h 3590473"/>
              <a:gd name="connsiteX25" fmla="*/ 6977944 w 12639704"/>
              <a:gd name="connsiteY25" fmla="*/ 393692 h 3590473"/>
              <a:gd name="connsiteX26" fmla="*/ 7620371 w 12639704"/>
              <a:gd name="connsiteY26" fmla="*/ 477053 h 3590473"/>
              <a:gd name="connsiteX27" fmla="*/ 8299867 w 12639704"/>
              <a:gd name="connsiteY27" fmla="*/ 495101 h 3590473"/>
              <a:gd name="connsiteX28" fmla="*/ 10280833 w 12639704"/>
              <a:gd name="connsiteY28" fmla="*/ 497335 h 3590473"/>
              <a:gd name="connsiteX29" fmla="*/ 10280145 w 12639704"/>
              <a:gd name="connsiteY29" fmla="*/ 495731 h 3590473"/>
              <a:gd name="connsiteX30" fmla="*/ 10758829 w 12639704"/>
              <a:gd name="connsiteY30" fmla="*/ 886470 h 3590473"/>
              <a:gd name="connsiteX31" fmla="*/ 10803690 w 12639704"/>
              <a:gd name="connsiteY31" fmla="*/ 1692698 h 3590473"/>
              <a:gd name="connsiteX32" fmla="*/ 10857374 w 12639704"/>
              <a:gd name="connsiteY32" fmla="*/ 2595980 h 3590473"/>
              <a:gd name="connsiteX33" fmla="*/ 10795669 w 12639704"/>
              <a:gd name="connsiteY33" fmla="*/ 2230565 h 3590473"/>
              <a:gd name="connsiteX34" fmla="*/ 10730068 w 12639704"/>
              <a:gd name="connsiteY34" fmla="*/ 1934073 h 3590473"/>
              <a:gd name="connsiteX35" fmla="*/ 10796356 w 12639704"/>
              <a:gd name="connsiteY35" fmla="*/ 1250338 h 3590473"/>
              <a:gd name="connsiteX36" fmla="*/ 10557731 w 12639704"/>
              <a:gd name="connsiteY36" fmla="*/ 781910 h 3590473"/>
              <a:gd name="connsiteX37" fmla="*/ 10553090 w 12639704"/>
              <a:gd name="connsiteY37" fmla="*/ 966737 h 3590473"/>
              <a:gd name="connsiteX38" fmla="*/ 10486573 w 12639704"/>
              <a:gd name="connsiteY38" fmla="*/ 1437973 h 3590473"/>
              <a:gd name="connsiteX39" fmla="*/ 10443889 w 12639704"/>
              <a:gd name="connsiteY39" fmla="*/ 1950688 h 3590473"/>
              <a:gd name="connsiteX40" fmla="*/ 10444577 w 12639704"/>
              <a:gd name="connsiteY40" fmla="*/ 1952292 h 3590473"/>
              <a:gd name="connsiteX41" fmla="*/ 10617946 w 12639704"/>
              <a:gd name="connsiteY41" fmla="*/ 2388407 h 3590473"/>
              <a:gd name="connsiteX42" fmla="*/ 10583054 w 12639704"/>
              <a:gd name="connsiteY42" fmla="*/ 2618725 h 3590473"/>
              <a:gd name="connsiteX43" fmla="*/ 10592909 w 12639704"/>
              <a:gd name="connsiteY43" fmla="*/ 3063205 h 3590473"/>
              <a:gd name="connsiteX44" fmla="*/ 10617946 w 12639704"/>
              <a:gd name="connsiteY44" fmla="*/ 3190166 h 3590473"/>
              <a:gd name="connsiteX45" fmla="*/ 10590330 w 12639704"/>
              <a:gd name="connsiteY45" fmla="*/ 3268142 h 3590473"/>
              <a:gd name="connsiteX46" fmla="*/ 10543980 w 12639704"/>
              <a:gd name="connsiteY46" fmla="*/ 3325378 h 3590473"/>
              <a:gd name="connsiteX47" fmla="*/ 10481473 w 12639704"/>
              <a:gd name="connsiteY47" fmla="*/ 3516107 h 3590473"/>
              <a:gd name="connsiteX48" fmla="*/ 10484968 w 12639704"/>
              <a:gd name="connsiteY48" fmla="*/ 3590473 h 3590473"/>
              <a:gd name="connsiteX49" fmla="*/ 10170658 w 12639704"/>
              <a:gd name="connsiteY49" fmla="*/ 3590473 h 3590473"/>
              <a:gd name="connsiteX50" fmla="*/ 10146767 w 12639704"/>
              <a:gd name="connsiteY50" fmla="*/ 3555352 h 3590473"/>
              <a:gd name="connsiteX51" fmla="*/ 10296359 w 12639704"/>
              <a:gd name="connsiteY51" fmla="*/ 3283439 h 3590473"/>
              <a:gd name="connsiteX52" fmla="*/ 10337496 w 12639704"/>
              <a:gd name="connsiteY52" fmla="*/ 2751874 h 3590473"/>
              <a:gd name="connsiteX53" fmla="*/ 9919486 w 12639704"/>
              <a:gd name="connsiteY53" fmla="*/ 2181293 h 3590473"/>
              <a:gd name="connsiteX54" fmla="*/ 9875714 w 12639704"/>
              <a:gd name="connsiteY54" fmla="*/ 2172126 h 3590473"/>
              <a:gd name="connsiteX55" fmla="*/ 9781639 w 12639704"/>
              <a:gd name="connsiteY55" fmla="*/ 2275311 h 3590473"/>
              <a:gd name="connsiteX56" fmla="*/ 9766284 w 12639704"/>
              <a:gd name="connsiteY56" fmla="*/ 2393334 h 3590473"/>
              <a:gd name="connsiteX57" fmla="*/ 9679370 w 12639704"/>
              <a:gd name="connsiteY57" fmla="*/ 2400382 h 3590473"/>
              <a:gd name="connsiteX58" fmla="*/ 9664359 w 12639704"/>
              <a:gd name="connsiteY58" fmla="*/ 2350021 h 3590473"/>
              <a:gd name="connsiteX59" fmla="*/ 9643218 w 12639704"/>
              <a:gd name="connsiteY59" fmla="*/ 2338390 h 3590473"/>
              <a:gd name="connsiteX60" fmla="*/ 9530523 w 12639704"/>
              <a:gd name="connsiteY60" fmla="*/ 2362568 h 3590473"/>
              <a:gd name="connsiteX61" fmla="*/ 9514137 w 12639704"/>
              <a:gd name="connsiteY61" fmla="*/ 2377464 h 3590473"/>
              <a:gd name="connsiteX62" fmla="*/ 9497465 w 12639704"/>
              <a:gd name="connsiteY62" fmla="*/ 2445242 h 3590473"/>
              <a:gd name="connsiteX63" fmla="*/ 9411124 w 12639704"/>
              <a:gd name="connsiteY63" fmla="*/ 2444497 h 3590473"/>
              <a:gd name="connsiteX64" fmla="*/ 9355034 w 12639704"/>
              <a:gd name="connsiteY64" fmla="*/ 2339307 h 3590473"/>
              <a:gd name="connsiteX65" fmla="*/ 9210369 w 12639704"/>
              <a:gd name="connsiteY65" fmla="*/ 2289691 h 3590473"/>
              <a:gd name="connsiteX66" fmla="*/ 9053558 w 12639704"/>
              <a:gd name="connsiteY66" fmla="*/ 2191949 h 3590473"/>
              <a:gd name="connsiteX67" fmla="*/ 8249564 w 12639704"/>
              <a:gd name="connsiteY67" fmla="*/ 2300921 h 3590473"/>
              <a:gd name="connsiteX68" fmla="*/ 7899503 w 12639704"/>
              <a:gd name="connsiteY68" fmla="*/ 2255258 h 3590473"/>
              <a:gd name="connsiteX69" fmla="*/ 7984412 w 12639704"/>
              <a:gd name="connsiteY69" fmla="*/ 2733598 h 3590473"/>
              <a:gd name="connsiteX70" fmla="*/ 7975417 w 12639704"/>
              <a:gd name="connsiteY70" fmla="*/ 2815183 h 3590473"/>
              <a:gd name="connsiteX71" fmla="*/ 8046059 w 12639704"/>
              <a:gd name="connsiteY71" fmla="*/ 3189249 h 3590473"/>
              <a:gd name="connsiteX72" fmla="*/ 7980286 w 12639704"/>
              <a:gd name="connsiteY72" fmla="*/ 3316268 h 3590473"/>
              <a:gd name="connsiteX73" fmla="*/ 8029959 w 12639704"/>
              <a:gd name="connsiteY73" fmla="*/ 3573973 h 3590473"/>
              <a:gd name="connsiteX74" fmla="*/ 7699665 w 12639704"/>
              <a:gd name="connsiteY74" fmla="*/ 3580504 h 3590473"/>
              <a:gd name="connsiteX75" fmla="*/ 7761198 w 12639704"/>
              <a:gd name="connsiteY75" fmla="*/ 3397224 h 3590473"/>
              <a:gd name="connsiteX76" fmla="*/ 7761198 w 12639704"/>
              <a:gd name="connsiteY76" fmla="*/ 2896024 h 3590473"/>
              <a:gd name="connsiteX77" fmla="*/ 7427294 w 12639704"/>
              <a:gd name="connsiteY77" fmla="*/ 2356438 h 3590473"/>
              <a:gd name="connsiteX78" fmla="*/ 7573505 w 12639704"/>
              <a:gd name="connsiteY78" fmla="*/ 2330026 h 3590473"/>
              <a:gd name="connsiteX79" fmla="*/ 7506931 w 12639704"/>
              <a:gd name="connsiteY79" fmla="*/ 2844575 h 3590473"/>
              <a:gd name="connsiteX80" fmla="*/ 7454107 w 12639704"/>
              <a:gd name="connsiteY80" fmla="*/ 2985458 h 3590473"/>
              <a:gd name="connsiteX81" fmla="*/ 7454107 w 12639704"/>
              <a:gd name="connsiteY81" fmla="*/ 2985458 h 3590473"/>
              <a:gd name="connsiteX82" fmla="*/ 7443565 w 12639704"/>
              <a:gd name="connsiteY82" fmla="*/ 3300054 h 3590473"/>
              <a:gd name="connsiteX83" fmla="*/ 7345995 w 12639704"/>
              <a:gd name="connsiteY83" fmla="*/ 3404672 h 3590473"/>
              <a:gd name="connsiteX84" fmla="*/ 7347541 w 12639704"/>
              <a:gd name="connsiteY84" fmla="*/ 3583540 h 3590473"/>
              <a:gd name="connsiteX85" fmla="*/ 7004585 w 12639704"/>
              <a:gd name="connsiteY85" fmla="*/ 3583540 h 3590473"/>
              <a:gd name="connsiteX86" fmla="*/ 7081702 w 12639704"/>
              <a:gd name="connsiteY86" fmla="*/ 3369207 h 3590473"/>
              <a:gd name="connsiteX87" fmla="*/ 7081702 w 12639704"/>
              <a:gd name="connsiteY87" fmla="*/ 3369207 h 3590473"/>
              <a:gd name="connsiteX88" fmla="*/ 8645746 w 12639704"/>
              <a:gd name="connsiteY88" fmla="*/ 3429250 h 3590473"/>
              <a:gd name="connsiteX89" fmla="*/ 11096400 w 12639704"/>
              <a:gd name="connsiteY89" fmla="*/ 3397911 h 3590473"/>
              <a:gd name="connsiteX90" fmla="*/ 11196491 w 12639704"/>
              <a:gd name="connsiteY90" fmla="*/ 3277825 h 3590473"/>
              <a:gd name="connsiteX91" fmla="*/ 11229836 w 12639704"/>
              <a:gd name="connsiteY91" fmla="*/ 3400145 h 3590473"/>
              <a:gd name="connsiteX92" fmla="*/ 11324598 w 12639704"/>
              <a:gd name="connsiteY92" fmla="*/ 3404614 h 3590473"/>
              <a:gd name="connsiteX93" fmla="*/ 11429960 w 12639704"/>
              <a:gd name="connsiteY93" fmla="*/ 3177791 h 3590473"/>
              <a:gd name="connsiteX94" fmla="*/ 11437179 w 12639704"/>
              <a:gd name="connsiteY94" fmla="*/ 3408797 h 3590473"/>
              <a:gd name="connsiteX95" fmla="*/ 12639704 w 12639704"/>
              <a:gd name="connsiteY95" fmla="*/ 3324576 h 3590473"/>
              <a:gd name="connsiteX0" fmla="*/ 0 w 12639704"/>
              <a:gd name="connsiteY0" fmla="*/ 2823810 h 3590473"/>
              <a:gd name="connsiteX1" fmla="*/ 3116876 w 12639704"/>
              <a:gd name="connsiteY1" fmla="*/ 3001909 h 3590473"/>
              <a:gd name="connsiteX2" fmla="*/ 7165808 w 12639704"/>
              <a:gd name="connsiteY2" fmla="*/ 3237834 h 3590473"/>
              <a:gd name="connsiteX3" fmla="*/ 7205856 w 12639704"/>
              <a:gd name="connsiteY3" fmla="*/ 3091049 h 3590473"/>
              <a:gd name="connsiteX4" fmla="*/ 7191189 w 12639704"/>
              <a:gd name="connsiteY4" fmla="*/ 2612137 h 3590473"/>
              <a:gd name="connsiteX5" fmla="*/ 7190043 w 12639704"/>
              <a:gd name="connsiteY5" fmla="*/ 2449711 h 3590473"/>
              <a:gd name="connsiteX6" fmla="*/ 7046180 w 12639704"/>
              <a:gd name="connsiteY6" fmla="*/ 2238758 h 3590473"/>
              <a:gd name="connsiteX7" fmla="*/ 6774611 w 12639704"/>
              <a:gd name="connsiteY7" fmla="*/ 2015601 h 3590473"/>
              <a:gd name="connsiteX8" fmla="*/ 6363361 w 12639704"/>
              <a:gd name="connsiteY8" fmla="*/ 1240884 h 3590473"/>
              <a:gd name="connsiteX9" fmla="*/ 6335058 w 12639704"/>
              <a:gd name="connsiteY9" fmla="*/ 1227994 h 3590473"/>
              <a:gd name="connsiteX10" fmla="*/ 6224883 w 12639704"/>
              <a:gd name="connsiteY10" fmla="*/ 1227535 h 3590473"/>
              <a:gd name="connsiteX11" fmla="*/ 5984596 w 12639704"/>
              <a:gd name="connsiteY11" fmla="*/ 1267125 h 3590473"/>
              <a:gd name="connsiteX12" fmla="*/ 5749064 w 12639704"/>
              <a:gd name="connsiteY12" fmla="*/ 1270104 h 3590473"/>
              <a:gd name="connsiteX13" fmla="*/ 5624624 w 12639704"/>
              <a:gd name="connsiteY13" fmla="*/ 1300469 h 3590473"/>
              <a:gd name="connsiteX14" fmla="*/ 5364628 w 12639704"/>
              <a:gd name="connsiteY14" fmla="*/ 1048724 h 3590473"/>
              <a:gd name="connsiteX15" fmla="*/ 5531293 w 12639704"/>
              <a:gd name="connsiteY15" fmla="*/ 860459 h 3590473"/>
              <a:gd name="connsiteX16" fmla="*/ 5764648 w 12639704"/>
              <a:gd name="connsiteY16" fmla="*/ 587113 h 3590473"/>
              <a:gd name="connsiteX17" fmla="*/ 5813175 w 12639704"/>
              <a:gd name="connsiteY17" fmla="*/ 433568 h 3590473"/>
              <a:gd name="connsiteX18" fmla="*/ 5911318 w 12639704"/>
              <a:gd name="connsiteY18" fmla="*/ 340467 h 3590473"/>
              <a:gd name="connsiteX19" fmla="*/ 5851332 w 12639704"/>
              <a:gd name="connsiteY19" fmla="*/ 120461 h 3590473"/>
              <a:gd name="connsiteX20" fmla="*/ 6024644 w 12639704"/>
              <a:gd name="connsiteY20" fmla="*/ 200442 h 3590473"/>
              <a:gd name="connsiteX21" fmla="*/ 6274786 w 12639704"/>
              <a:gd name="connsiteY21" fmla="*/ 153749 h 3590473"/>
              <a:gd name="connsiteX22" fmla="*/ 6584627 w 12639704"/>
              <a:gd name="connsiteY22" fmla="*/ 40423 h 3590473"/>
              <a:gd name="connsiteX23" fmla="*/ 6423576 w 12639704"/>
              <a:gd name="connsiteY23" fmla="*/ 395182 h 3590473"/>
              <a:gd name="connsiteX24" fmla="*/ 6357975 w 12639704"/>
              <a:gd name="connsiteY24" fmla="*/ 244214 h 3590473"/>
              <a:gd name="connsiteX25" fmla="*/ 6977944 w 12639704"/>
              <a:gd name="connsiteY25" fmla="*/ 393692 h 3590473"/>
              <a:gd name="connsiteX26" fmla="*/ 7620371 w 12639704"/>
              <a:gd name="connsiteY26" fmla="*/ 477053 h 3590473"/>
              <a:gd name="connsiteX27" fmla="*/ 8299867 w 12639704"/>
              <a:gd name="connsiteY27" fmla="*/ 495101 h 3590473"/>
              <a:gd name="connsiteX28" fmla="*/ 10280833 w 12639704"/>
              <a:gd name="connsiteY28" fmla="*/ 497335 h 3590473"/>
              <a:gd name="connsiteX29" fmla="*/ 10280145 w 12639704"/>
              <a:gd name="connsiteY29" fmla="*/ 495731 h 3590473"/>
              <a:gd name="connsiteX30" fmla="*/ 10758829 w 12639704"/>
              <a:gd name="connsiteY30" fmla="*/ 886470 h 3590473"/>
              <a:gd name="connsiteX31" fmla="*/ 10803690 w 12639704"/>
              <a:gd name="connsiteY31" fmla="*/ 1692698 h 3590473"/>
              <a:gd name="connsiteX32" fmla="*/ 10857374 w 12639704"/>
              <a:gd name="connsiteY32" fmla="*/ 2595980 h 3590473"/>
              <a:gd name="connsiteX33" fmla="*/ 10795669 w 12639704"/>
              <a:gd name="connsiteY33" fmla="*/ 2230565 h 3590473"/>
              <a:gd name="connsiteX34" fmla="*/ 10730068 w 12639704"/>
              <a:gd name="connsiteY34" fmla="*/ 1934073 h 3590473"/>
              <a:gd name="connsiteX35" fmla="*/ 10796356 w 12639704"/>
              <a:gd name="connsiteY35" fmla="*/ 1250338 h 3590473"/>
              <a:gd name="connsiteX36" fmla="*/ 10557731 w 12639704"/>
              <a:gd name="connsiteY36" fmla="*/ 781910 h 3590473"/>
              <a:gd name="connsiteX37" fmla="*/ 10553090 w 12639704"/>
              <a:gd name="connsiteY37" fmla="*/ 966737 h 3590473"/>
              <a:gd name="connsiteX38" fmla="*/ 10486573 w 12639704"/>
              <a:gd name="connsiteY38" fmla="*/ 1437973 h 3590473"/>
              <a:gd name="connsiteX39" fmla="*/ 10443889 w 12639704"/>
              <a:gd name="connsiteY39" fmla="*/ 1950688 h 3590473"/>
              <a:gd name="connsiteX40" fmla="*/ 10444577 w 12639704"/>
              <a:gd name="connsiteY40" fmla="*/ 1952292 h 3590473"/>
              <a:gd name="connsiteX41" fmla="*/ 10617946 w 12639704"/>
              <a:gd name="connsiteY41" fmla="*/ 2388407 h 3590473"/>
              <a:gd name="connsiteX42" fmla="*/ 10583054 w 12639704"/>
              <a:gd name="connsiteY42" fmla="*/ 2618725 h 3590473"/>
              <a:gd name="connsiteX43" fmla="*/ 10592909 w 12639704"/>
              <a:gd name="connsiteY43" fmla="*/ 3063205 h 3590473"/>
              <a:gd name="connsiteX44" fmla="*/ 10617946 w 12639704"/>
              <a:gd name="connsiteY44" fmla="*/ 3190166 h 3590473"/>
              <a:gd name="connsiteX45" fmla="*/ 10590330 w 12639704"/>
              <a:gd name="connsiteY45" fmla="*/ 3268142 h 3590473"/>
              <a:gd name="connsiteX46" fmla="*/ 10543980 w 12639704"/>
              <a:gd name="connsiteY46" fmla="*/ 3325378 h 3590473"/>
              <a:gd name="connsiteX47" fmla="*/ 10481473 w 12639704"/>
              <a:gd name="connsiteY47" fmla="*/ 3516107 h 3590473"/>
              <a:gd name="connsiteX48" fmla="*/ 10484968 w 12639704"/>
              <a:gd name="connsiteY48" fmla="*/ 3590473 h 3590473"/>
              <a:gd name="connsiteX49" fmla="*/ 10170658 w 12639704"/>
              <a:gd name="connsiteY49" fmla="*/ 3590473 h 3590473"/>
              <a:gd name="connsiteX50" fmla="*/ 10146767 w 12639704"/>
              <a:gd name="connsiteY50" fmla="*/ 3555352 h 3590473"/>
              <a:gd name="connsiteX51" fmla="*/ 10296359 w 12639704"/>
              <a:gd name="connsiteY51" fmla="*/ 3283439 h 3590473"/>
              <a:gd name="connsiteX52" fmla="*/ 10337496 w 12639704"/>
              <a:gd name="connsiteY52" fmla="*/ 2751874 h 3590473"/>
              <a:gd name="connsiteX53" fmla="*/ 9919486 w 12639704"/>
              <a:gd name="connsiteY53" fmla="*/ 2181293 h 3590473"/>
              <a:gd name="connsiteX54" fmla="*/ 9875714 w 12639704"/>
              <a:gd name="connsiteY54" fmla="*/ 2172126 h 3590473"/>
              <a:gd name="connsiteX55" fmla="*/ 9781639 w 12639704"/>
              <a:gd name="connsiteY55" fmla="*/ 2275311 h 3590473"/>
              <a:gd name="connsiteX56" fmla="*/ 9766284 w 12639704"/>
              <a:gd name="connsiteY56" fmla="*/ 2393334 h 3590473"/>
              <a:gd name="connsiteX57" fmla="*/ 9679370 w 12639704"/>
              <a:gd name="connsiteY57" fmla="*/ 2400382 h 3590473"/>
              <a:gd name="connsiteX58" fmla="*/ 9664359 w 12639704"/>
              <a:gd name="connsiteY58" fmla="*/ 2350021 h 3590473"/>
              <a:gd name="connsiteX59" fmla="*/ 9643218 w 12639704"/>
              <a:gd name="connsiteY59" fmla="*/ 2338390 h 3590473"/>
              <a:gd name="connsiteX60" fmla="*/ 9530523 w 12639704"/>
              <a:gd name="connsiteY60" fmla="*/ 2362568 h 3590473"/>
              <a:gd name="connsiteX61" fmla="*/ 9514137 w 12639704"/>
              <a:gd name="connsiteY61" fmla="*/ 2377464 h 3590473"/>
              <a:gd name="connsiteX62" fmla="*/ 9497465 w 12639704"/>
              <a:gd name="connsiteY62" fmla="*/ 2445242 h 3590473"/>
              <a:gd name="connsiteX63" fmla="*/ 9411124 w 12639704"/>
              <a:gd name="connsiteY63" fmla="*/ 2444497 h 3590473"/>
              <a:gd name="connsiteX64" fmla="*/ 9355034 w 12639704"/>
              <a:gd name="connsiteY64" fmla="*/ 2339307 h 3590473"/>
              <a:gd name="connsiteX65" fmla="*/ 9210369 w 12639704"/>
              <a:gd name="connsiteY65" fmla="*/ 2289691 h 3590473"/>
              <a:gd name="connsiteX66" fmla="*/ 9053558 w 12639704"/>
              <a:gd name="connsiteY66" fmla="*/ 2191949 h 3590473"/>
              <a:gd name="connsiteX67" fmla="*/ 8249564 w 12639704"/>
              <a:gd name="connsiteY67" fmla="*/ 2300921 h 3590473"/>
              <a:gd name="connsiteX68" fmla="*/ 7899503 w 12639704"/>
              <a:gd name="connsiteY68" fmla="*/ 2255258 h 3590473"/>
              <a:gd name="connsiteX69" fmla="*/ 7984412 w 12639704"/>
              <a:gd name="connsiteY69" fmla="*/ 2733598 h 3590473"/>
              <a:gd name="connsiteX70" fmla="*/ 7975417 w 12639704"/>
              <a:gd name="connsiteY70" fmla="*/ 2815183 h 3590473"/>
              <a:gd name="connsiteX71" fmla="*/ 8046059 w 12639704"/>
              <a:gd name="connsiteY71" fmla="*/ 3189249 h 3590473"/>
              <a:gd name="connsiteX72" fmla="*/ 7980286 w 12639704"/>
              <a:gd name="connsiteY72" fmla="*/ 3316268 h 3590473"/>
              <a:gd name="connsiteX73" fmla="*/ 8029959 w 12639704"/>
              <a:gd name="connsiteY73" fmla="*/ 3573973 h 3590473"/>
              <a:gd name="connsiteX74" fmla="*/ 7699665 w 12639704"/>
              <a:gd name="connsiteY74" fmla="*/ 3580504 h 3590473"/>
              <a:gd name="connsiteX75" fmla="*/ 7761198 w 12639704"/>
              <a:gd name="connsiteY75" fmla="*/ 3397224 h 3590473"/>
              <a:gd name="connsiteX76" fmla="*/ 7761198 w 12639704"/>
              <a:gd name="connsiteY76" fmla="*/ 2896024 h 3590473"/>
              <a:gd name="connsiteX77" fmla="*/ 7427294 w 12639704"/>
              <a:gd name="connsiteY77" fmla="*/ 2356438 h 3590473"/>
              <a:gd name="connsiteX78" fmla="*/ 7573505 w 12639704"/>
              <a:gd name="connsiteY78" fmla="*/ 2330026 h 3590473"/>
              <a:gd name="connsiteX79" fmla="*/ 7506931 w 12639704"/>
              <a:gd name="connsiteY79" fmla="*/ 2844575 h 3590473"/>
              <a:gd name="connsiteX80" fmla="*/ 7454107 w 12639704"/>
              <a:gd name="connsiteY80" fmla="*/ 2985458 h 3590473"/>
              <a:gd name="connsiteX81" fmla="*/ 7454107 w 12639704"/>
              <a:gd name="connsiteY81" fmla="*/ 2985458 h 3590473"/>
              <a:gd name="connsiteX82" fmla="*/ 7443565 w 12639704"/>
              <a:gd name="connsiteY82" fmla="*/ 3300054 h 3590473"/>
              <a:gd name="connsiteX83" fmla="*/ 7345995 w 12639704"/>
              <a:gd name="connsiteY83" fmla="*/ 3404672 h 3590473"/>
              <a:gd name="connsiteX84" fmla="*/ 7347541 w 12639704"/>
              <a:gd name="connsiteY84" fmla="*/ 3583540 h 3590473"/>
              <a:gd name="connsiteX85" fmla="*/ 7004585 w 12639704"/>
              <a:gd name="connsiteY85" fmla="*/ 3583540 h 3590473"/>
              <a:gd name="connsiteX86" fmla="*/ 7081702 w 12639704"/>
              <a:gd name="connsiteY86" fmla="*/ 3369207 h 3590473"/>
              <a:gd name="connsiteX87" fmla="*/ 7081702 w 12639704"/>
              <a:gd name="connsiteY87" fmla="*/ 3369207 h 3590473"/>
              <a:gd name="connsiteX88" fmla="*/ 8645746 w 12639704"/>
              <a:gd name="connsiteY88" fmla="*/ 3429250 h 3590473"/>
              <a:gd name="connsiteX89" fmla="*/ 11096400 w 12639704"/>
              <a:gd name="connsiteY89" fmla="*/ 3397911 h 3590473"/>
              <a:gd name="connsiteX90" fmla="*/ 11196491 w 12639704"/>
              <a:gd name="connsiteY90" fmla="*/ 3277825 h 3590473"/>
              <a:gd name="connsiteX91" fmla="*/ 11229836 w 12639704"/>
              <a:gd name="connsiteY91" fmla="*/ 3400145 h 3590473"/>
              <a:gd name="connsiteX92" fmla="*/ 11324598 w 12639704"/>
              <a:gd name="connsiteY92" fmla="*/ 3404614 h 3590473"/>
              <a:gd name="connsiteX93" fmla="*/ 11429960 w 12639704"/>
              <a:gd name="connsiteY93" fmla="*/ 3177791 h 3590473"/>
              <a:gd name="connsiteX94" fmla="*/ 11437179 w 12639704"/>
              <a:gd name="connsiteY94" fmla="*/ 3408797 h 3590473"/>
              <a:gd name="connsiteX95" fmla="*/ 12639704 w 12639704"/>
              <a:gd name="connsiteY95" fmla="*/ 3324576 h 359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2639704" h="3590473">
                <a:moveTo>
                  <a:pt x="0" y="2823810"/>
                </a:moveTo>
                <a:cubicBezTo>
                  <a:pt x="891639" y="3000016"/>
                  <a:pt x="2103789" y="2365692"/>
                  <a:pt x="3116876" y="3001909"/>
                </a:cubicBezTo>
                <a:cubicBezTo>
                  <a:pt x="4318797" y="3756713"/>
                  <a:pt x="6484311" y="3222977"/>
                  <a:pt x="7165808" y="3237834"/>
                </a:cubicBezTo>
                <a:cubicBezTo>
                  <a:pt x="7847305" y="3252691"/>
                  <a:pt x="7192506" y="3177791"/>
                  <a:pt x="7205856" y="3091049"/>
                </a:cubicBezTo>
                <a:cubicBezTo>
                  <a:pt x="7240002" y="2869268"/>
                  <a:pt x="7195027" y="2727238"/>
                  <a:pt x="7191189" y="2612137"/>
                </a:cubicBezTo>
                <a:cubicBezTo>
                  <a:pt x="7189298" y="2555703"/>
                  <a:pt x="7189585" y="2499441"/>
                  <a:pt x="7190043" y="2449711"/>
                </a:cubicBezTo>
                <a:cubicBezTo>
                  <a:pt x="7190845" y="2356266"/>
                  <a:pt x="7132979" y="2273306"/>
                  <a:pt x="7046180" y="2238758"/>
                </a:cubicBezTo>
                <a:cubicBezTo>
                  <a:pt x="6952849" y="2201632"/>
                  <a:pt x="6838321" y="2134255"/>
                  <a:pt x="6774611" y="2015601"/>
                </a:cubicBezTo>
                <a:cubicBezTo>
                  <a:pt x="6654639" y="1792330"/>
                  <a:pt x="6480754" y="1348595"/>
                  <a:pt x="6363361" y="1240884"/>
                </a:cubicBezTo>
                <a:lnTo>
                  <a:pt x="6335058" y="1227994"/>
                </a:lnTo>
                <a:cubicBezTo>
                  <a:pt x="6300052" y="1212009"/>
                  <a:pt x="6260004" y="1211894"/>
                  <a:pt x="6224883" y="1227535"/>
                </a:cubicBezTo>
                <a:cubicBezTo>
                  <a:pt x="6175955" y="1249364"/>
                  <a:pt x="6092937" y="1275146"/>
                  <a:pt x="5984596" y="1267125"/>
                </a:cubicBezTo>
                <a:cubicBezTo>
                  <a:pt x="5804581" y="1253775"/>
                  <a:pt x="5749064" y="1270104"/>
                  <a:pt x="5749064" y="1270104"/>
                </a:cubicBezTo>
                <a:cubicBezTo>
                  <a:pt x="5749064" y="1270104"/>
                  <a:pt x="5677964" y="1300469"/>
                  <a:pt x="5624624" y="1300469"/>
                </a:cubicBezTo>
                <a:cubicBezTo>
                  <a:pt x="5571284" y="1300469"/>
                  <a:pt x="5364628" y="1208743"/>
                  <a:pt x="5364628" y="1048724"/>
                </a:cubicBezTo>
                <a:cubicBezTo>
                  <a:pt x="5364628" y="963643"/>
                  <a:pt x="5531293" y="860459"/>
                  <a:pt x="5531293" y="860459"/>
                </a:cubicBezTo>
                <a:lnTo>
                  <a:pt x="5764648" y="587113"/>
                </a:lnTo>
                <a:cubicBezTo>
                  <a:pt x="5764648" y="587113"/>
                  <a:pt x="5764820" y="482611"/>
                  <a:pt x="5813175" y="433568"/>
                </a:cubicBezTo>
                <a:cubicBezTo>
                  <a:pt x="5863536" y="382520"/>
                  <a:pt x="5911318" y="340467"/>
                  <a:pt x="5911318" y="340467"/>
                </a:cubicBezTo>
                <a:cubicBezTo>
                  <a:pt x="5911318" y="340467"/>
                  <a:pt x="5844629" y="180447"/>
                  <a:pt x="5851332" y="120461"/>
                </a:cubicBezTo>
                <a:cubicBezTo>
                  <a:pt x="5857978" y="60476"/>
                  <a:pt x="5984653" y="180447"/>
                  <a:pt x="6024644" y="200442"/>
                </a:cubicBezTo>
                <a:cubicBezTo>
                  <a:pt x="6064635" y="220438"/>
                  <a:pt x="6179622" y="220266"/>
                  <a:pt x="6274786" y="153749"/>
                </a:cubicBezTo>
                <a:cubicBezTo>
                  <a:pt x="6369892" y="87231"/>
                  <a:pt x="6584340" y="-75194"/>
                  <a:pt x="6584627" y="40423"/>
                </a:cubicBezTo>
                <a:cubicBezTo>
                  <a:pt x="6584971" y="156040"/>
                  <a:pt x="6535698" y="355649"/>
                  <a:pt x="6423576" y="395182"/>
                </a:cubicBezTo>
                <a:cubicBezTo>
                  <a:pt x="6295354" y="440443"/>
                  <a:pt x="6261551" y="307867"/>
                  <a:pt x="6357975" y="244214"/>
                </a:cubicBezTo>
                <a:cubicBezTo>
                  <a:pt x="6454400" y="180619"/>
                  <a:pt x="6771288" y="373697"/>
                  <a:pt x="6977944" y="393692"/>
                </a:cubicBezTo>
                <a:cubicBezTo>
                  <a:pt x="7184600" y="413687"/>
                  <a:pt x="7620371" y="477053"/>
                  <a:pt x="7620371" y="477053"/>
                </a:cubicBezTo>
                <a:cubicBezTo>
                  <a:pt x="7620371" y="477053"/>
                  <a:pt x="8218396" y="484960"/>
                  <a:pt x="8299867" y="495101"/>
                </a:cubicBezTo>
                <a:cubicBezTo>
                  <a:pt x="9122424" y="597942"/>
                  <a:pt x="9899548" y="477053"/>
                  <a:pt x="10280833" y="497335"/>
                </a:cubicBezTo>
                <a:lnTo>
                  <a:pt x="10280145" y="495731"/>
                </a:lnTo>
                <a:cubicBezTo>
                  <a:pt x="10398341" y="502033"/>
                  <a:pt x="10703140" y="564368"/>
                  <a:pt x="10758829" y="886470"/>
                </a:cubicBezTo>
                <a:cubicBezTo>
                  <a:pt x="10803633" y="1145778"/>
                  <a:pt x="10810737" y="1473208"/>
                  <a:pt x="10803690" y="1692698"/>
                </a:cubicBezTo>
                <a:cubicBezTo>
                  <a:pt x="10794637" y="1972517"/>
                  <a:pt x="11108947" y="2116609"/>
                  <a:pt x="10857374" y="2595980"/>
                </a:cubicBezTo>
                <a:cubicBezTo>
                  <a:pt x="10857374" y="2595980"/>
                  <a:pt x="10924922" y="2410522"/>
                  <a:pt x="10795669" y="2230565"/>
                </a:cubicBezTo>
                <a:cubicBezTo>
                  <a:pt x="10666874" y="2051180"/>
                  <a:pt x="10730068" y="1934073"/>
                  <a:pt x="10730068" y="1934073"/>
                </a:cubicBezTo>
                <a:cubicBezTo>
                  <a:pt x="10730068" y="1934073"/>
                  <a:pt x="10833654" y="1793476"/>
                  <a:pt x="10796356" y="1250338"/>
                </a:cubicBezTo>
                <a:cubicBezTo>
                  <a:pt x="10760433" y="726679"/>
                  <a:pt x="10557731" y="781910"/>
                  <a:pt x="10557731" y="781910"/>
                </a:cubicBezTo>
                <a:lnTo>
                  <a:pt x="10553090" y="966737"/>
                </a:lnTo>
                <a:cubicBezTo>
                  <a:pt x="10546788" y="1125668"/>
                  <a:pt x="10525131" y="1283625"/>
                  <a:pt x="10486573" y="1437973"/>
                </a:cubicBezTo>
                <a:cubicBezTo>
                  <a:pt x="10453343" y="1571122"/>
                  <a:pt x="10421316" y="1761908"/>
                  <a:pt x="10443889" y="1950688"/>
                </a:cubicBezTo>
                <a:lnTo>
                  <a:pt x="10444577" y="1952292"/>
                </a:lnTo>
                <a:cubicBezTo>
                  <a:pt x="10472536" y="2186105"/>
                  <a:pt x="10617946" y="2388407"/>
                  <a:pt x="10617946" y="2388407"/>
                </a:cubicBezTo>
                <a:lnTo>
                  <a:pt x="10583054" y="2618725"/>
                </a:lnTo>
                <a:cubicBezTo>
                  <a:pt x="10560653" y="2766370"/>
                  <a:pt x="10564033" y="2916764"/>
                  <a:pt x="10592909" y="3063205"/>
                </a:cubicBezTo>
                <a:lnTo>
                  <a:pt x="10617946" y="3190166"/>
                </a:lnTo>
                <a:cubicBezTo>
                  <a:pt x="10617946" y="3218584"/>
                  <a:pt x="10608206" y="3246084"/>
                  <a:pt x="10590330" y="3268142"/>
                </a:cubicBezTo>
                <a:lnTo>
                  <a:pt x="10543980" y="3325378"/>
                </a:lnTo>
                <a:cubicBezTo>
                  <a:pt x="10500437" y="3379119"/>
                  <a:pt x="10478208" y="3447011"/>
                  <a:pt x="10481473" y="3516107"/>
                </a:cubicBezTo>
                <a:lnTo>
                  <a:pt x="10484968" y="3590473"/>
                </a:lnTo>
                <a:lnTo>
                  <a:pt x="10170658" y="3590473"/>
                </a:lnTo>
                <a:cubicBezTo>
                  <a:pt x="10152497" y="3590473"/>
                  <a:pt x="10140007" y="3572196"/>
                  <a:pt x="10146767" y="3555352"/>
                </a:cubicBezTo>
                <a:cubicBezTo>
                  <a:pt x="10172435" y="3490783"/>
                  <a:pt x="10231962" y="3322055"/>
                  <a:pt x="10296359" y="3283439"/>
                </a:cubicBezTo>
                <a:cubicBezTo>
                  <a:pt x="10382070" y="3231990"/>
                  <a:pt x="10371757" y="2888977"/>
                  <a:pt x="10337496" y="2751874"/>
                </a:cubicBezTo>
                <a:cubicBezTo>
                  <a:pt x="10304495" y="2619757"/>
                  <a:pt x="10056817" y="2543099"/>
                  <a:pt x="9919486" y="2181293"/>
                </a:cubicBezTo>
                <a:cubicBezTo>
                  <a:pt x="9912553" y="2163074"/>
                  <a:pt x="9889177" y="2158089"/>
                  <a:pt x="9875714" y="2172126"/>
                </a:cubicBezTo>
                <a:cubicBezTo>
                  <a:pt x="9858297" y="2190345"/>
                  <a:pt x="9815613" y="2248899"/>
                  <a:pt x="9781639" y="2275311"/>
                </a:cubicBezTo>
                <a:lnTo>
                  <a:pt x="9766284" y="2393334"/>
                </a:lnTo>
                <a:cubicBezTo>
                  <a:pt x="9757633" y="2438367"/>
                  <a:pt x="9695183" y="2443466"/>
                  <a:pt x="9679370" y="2400382"/>
                </a:cubicBezTo>
                <a:lnTo>
                  <a:pt x="9664359" y="2350021"/>
                </a:lnTo>
                <a:cubicBezTo>
                  <a:pt x="9661667" y="2341026"/>
                  <a:pt x="9652271" y="2335927"/>
                  <a:pt x="9643218" y="2338390"/>
                </a:cubicBezTo>
                <a:cubicBezTo>
                  <a:pt x="9604603" y="2348818"/>
                  <a:pt x="9569769" y="2356380"/>
                  <a:pt x="9530523" y="2362568"/>
                </a:cubicBezTo>
                <a:cubicBezTo>
                  <a:pt x="9522559" y="2363829"/>
                  <a:pt x="9516028" y="2369672"/>
                  <a:pt x="9514137" y="2377464"/>
                </a:cubicBezTo>
                <a:lnTo>
                  <a:pt x="9497465" y="2445242"/>
                </a:lnTo>
                <a:cubicBezTo>
                  <a:pt x="9483886" y="2487467"/>
                  <a:pt x="9424130" y="2486894"/>
                  <a:pt x="9411124" y="2444497"/>
                </a:cubicBezTo>
                <a:cubicBezTo>
                  <a:pt x="9392332" y="2383365"/>
                  <a:pt x="9370675" y="2342687"/>
                  <a:pt x="9355034" y="2339307"/>
                </a:cubicBezTo>
                <a:cubicBezTo>
                  <a:pt x="9355034" y="2339307"/>
                  <a:pt x="9261990" y="2313468"/>
                  <a:pt x="9210369" y="2289691"/>
                </a:cubicBezTo>
                <a:cubicBezTo>
                  <a:pt x="9110851" y="2243914"/>
                  <a:pt x="9053558" y="2191949"/>
                  <a:pt x="9053558" y="2191949"/>
                </a:cubicBezTo>
                <a:cubicBezTo>
                  <a:pt x="9053558" y="2191949"/>
                  <a:pt x="8683273" y="2351224"/>
                  <a:pt x="8249564" y="2300921"/>
                </a:cubicBezTo>
                <a:cubicBezTo>
                  <a:pt x="8117160" y="2276858"/>
                  <a:pt x="7984297" y="2259670"/>
                  <a:pt x="7899503" y="2255258"/>
                </a:cubicBezTo>
                <a:cubicBezTo>
                  <a:pt x="7954046" y="2420950"/>
                  <a:pt x="7999079" y="2559771"/>
                  <a:pt x="7984412" y="2733598"/>
                </a:cubicBezTo>
                <a:lnTo>
                  <a:pt x="7975417" y="2815183"/>
                </a:lnTo>
                <a:cubicBezTo>
                  <a:pt x="7961208" y="2944150"/>
                  <a:pt x="7985787" y="3074377"/>
                  <a:pt x="8046059" y="3189249"/>
                </a:cubicBezTo>
                <a:cubicBezTo>
                  <a:pt x="8046059" y="3189249"/>
                  <a:pt x="7984984" y="3232563"/>
                  <a:pt x="7980286" y="3316268"/>
                </a:cubicBezTo>
                <a:cubicBezTo>
                  <a:pt x="7977708" y="3362217"/>
                  <a:pt x="8029959" y="3573973"/>
                  <a:pt x="8029959" y="3573973"/>
                </a:cubicBezTo>
                <a:lnTo>
                  <a:pt x="7699665" y="3580504"/>
                </a:lnTo>
                <a:cubicBezTo>
                  <a:pt x="7699665" y="3580504"/>
                  <a:pt x="7695425" y="3489294"/>
                  <a:pt x="7761198" y="3397224"/>
                </a:cubicBezTo>
                <a:cubicBezTo>
                  <a:pt x="7826970" y="3305154"/>
                  <a:pt x="7774375" y="2986604"/>
                  <a:pt x="7761198" y="2896024"/>
                </a:cubicBezTo>
                <a:cubicBezTo>
                  <a:pt x="7748020" y="2805386"/>
                  <a:pt x="7427294" y="2512504"/>
                  <a:pt x="7427294" y="2356438"/>
                </a:cubicBezTo>
                <a:cubicBezTo>
                  <a:pt x="7427294" y="2170522"/>
                  <a:pt x="7553682" y="2188225"/>
                  <a:pt x="7573505" y="2330026"/>
                </a:cubicBezTo>
                <a:cubicBezTo>
                  <a:pt x="7593272" y="2471769"/>
                  <a:pt x="7567833" y="2681118"/>
                  <a:pt x="7506931" y="2844575"/>
                </a:cubicBezTo>
                <a:lnTo>
                  <a:pt x="7454107" y="2985458"/>
                </a:lnTo>
                <a:lnTo>
                  <a:pt x="7454107" y="2985458"/>
                </a:lnTo>
                <a:cubicBezTo>
                  <a:pt x="7425059" y="3087554"/>
                  <a:pt x="7421278" y="3195552"/>
                  <a:pt x="7443565" y="3300054"/>
                </a:cubicBezTo>
                <a:cubicBezTo>
                  <a:pt x="7443565" y="3300054"/>
                  <a:pt x="7373094" y="3325321"/>
                  <a:pt x="7345995" y="3404672"/>
                </a:cubicBezTo>
                <a:cubicBezTo>
                  <a:pt x="7331156" y="3448214"/>
                  <a:pt x="7347541" y="3583540"/>
                  <a:pt x="7347541" y="3583540"/>
                </a:cubicBezTo>
                <a:lnTo>
                  <a:pt x="7004585" y="3583540"/>
                </a:lnTo>
                <a:cubicBezTo>
                  <a:pt x="7004585" y="3583540"/>
                  <a:pt x="7004585" y="3429193"/>
                  <a:pt x="7081702" y="3369207"/>
                </a:cubicBezTo>
                <a:lnTo>
                  <a:pt x="7081702" y="3369207"/>
                </a:lnTo>
                <a:cubicBezTo>
                  <a:pt x="7240690" y="3318617"/>
                  <a:pt x="7718228" y="3426959"/>
                  <a:pt x="8645746" y="3429250"/>
                </a:cubicBezTo>
                <a:cubicBezTo>
                  <a:pt x="9470766" y="3431256"/>
                  <a:pt x="9878521" y="3361129"/>
                  <a:pt x="11096400" y="3397911"/>
                </a:cubicBezTo>
                <a:cubicBezTo>
                  <a:pt x="11126937" y="3398828"/>
                  <a:pt x="11118630" y="3340102"/>
                  <a:pt x="11196491" y="3277825"/>
                </a:cubicBezTo>
                <a:cubicBezTo>
                  <a:pt x="11167558" y="3382327"/>
                  <a:pt x="11229836" y="3400145"/>
                  <a:pt x="11229836" y="3400145"/>
                </a:cubicBezTo>
                <a:lnTo>
                  <a:pt x="11324598" y="3404614"/>
                </a:lnTo>
                <a:cubicBezTo>
                  <a:pt x="11324598" y="3404614"/>
                  <a:pt x="11371579" y="3198646"/>
                  <a:pt x="11429960" y="3177791"/>
                </a:cubicBezTo>
                <a:cubicBezTo>
                  <a:pt x="11389913" y="3315695"/>
                  <a:pt x="11437179" y="3408797"/>
                  <a:pt x="11437179" y="3408797"/>
                </a:cubicBezTo>
                <a:cubicBezTo>
                  <a:pt x="11759052" y="3458011"/>
                  <a:pt x="12152713" y="3484710"/>
                  <a:pt x="12639704" y="3324576"/>
                </a:cubicBezTo>
              </a:path>
            </a:pathLst>
          </a:custGeom>
          <a:noFill/>
          <a:ln w="40171" cap="rnd">
            <a:solidFill>
              <a:schemeClr val="bg1">
                <a:alpha val="30000"/>
              </a:schemeClr>
            </a:solidFill>
            <a:prstDash val="solid"/>
            <a:round/>
          </a:ln>
        </p:spPr>
        <p:txBody>
          <a:bodyPr rtlCol="0" anchor="ctr"/>
          <a:lstStyle/>
          <a:p>
            <a:endParaRPr lang="en-US" sz="1013"/>
          </a:p>
        </p:txBody>
      </p:sp>
      <p:sp>
        <p:nvSpPr>
          <p:cNvPr id="8" name="Text Placeholder 11">
            <a:extLst>
              <a:ext uri="{FF2B5EF4-FFF2-40B4-BE49-F238E27FC236}">
                <a16:creationId xmlns:a16="http://schemas.microsoft.com/office/drawing/2014/main" id="{894F1FE2-E32B-565E-5C99-F4B70C4DB69F}"/>
              </a:ext>
            </a:extLst>
          </p:cNvPr>
          <p:cNvSpPr txBox="1">
            <a:spLocks/>
          </p:cNvSpPr>
          <p:nvPr/>
        </p:nvSpPr>
        <p:spPr>
          <a:xfrm>
            <a:off x="336948" y="1956049"/>
            <a:ext cx="2863453" cy="1057580"/>
          </a:xfrm>
          <a:prstGeom prst="rect">
            <a:avLst/>
          </a:prstGeom>
        </p:spPr>
        <p:txBody>
          <a:bodyPr vert="horz" lIns="13716" tIns="0" rIns="0" bIns="0" rtlCol="0">
            <a:noAutofit/>
          </a:bodyPr>
          <a:lstStyle>
            <a:lvl1pPr marL="0" indent="0" algn="l" defTabSz="914377" rtl="0" eaLnBrk="1" latinLnBrk="0" hangingPunct="1">
              <a:lnSpc>
                <a:spcPct val="85000"/>
              </a:lnSpc>
              <a:spcBef>
                <a:spcPts val="0"/>
              </a:spcBef>
              <a:spcAft>
                <a:spcPts val="800"/>
              </a:spcAft>
              <a:buClr>
                <a:schemeClr val="tx2"/>
              </a:buClr>
              <a:buFont typeface="Arial" panose="020B0604020202020204" pitchFamily="34" charset="0"/>
              <a:buNone/>
              <a:tabLst/>
              <a:defRPr lang="en-US" sz="1867" b="0" kern="1200" spc="0">
                <a:solidFill>
                  <a:schemeClr val="bg1"/>
                </a:solidFill>
                <a:latin typeface="+mn-lt"/>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Convert to shape and use ‘edit shape’ to extend the illustration off the edges if needed.</a:t>
            </a:r>
          </a:p>
          <a:p>
            <a:r>
              <a:rPr lang="en-US" sz="1400"/>
              <a:t>Lower the opacity of the illustration to prioritize the copy.</a:t>
            </a:r>
          </a:p>
        </p:txBody>
      </p:sp>
      <p:sp>
        <p:nvSpPr>
          <p:cNvPr id="6" name="Footer Placeholder 1">
            <a:extLst>
              <a:ext uri="{FF2B5EF4-FFF2-40B4-BE49-F238E27FC236}">
                <a16:creationId xmlns:a16="http://schemas.microsoft.com/office/drawing/2014/main" id="{57A40DA9-FC79-6E47-8094-4328159AE069}"/>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37053658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5CC3E5-5380-FBB9-81FE-62D06FFDC1FD}"/>
              </a:ext>
            </a:extLst>
          </p:cNvPr>
          <p:cNvSpPr>
            <a:spLocks noGrp="1"/>
          </p:cNvSpPr>
          <p:nvPr>
            <p:ph type="title"/>
          </p:nvPr>
        </p:nvSpPr>
        <p:spPr>
          <a:xfrm>
            <a:off x="336854" y="445961"/>
            <a:ext cx="6232483" cy="587676"/>
          </a:xfrm>
        </p:spPr>
        <p:txBody>
          <a:bodyPr/>
          <a:lstStyle/>
          <a:p>
            <a:r>
              <a:rPr lang="en-US"/>
              <a:t>Illustration Use Layout Example</a:t>
            </a:r>
          </a:p>
        </p:txBody>
      </p:sp>
      <p:sp>
        <p:nvSpPr>
          <p:cNvPr id="8" name="Text Placeholder 7">
            <a:extLst>
              <a:ext uri="{FF2B5EF4-FFF2-40B4-BE49-F238E27FC236}">
                <a16:creationId xmlns:a16="http://schemas.microsoft.com/office/drawing/2014/main" id="{6F94BC8E-14FB-51D7-CEBB-B205461E2961}"/>
              </a:ext>
            </a:extLst>
          </p:cNvPr>
          <p:cNvSpPr>
            <a:spLocks noGrp="1"/>
          </p:cNvSpPr>
          <p:nvPr>
            <p:ph type="body" sz="quarter" idx="12"/>
          </p:nvPr>
        </p:nvSpPr>
        <p:spPr/>
        <p:txBody>
          <a:bodyPr/>
          <a:lstStyle/>
          <a:p>
            <a:r>
              <a:rPr lang="en-US"/>
              <a:t>ILLUSTRATIONS</a:t>
            </a:r>
          </a:p>
        </p:txBody>
      </p:sp>
      <p:sp>
        <p:nvSpPr>
          <p:cNvPr id="2" name="Text Placeholder 1">
            <a:extLst>
              <a:ext uri="{FF2B5EF4-FFF2-40B4-BE49-F238E27FC236}">
                <a16:creationId xmlns:a16="http://schemas.microsoft.com/office/drawing/2014/main" id="{B2CF71EA-9F8E-412E-0793-504BBE4A083D}"/>
              </a:ext>
            </a:extLst>
          </p:cNvPr>
          <p:cNvSpPr>
            <a:spLocks noGrp="1"/>
          </p:cNvSpPr>
          <p:nvPr>
            <p:ph type="body" sz="quarter" idx="35"/>
          </p:nvPr>
        </p:nvSpPr>
        <p:spPr/>
        <p:txBody>
          <a:bodyPr/>
          <a:lstStyle/>
          <a:p>
            <a:r>
              <a:rPr lang="en-US" err="1"/>
              <a:t>Consectetur</a:t>
            </a:r>
            <a:r>
              <a:rPr lang="en-US"/>
              <a:t> </a:t>
            </a:r>
            <a:r>
              <a:rPr lang="en-US" err="1"/>
              <a:t>adipiscing</a:t>
            </a:r>
            <a:r>
              <a:rPr lang="en-US"/>
              <a:t> elit </a:t>
            </a:r>
            <a:r>
              <a:rPr lang="en-US" err="1"/>
              <a:t>tempor</a:t>
            </a:r>
            <a:r>
              <a:rPr lang="en-US"/>
              <a:t> </a:t>
            </a:r>
            <a:r>
              <a:rPr lang="en-US" err="1"/>
              <a:t>varius</a:t>
            </a:r>
            <a:r>
              <a:rPr lang="en-US"/>
              <a:t> eros</a:t>
            </a:r>
          </a:p>
        </p:txBody>
      </p:sp>
      <p:sp>
        <p:nvSpPr>
          <p:cNvPr id="10" name="Content Placeholder 9">
            <a:extLst>
              <a:ext uri="{FF2B5EF4-FFF2-40B4-BE49-F238E27FC236}">
                <a16:creationId xmlns:a16="http://schemas.microsoft.com/office/drawing/2014/main" id="{00ED3FC4-537F-FCC2-9682-F6E5928C5487}"/>
              </a:ext>
            </a:extLst>
          </p:cNvPr>
          <p:cNvSpPr>
            <a:spLocks noGrp="1"/>
          </p:cNvSpPr>
          <p:nvPr>
            <p:ph sz="quarter" idx="36"/>
          </p:nvPr>
        </p:nvSpPr>
        <p:spPr>
          <a:xfrm>
            <a:off x="336856" y="1497092"/>
            <a:ext cx="5195264" cy="1954769"/>
          </a:xfrm>
        </p:spPr>
        <p:txBody>
          <a:bodyPr/>
          <a:lstStyle/>
          <a:p>
            <a:r>
              <a:rPr lang="en-US"/>
              <a:t>Quisque lacinia </a:t>
            </a:r>
            <a:r>
              <a:rPr lang="en-US" err="1"/>
              <a:t>commodo</a:t>
            </a:r>
            <a:r>
              <a:rPr lang="en-US"/>
              <a:t> maximus </a:t>
            </a:r>
          </a:p>
          <a:p>
            <a:r>
              <a:rPr lang="en-US" err="1"/>
              <a:t>Fusce</a:t>
            </a:r>
            <a:r>
              <a:rPr lang="en-US"/>
              <a:t> </a:t>
            </a:r>
            <a:r>
              <a:rPr lang="en-US" err="1"/>
              <a:t>nibh</a:t>
            </a:r>
            <a:r>
              <a:rPr lang="en-US"/>
              <a:t> </a:t>
            </a:r>
            <a:r>
              <a:rPr lang="en-US" err="1"/>
              <a:t>lacus</a:t>
            </a:r>
            <a:r>
              <a:rPr lang="en-US"/>
              <a:t>, </a:t>
            </a:r>
            <a:r>
              <a:rPr lang="en-US" err="1"/>
              <a:t>ullamcorper</a:t>
            </a:r>
            <a:r>
              <a:rPr lang="en-US"/>
              <a:t> </a:t>
            </a:r>
            <a:r>
              <a:rPr lang="en-US" err="1"/>
              <a:t>nec</a:t>
            </a:r>
            <a:r>
              <a:rPr lang="en-US"/>
              <a:t> </a:t>
            </a:r>
            <a:r>
              <a:rPr lang="en-US" err="1"/>
              <a:t>sodales</a:t>
            </a:r>
            <a:r>
              <a:rPr lang="en-US"/>
              <a:t> id, </a:t>
            </a:r>
            <a:r>
              <a:rPr lang="en-US" err="1"/>
              <a:t>mollis</a:t>
            </a:r>
            <a:r>
              <a:rPr lang="en-US"/>
              <a:t> vel dui</a:t>
            </a:r>
          </a:p>
          <a:p>
            <a:r>
              <a:rPr lang="en-US" err="1"/>
              <a:t>Aliquam</a:t>
            </a:r>
            <a:r>
              <a:rPr lang="en-US"/>
              <a:t> </a:t>
            </a:r>
            <a:r>
              <a:rPr lang="en-US" err="1"/>
              <a:t>viverra</a:t>
            </a:r>
            <a:r>
              <a:rPr lang="en-US"/>
              <a:t> gravida ante, </a:t>
            </a:r>
            <a:r>
              <a:rPr lang="en-US" err="1"/>
              <a:t>nec</a:t>
            </a:r>
            <a:r>
              <a:rPr lang="en-US"/>
              <a:t> semper libero </a:t>
            </a:r>
            <a:r>
              <a:rPr lang="en-US" err="1"/>
              <a:t>tempor</a:t>
            </a:r>
            <a:r>
              <a:rPr lang="en-US"/>
              <a:t> a Vestibulum ante ipsum </a:t>
            </a:r>
            <a:r>
              <a:rPr lang="en-US" err="1"/>
              <a:t>primis</a:t>
            </a:r>
            <a:r>
              <a:rPr lang="en-US"/>
              <a:t> in </a:t>
            </a:r>
            <a:r>
              <a:rPr lang="en-US" err="1"/>
              <a:t>faucibus</a:t>
            </a:r>
            <a:r>
              <a:rPr lang="en-US"/>
              <a:t> </a:t>
            </a:r>
            <a:r>
              <a:rPr lang="en-US" err="1"/>
              <a:t>orci</a:t>
            </a:r>
            <a:r>
              <a:rPr lang="en-US"/>
              <a:t> luctus et </a:t>
            </a:r>
            <a:r>
              <a:rPr lang="en-US" err="1"/>
              <a:t>ultrices</a:t>
            </a:r>
            <a:r>
              <a:rPr lang="en-US"/>
              <a:t> </a:t>
            </a:r>
            <a:r>
              <a:rPr lang="en-US" err="1"/>
              <a:t>posuere</a:t>
            </a:r>
            <a:r>
              <a:rPr lang="en-US"/>
              <a:t> </a:t>
            </a:r>
            <a:r>
              <a:rPr lang="en-US" err="1"/>
              <a:t>cubilia</a:t>
            </a:r>
            <a:r>
              <a:rPr lang="en-US"/>
              <a:t> curae</a:t>
            </a:r>
          </a:p>
          <a:p>
            <a:r>
              <a:rPr lang="en-US"/>
              <a:t>Integer </a:t>
            </a:r>
            <a:r>
              <a:rPr lang="en-US" err="1"/>
              <a:t>elementum</a:t>
            </a:r>
            <a:r>
              <a:rPr lang="en-US"/>
              <a:t> ligula </a:t>
            </a:r>
            <a:r>
              <a:rPr lang="en-US" err="1"/>
              <a:t>felis</a:t>
            </a:r>
            <a:endParaRPr lang="en-US"/>
          </a:p>
          <a:p>
            <a:r>
              <a:rPr lang="en-US"/>
              <a:t>Vel maximus </a:t>
            </a:r>
            <a:r>
              <a:rPr lang="en-US" err="1"/>
              <a:t>neque</a:t>
            </a:r>
            <a:r>
              <a:rPr lang="en-US"/>
              <a:t> convallis </a:t>
            </a:r>
            <a:r>
              <a:rPr lang="en-US" err="1"/>
              <a:t>neco</a:t>
            </a:r>
            <a:endParaRPr lang="en-US"/>
          </a:p>
        </p:txBody>
      </p:sp>
      <p:sp>
        <p:nvSpPr>
          <p:cNvPr id="14" name="Freeform: Shape 13">
            <a:extLst>
              <a:ext uri="{FF2B5EF4-FFF2-40B4-BE49-F238E27FC236}">
                <a16:creationId xmlns:a16="http://schemas.microsoft.com/office/drawing/2014/main" id="{42985A22-79B2-BD60-E905-FCC949813B08}"/>
              </a:ext>
            </a:extLst>
          </p:cNvPr>
          <p:cNvSpPr/>
          <p:nvPr/>
        </p:nvSpPr>
        <p:spPr>
          <a:xfrm>
            <a:off x="6197326" y="1850556"/>
            <a:ext cx="231929" cy="330191"/>
          </a:xfrm>
          <a:custGeom>
            <a:avLst/>
            <a:gdLst>
              <a:gd name="connsiteX0" fmla="*/ 309238 w 309238"/>
              <a:gd name="connsiteY0" fmla="*/ 56394 h 440255"/>
              <a:gd name="connsiteX1" fmla="*/ 25954 w 309238"/>
              <a:gd name="connsiteY1" fmla="*/ 66833 h 440255"/>
              <a:gd name="connsiteX2" fmla="*/ 4223 w 309238"/>
              <a:gd name="connsiteY2" fmla="*/ 201024 h 440255"/>
              <a:gd name="connsiteX3" fmla="*/ 61800 w 309238"/>
              <a:gd name="connsiteY3" fmla="*/ 327074 h 440255"/>
              <a:gd name="connsiteX4" fmla="*/ 143272 w 309238"/>
              <a:gd name="connsiteY4" fmla="*/ 440256 h 440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38" h="440255">
                <a:moveTo>
                  <a:pt x="309238" y="56394"/>
                </a:moveTo>
                <a:cubicBezTo>
                  <a:pt x="230326" y="-9847"/>
                  <a:pt x="91014" y="-31053"/>
                  <a:pt x="25954" y="66833"/>
                </a:cubicBezTo>
                <a:cubicBezTo>
                  <a:pt x="219" y="105567"/>
                  <a:pt x="-4968" y="155396"/>
                  <a:pt x="4223" y="201024"/>
                </a:cubicBezTo>
                <a:cubicBezTo>
                  <a:pt x="13415" y="246585"/>
                  <a:pt x="35867" y="288471"/>
                  <a:pt x="61800" y="327074"/>
                </a:cubicBezTo>
                <a:cubicBezTo>
                  <a:pt x="87732" y="365676"/>
                  <a:pt x="117406" y="401653"/>
                  <a:pt x="143272" y="440256"/>
                </a:cubicBezTo>
              </a:path>
            </a:pathLst>
          </a:custGeom>
          <a:noFill/>
          <a:ln w="34925" cap="rnd">
            <a:solidFill>
              <a:srgbClr val="F26322"/>
            </a:solidFill>
            <a:prstDash val="solid"/>
            <a:round/>
          </a:ln>
        </p:spPr>
        <p:txBody>
          <a:bodyPr rtlCol="0" anchor="ctr"/>
          <a:lstStyle/>
          <a:p>
            <a:endParaRPr lang="en-US" sz="1013"/>
          </a:p>
        </p:txBody>
      </p:sp>
      <p:sp>
        <p:nvSpPr>
          <p:cNvPr id="15" name="Freeform: Shape 14">
            <a:extLst>
              <a:ext uri="{FF2B5EF4-FFF2-40B4-BE49-F238E27FC236}">
                <a16:creationId xmlns:a16="http://schemas.microsoft.com/office/drawing/2014/main" id="{3F4297E5-B045-939A-AC4D-AD0D19E7BF0B}"/>
              </a:ext>
            </a:extLst>
          </p:cNvPr>
          <p:cNvSpPr/>
          <p:nvPr/>
        </p:nvSpPr>
        <p:spPr>
          <a:xfrm>
            <a:off x="6364983" y="1529392"/>
            <a:ext cx="204355" cy="299597"/>
          </a:xfrm>
          <a:custGeom>
            <a:avLst/>
            <a:gdLst>
              <a:gd name="connsiteX0" fmla="*/ 272473 w 272473"/>
              <a:gd name="connsiteY0" fmla="*/ 31161 h 399463"/>
              <a:gd name="connsiteX1" fmla="*/ 25954 w 272473"/>
              <a:gd name="connsiteY1" fmla="*/ 66810 h 399463"/>
              <a:gd name="connsiteX2" fmla="*/ 4223 w 272473"/>
              <a:gd name="connsiteY2" fmla="*/ 201001 h 399463"/>
              <a:gd name="connsiteX3" fmla="*/ 61799 w 272473"/>
              <a:gd name="connsiteY3" fmla="*/ 327050 h 399463"/>
              <a:gd name="connsiteX4" fmla="*/ 114320 w 272473"/>
              <a:gd name="connsiteY4" fmla="*/ 399464 h 399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73" h="399463">
                <a:moveTo>
                  <a:pt x="272473" y="31161"/>
                </a:moveTo>
                <a:cubicBezTo>
                  <a:pt x="192379" y="-13481"/>
                  <a:pt x="81823" y="-17158"/>
                  <a:pt x="25954" y="66810"/>
                </a:cubicBezTo>
                <a:cubicBezTo>
                  <a:pt x="219" y="105544"/>
                  <a:pt x="-4968" y="155373"/>
                  <a:pt x="4223" y="201001"/>
                </a:cubicBezTo>
                <a:cubicBezTo>
                  <a:pt x="13415" y="246562"/>
                  <a:pt x="35867" y="288448"/>
                  <a:pt x="61799" y="327050"/>
                </a:cubicBezTo>
                <a:cubicBezTo>
                  <a:pt x="78409" y="351801"/>
                  <a:pt x="96594" y="375435"/>
                  <a:pt x="114320" y="399464"/>
                </a:cubicBezTo>
              </a:path>
            </a:pathLst>
          </a:custGeom>
          <a:noFill/>
          <a:ln w="34925" cap="rnd">
            <a:solidFill>
              <a:srgbClr val="F26322"/>
            </a:solidFill>
            <a:prstDash val="solid"/>
            <a:round/>
          </a:ln>
        </p:spPr>
        <p:txBody>
          <a:bodyPr rtlCol="0" anchor="ctr"/>
          <a:lstStyle/>
          <a:p>
            <a:endParaRPr lang="en-US" sz="1013"/>
          </a:p>
        </p:txBody>
      </p:sp>
      <p:sp>
        <p:nvSpPr>
          <p:cNvPr id="16" name="Freeform: Shape 15">
            <a:extLst>
              <a:ext uri="{FF2B5EF4-FFF2-40B4-BE49-F238E27FC236}">
                <a16:creationId xmlns:a16="http://schemas.microsoft.com/office/drawing/2014/main" id="{5CDA14FB-BF06-7EFA-8026-3AD58E291E54}"/>
              </a:ext>
            </a:extLst>
          </p:cNvPr>
          <p:cNvSpPr/>
          <p:nvPr/>
        </p:nvSpPr>
        <p:spPr>
          <a:xfrm>
            <a:off x="6101808" y="2196541"/>
            <a:ext cx="190219" cy="318337"/>
          </a:xfrm>
          <a:custGeom>
            <a:avLst/>
            <a:gdLst>
              <a:gd name="connsiteX0" fmla="*/ 253626 w 253625"/>
              <a:gd name="connsiteY0" fmla="*/ 18989 h 424449"/>
              <a:gd name="connsiteX1" fmla="*/ 12687 w 253625"/>
              <a:gd name="connsiteY1" fmla="*/ 109456 h 424449"/>
              <a:gd name="connsiteX2" fmla="*/ 12490 w 253625"/>
              <a:gd name="connsiteY2" fmla="*/ 272664 h 424449"/>
              <a:gd name="connsiteX3" fmla="*/ 78403 w 253625"/>
              <a:gd name="connsiteY3" fmla="*/ 424449 h 424449"/>
            </a:gdLst>
            <a:ahLst/>
            <a:cxnLst>
              <a:cxn ang="0">
                <a:pos x="connsiteX0" y="connsiteY0"/>
              </a:cxn>
              <a:cxn ang="0">
                <a:pos x="connsiteX1" y="connsiteY1"/>
              </a:cxn>
              <a:cxn ang="0">
                <a:pos x="connsiteX2" y="connsiteY2"/>
              </a:cxn>
              <a:cxn ang="0">
                <a:pos x="connsiteX3" y="connsiteY3"/>
              </a:cxn>
            </a:cxnLst>
            <a:rect l="l" t="t" r="r" b="b"/>
            <a:pathLst>
              <a:path w="253625" h="424449">
                <a:moveTo>
                  <a:pt x="253626" y="18989"/>
                </a:moveTo>
                <a:cubicBezTo>
                  <a:pt x="158498" y="-24538"/>
                  <a:pt x="49254" y="7237"/>
                  <a:pt x="12687" y="109456"/>
                </a:cubicBezTo>
                <a:cubicBezTo>
                  <a:pt x="-5958" y="161517"/>
                  <a:pt x="-2347" y="219421"/>
                  <a:pt x="12490" y="272664"/>
                </a:cubicBezTo>
                <a:cubicBezTo>
                  <a:pt x="27327" y="325907"/>
                  <a:pt x="52996" y="375408"/>
                  <a:pt x="78403" y="424449"/>
                </a:cubicBezTo>
              </a:path>
            </a:pathLst>
          </a:custGeom>
          <a:noFill/>
          <a:ln w="34925" cap="rnd">
            <a:solidFill>
              <a:srgbClr val="F26322"/>
            </a:solidFill>
            <a:prstDash val="solid"/>
            <a:round/>
          </a:ln>
        </p:spPr>
        <p:txBody>
          <a:bodyPr rtlCol="0" anchor="ctr"/>
          <a:lstStyle/>
          <a:p>
            <a:endParaRPr lang="en-US" sz="1013"/>
          </a:p>
        </p:txBody>
      </p:sp>
      <p:sp>
        <p:nvSpPr>
          <p:cNvPr id="17" name="Freeform: Shape 16">
            <a:extLst>
              <a:ext uri="{FF2B5EF4-FFF2-40B4-BE49-F238E27FC236}">
                <a16:creationId xmlns:a16="http://schemas.microsoft.com/office/drawing/2014/main" id="{C5BDF63E-7DFE-27D2-C3A0-09AB77330EC3}"/>
              </a:ext>
            </a:extLst>
          </p:cNvPr>
          <p:cNvSpPr/>
          <p:nvPr/>
        </p:nvSpPr>
        <p:spPr>
          <a:xfrm>
            <a:off x="-151582" y="1104841"/>
            <a:ext cx="8098459" cy="3358574"/>
          </a:xfrm>
          <a:custGeom>
            <a:avLst/>
            <a:gdLst>
              <a:gd name="connsiteX0" fmla="*/ 0 w 4000906"/>
              <a:gd name="connsiteY0" fmla="*/ 3582512 h 4031360"/>
              <a:gd name="connsiteX1" fmla="*/ 991790 w 4000906"/>
              <a:gd name="connsiteY1" fmla="*/ 3684205 h 4031360"/>
              <a:gd name="connsiteX2" fmla="*/ 1946159 w 4000906"/>
              <a:gd name="connsiteY2" fmla="*/ 3975696 h 4031360"/>
              <a:gd name="connsiteX3" fmla="*/ 2800410 w 4000906"/>
              <a:gd name="connsiteY3" fmla="*/ 3952193 h 4031360"/>
              <a:gd name="connsiteX4" fmla="*/ 2942545 w 4000906"/>
              <a:gd name="connsiteY4" fmla="*/ 3842752 h 4031360"/>
              <a:gd name="connsiteX5" fmla="*/ 2959680 w 4000906"/>
              <a:gd name="connsiteY5" fmla="*/ 3692018 h 4031360"/>
              <a:gd name="connsiteX6" fmla="*/ 2721892 w 4000906"/>
              <a:gd name="connsiteY6" fmla="*/ 3295879 h 4031360"/>
              <a:gd name="connsiteX7" fmla="*/ 2507213 w 4000906"/>
              <a:gd name="connsiteY7" fmla="*/ 3191363 h 4031360"/>
              <a:gd name="connsiteX8" fmla="*/ 2272182 w 4000906"/>
              <a:gd name="connsiteY8" fmla="*/ 3091442 h 4031360"/>
              <a:gd name="connsiteX9" fmla="*/ 1723930 w 4000906"/>
              <a:gd name="connsiteY9" fmla="*/ 2854770 h 4031360"/>
              <a:gd name="connsiteX10" fmla="*/ 1376637 w 4000906"/>
              <a:gd name="connsiteY10" fmla="*/ 2704823 h 4031360"/>
              <a:gd name="connsiteX11" fmla="*/ 1368496 w 4000906"/>
              <a:gd name="connsiteY11" fmla="*/ 2701344 h 4031360"/>
              <a:gd name="connsiteX12" fmla="*/ 1318929 w 4000906"/>
              <a:gd name="connsiteY12" fmla="*/ 2576476 h 4031360"/>
              <a:gd name="connsiteX13" fmla="*/ 2406176 w 4000906"/>
              <a:gd name="connsiteY13" fmla="*/ 57381 h 4031360"/>
              <a:gd name="connsiteX14" fmla="*/ 2531044 w 4000906"/>
              <a:gd name="connsiteY14" fmla="*/ 7814 h 4031360"/>
              <a:gd name="connsiteX15" fmla="*/ 3943526 w 4000906"/>
              <a:gd name="connsiteY15" fmla="*/ 617515 h 4031360"/>
              <a:gd name="connsiteX16" fmla="*/ 3993093 w 4000906"/>
              <a:gd name="connsiteY16" fmla="*/ 742383 h 4031360"/>
              <a:gd name="connsiteX17" fmla="*/ 3853716 w 4000906"/>
              <a:gd name="connsiteY17" fmla="*/ 1065255 h 4031360"/>
              <a:gd name="connsiteX0" fmla="*/ 0 w 10752226"/>
              <a:gd name="connsiteY0" fmla="*/ 4306412 h 4306412"/>
              <a:gd name="connsiteX1" fmla="*/ 7743110 w 10752226"/>
              <a:gd name="connsiteY1" fmla="*/ 3684205 h 4306412"/>
              <a:gd name="connsiteX2" fmla="*/ 8697479 w 10752226"/>
              <a:gd name="connsiteY2" fmla="*/ 3975696 h 4306412"/>
              <a:gd name="connsiteX3" fmla="*/ 9551730 w 10752226"/>
              <a:gd name="connsiteY3" fmla="*/ 3952193 h 4306412"/>
              <a:gd name="connsiteX4" fmla="*/ 9693865 w 10752226"/>
              <a:gd name="connsiteY4" fmla="*/ 3842752 h 4306412"/>
              <a:gd name="connsiteX5" fmla="*/ 9711000 w 10752226"/>
              <a:gd name="connsiteY5" fmla="*/ 3692018 h 4306412"/>
              <a:gd name="connsiteX6" fmla="*/ 9473212 w 10752226"/>
              <a:gd name="connsiteY6" fmla="*/ 3295879 h 4306412"/>
              <a:gd name="connsiteX7" fmla="*/ 9258533 w 10752226"/>
              <a:gd name="connsiteY7" fmla="*/ 3191363 h 4306412"/>
              <a:gd name="connsiteX8" fmla="*/ 9023502 w 10752226"/>
              <a:gd name="connsiteY8" fmla="*/ 3091442 h 4306412"/>
              <a:gd name="connsiteX9" fmla="*/ 8475250 w 10752226"/>
              <a:gd name="connsiteY9" fmla="*/ 2854770 h 4306412"/>
              <a:gd name="connsiteX10" fmla="*/ 8127957 w 10752226"/>
              <a:gd name="connsiteY10" fmla="*/ 2704823 h 4306412"/>
              <a:gd name="connsiteX11" fmla="*/ 8119816 w 10752226"/>
              <a:gd name="connsiteY11" fmla="*/ 2701344 h 4306412"/>
              <a:gd name="connsiteX12" fmla="*/ 8070249 w 10752226"/>
              <a:gd name="connsiteY12" fmla="*/ 2576476 h 4306412"/>
              <a:gd name="connsiteX13" fmla="*/ 9157496 w 10752226"/>
              <a:gd name="connsiteY13" fmla="*/ 57381 h 4306412"/>
              <a:gd name="connsiteX14" fmla="*/ 9282364 w 10752226"/>
              <a:gd name="connsiteY14" fmla="*/ 7814 h 4306412"/>
              <a:gd name="connsiteX15" fmla="*/ 10694846 w 10752226"/>
              <a:gd name="connsiteY15" fmla="*/ 617515 h 4306412"/>
              <a:gd name="connsiteX16" fmla="*/ 10744413 w 10752226"/>
              <a:gd name="connsiteY16" fmla="*/ 742383 h 4306412"/>
              <a:gd name="connsiteX17" fmla="*/ 10605036 w 10752226"/>
              <a:gd name="connsiteY17" fmla="*/ 1065255 h 4306412"/>
              <a:gd name="connsiteX0" fmla="*/ 0 w 10752226"/>
              <a:gd name="connsiteY0" fmla="*/ 4306412 h 4306412"/>
              <a:gd name="connsiteX1" fmla="*/ 2431970 w 10752226"/>
              <a:gd name="connsiteY1" fmla="*/ 3539425 h 4306412"/>
              <a:gd name="connsiteX2" fmla="*/ 8697479 w 10752226"/>
              <a:gd name="connsiteY2" fmla="*/ 3975696 h 4306412"/>
              <a:gd name="connsiteX3" fmla="*/ 9551730 w 10752226"/>
              <a:gd name="connsiteY3" fmla="*/ 3952193 h 4306412"/>
              <a:gd name="connsiteX4" fmla="*/ 9693865 w 10752226"/>
              <a:gd name="connsiteY4" fmla="*/ 3842752 h 4306412"/>
              <a:gd name="connsiteX5" fmla="*/ 9711000 w 10752226"/>
              <a:gd name="connsiteY5" fmla="*/ 3692018 h 4306412"/>
              <a:gd name="connsiteX6" fmla="*/ 9473212 w 10752226"/>
              <a:gd name="connsiteY6" fmla="*/ 3295879 h 4306412"/>
              <a:gd name="connsiteX7" fmla="*/ 9258533 w 10752226"/>
              <a:gd name="connsiteY7" fmla="*/ 3191363 h 4306412"/>
              <a:gd name="connsiteX8" fmla="*/ 9023502 w 10752226"/>
              <a:gd name="connsiteY8" fmla="*/ 3091442 h 4306412"/>
              <a:gd name="connsiteX9" fmla="*/ 8475250 w 10752226"/>
              <a:gd name="connsiteY9" fmla="*/ 2854770 h 4306412"/>
              <a:gd name="connsiteX10" fmla="*/ 8127957 w 10752226"/>
              <a:gd name="connsiteY10" fmla="*/ 2704823 h 4306412"/>
              <a:gd name="connsiteX11" fmla="*/ 8119816 w 10752226"/>
              <a:gd name="connsiteY11" fmla="*/ 2701344 h 4306412"/>
              <a:gd name="connsiteX12" fmla="*/ 8070249 w 10752226"/>
              <a:gd name="connsiteY12" fmla="*/ 2576476 h 4306412"/>
              <a:gd name="connsiteX13" fmla="*/ 9157496 w 10752226"/>
              <a:gd name="connsiteY13" fmla="*/ 57381 h 4306412"/>
              <a:gd name="connsiteX14" fmla="*/ 9282364 w 10752226"/>
              <a:gd name="connsiteY14" fmla="*/ 7814 h 4306412"/>
              <a:gd name="connsiteX15" fmla="*/ 10694846 w 10752226"/>
              <a:gd name="connsiteY15" fmla="*/ 617515 h 4306412"/>
              <a:gd name="connsiteX16" fmla="*/ 10744413 w 10752226"/>
              <a:gd name="connsiteY16" fmla="*/ 742383 h 4306412"/>
              <a:gd name="connsiteX17" fmla="*/ 10605036 w 10752226"/>
              <a:gd name="connsiteY17" fmla="*/ 1065255 h 4306412"/>
              <a:gd name="connsiteX0" fmla="*/ 0 w 10752226"/>
              <a:gd name="connsiteY0" fmla="*/ 4306412 h 4306412"/>
              <a:gd name="connsiteX1" fmla="*/ 2431970 w 10752226"/>
              <a:gd name="connsiteY1" fmla="*/ 3539425 h 4306412"/>
              <a:gd name="connsiteX2" fmla="*/ 6426719 w 10752226"/>
              <a:gd name="connsiteY2" fmla="*/ 4265256 h 4306412"/>
              <a:gd name="connsiteX3" fmla="*/ 9551730 w 10752226"/>
              <a:gd name="connsiteY3" fmla="*/ 3952193 h 4306412"/>
              <a:gd name="connsiteX4" fmla="*/ 9693865 w 10752226"/>
              <a:gd name="connsiteY4" fmla="*/ 3842752 h 4306412"/>
              <a:gd name="connsiteX5" fmla="*/ 9711000 w 10752226"/>
              <a:gd name="connsiteY5" fmla="*/ 3692018 h 4306412"/>
              <a:gd name="connsiteX6" fmla="*/ 9473212 w 10752226"/>
              <a:gd name="connsiteY6" fmla="*/ 3295879 h 4306412"/>
              <a:gd name="connsiteX7" fmla="*/ 9258533 w 10752226"/>
              <a:gd name="connsiteY7" fmla="*/ 3191363 h 4306412"/>
              <a:gd name="connsiteX8" fmla="*/ 9023502 w 10752226"/>
              <a:gd name="connsiteY8" fmla="*/ 3091442 h 4306412"/>
              <a:gd name="connsiteX9" fmla="*/ 8475250 w 10752226"/>
              <a:gd name="connsiteY9" fmla="*/ 2854770 h 4306412"/>
              <a:gd name="connsiteX10" fmla="*/ 8127957 w 10752226"/>
              <a:gd name="connsiteY10" fmla="*/ 2704823 h 4306412"/>
              <a:gd name="connsiteX11" fmla="*/ 8119816 w 10752226"/>
              <a:gd name="connsiteY11" fmla="*/ 2701344 h 4306412"/>
              <a:gd name="connsiteX12" fmla="*/ 8070249 w 10752226"/>
              <a:gd name="connsiteY12" fmla="*/ 2576476 h 4306412"/>
              <a:gd name="connsiteX13" fmla="*/ 9157496 w 10752226"/>
              <a:gd name="connsiteY13" fmla="*/ 57381 h 4306412"/>
              <a:gd name="connsiteX14" fmla="*/ 9282364 w 10752226"/>
              <a:gd name="connsiteY14" fmla="*/ 7814 h 4306412"/>
              <a:gd name="connsiteX15" fmla="*/ 10694846 w 10752226"/>
              <a:gd name="connsiteY15" fmla="*/ 617515 h 4306412"/>
              <a:gd name="connsiteX16" fmla="*/ 10744413 w 10752226"/>
              <a:gd name="connsiteY16" fmla="*/ 742383 h 4306412"/>
              <a:gd name="connsiteX17" fmla="*/ 10605036 w 10752226"/>
              <a:gd name="connsiteY17" fmla="*/ 1065255 h 4306412"/>
              <a:gd name="connsiteX0" fmla="*/ 0 w 10752226"/>
              <a:gd name="connsiteY0" fmla="*/ 4306412 h 4306412"/>
              <a:gd name="connsiteX1" fmla="*/ 2431970 w 10752226"/>
              <a:gd name="connsiteY1" fmla="*/ 3539425 h 4306412"/>
              <a:gd name="connsiteX2" fmla="*/ 6426719 w 10752226"/>
              <a:gd name="connsiteY2" fmla="*/ 4265256 h 4306412"/>
              <a:gd name="connsiteX3" fmla="*/ 9551730 w 10752226"/>
              <a:gd name="connsiteY3" fmla="*/ 3952193 h 4306412"/>
              <a:gd name="connsiteX4" fmla="*/ 9693865 w 10752226"/>
              <a:gd name="connsiteY4" fmla="*/ 3842752 h 4306412"/>
              <a:gd name="connsiteX5" fmla="*/ 9711000 w 10752226"/>
              <a:gd name="connsiteY5" fmla="*/ 3692018 h 4306412"/>
              <a:gd name="connsiteX6" fmla="*/ 9473212 w 10752226"/>
              <a:gd name="connsiteY6" fmla="*/ 3295879 h 4306412"/>
              <a:gd name="connsiteX7" fmla="*/ 9258533 w 10752226"/>
              <a:gd name="connsiteY7" fmla="*/ 3191363 h 4306412"/>
              <a:gd name="connsiteX8" fmla="*/ 9023502 w 10752226"/>
              <a:gd name="connsiteY8" fmla="*/ 3091442 h 4306412"/>
              <a:gd name="connsiteX9" fmla="*/ 8475250 w 10752226"/>
              <a:gd name="connsiteY9" fmla="*/ 2854770 h 4306412"/>
              <a:gd name="connsiteX10" fmla="*/ 8127957 w 10752226"/>
              <a:gd name="connsiteY10" fmla="*/ 2704823 h 4306412"/>
              <a:gd name="connsiteX11" fmla="*/ 8119816 w 10752226"/>
              <a:gd name="connsiteY11" fmla="*/ 2701344 h 4306412"/>
              <a:gd name="connsiteX12" fmla="*/ 8070249 w 10752226"/>
              <a:gd name="connsiteY12" fmla="*/ 2576476 h 4306412"/>
              <a:gd name="connsiteX13" fmla="*/ 9157496 w 10752226"/>
              <a:gd name="connsiteY13" fmla="*/ 57381 h 4306412"/>
              <a:gd name="connsiteX14" fmla="*/ 9282364 w 10752226"/>
              <a:gd name="connsiteY14" fmla="*/ 7814 h 4306412"/>
              <a:gd name="connsiteX15" fmla="*/ 10694846 w 10752226"/>
              <a:gd name="connsiteY15" fmla="*/ 617515 h 4306412"/>
              <a:gd name="connsiteX16" fmla="*/ 10744413 w 10752226"/>
              <a:gd name="connsiteY16" fmla="*/ 742383 h 4306412"/>
              <a:gd name="connsiteX17" fmla="*/ 10605036 w 10752226"/>
              <a:gd name="connsiteY17" fmla="*/ 1065255 h 4306412"/>
              <a:gd name="connsiteX0" fmla="*/ 0 w 10752226"/>
              <a:gd name="connsiteY0" fmla="*/ 4306412 h 4390477"/>
              <a:gd name="connsiteX1" fmla="*/ 2431970 w 10752226"/>
              <a:gd name="connsiteY1" fmla="*/ 3539425 h 4390477"/>
              <a:gd name="connsiteX2" fmla="*/ 6426719 w 10752226"/>
              <a:gd name="connsiteY2" fmla="*/ 4265256 h 4390477"/>
              <a:gd name="connsiteX3" fmla="*/ 9086910 w 10752226"/>
              <a:gd name="connsiteY3" fmla="*/ 4234133 h 4390477"/>
              <a:gd name="connsiteX4" fmla="*/ 9693865 w 10752226"/>
              <a:gd name="connsiteY4" fmla="*/ 3842752 h 4390477"/>
              <a:gd name="connsiteX5" fmla="*/ 9711000 w 10752226"/>
              <a:gd name="connsiteY5" fmla="*/ 3692018 h 4390477"/>
              <a:gd name="connsiteX6" fmla="*/ 9473212 w 10752226"/>
              <a:gd name="connsiteY6" fmla="*/ 3295879 h 4390477"/>
              <a:gd name="connsiteX7" fmla="*/ 9258533 w 10752226"/>
              <a:gd name="connsiteY7" fmla="*/ 3191363 h 4390477"/>
              <a:gd name="connsiteX8" fmla="*/ 9023502 w 10752226"/>
              <a:gd name="connsiteY8" fmla="*/ 3091442 h 4390477"/>
              <a:gd name="connsiteX9" fmla="*/ 8475250 w 10752226"/>
              <a:gd name="connsiteY9" fmla="*/ 2854770 h 4390477"/>
              <a:gd name="connsiteX10" fmla="*/ 8127957 w 10752226"/>
              <a:gd name="connsiteY10" fmla="*/ 2704823 h 4390477"/>
              <a:gd name="connsiteX11" fmla="*/ 8119816 w 10752226"/>
              <a:gd name="connsiteY11" fmla="*/ 2701344 h 4390477"/>
              <a:gd name="connsiteX12" fmla="*/ 8070249 w 10752226"/>
              <a:gd name="connsiteY12" fmla="*/ 2576476 h 4390477"/>
              <a:gd name="connsiteX13" fmla="*/ 9157496 w 10752226"/>
              <a:gd name="connsiteY13" fmla="*/ 57381 h 4390477"/>
              <a:gd name="connsiteX14" fmla="*/ 9282364 w 10752226"/>
              <a:gd name="connsiteY14" fmla="*/ 7814 h 4390477"/>
              <a:gd name="connsiteX15" fmla="*/ 10694846 w 10752226"/>
              <a:gd name="connsiteY15" fmla="*/ 617515 h 4390477"/>
              <a:gd name="connsiteX16" fmla="*/ 10744413 w 10752226"/>
              <a:gd name="connsiteY16" fmla="*/ 742383 h 4390477"/>
              <a:gd name="connsiteX17" fmla="*/ 10605036 w 10752226"/>
              <a:gd name="connsiteY17" fmla="*/ 1065255 h 4390477"/>
              <a:gd name="connsiteX0" fmla="*/ 0 w 10752226"/>
              <a:gd name="connsiteY0" fmla="*/ 4306412 h 4329969"/>
              <a:gd name="connsiteX1" fmla="*/ 2431970 w 10752226"/>
              <a:gd name="connsiteY1" fmla="*/ 3539425 h 4329969"/>
              <a:gd name="connsiteX2" fmla="*/ 6426719 w 10752226"/>
              <a:gd name="connsiteY2" fmla="*/ 4265256 h 4329969"/>
              <a:gd name="connsiteX3" fmla="*/ 9086910 w 10752226"/>
              <a:gd name="connsiteY3" fmla="*/ 4234133 h 4329969"/>
              <a:gd name="connsiteX4" fmla="*/ 9693865 w 10752226"/>
              <a:gd name="connsiteY4" fmla="*/ 3842752 h 4329969"/>
              <a:gd name="connsiteX5" fmla="*/ 9711000 w 10752226"/>
              <a:gd name="connsiteY5" fmla="*/ 3692018 h 4329969"/>
              <a:gd name="connsiteX6" fmla="*/ 9473212 w 10752226"/>
              <a:gd name="connsiteY6" fmla="*/ 3295879 h 4329969"/>
              <a:gd name="connsiteX7" fmla="*/ 9258533 w 10752226"/>
              <a:gd name="connsiteY7" fmla="*/ 3191363 h 4329969"/>
              <a:gd name="connsiteX8" fmla="*/ 9023502 w 10752226"/>
              <a:gd name="connsiteY8" fmla="*/ 3091442 h 4329969"/>
              <a:gd name="connsiteX9" fmla="*/ 8475250 w 10752226"/>
              <a:gd name="connsiteY9" fmla="*/ 2854770 h 4329969"/>
              <a:gd name="connsiteX10" fmla="*/ 8127957 w 10752226"/>
              <a:gd name="connsiteY10" fmla="*/ 2704823 h 4329969"/>
              <a:gd name="connsiteX11" fmla="*/ 8119816 w 10752226"/>
              <a:gd name="connsiteY11" fmla="*/ 2701344 h 4329969"/>
              <a:gd name="connsiteX12" fmla="*/ 8070249 w 10752226"/>
              <a:gd name="connsiteY12" fmla="*/ 2576476 h 4329969"/>
              <a:gd name="connsiteX13" fmla="*/ 9157496 w 10752226"/>
              <a:gd name="connsiteY13" fmla="*/ 57381 h 4329969"/>
              <a:gd name="connsiteX14" fmla="*/ 9282364 w 10752226"/>
              <a:gd name="connsiteY14" fmla="*/ 7814 h 4329969"/>
              <a:gd name="connsiteX15" fmla="*/ 10694846 w 10752226"/>
              <a:gd name="connsiteY15" fmla="*/ 617515 h 4329969"/>
              <a:gd name="connsiteX16" fmla="*/ 10744413 w 10752226"/>
              <a:gd name="connsiteY16" fmla="*/ 742383 h 4329969"/>
              <a:gd name="connsiteX17" fmla="*/ 10605036 w 10752226"/>
              <a:gd name="connsiteY17" fmla="*/ 1065255 h 4329969"/>
              <a:gd name="connsiteX0" fmla="*/ 0 w 10752226"/>
              <a:gd name="connsiteY0" fmla="*/ 4306412 h 4329969"/>
              <a:gd name="connsiteX1" fmla="*/ 2431970 w 10752226"/>
              <a:gd name="connsiteY1" fmla="*/ 3539425 h 4329969"/>
              <a:gd name="connsiteX2" fmla="*/ 6426719 w 10752226"/>
              <a:gd name="connsiteY2" fmla="*/ 4265256 h 4329969"/>
              <a:gd name="connsiteX3" fmla="*/ 9086910 w 10752226"/>
              <a:gd name="connsiteY3" fmla="*/ 4234133 h 4329969"/>
              <a:gd name="connsiteX4" fmla="*/ 9693865 w 10752226"/>
              <a:gd name="connsiteY4" fmla="*/ 3842752 h 4329969"/>
              <a:gd name="connsiteX5" fmla="*/ 9711000 w 10752226"/>
              <a:gd name="connsiteY5" fmla="*/ 3692018 h 4329969"/>
              <a:gd name="connsiteX6" fmla="*/ 9473212 w 10752226"/>
              <a:gd name="connsiteY6" fmla="*/ 3295879 h 4329969"/>
              <a:gd name="connsiteX7" fmla="*/ 9258533 w 10752226"/>
              <a:gd name="connsiteY7" fmla="*/ 3191363 h 4329969"/>
              <a:gd name="connsiteX8" fmla="*/ 9023502 w 10752226"/>
              <a:gd name="connsiteY8" fmla="*/ 3091442 h 4329969"/>
              <a:gd name="connsiteX9" fmla="*/ 8475250 w 10752226"/>
              <a:gd name="connsiteY9" fmla="*/ 2854770 h 4329969"/>
              <a:gd name="connsiteX10" fmla="*/ 8127957 w 10752226"/>
              <a:gd name="connsiteY10" fmla="*/ 2704823 h 4329969"/>
              <a:gd name="connsiteX11" fmla="*/ 8119816 w 10752226"/>
              <a:gd name="connsiteY11" fmla="*/ 2701344 h 4329969"/>
              <a:gd name="connsiteX12" fmla="*/ 8070249 w 10752226"/>
              <a:gd name="connsiteY12" fmla="*/ 2576476 h 4329969"/>
              <a:gd name="connsiteX13" fmla="*/ 9157496 w 10752226"/>
              <a:gd name="connsiteY13" fmla="*/ 57381 h 4329969"/>
              <a:gd name="connsiteX14" fmla="*/ 9282364 w 10752226"/>
              <a:gd name="connsiteY14" fmla="*/ 7814 h 4329969"/>
              <a:gd name="connsiteX15" fmla="*/ 10694846 w 10752226"/>
              <a:gd name="connsiteY15" fmla="*/ 617515 h 4329969"/>
              <a:gd name="connsiteX16" fmla="*/ 10744413 w 10752226"/>
              <a:gd name="connsiteY16" fmla="*/ 742383 h 4329969"/>
              <a:gd name="connsiteX17" fmla="*/ 10605036 w 10752226"/>
              <a:gd name="connsiteY17" fmla="*/ 1065255 h 4329969"/>
              <a:gd name="connsiteX0" fmla="*/ 0 w 10752226"/>
              <a:gd name="connsiteY0" fmla="*/ 4306412 h 4329969"/>
              <a:gd name="connsiteX1" fmla="*/ 2431970 w 10752226"/>
              <a:gd name="connsiteY1" fmla="*/ 3539425 h 4329969"/>
              <a:gd name="connsiteX2" fmla="*/ 6426719 w 10752226"/>
              <a:gd name="connsiteY2" fmla="*/ 4265256 h 4329969"/>
              <a:gd name="connsiteX3" fmla="*/ 9086910 w 10752226"/>
              <a:gd name="connsiteY3" fmla="*/ 4234133 h 4329969"/>
              <a:gd name="connsiteX4" fmla="*/ 9693865 w 10752226"/>
              <a:gd name="connsiteY4" fmla="*/ 3842752 h 4329969"/>
              <a:gd name="connsiteX5" fmla="*/ 9711000 w 10752226"/>
              <a:gd name="connsiteY5" fmla="*/ 3692018 h 4329969"/>
              <a:gd name="connsiteX6" fmla="*/ 9473212 w 10752226"/>
              <a:gd name="connsiteY6" fmla="*/ 3295879 h 4329969"/>
              <a:gd name="connsiteX7" fmla="*/ 9258533 w 10752226"/>
              <a:gd name="connsiteY7" fmla="*/ 3191363 h 4329969"/>
              <a:gd name="connsiteX8" fmla="*/ 9023502 w 10752226"/>
              <a:gd name="connsiteY8" fmla="*/ 3091442 h 4329969"/>
              <a:gd name="connsiteX9" fmla="*/ 8475250 w 10752226"/>
              <a:gd name="connsiteY9" fmla="*/ 2854770 h 4329969"/>
              <a:gd name="connsiteX10" fmla="*/ 8127957 w 10752226"/>
              <a:gd name="connsiteY10" fmla="*/ 2704823 h 4329969"/>
              <a:gd name="connsiteX11" fmla="*/ 8119816 w 10752226"/>
              <a:gd name="connsiteY11" fmla="*/ 2701344 h 4329969"/>
              <a:gd name="connsiteX12" fmla="*/ 8070249 w 10752226"/>
              <a:gd name="connsiteY12" fmla="*/ 2576476 h 4329969"/>
              <a:gd name="connsiteX13" fmla="*/ 9157496 w 10752226"/>
              <a:gd name="connsiteY13" fmla="*/ 57381 h 4329969"/>
              <a:gd name="connsiteX14" fmla="*/ 9282364 w 10752226"/>
              <a:gd name="connsiteY14" fmla="*/ 7814 h 4329969"/>
              <a:gd name="connsiteX15" fmla="*/ 10694846 w 10752226"/>
              <a:gd name="connsiteY15" fmla="*/ 617515 h 4329969"/>
              <a:gd name="connsiteX16" fmla="*/ 10744413 w 10752226"/>
              <a:gd name="connsiteY16" fmla="*/ 742383 h 4329969"/>
              <a:gd name="connsiteX17" fmla="*/ 10605036 w 10752226"/>
              <a:gd name="connsiteY17" fmla="*/ 1065255 h 4329969"/>
              <a:gd name="connsiteX0" fmla="*/ 0 w 10752226"/>
              <a:gd name="connsiteY0" fmla="*/ 4306412 h 4329969"/>
              <a:gd name="connsiteX1" fmla="*/ 2431970 w 10752226"/>
              <a:gd name="connsiteY1" fmla="*/ 3539425 h 4329969"/>
              <a:gd name="connsiteX2" fmla="*/ 6426719 w 10752226"/>
              <a:gd name="connsiteY2" fmla="*/ 4265256 h 4329969"/>
              <a:gd name="connsiteX3" fmla="*/ 9086910 w 10752226"/>
              <a:gd name="connsiteY3" fmla="*/ 4234133 h 4329969"/>
              <a:gd name="connsiteX4" fmla="*/ 9655765 w 10752226"/>
              <a:gd name="connsiteY4" fmla="*/ 4007852 h 4329969"/>
              <a:gd name="connsiteX5" fmla="*/ 9711000 w 10752226"/>
              <a:gd name="connsiteY5" fmla="*/ 3692018 h 4329969"/>
              <a:gd name="connsiteX6" fmla="*/ 9473212 w 10752226"/>
              <a:gd name="connsiteY6" fmla="*/ 3295879 h 4329969"/>
              <a:gd name="connsiteX7" fmla="*/ 9258533 w 10752226"/>
              <a:gd name="connsiteY7" fmla="*/ 3191363 h 4329969"/>
              <a:gd name="connsiteX8" fmla="*/ 9023502 w 10752226"/>
              <a:gd name="connsiteY8" fmla="*/ 3091442 h 4329969"/>
              <a:gd name="connsiteX9" fmla="*/ 8475250 w 10752226"/>
              <a:gd name="connsiteY9" fmla="*/ 2854770 h 4329969"/>
              <a:gd name="connsiteX10" fmla="*/ 8127957 w 10752226"/>
              <a:gd name="connsiteY10" fmla="*/ 2704823 h 4329969"/>
              <a:gd name="connsiteX11" fmla="*/ 8119816 w 10752226"/>
              <a:gd name="connsiteY11" fmla="*/ 2701344 h 4329969"/>
              <a:gd name="connsiteX12" fmla="*/ 8070249 w 10752226"/>
              <a:gd name="connsiteY12" fmla="*/ 2576476 h 4329969"/>
              <a:gd name="connsiteX13" fmla="*/ 9157496 w 10752226"/>
              <a:gd name="connsiteY13" fmla="*/ 57381 h 4329969"/>
              <a:gd name="connsiteX14" fmla="*/ 9282364 w 10752226"/>
              <a:gd name="connsiteY14" fmla="*/ 7814 h 4329969"/>
              <a:gd name="connsiteX15" fmla="*/ 10694846 w 10752226"/>
              <a:gd name="connsiteY15" fmla="*/ 617515 h 4329969"/>
              <a:gd name="connsiteX16" fmla="*/ 10744413 w 10752226"/>
              <a:gd name="connsiteY16" fmla="*/ 742383 h 4329969"/>
              <a:gd name="connsiteX17" fmla="*/ 10605036 w 10752226"/>
              <a:gd name="connsiteY17" fmla="*/ 1065255 h 4329969"/>
              <a:gd name="connsiteX0" fmla="*/ 0 w 10752226"/>
              <a:gd name="connsiteY0" fmla="*/ 4306412 h 4329969"/>
              <a:gd name="connsiteX1" fmla="*/ 2431970 w 10752226"/>
              <a:gd name="connsiteY1" fmla="*/ 3539425 h 4329969"/>
              <a:gd name="connsiteX2" fmla="*/ 6426719 w 10752226"/>
              <a:gd name="connsiteY2" fmla="*/ 4265256 h 4329969"/>
              <a:gd name="connsiteX3" fmla="*/ 9086910 w 10752226"/>
              <a:gd name="connsiteY3" fmla="*/ 4234133 h 4329969"/>
              <a:gd name="connsiteX4" fmla="*/ 9655765 w 10752226"/>
              <a:gd name="connsiteY4" fmla="*/ 4007852 h 4329969"/>
              <a:gd name="connsiteX5" fmla="*/ 9711000 w 10752226"/>
              <a:gd name="connsiteY5" fmla="*/ 3692018 h 4329969"/>
              <a:gd name="connsiteX6" fmla="*/ 9473212 w 10752226"/>
              <a:gd name="connsiteY6" fmla="*/ 3295879 h 4329969"/>
              <a:gd name="connsiteX7" fmla="*/ 9258533 w 10752226"/>
              <a:gd name="connsiteY7" fmla="*/ 3191363 h 4329969"/>
              <a:gd name="connsiteX8" fmla="*/ 9023502 w 10752226"/>
              <a:gd name="connsiteY8" fmla="*/ 3091442 h 4329969"/>
              <a:gd name="connsiteX9" fmla="*/ 8475250 w 10752226"/>
              <a:gd name="connsiteY9" fmla="*/ 2854770 h 4329969"/>
              <a:gd name="connsiteX10" fmla="*/ 8127957 w 10752226"/>
              <a:gd name="connsiteY10" fmla="*/ 2704823 h 4329969"/>
              <a:gd name="connsiteX11" fmla="*/ 8119816 w 10752226"/>
              <a:gd name="connsiteY11" fmla="*/ 2701344 h 4329969"/>
              <a:gd name="connsiteX12" fmla="*/ 8070249 w 10752226"/>
              <a:gd name="connsiteY12" fmla="*/ 2576476 h 4329969"/>
              <a:gd name="connsiteX13" fmla="*/ 9157496 w 10752226"/>
              <a:gd name="connsiteY13" fmla="*/ 57381 h 4329969"/>
              <a:gd name="connsiteX14" fmla="*/ 9282364 w 10752226"/>
              <a:gd name="connsiteY14" fmla="*/ 7814 h 4329969"/>
              <a:gd name="connsiteX15" fmla="*/ 10694846 w 10752226"/>
              <a:gd name="connsiteY15" fmla="*/ 617515 h 4329969"/>
              <a:gd name="connsiteX16" fmla="*/ 10744413 w 10752226"/>
              <a:gd name="connsiteY16" fmla="*/ 742383 h 4329969"/>
              <a:gd name="connsiteX17" fmla="*/ 10605036 w 10752226"/>
              <a:gd name="connsiteY17" fmla="*/ 1065255 h 4329969"/>
              <a:gd name="connsiteX0" fmla="*/ 0 w 10752226"/>
              <a:gd name="connsiteY0" fmla="*/ 4306412 h 4359637"/>
              <a:gd name="connsiteX1" fmla="*/ 2431970 w 10752226"/>
              <a:gd name="connsiteY1" fmla="*/ 3539425 h 4359637"/>
              <a:gd name="connsiteX2" fmla="*/ 6426719 w 10752226"/>
              <a:gd name="connsiteY2" fmla="*/ 4265256 h 4359637"/>
              <a:gd name="connsiteX3" fmla="*/ 8998010 w 10752226"/>
              <a:gd name="connsiteY3" fmla="*/ 4323033 h 4359637"/>
              <a:gd name="connsiteX4" fmla="*/ 9655765 w 10752226"/>
              <a:gd name="connsiteY4" fmla="*/ 4007852 h 4359637"/>
              <a:gd name="connsiteX5" fmla="*/ 9711000 w 10752226"/>
              <a:gd name="connsiteY5" fmla="*/ 3692018 h 4359637"/>
              <a:gd name="connsiteX6" fmla="*/ 9473212 w 10752226"/>
              <a:gd name="connsiteY6" fmla="*/ 3295879 h 4359637"/>
              <a:gd name="connsiteX7" fmla="*/ 9258533 w 10752226"/>
              <a:gd name="connsiteY7" fmla="*/ 3191363 h 4359637"/>
              <a:gd name="connsiteX8" fmla="*/ 9023502 w 10752226"/>
              <a:gd name="connsiteY8" fmla="*/ 3091442 h 4359637"/>
              <a:gd name="connsiteX9" fmla="*/ 8475250 w 10752226"/>
              <a:gd name="connsiteY9" fmla="*/ 2854770 h 4359637"/>
              <a:gd name="connsiteX10" fmla="*/ 8127957 w 10752226"/>
              <a:gd name="connsiteY10" fmla="*/ 2704823 h 4359637"/>
              <a:gd name="connsiteX11" fmla="*/ 8119816 w 10752226"/>
              <a:gd name="connsiteY11" fmla="*/ 2701344 h 4359637"/>
              <a:gd name="connsiteX12" fmla="*/ 8070249 w 10752226"/>
              <a:gd name="connsiteY12" fmla="*/ 2576476 h 4359637"/>
              <a:gd name="connsiteX13" fmla="*/ 9157496 w 10752226"/>
              <a:gd name="connsiteY13" fmla="*/ 57381 h 4359637"/>
              <a:gd name="connsiteX14" fmla="*/ 9282364 w 10752226"/>
              <a:gd name="connsiteY14" fmla="*/ 7814 h 4359637"/>
              <a:gd name="connsiteX15" fmla="*/ 10694846 w 10752226"/>
              <a:gd name="connsiteY15" fmla="*/ 617515 h 4359637"/>
              <a:gd name="connsiteX16" fmla="*/ 10744413 w 10752226"/>
              <a:gd name="connsiteY16" fmla="*/ 742383 h 4359637"/>
              <a:gd name="connsiteX17" fmla="*/ 10605036 w 10752226"/>
              <a:gd name="connsiteY17" fmla="*/ 1065255 h 4359637"/>
              <a:gd name="connsiteX0" fmla="*/ 0 w 10752226"/>
              <a:gd name="connsiteY0" fmla="*/ 4306412 h 4337088"/>
              <a:gd name="connsiteX1" fmla="*/ 2431970 w 10752226"/>
              <a:gd name="connsiteY1" fmla="*/ 3539425 h 4337088"/>
              <a:gd name="connsiteX2" fmla="*/ 6426719 w 10752226"/>
              <a:gd name="connsiteY2" fmla="*/ 4265256 h 4337088"/>
              <a:gd name="connsiteX3" fmla="*/ 8998010 w 10752226"/>
              <a:gd name="connsiteY3" fmla="*/ 4323033 h 4337088"/>
              <a:gd name="connsiteX4" fmla="*/ 9655765 w 10752226"/>
              <a:gd name="connsiteY4" fmla="*/ 4007852 h 4337088"/>
              <a:gd name="connsiteX5" fmla="*/ 9711000 w 10752226"/>
              <a:gd name="connsiteY5" fmla="*/ 3692018 h 4337088"/>
              <a:gd name="connsiteX6" fmla="*/ 9473212 w 10752226"/>
              <a:gd name="connsiteY6" fmla="*/ 3295879 h 4337088"/>
              <a:gd name="connsiteX7" fmla="*/ 9258533 w 10752226"/>
              <a:gd name="connsiteY7" fmla="*/ 3191363 h 4337088"/>
              <a:gd name="connsiteX8" fmla="*/ 9023502 w 10752226"/>
              <a:gd name="connsiteY8" fmla="*/ 3091442 h 4337088"/>
              <a:gd name="connsiteX9" fmla="*/ 8475250 w 10752226"/>
              <a:gd name="connsiteY9" fmla="*/ 2854770 h 4337088"/>
              <a:gd name="connsiteX10" fmla="*/ 8127957 w 10752226"/>
              <a:gd name="connsiteY10" fmla="*/ 2704823 h 4337088"/>
              <a:gd name="connsiteX11" fmla="*/ 8119816 w 10752226"/>
              <a:gd name="connsiteY11" fmla="*/ 2701344 h 4337088"/>
              <a:gd name="connsiteX12" fmla="*/ 8070249 w 10752226"/>
              <a:gd name="connsiteY12" fmla="*/ 2576476 h 4337088"/>
              <a:gd name="connsiteX13" fmla="*/ 9157496 w 10752226"/>
              <a:gd name="connsiteY13" fmla="*/ 57381 h 4337088"/>
              <a:gd name="connsiteX14" fmla="*/ 9282364 w 10752226"/>
              <a:gd name="connsiteY14" fmla="*/ 7814 h 4337088"/>
              <a:gd name="connsiteX15" fmla="*/ 10694846 w 10752226"/>
              <a:gd name="connsiteY15" fmla="*/ 617515 h 4337088"/>
              <a:gd name="connsiteX16" fmla="*/ 10744413 w 10752226"/>
              <a:gd name="connsiteY16" fmla="*/ 742383 h 4337088"/>
              <a:gd name="connsiteX17" fmla="*/ 10605036 w 10752226"/>
              <a:gd name="connsiteY17" fmla="*/ 1065255 h 4337088"/>
              <a:gd name="connsiteX0" fmla="*/ 0 w 10752226"/>
              <a:gd name="connsiteY0" fmla="*/ 4306412 h 4352929"/>
              <a:gd name="connsiteX1" fmla="*/ 2431970 w 10752226"/>
              <a:gd name="connsiteY1" fmla="*/ 3539425 h 4352929"/>
              <a:gd name="connsiteX2" fmla="*/ 6426719 w 10752226"/>
              <a:gd name="connsiteY2" fmla="*/ 4265256 h 4352929"/>
              <a:gd name="connsiteX3" fmla="*/ 8998010 w 10752226"/>
              <a:gd name="connsiteY3" fmla="*/ 4323033 h 4352929"/>
              <a:gd name="connsiteX4" fmla="*/ 9719265 w 10752226"/>
              <a:gd name="connsiteY4" fmla="*/ 4109452 h 4352929"/>
              <a:gd name="connsiteX5" fmla="*/ 9711000 w 10752226"/>
              <a:gd name="connsiteY5" fmla="*/ 3692018 h 4352929"/>
              <a:gd name="connsiteX6" fmla="*/ 9473212 w 10752226"/>
              <a:gd name="connsiteY6" fmla="*/ 3295879 h 4352929"/>
              <a:gd name="connsiteX7" fmla="*/ 9258533 w 10752226"/>
              <a:gd name="connsiteY7" fmla="*/ 3191363 h 4352929"/>
              <a:gd name="connsiteX8" fmla="*/ 9023502 w 10752226"/>
              <a:gd name="connsiteY8" fmla="*/ 3091442 h 4352929"/>
              <a:gd name="connsiteX9" fmla="*/ 8475250 w 10752226"/>
              <a:gd name="connsiteY9" fmla="*/ 2854770 h 4352929"/>
              <a:gd name="connsiteX10" fmla="*/ 8127957 w 10752226"/>
              <a:gd name="connsiteY10" fmla="*/ 2704823 h 4352929"/>
              <a:gd name="connsiteX11" fmla="*/ 8119816 w 10752226"/>
              <a:gd name="connsiteY11" fmla="*/ 2701344 h 4352929"/>
              <a:gd name="connsiteX12" fmla="*/ 8070249 w 10752226"/>
              <a:gd name="connsiteY12" fmla="*/ 2576476 h 4352929"/>
              <a:gd name="connsiteX13" fmla="*/ 9157496 w 10752226"/>
              <a:gd name="connsiteY13" fmla="*/ 57381 h 4352929"/>
              <a:gd name="connsiteX14" fmla="*/ 9282364 w 10752226"/>
              <a:gd name="connsiteY14" fmla="*/ 7814 h 4352929"/>
              <a:gd name="connsiteX15" fmla="*/ 10694846 w 10752226"/>
              <a:gd name="connsiteY15" fmla="*/ 617515 h 4352929"/>
              <a:gd name="connsiteX16" fmla="*/ 10744413 w 10752226"/>
              <a:gd name="connsiteY16" fmla="*/ 742383 h 4352929"/>
              <a:gd name="connsiteX17" fmla="*/ 10605036 w 10752226"/>
              <a:gd name="connsiteY17" fmla="*/ 1065255 h 4352929"/>
              <a:gd name="connsiteX0" fmla="*/ 0 w 10752226"/>
              <a:gd name="connsiteY0" fmla="*/ 4306412 h 4352929"/>
              <a:gd name="connsiteX1" fmla="*/ 2431970 w 10752226"/>
              <a:gd name="connsiteY1" fmla="*/ 3539425 h 4352929"/>
              <a:gd name="connsiteX2" fmla="*/ 6426719 w 10752226"/>
              <a:gd name="connsiteY2" fmla="*/ 4265256 h 4352929"/>
              <a:gd name="connsiteX3" fmla="*/ 8998010 w 10752226"/>
              <a:gd name="connsiteY3" fmla="*/ 4323033 h 4352929"/>
              <a:gd name="connsiteX4" fmla="*/ 9719265 w 10752226"/>
              <a:gd name="connsiteY4" fmla="*/ 4109452 h 4352929"/>
              <a:gd name="connsiteX5" fmla="*/ 9711000 w 10752226"/>
              <a:gd name="connsiteY5" fmla="*/ 3692018 h 4352929"/>
              <a:gd name="connsiteX6" fmla="*/ 9473212 w 10752226"/>
              <a:gd name="connsiteY6" fmla="*/ 3295879 h 4352929"/>
              <a:gd name="connsiteX7" fmla="*/ 9258533 w 10752226"/>
              <a:gd name="connsiteY7" fmla="*/ 3191363 h 4352929"/>
              <a:gd name="connsiteX8" fmla="*/ 9023502 w 10752226"/>
              <a:gd name="connsiteY8" fmla="*/ 3091442 h 4352929"/>
              <a:gd name="connsiteX9" fmla="*/ 8475250 w 10752226"/>
              <a:gd name="connsiteY9" fmla="*/ 2854770 h 4352929"/>
              <a:gd name="connsiteX10" fmla="*/ 8127957 w 10752226"/>
              <a:gd name="connsiteY10" fmla="*/ 2704823 h 4352929"/>
              <a:gd name="connsiteX11" fmla="*/ 8119816 w 10752226"/>
              <a:gd name="connsiteY11" fmla="*/ 2701344 h 4352929"/>
              <a:gd name="connsiteX12" fmla="*/ 8070249 w 10752226"/>
              <a:gd name="connsiteY12" fmla="*/ 2576476 h 4352929"/>
              <a:gd name="connsiteX13" fmla="*/ 9157496 w 10752226"/>
              <a:gd name="connsiteY13" fmla="*/ 57381 h 4352929"/>
              <a:gd name="connsiteX14" fmla="*/ 9282364 w 10752226"/>
              <a:gd name="connsiteY14" fmla="*/ 7814 h 4352929"/>
              <a:gd name="connsiteX15" fmla="*/ 10694846 w 10752226"/>
              <a:gd name="connsiteY15" fmla="*/ 617515 h 4352929"/>
              <a:gd name="connsiteX16" fmla="*/ 10744413 w 10752226"/>
              <a:gd name="connsiteY16" fmla="*/ 742383 h 4352929"/>
              <a:gd name="connsiteX17" fmla="*/ 10605036 w 10752226"/>
              <a:gd name="connsiteY17" fmla="*/ 1065255 h 4352929"/>
              <a:gd name="connsiteX0" fmla="*/ 0 w 10752226"/>
              <a:gd name="connsiteY0" fmla="*/ 4306412 h 4366253"/>
              <a:gd name="connsiteX1" fmla="*/ 2431970 w 10752226"/>
              <a:gd name="connsiteY1" fmla="*/ 3539425 h 4366253"/>
              <a:gd name="connsiteX2" fmla="*/ 6160019 w 10752226"/>
              <a:gd name="connsiteY2" fmla="*/ 4288116 h 4366253"/>
              <a:gd name="connsiteX3" fmla="*/ 8998010 w 10752226"/>
              <a:gd name="connsiteY3" fmla="*/ 4323033 h 4366253"/>
              <a:gd name="connsiteX4" fmla="*/ 9719265 w 10752226"/>
              <a:gd name="connsiteY4" fmla="*/ 4109452 h 4366253"/>
              <a:gd name="connsiteX5" fmla="*/ 9711000 w 10752226"/>
              <a:gd name="connsiteY5" fmla="*/ 3692018 h 4366253"/>
              <a:gd name="connsiteX6" fmla="*/ 9473212 w 10752226"/>
              <a:gd name="connsiteY6" fmla="*/ 3295879 h 4366253"/>
              <a:gd name="connsiteX7" fmla="*/ 9258533 w 10752226"/>
              <a:gd name="connsiteY7" fmla="*/ 3191363 h 4366253"/>
              <a:gd name="connsiteX8" fmla="*/ 9023502 w 10752226"/>
              <a:gd name="connsiteY8" fmla="*/ 3091442 h 4366253"/>
              <a:gd name="connsiteX9" fmla="*/ 8475250 w 10752226"/>
              <a:gd name="connsiteY9" fmla="*/ 2854770 h 4366253"/>
              <a:gd name="connsiteX10" fmla="*/ 8127957 w 10752226"/>
              <a:gd name="connsiteY10" fmla="*/ 2704823 h 4366253"/>
              <a:gd name="connsiteX11" fmla="*/ 8119816 w 10752226"/>
              <a:gd name="connsiteY11" fmla="*/ 2701344 h 4366253"/>
              <a:gd name="connsiteX12" fmla="*/ 8070249 w 10752226"/>
              <a:gd name="connsiteY12" fmla="*/ 2576476 h 4366253"/>
              <a:gd name="connsiteX13" fmla="*/ 9157496 w 10752226"/>
              <a:gd name="connsiteY13" fmla="*/ 57381 h 4366253"/>
              <a:gd name="connsiteX14" fmla="*/ 9282364 w 10752226"/>
              <a:gd name="connsiteY14" fmla="*/ 7814 h 4366253"/>
              <a:gd name="connsiteX15" fmla="*/ 10694846 w 10752226"/>
              <a:gd name="connsiteY15" fmla="*/ 617515 h 4366253"/>
              <a:gd name="connsiteX16" fmla="*/ 10744413 w 10752226"/>
              <a:gd name="connsiteY16" fmla="*/ 742383 h 4366253"/>
              <a:gd name="connsiteX17" fmla="*/ 10605036 w 10752226"/>
              <a:gd name="connsiteY17" fmla="*/ 1065255 h 4366253"/>
              <a:gd name="connsiteX0" fmla="*/ 0 w 10752226"/>
              <a:gd name="connsiteY0" fmla="*/ 4306412 h 4404927"/>
              <a:gd name="connsiteX1" fmla="*/ 2431970 w 10752226"/>
              <a:gd name="connsiteY1" fmla="*/ 3539425 h 4404927"/>
              <a:gd name="connsiteX2" fmla="*/ 6160019 w 10752226"/>
              <a:gd name="connsiteY2" fmla="*/ 4288116 h 4404927"/>
              <a:gd name="connsiteX3" fmla="*/ 8998010 w 10752226"/>
              <a:gd name="connsiteY3" fmla="*/ 4323033 h 4404927"/>
              <a:gd name="connsiteX4" fmla="*/ 9719265 w 10752226"/>
              <a:gd name="connsiteY4" fmla="*/ 4109452 h 4404927"/>
              <a:gd name="connsiteX5" fmla="*/ 9711000 w 10752226"/>
              <a:gd name="connsiteY5" fmla="*/ 3692018 h 4404927"/>
              <a:gd name="connsiteX6" fmla="*/ 9473212 w 10752226"/>
              <a:gd name="connsiteY6" fmla="*/ 3295879 h 4404927"/>
              <a:gd name="connsiteX7" fmla="*/ 9258533 w 10752226"/>
              <a:gd name="connsiteY7" fmla="*/ 3191363 h 4404927"/>
              <a:gd name="connsiteX8" fmla="*/ 9023502 w 10752226"/>
              <a:gd name="connsiteY8" fmla="*/ 3091442 h 4404927"/>
              <a:gd name="connsiteX9" fmla="*/ 8475250 w 10752226"/>
              <a:gd name="connsiteY9" fmla="*/ 2854770 h 4404927"/>
              <a:gd name="connsiteX10" fmla="*/ 8127957 w 10752226"/>
              <a:gd name="connsiteY10" fmla="*/ 2704823 h 4404927"/>
              <a:gd name="connsiteX11" fmla="*/ 8119816 w 10752226"/>
              <a:gd name="connsiteY11" fmla="*/ 2701344 h 4404927"/>
              <a:gd name="connsiteX12" fmla="*/ 8070249 w 10752226"/>
              <a:gd name="connsiteY12" fmla="*/ 2576476 h 4404927"/>
              <a:gd name="connsiteX13" fmla="*/ 9157496 w 10752226"/>
              <a:gd name="connsiteY13" fmla="*/ 57381 h 4404927"/>
              <a:gd name="connsiteX14" fmla="*/ 9282364 w 10752226"/>
              <a:gd name="connsiteY14" fmla="*/ 7814 h 4404927"/>
              <a:gd name="connsiteX15" fmla="*/ 10694846 w 10752226"/>
              <a:gd name="connsiteY15" fmla="*/ 617515 h 4404927"/>
              <a:gd name="connsiteX16" fmla="*/ 10744413 w 10752226"/>
              <a:gd name="connsiteY16" fmla="*/ 742383 h 4404927"/>
              <a:gd name="connsiteX17" fmla="*/ 10605036 w 10752226"/>
              <a:gd name="connsiteY17" fmla="*/ 1065255 h 4404927"/>
              <a:gd name="connsiteX0" fmla="*/ 0 w 10752226"/>
              <a:gd name="connsiteY0" fmla="*/ 4306412 h 4428755"/>
              <a:gd name="connsiteX1" fmla="*/ 2431970 w 10752226"/>
              <a:gd name="connsiteY1" fmla="*/ 3539425 h 4428755"/>
              <a:gd name="connsiteX2" fmla="*/ 6160019 w 10752226"/>
              <a:gd name="connsiteY2" fmla="*/ 4288116 h 4428755"/>
              <a:gd name="connsiteX3" fmla="*/ 8998010 w 10752226"/>
              <a:gd name="connsiteY3" fmla="*/ 4323033 h 4428755"/>
              <a:gd name="connsiteX4" fmla="*/ 9719265 w 10752226"/>
              <a:gd name="connsiteY4" fmla="*/ 4109452 h 4428755"/>
              <a:gd name="connsiteX5" fmla="*/ 9711000 w 10752226"/>
              <a:gd name="connsiteY5" fmla="*/ 3692018 h 4428755"/>
              <a:gd name="connsiteX6" fmla="*/ 9473212 w 10752226"/>
              <a:gd name="connsiteY6" fmla="*/ 3295879 h 4428755"/>
              <a:gd name="connsiteX7" fmla="*/ 9258533 w 10752226"/>
              <a:gd name="connsiteY7" fmla="*/ 3191363 h 4428755"/>
              <a:gd name="connsiteX8" fmla="*/ 9023502 w 10752226"/>
              <a:gd name="connsiteY8" fmla="*/ 3091442 h 4428755"/>
              <a:gd name="connsiteX9" fmla="*/ 8475250 w 10752226"/>
              <a:gd name="connsiteY9" fmla="*/ 2854770 h 4428755"/>
              <a:gd name="connsiteX10" fmla="*/ 8127957 w 10752226"/>
              <a:gd name="connsiteY10" fmla="*/ 2704823 h 4428755"/>
              <a:gd name="connsiteX11" fmla="*/ 8119816 w 10752226"/>
              <a:gd name="connsiteY11" fmla="*/ 2701344 h 4428755"/>
              <a:gd name="connsiteX12" fmla="*/ 8070249 w 10752226"/>
              <a:gd name="connsiteY12" fmla="*/ 2576476 h 4428755"/>
              <a:gd name="connsiteX13" fmla="*/ 9157496 w 10752226"/>
              <a:gd name="connsiteY13" fmla="*/ 57381 h 4428755"/>
              <a:gd name="connsiteX14" fmla="*/ 9282364 w 10752226"/>
              <a:gd name="connsiteY14" fmla="*/ 7814 h 4428755"/>
              <a:gd name="connsiteX15" fmla="*/ 10694846 w 10752226"/>
              <a:gd name="connsiteY15" fmla="*/ 617515 h 4428755"/>
              <a:gd name="connsiteX16" fmla="*/ 10744413 w 10752226"/>
              <a:gd name="connsiteY16" fmla="*/ 742383 h 4428755"/>
              <a:gd name="connsiteX17" fmla="*/ 10605036 w 10752226"/>
              <a:gd name="connsiteY17" fmla="*/ 1065255 h 4428755"/>
              <a:gd name="connsiteX0" fmla="*/ 0 w 10752226"/>
              <a:gd name="connsiteY0" fmla="*/ 4306412 h 4485995"/>
              <a:gd name="connsiteX1" fmla="*/ 2431970 w 10752226"/>
              <a:gd name="connsiteY1" fmla="*/ 3539425 h 4485995"/>
              <a:gd name="connsiteX2" fmla="*/ 6160019 w 10752226"/>
              <a:gd name="connsiteY2" fmla="*/ 4288116 h 4485995"/>
              <a:gd name="connsiteX3" fmla="*/ 8998010 w 10752226"/>
              <a:gd name="connsiteY3" fmla="*/ 4323033 h 4485995"/>
              <a:gd name="connsiteX4" fmla="*/ 9719265 w 10752226"/>
              <a:gd name="connsiteY4" fmla="*/ 4109452 h 4485995"/>
              <a:gd name="connsiteX5" fmla="*/ 9711000 w 10752226"/>
              <a:gd name="connsiteY5" fmla="*/ 3692018 h 4485995"/>
              <a:gd name="connsiteX6" fmla="*/ 9473212 w 10752226"/>
              <a:gd name="connsiteY6" fmla="*/ 3295879 h 4485995"/>
              <a:gd name="connsiteX7" fmla="*/ 9258533 w 10752226"/>
              <a:gd name="connsiteY7" fmla="*/ 3191363 h 4485995"/>
              <a:gd name="connsiteX8" fmla="*/ 9023502 w 10752226"/>
              <a:gd name="connsiteY8" fmla="*/ 3091442 h 4485995"/>
              <a:gd name="connsiteX9" fmla="*/ 8475250 w 10752226"/>
              <a:gd name="connsiteY9" fmla="*/ 2854770 h 4485995"/>
              <a:gd name="connsiteX10" fmla="*/ 8127957 w 10752226"/>
              <a:gd name="connsiteY10" fmla="*/ 2704823 h 4485995"/>
              <a:gd name="connsiteX11" fmla="*/ 8119816 w 10752226"/>
              <a:gd name="connsiteY11" fmla="*/ 2701344 h 4485995"/>
              <a:gd name="connsiteX12" fmla="*/ 8070249 w 10752226"/>
              <a:gd name="connsiteY12" fmla="*/ 2576476 h 4485995"/>
              <a:gd name="connsiteX13" fmla="*/ 9157496 w 10752226"/>
              <a:gd name="connsiteY13" fmla="*/ 57381 h 4485995"/>
              <a:gd name="connsiteX14" fmla="*/ 9282364 w 10752226"/>
              <a:gd name="connsiteY14" fmla="*/ 7814 h 4485995"/>
              <a:gd name="connsiteX15" fmla="*/ 10694846 w 10752226"/>
              <a:gd name="connsiteY15" fmla="*/ 617515 h 4485995"/>
              <a:gd name="connsiteX16" fmla="*/ 10744413 w 10752226"/>
              <a:gd name="connsiteY16" fmla="*/ 742383 h 4485995"/>
              <a:gd name="connsiteX17" fmla="*/ 10605036 w 10752226"/>
              <a:gd name="connsiteY17" fmla="*/ 1065255 h 4485995"/>
              <a:gd name="connsiteX0" fmla="*/ 0 w 10752226"/>
              <a:gd name="connsiteY0" fmla="*/ 4306412 h 4428755"/>
              <a:gd name="connsiteX1" fmla="*/ 2350950 w 10752226"/>
              <a:gd name="connsiteY1" fmla="*/ 3693239 h 4428755"/>
              <a:gd name="connsiteX2" fmla="*/ 6160019 w 10752226"/>
              <a:gd name="connsiteY2" fmla="*/ 4288116 h 4428755"/>
              <a:gd name="connsiteX3" fmla="*/ 8998010 w 10752226"/>
              <a:gd name="connsiteY3" fmla="*/ 4323033 h 4428755"/>
              <a:gd name="connsiteX4" fmla="*/ 9719265 w 10752226"/>
              <a:gd name="connsiteY4" fmla="*/ 4109452 h 4428755"/>
              <a:gd name="connsiteX5" fmla="*/ 9711000 w 10752226"/>
              <a:gd name="connsiteY5" fmla="*/ 3692018 h 4428755"/>
              <a:gd name="connsiteX6" fmla="*/ 9473212 w 10752226"/>
              <a:gd name="connsiteY6" fmla="*/ 3295879 h 4428755"/>
              <a:gd name="connsiteX7" fmla="*/ 9258533 w 10752226"/>
              <a:gd name="connsiteY7" fmla="*/ 3191363 h 4428755"/>
              <a:gd name="connsiteX8" fmla="*/ 9023502 w 10752226"/>
              <a:gd name="connsiteY8" fmla="*/ 3091442 h 4428755"/>
              <a:gd name="connsiteX9" fmla="*/ 8475250 w 10752226"/>
              <a:gd name="connsiteY9" fmla="*/ 2854770 h 4428755"/>
              <a:gd name="connsiteX10" fmla="*/ 8127957 w 10752226"/>
              <a:gd name="connsiteY10" fmla="*/ 2704823 h 4428755"/>
              <a:gd name="connsiteX11" fmla="*/ 8119816 w 10752226"/>
              <a:gd name="connsiteY11" fmla="*/ 2701344 h 4428755"/>
              <a:gd name="connsiteX12" fmla="*/ 8070249 w 10752226"/>
              <a:gd name="connsiteY12" fmla="*/ 2576476 h 4428755"/>
              <a:gd name="connsiteX13" fmla="*/ 9157496 w 10752226"/>
              <a:gd name="connsiteY13" fmla="*/ 57381 h 4428755"/>
              <a:gd name="connsiteX14" fmla="*/ 9282364 w 10752226"/>
              <a:gd name="connsiteY14" fmla="*/ 7814 h 4428755"/>
              <a:gd name="connsiteX15" fmla="*/ 10694846 w 10752226"/>
              <a:gd name="connsiteY15" fmla="*/ 617515 h 4428755"/>
              <a:gd name="connsiteX16" fmla="*/ 10744413 w 10752226"/>
              <a:gd name="connsiteY16" fmla="*/ 742383 h 4428755"/>
              <a:gd name="connsiteX17" fmla="*/ 10605036 w 10752226"/>
              <a:gd name="connsiteY17" fmla="*/ 1065255 h 4428755"/>
              <a:gd name="connsiteX0" fmla="*/ 0 w 10797945"/>
              <a:gd name="connsiteY0" fmla="*/ 4478099 h 4478099"/>
              <a:gd name="connsiteX1" fmla="*/ 2396669 w 10797945"/>
              <a:gd name="connsiteY1" fmla="*/ 3693239 h 4478099"/>
              <a:gd name="connsiteX2" fmla="*/ 6205738 w 10797945"/>
              <a:gd name="connsiteY2" fmla="*/ 4288116 h 4478099"/>
              <a:gd name="connsiteX3" fmla="*/ 9043729 w 10797945"/>
              <a:gd name="connsiteY3" fmla="*/ 4323033 h 4478099"/>
              <a:gd name="connsiteX4" fmla="*/ 9764984 w 10797945"/>
              <a:gd name="connsiteY4" fmla="*/ 4109452 h 4478099"/>
              <a:gd name="connsiteX5" fmla="*/ 9756719 w 10797945"/>
              <a:gd name="connsiteY5" fmla="*/ 3692018 h 4478099"/>
              <a:gd name="connsiteX6" fmla="*/ 9518931 w 10797945"/>
              <a:gd name="connsiteY6" fmla="*/ 3295879 h 4478099"/>
              <a:gd name="connsiteX7" fmla="*/ 9304252 w 10797945"/>
              <a:gd name="connsiteY7" fmla="*/ 3191363 h 4478099"/>
              <a:gd name="connsiteX8" fmla="*/ 9069221 w 10797945"/>
              <a:gd name="connsiteY8" fmla="*/ 3091442 h 4478099"/>
              <a:gd name="connsiteX9" fmla="*/ 8520969 w 10797945"/>
              <a:gd name="connsiteY9" fmla="*/ 2854770 h 4478099"/>
              <a:gd name="connsiteX10" fmla="*/ 8173676 w 10797945"/>
              <a:gd name="connsiteY10" fmla="*/ 2704823 h 4478099"/>
              <a:gd name="connsiteX11" fmla="*/ 8165535 w 10797945"/>
              <a:gd name="connsiteY11" fmla="*/ 2701344 h 4478099"/>
              <a:gd name="connsiteX12" fmla="*/ 8115968 w 10797945"/>
              <a:gd name="connsiteY12" fmla="*/ 2576476 h 4478099"/>
              <a:gd name="connsiteX13" fmla="*/ 9203215 w 10797945"/>
              <a:gd name="connsiteY13" fmla="*/ 57381 h 4478099"/>
              <a:gd name="connsiteX14" fmla="*/ 9328083 w 10797945"/>
              <a:gd name="connsiteY14" fmla="*/ 7814 h 4478099"/>
              <a:gd name="connsiteX15" fmla="*/ 10740565 w 10797945"/>
              <a:gd name="connsiteY15" fmla="*/ 617515 h 4478099"/>
              <a:gd name="connsiteX16" fmla="*/ 10790132 w 10797945"/>
              <a:gd name="connsiteY16" fmla="*/ 742383 h 4478099"/>
              <a:gd name="connsiteX17" fmla="*/ 10650755 w 10797945"/>
              <a:gd name="connsiteY17" fmla="*/ 1065255 h 447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97945" h="4478099">
                <a:moveTo>
                  <a:pt x="0" y="4478099"/>
                </a:moveTo>
                <a:cubicBezTo>
                  <a:pt x="332785" y="4476260"/>
                  <a:pt x="1362379" y="3724903"/>
                  <a:pt x="2396669" y="3693239"/>
                </a:cubicBezTo>
                <a:cubicBezTo>
                  <a:pt x="3430959" y="3661575"/>
                  <a:pt x="5097895" y="4183150"/>
                  <a:pt x="6205738" y="4288116"/>
                </a:cubicBezTo>
                <a:cubicBezTo>
                  <a:pt x="7313581" y="4393082"/>
                  <a:pt x="8420041" y="3994670"/>
                  <a:pt x="9043729" y="4323033"/>
                </a:cubicBezTo>
                <a:cubicBezTo>
                  <a:pt x="9569294" y="4599735"/>
                  <a:pt x="9726098" y="4263301"/>
                  <a:pt x="9764984" y="4109452"/>
                </a:cubicBezTo>
                <a:cubicBezTo>
                  <a:pt x="9807616" y="3940783"/>
                  <a:pt x="9797728" y="3827614"/>
                  <a:pt x="9756719" y="3692018"/>
                </a:cubicBezTo>
                <a:cubicBezTo>
                  <a:pt x="9715710" y="3556423"/>
                  <a:pt x="9651349" y="3386281"/>
                  <a:pt x="9518931" y="3295879"/>
                </a:cubicBezTo>
                <a:cubicBezTo>
                  <a:pt x="9452229" y="3250383"/>
                  <a:pt x="9378832" y="3220906"/>
                  <a:pt x="9304252" y="3191363"/>
                </a:cubicBezTo>
                <a:cubicBezTo>
                  <a:pt x="9225339" y="3160047"/>
                  <a:pt x="9147280" y="3125187"/>
                  <a:pt x="9069221" y="3091442"/>
                </a:cubicBezTo>
                <a:lnTo>
                  <a:pt x="8520969" y="2854770"/>
                </a:lnTo>
                <a:lnTo>
                  <a:pt x="8173676" y="2704823"/>
                </a:lnTo>
                <a:lnTo>
                  <a:pt x="8165535" y="2701344"/>
                </a:lnTo>
                <a:cubicBezTo>
                  <a:pt x="8117347" y="2680532"/>
                  <a:pt x="8095157" y="2624664"/>
                  <a:pt x="8115968" y="2576476"/>
                </a:cubicBezTo>
                <a:lnTo>
                  <a:pt x="9203215" y="57381"/>
                </a:lnTo>
                <a:cubicBezTo>
                  <a:pt x="9224026" y="9193"/>
                  <a:pt x="9279895" y="-12997"/>
                  <a:pt x="9328083" y="7814"/>
                </a:cubicBezTo>
                <a:lnTo>
                  <a:pt x="10740565" y="617515"/>
                </a:lnTo>
                <a:cubicBezTo>
                  <a:pt x="10788753" y="638326"/>
                  <a:pt x="10810943" y="694195"/>
                  <a:pt x="10790132" y="742383"/>
                </a:cubicBezTo>
                <a:lnTo>
                  <a:pt x="10650755" y="1065255"/>
                </a:lnTo>
              </a:path>
            </a:pathLst>
          </a:custGeom>
          <a:noFill/>
          <a:ln w="34925" cap="rnd">
            <a:solidFill>
              <a:srgbClr val="F26322"/>
            </a:solidFill>
            <a:prstDash val="solid"/>
            <a:round/>
          </a:ln>
        </p:spPr>
        <p:txBody>
          <a:bodyPr rtlCol="0" anchor="ctr"/>
          <a:lstStyle/>
          <a:p>
            <a:endParaRPr lang="en-US" sz="1013"/>
          </a:p>
        </p:txBody>
      </p:sp>
      <p:sp>
        <p:nvSpPr>
          <p:cNvPr id="18" name="Freeform: Shape 17">
            <a:extLst>
              <a:ext uri="{FF2B5EF4-FFF2-40B4-BE49-F238E27FC236}">
                <a16:creationId xmlns:a16="http://schemas.microsoft.com/office/drawing/2014/main" id="{97937152-926A-A44A-37AD-EBBEF3ADF161}"/>
              </a:ext>
            </a:extLst>
          </p:cNvPr>
          <p:cNvSpPr/>
          <p:nvPr/>
        </p:nvSpPr>
        <p:spPr>
          <a:xfrm>
            <a:off x="6563951" y="1250953"/>
            <a:ext cx="139512" cy="245234"/>
          </a:xfrm>
          <a:custGeom>
            <a:avLst/>
            <a:gdLst>
              <a:gd name="connsiteX0" fmla="*/ 186016 w 186016"/>
              <a:gd name="connsiteY0" fmla="*/ 8899 h 326978"/>
              <a:gd name="connsiteX1" fmla="*/ 141308 w 186016"/>
              <a:gd name="connsiteY1" fmla="*/ 430 h 326978"/>
              <a:gd name="connsiteX2" fmla="*/ 9743 w 186016"/>
              <a:gd name="connsiteY2" fmla="*/ 85448 h 326978"/>
              <a:gd name="connsiteX3" fmla="*/ 6855 w 186016"/>
              <a:gd name="connsiteY3" fmla="*/ 207887 h 326978"/>
              <a:gd name="connsiteX4" fmla="*/ 41387 w 186016"/>
              <a:gd name="connsiteY4" fmla="*/ 326978 h 32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16" h="326978">
                <a:moveTo>
                  <a:pt x="186016" y="8899"/>
                </a:moveTo>
                <a:cubicBezTo>
                  <a:pt x="171310" y="4500"/>
                  <a:pt x="156276" y="1546"/>
                  <a:pt x="141308" y="430"/>
                </a:cubicBezTo>
                <a:cubicBezTo>
                  <a:pt x="80646" y="-4100"/>
                  <a:pt x="29898" y="27347"/>
                  <a:pt x="9743" y="85448"/>
                </a:cubicBezTo>
                <a:cubicBezTo>
                  <a:pt x="-3847" y="124511"/>
                  <a:pt x="-1680" y="167446"/>
                  <a:pt x="6855" y="207887"/>
                </a:cubicBezTo>
                <a:cubicBezTo>
                  <a:pt x="15389" y="248328"/>
                  <a:pt x="30095" y="287194"/>
                  <a:pt x="41387" y="326978"/>
                </a:cubicBezTo>
              </a:path>
            </a:pathLst>
          </a:custGeom>
          <a:noFill/>
          <a:ln w="34925" cap="rnd">
            <a:solidFill>
              <a:srgbClr val="F26322"/>
            </a:solidFill>
            <a:prstDash val="solid"/>
            <a:round/>
          </a:ln>
        </p:spPr>
        <p:txBody>
          <a:bodyPr rtlCol="0" anchor="ctr"/>
          <a:lstStyle/>
          <a:p>
            <a:endParaRPr lang="en-US" sz="1013"/>
          </a:p>
        </p:txBody>
      </p:sp>
      <p:sp>
        <p:nvSpPr>
          <p:cNvPr id="19" name="Freeform: Shape 18">
            <a:extLst>
              <a:ext uri="{FF2B5EF4-FFF2-40B4-BE49-F238E27FC236}">
                <a16:creationId xmlns:a16="http://schemas.microsoft.com/office/drawing/2014/main" id="{7F795B06-2EE7-751D-987A-D0CF63857518}"/>
              </a:ext>
            </a:extLst>
          </p:cNvPr>
          <p:cNvSpPr/>
          <p:nvPr/>
        </p:nvSpPr>
        <p:spPr>
          <a:xfrm>
            <a:off x="6069471" y="1246696"/>
            <a:ext cx="3191822" cy="2894870"/>
          </a:xfrm>
          <a:custGeom>
            <a:avLst/>
            <a:gdLst>
              <a:gd name="connsiteX0" fmla="*/ 4255763 w 4255763"/>
              <a:gd name="connsiteY0" fmla="*/ 3499791 h 3859826"/>
              <a:gd name="connsiteX1" fmla="*/ 4136344 w 4255763"/>
              <a:gd name="connsiteY1" fmla="*/ 3546468 h 3859826"/>
              <a:gd name="connsiteX2" fmla="*/ 2879127 w 4255763"/>
              <a:gd name="connsiteY2" fmla="*/ 3859821 h 3859826"/>
              <a:gd name="connsiteX3" fmla="*/ 2563083 w 4255763"/>
              <a:gd name="connsiteY3" fmla="*/ 3824763 h 3859826"/>
              <a:gd name="connsiteX4" fmla="*/ 2051267 w 4255763"/>
              <a:gd name="connsiteY4" fmla="*/ 3574042 h 3859826"/>
              <a:gd name="connsiteX5" fmla="*/ 1820307 w 4255763"/>
              <a:gd name="connsiteY5" fmla="*/ 3452522 h 3859826"/>
              <a:gd name="connsiteX6" fmla="*/ 1651912 w 4255763"/>
              <a:gd name="connsiteY6" fmla="*/ 3603453 h 3859826"/>
              <a:gd name="connsiteX7" fmla="*/ 1772382 w 4255763"/>
              <a:gd name="connsiteY7" fmla="*/ 3704621 h 3859826"/>
              <a:gd name="connsiteX8" fmla="*/ 2050020 w 4255763"/>
              <a:gd name="connsiteY8" fmla="*/ 3662736 h 3859826"/>
              <a:gd name="connsiteX9" fmla="*/ 2452789 w 4255763"/>
              <a:gd name="connsiteY9" fmla="*/ 3366256 h 3859826"/>
              <a:gd name="connsiteX10" fmla="*/ 2510102 w 4255763"/>
              <a:gd name="connsiteY10" fmla="*/ 3274017 h 3859826"/>
              <a:gd name="connsiteX11" fmla="*/ 2463556 w 4255763"/>
              <a:gd name="connsiteY11" fmla="*/ 3064918 h 3859826"/>
              <a:gd name="connsiteX12" fmla="*/ 2364882 w 4255763"/>
              <a:gd name="connsiteY12" fmla="*/ 2868819 h 3859826"/>
              <a:gd name="connsiteX13" fmla="*/ 2440512 w 4255763"/>
              <a:gd name="connsiteY13" fmla="*/ 2532620 h 3859826"/>
              <a:gd name="connsiteX14" fmla="*/ 2444254 w 4255763"/>
              <a:gd name="connsiteY14" fmla="*/ 2190972 h 3859826"/>
              <a:gd name="connsiteX15" fmla="*/ 2556321 w 4255763"/>
              <a:gd name="connsiteY15" fmla="*/ 1332782 h 3859826"/>
              <a:gd name="connsiteX16" fmla="*/ 2643243 w 4255763"/>
              <a:gd name="connsiteY16" fmla="*/ 1133728 h 3859826"/>
              <a:gd name="connsiteX17" fmla="*/ 2511218 w 4255763"/>
              <a:gd name="connsiteY17" fmla="*/ 983847 h 3859826"/>
              <a:gd name="connsiteX18" fmla="*/ 2174297 w 4255763"/>
              <a:gd name="connsiteY18" fmla="*/ 1172528 h 3859826"/>
              <a:gd name="connsiteX19" fmla="*/ 1977935 w 4255763"/>
              <a:gd name="connsiteY19" fmla="*/ 1711063 h 3859826"/>
              <a:gd name="connsiteX20" fmla="*/ 1977082 w 4255763"/>
              <a:gd name="connsiteY20" fmla="*/ 1718022 h 3859826"/>
              <a:gd name="connsiteX21" fmla="*/ 1950296 w 4255763"/>
              <a:gd name="connsiteY21" fmla="*/ 1816433 h 3859826"/>
              <a:gd name="connsiteX22" fmla="*/ 1473538 w 4255763"/>
              <a:gd name="connsiteY22" fmla="*/ 2920814 h 3859826"/>
              <a:gd name="connsiteX23" fmla="*/ 1349523 w 4255763"/>
              <a:gd name="connsiteY23" fmla="*/ 2971956 h 3859826"/>
              <a:gd name="connsiteX24" fmla="*/ 880512 w 4255763"/>
              <a:gd name="connsiteY24" fmla="*/ 2771983 h 3859826"/>
              <a:gd name="connsiteX25" fmla="*/ 505514 w 4255763"/>
              <a:gd name="connsiteY25" fmla="*/ 2610088 h 3859826"/>
              <a:gd name="connsiteX26" fmla="*/ 175748 w 4255763"/>
              <a:gd name="connsiteY26" fmla="*/ 2467757 h 3859826"/>
              <a:gd name="connsiteX27" fmla="*/ 17464 w 4255763"/>
              <a:gd name="connsiteY27" fmla="*/ 2399414 h 3859826"/>
              <a:gd name="connsiteX28" fmla="*/ 15954 w 4255763"/>
              <a:gd name="connsiteY28" fmla="*/ 2398757 h 3859826"/>
              <a:gd name="connsiteX29" fmla="*/ 2167 w 4255763"/>
              <a:gd name="connsiteY29" fmla="*/ 2364028 h 3859826"/>
              <a:gd name="connsiteX30" fmla="*/ 1015622 w 4255763"/>
              <a:gd name="connsiteY30" fmla="*/ 15954 h 3859826"/>
              <a:gd name="connsiteX31" fmla="*/ 1050352 w 4255763"/>
              <a:gd name="connsiteY31" fmla="*/ 2167 h 3859826"/>
              <a:gd name="connsiteX32" fmla="*/ 2300676 w 4255763"/>
              <a:gd name="connsiteY32" fmla="*/ 541884 h 3859826"/>
              <a:gd name="connsiteX33" fmla="*/ 2314462 w 4255763"/>
              <a:gd name="connsiteY33" fmla="*/ 576614 h 3859826"/>
              <a:gd name="connsiteX34" fmla="*/ 1358255 w 4255763"/>
              <a:gd name="connsiteY34" fmla="*/ 2791679 h 385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255763" h="3859826">
                <a:moveTo>
                  <a:pt x="4255763" y="3499791"/>
                </a:moveTo>
                <a:cubicBezTo>
                  <a:pt x="4216110" y="3515678"/>
                  <a:pt x="4176194" y="3531106"/>
                  <a:pt x="4136344" y="3546468"/>
                </a:cubicBezTo>
                <a:cubicBezTo>
                  <a:pt x="3730883" y="3702783"/>
                  <a:pt x="3313671" y="3861002"/>
                  <a:pt x="2879127" y="3859821"/>
                </a:cubicBezTo>
                <a:cubicBezTo>
                  <a:pt x="2772903" y="3859492"/>
                  <a:pt x="2666352" y="3849513"/>
                  <a:pt x="2563083" y="3824763"/>
                </a:cubicBezTo>
                <a:cubicBezTo>
                  <a:pt x="2377028" y="3780186"/>
                  <a:pt x="2204628" y="3688472"/>
                  <a:pt x="2051267" y="3574042"/>
                </a:cubicBezTo>
                <a:cubicBezTo>
                  <a:pt x="1980627" y="3521324"/>
                  <a:pt x="1908017" y="3461319"/>
                  <a:pt x="1820307" y="3452522"/>
                </a:cubicBezTo>
                <a:cubicBezTo>
                  <a:pt x="1732597" y="3443724"/>
                  <a:pt x="1631626" y="3517648"/>
                  <a:pt x="1651912" y="3603453"/>
                </a:cubicBezTo>
                <a:cubicBezTo>
                  <a:pt x="1664648" y="3657222"/>
                  <a:pt x="1718613" y="3691820"/>
                  <a:pt x="1772382" y="3704621"/>
                </a:cubicBezTo>
                <a:cubicBezTo>
                  <a:pt x="1865015" y="3726681"/>
                  <a:pt x="1962507" y="3700354"/>
                  <a:pt x="2050020" y="3662736"/>
                </a:cubicBezTo>
                <a:cubicBezTo>
                  <a:pt x="2204562" y="3596363"/>
                  <a:pt x="2343480" y="3494079"/>
                  <a:pt x="2452789" y="3366256"/>
                </a:cubicBezTo>
                <a:cubicBezTo>
                  <a:pt x="2476489" y="3338552"/>
                  <a:pt x="2499204" y="3308812"/>
                  <a:pt x="2510102" y="3274017"/>
                </a:cubicBezTo>
                <a:cubicBezTo>
                  <a:pt x="2532030" y="3203704"/>
                  <a:pt x="2501437" y="3128074"/>
                  <a:pt x="2463556" y="3064918"/>
                </a:cubicBezTo>
                <a:cubicBezTo>
                  <a:pt x="2425741" y="3001762"/>
                  <a:pt x="2379063" y="2941035"/>
                  <a:pt x="2364882" y="2868819"/>
                </a:cubicBezTo>
                <a:cubicBezTo>
                  <a:pt x="2341839" y="2751763"/>
                  <a:pt x="2405323" y="2640288"/>
                  <a:pt x="2440512" y="2532620"/>
                </a:cubicBezTo>
                <a:cubicBezTo>
                  <a:pt x="2478787" y="2415236"/>
                  <a:pt x="2452461" y="2310719"/>
                  <a:pt x="2444254" y="2190972"/>
                </a:cubicBezTo>
                <a:cubicBezTo>
                  <a:pt x="2426397" y="1928959"/>
                  <a:pt x="2431846" y="1578711"/>
                  <a:pt x="2556321" y="1332782"/>
                </a:cubicBezTo>
                <a:cubicBezTo>
                  <a:pt x="2589803" y="1266671"/>
                  <a:pt x="2635824" y="1200692"/>
                  <a:pt x="2643243" y="1133728"/>
                </a:cubicBezTo>
                <a:cubicBezTo>
                  <a:pt x="2650661" y="1066764"/>
                  <a:pt x="2606215" y="996255"/>
                  <a:pt x="2511218" y="983847"/>
                </a:cubicBezTo>
                <a:cubicBezTo>
                  <a:pt x="2369675" y="965333"/>
                  <a:pt x="2239226" y="1076546"/>
                  <a:pt x="2174297" y="1172528"/>
                </a:cubicBezTo>
                <a:cubicBezTo>
                  <a:pt x="2056651" y="1346437"/>
                  <a:pt x="1989358" y="1530851"/>
                  <a:pt x="1977935" y="1711063"/>
                </a:cubicBezTo>
                <a:lnTo>
                  <a:pt x="1977082" y="1718022"/>
                </a:lnTo>
                <a:cubicBezTo>
                  <a:pt x="1972880" y="1751898"/>
                  <a:pt x="1963886" y="1785052"/>
                  <a:pt x="1950296" y="1816433"/>
                </a:cubicBezTo>
                <a:lnTo>
                  <a:pt x="1473538" y="2920814"/>
                </a:lnTo>
                <a:cubicBezTo>
                  <a:pt x="1452858" y="2968674"/>
                  <a:pt x="1397842" y="2991323"/>
                  <a:pt x="1349523" y="2971956"/>
                </a:cubicBezTo>
                <a:cubicBezTo>
                  <a:pt x="1191830" y="2908669"/>
                  <a:pt x="1036499" y="2839341"/>
                  <a:pt x="880512" y="2771983"/>
                </a:cubicBezTo>
                <a:cubicBezTo>
                  <a:pt x="755513" y="2718018"/>
                  <a:pt x="630513" y="2664053"/>
                  <a:pt x="505514" y="2610088"/>
                </a:cubicBezTo>
                <a:cubicBezTo>
                  <a:pt x="395614" y="2562622"/>
                  <a:pt x="285648" y="2515157"/>
                  <a:pt x="175748" y="2467757"/>
                </a:cubicBezTo>
                <a:cubicBezTo>
                  <a:pt x="122965" y="2444976"/>
                  <a:pt x="70247" y="2422195"/>
                  <a:pt x="17464" y="2399414"/>
                </a:cubicBezTo>
                <a:lnTo>
                  <a:pt x="15954" y="2398757"/>
                </a:lnTo>
                <a:cubicBezTo>
                  <a:pt x="2561" y="2392980"/>
                  <a:pt x="-3610" y="2377421"/>
                  <a:pt x="2167" y="2364028"/>
                </a:cubicBezTo>
                <a:lnTo>
                  <a:pt x="1015622" y="15954"/>
                </a:lnTo>
                <a:cubicBezTo>
                  <a:pt x="1021399" y="2561"/>
                  <a:pt x="1036959" y="-3610"/>
                  <a:pt x="1050352" y="2167"/>
                </a:cubicBezTo>
                <a:lnTo>
                  <a:pt x="2300676" y="541884"/>
                </a:lnTo>
                <a:cubicBezTo>
                  <a:pt x="2314068" y="547661"/>
                  <a:pt x="2320239" y="563221"/>
                  <a:pt x="2314462" y="576614"/>
                </a:cubicBezTo>
                <a:lnTo>
                  <a:pt x="1358255" y="2791679"/>
                </a:lnTo>
              </a:path>
            </a:pathLst>
          </a:custGeom>
          <a:noFill/>
          <a:ln w="34925" cap="rnd">
            <a:solidFill>
              <a:srgbClr val="F26322"/>
            </a:solidFill>
            <a:prstDash val="solid"/>
            <a:round/>
          </a:ln>
        </p:spPr>
        <p:txBody>
          <a:bodyPr rtlCol="0" anchor="ctr"/>
          <a:lstStyle/>
          <a:p>
            <a:endParaRPr lang="en-US" sz="1013"/>
          </a:p>
        </p:txBody>
      </p:sp>
      <p:sp>
        <p:nvSpPr>
          <p:cNvPr id="3" name="Footer Placeholder 1">
            <a:extLst>
              <a:ext uri="{FF2B5EF4-FFF2-40B4-BE49-F238E27FC236}">
                <a16:creationId xmlns:a16="http://schemas.microsoft.com/office/drawing/2014/main" id="{56AE0C63-E7A4-150D-E2EF-4986600E44D7}"/>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5139353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08E876-A6F0-0F41-4E91-DBCD1B632B16}"/>
              </a:ext>
            </a:extLst>
          </p:cNvPr>
          <p:cNvSpPr/>
          <p:nvPr/>
        </p:nvSpPr>
        <p:spPr>
          <a:xfrm>
            <a:off x="4553712" y="0"/>
            <a:ext cx="4590288"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 name="Text Placeholder 1">
            <a:extLst>
              <a:ext uri="{FF2B5EF4-FFF2-40B4-BE49-F238E27FC236}">
                <a16:creationId xmlns:a16="http://schemas.microsoft.com/office/drawing/2014/main" id="{6C1B74F7-14D9-4D0C-6C92-C50230146755}"/>
              </a:ext>
            </a:extLst>
          </p:cNvPr>
          <p:cNvSpPr>
            <a:spLocks noGrp="1"/>
          </p:cNvSpPr>
          <p:nvPr>
            <p:ph type="body" sz="quarter" idx="15"/>
          </p:nvPr>
        </p:nvSpPr>
        <p:spPr>
          <a:xfrm>
            <a:off x="336855" y="1807036"/>
            <a:ext cx="3783661" cy="301800"/>
          </a:xfrm>
        </p:spPr>
        <p:txBody>
          <a:bodyPr/>
          <a:lstStyle/>
          <a:p>
            <a:r>
              <a:rPr lang="pt-BR"/>
              <a:t>Consectetur adipiscing elit tempor varius eros</a:t>
            </a:r>
          </a:p>
        </p:txBody>
      </p:sp>
      <p:sp>
        <p:nvSpPr>
          <p:cNvPr id="3" name="Text Placeholder 2">
            <a:extLst>
              <a:ext uri="{FF2B5EF4-FFF2-40B4-BE49-F238E27FC236}">
                <a16:creationId xmlns:a16="http://schemas.microsoft.com/office/drawing/2014/main" id="{8EF3ECCC-4AA4-1EE8-7740-766E7292BEFA}"/>
              </a:ext>
            </a:extLst>
          </p:cNvPr>
          <p:cNvSpPr>
            <a:spLocks noGrp="1"/>
          </p:cNvSpPr>
          <p:nvPr>
            <p:ph type="body" sz="quarter" idx="12"/>
          </p:nvPr>
        </p:nvSpPr>
        <p:spPr/>
        <p:txBody>
          <a:bodyPr/>
          <a:lstStyle/>
          <a:p>
            <a:r>
              <a:rPr lang="en-US"/>
              <a:t>ILLUSTRATIONS</a:t>
            </a:r>
          </a:p>
        </p:txBody>
      </p:sp>
      <p:sp>
        <p:nvSpPr>
          <p:cNvPr id="4" name="Title 3">
            <a:extLst>
              <a:ext uri="{FF2B5EF4-FFF2-40B4-BE49-F238E27FC236}">
                <a16:creationId xmlns:a16="http://schemas.microsoft.com/office/drawing/2014/main" id="{89A351F4-973E-382A-0269-858008901F0B}"/>
              </a:ext>
            </a:extLst>
          </p:cNvPr>
          <p:cNvSpPr>
            <a:spLocks noGrp="1"/>
          </p:cNvSpPr>
          <p:nvPr>
            <p:ph type="title"/>
          </p:nvPr>
        </p:nvSpPr>
        <p:spPr/>
        <p:txBody>
          <a:bodyPr/>
          <a:lstStyle/>
          <a:p>
            <a:r>
              <a:rPr lang="en-US"/>
              <a:t>Illustration Example</a:t>
            </a:r>
          </a:p>
        </p:txBody>
      </p:sp>
      <p:grpSp>
        <p:nvGrpSpPr>
          <p:cNvPr id="5" name="Group 4">
            <a:extLst>
              <a:ext uri="{FF2B5EF4-FFF2-40B4-BE49-F238E27FC236}">
                <a16:creationId xmlns:a16="http://schemas.microsoft.com/office/drawing/2014/main" id="{80CFFE33-262F-C2ED-709C-FBF57FC1C698}"/>
              </a:ext>
            </a:extLst>
          </p:cNvPr>
          <p:cNvGrpSpPr/>
          <p:nvPr/>
        </p:nvGrpSpPr>
        <p:grpSpPr>
          <a:xfrm rot="20891233">
            <a:off x="5274764" y="80641"/>
            <a:ext cx="3601756" cy="4578555"/>
            <a:chOff x="5506647" y="219745"/>
            <a:chExt cx="3607254" cy="4585545"/>
          </a:xfrm>
        </p:grpSpPr>
        <p:sp>
          <p:nvSpPr>
            <p:cNvPr id="11" name="Freeform: Shape 10">
              <a:extLst>
                <a:ext uri="{FF2B5EF4-FFF2-40B4-BE49-F238E27FC236}">
                  <a16:creationId xmlns:a16="http://schemas.microsoft.com/office/drawing/2014/main" id="{3E1F154E-B177-D399-261B-C941359999F6}"/>
                </a:ext>
              </a:extLst>
            </p:cNvPr>
            <p:cNvSpPr/>
            <p:nvPr/>
          </p:nvSpPr>
          <p:spPr>
            <a:xfrm rot="20880098">
              <a:off x="6817040" y="1300960"/>
              <a:ext cx="2296861" cy="3504330"/>
            </a:xfrm>
            <a:custGeom>
              <a:avLst/>
              <a:gdLst>
                <a:gd name="connsiteX0" fmla="*/ 156272 w 1432789"/>
                <a:gd name="connsiteY0" fmla="*/ 0 h 4405805"/>
                <a:gd name="connsiteX1" fmla="*/ 469181 w 1432789"/>
                <a:gd name="connsiteY1" fmla="*/ 829760 h 4405805"/>
                <a:gd name="connsiteX2" fmla="*/ 446807 w 1432789"/>
                <a:gd name="connsiteY2" fmla="*/ 1705719 h 4405805"/>
                <a:gd name="connsiteX3" fmla="*/ 136010 w 1432789"/>
                <a:gd name="connsiteY3" fmla="*/ 2342889 h 4405805"/>
                <a:gd name="connsiteX4" fmla="*/ 6583 w 1432789"/>
                <a:gd name="connsiteY4" fmla="*/ 3039657 h 4405805"/>
                <a:gd name="connsiteX5" fmla="*/ 203595 w 1432789"/>
                <a:gd name="connsiteY5" fmla="*/ 3481268 h 4405805"/>
                <a:gd name="connsiteX6" fmla="*/ 439283 w 1432789"/>
                <a:gd name="connsiteY6" fmla="*/ 3739726 h 4405805"/>
                <a:gd name="connsiteX7" fmla="*/ 546402 w 1432789"/>
                <a:gd name="connsiteY7" fmla="*/ 3973302 h 4405805"/>
                <a:gd name="connsiteX8" fmla="*/ 474593 w 1432789"/>
                <a:gd name="connsiteY8" fmla="*/ 4308321 h 4405805"/>
                <a:gd name="connsiteX9" fmla="*/ 274809 w 1432789"/>
                <a:gd name="connsiteY9" fmla="*/ 4404814 h 4405805"/>
                <a:gd name="connsiteX10" fmla="*/ 91526 w 1432789"/>
                <a:gd name="connsiteY10" fmla="*/ 4345480 h 4405805"/>
                <a:gd name="connsiteX11" fmla="*/ 39649 w 1432789"/>
                <a:gd name="connsiteY11" fmla="*/ 4133683 h 4405805"/>
                <a:gd name="connsiteX12" fmla="*/ 190329 w 1432789"/>
                <a:gd name="connsiteY12" fmla="*/ 3965118 h 4405805"/>
                <a:gd name="connsiteX13" fmla="*/ 425357 w 1432789"/>
                <a:gd name="connsiteY13" fmla="*/ 3924857 h 4405805"/>
                <a:gd name="connsiteX14" fmla="*/ 711007 w 1432789"/>
                <a:gd name="connsiteY14" fmla="*/ 4116853 h 4405805"/>
                <a:gd name="connsiteX15" fmla="*/ 1092095 w 1432789"/>
                <a:gd name="connsiteY15" fmla="*/ 4286079 h 4405805"/>
                <a:gd name="connsiteX16" fmla="*/ 1432790 w 1432789"/>
                <a:gd name="connsiteY16" fmla="*/ 4081345 h 4405805"/>
                <a:gd name="connsiteX0" fmla="*/ 156272 w 1432789"/>
                <a:gd name="connsiteY0" fmla="*/ 0 h 4444978"/>
                <a:gd name="connsiteX1" fmla="*/ 469181 w 1432789"/>
                <a:gd name="connsiteY1" fmla="*/ 829760 h 4444978"/>
                <a:gd name="connsiteX2" fmla="*/ 446807 w 1432789"/>
                <a:gd name="connsiteY2" fmla="*/ 1705719 h 4444978"/>
                <a:gd name="connsiteX3" fmla="*/ 136010 w 1432789"/>
                <a:gd name="connsiteY3" fmla="*/ 2342889 h 4444978"/>
                <a:gd name="connsiteX4" fmla="*/ 6583 w 1432789"/>
                <a:gd name="connsiteY4" fmla="*/ 3039657 h 4444978"/>
                <a:gd name="connsiteX5" fmla="*/ 203595 w 1432789"/>
                <a:gd name="connsiteY5" fmla="*/ 3481268 h 4444978"/>
                <a:gd name="connsiteX6" fmla="*/ 439283 w 1432789"/>
                <a:gd name="connsiteY6" fmla="*/ 3739726 h 4444978"/>
                <a:gd name="connsiteX7" fmla="*/ 546402 w 1432789"/>
                <a:gd name="connsiteY7" fmla="*/ 3973302 h 4444978"/>
                <a:gd name="connsiteX8" fmla="*/ 474593 w 1432789"/>
                <a:gd name="connsiteY8" fmla="*/ 4308321 h 4444978"/>
                <a:gd name="connsiteX9" fmla="*/ 274809 w 1432789"/>
                <a:gd name="connsiteY9" fmla="*/ 4404814 h 4444978"/>
                <a:gd name="connsiteX10" fmla="*/ 91526 w 1432789"/>
                <a:gd name="connsiteY10" fmla="*/ 4345480 h 4444978"/>
                <a:gd name="connsiteX11" fmla="*/ 39649 w 1432789"/>
                <a:gd name="connsiteY11" fmla="*/ 4133683 h 4444978"/>
                <a:gd name="connsiteX12" fmla="*/ 190329 w 1432789"/>
                <a:gd name="connsiteY12" fmla="*/ 3965118 h 4444978"/>
                <a:gd name="connsiteX13" fmla="*/ 425357 w 1432789"/>
                <a:gd name="connsiteY13" fmla="*/ 3924857 h 4444978"/>
                <a:gd name="connsiteX14" fmla="*/ 711007 w 1432789"/>
                <a:gd name="connsiteY14" fmla="*/ 4116853 h 4444978"/>
                <a:gd name="connsiteX15" fmla="*/ 1092095 w 1432789"/>
                <a:gd name="connsiteY15" fmla="*/ 4286079 h 4444978"/>
                <a:gd name="connsiteX16" fmla="*/ 1432789 w 1432789"/>
                <a:gd name="connsiteY16" fmla="*/ 4405805 h 4444978"/>
                <a:gd name="connsiteX0" fmla="*/ 156272 w 3059313"/>
                <a:gd name="connsiteY0" fmla="*/ 0 h 4405805"/>
                <a:gd name="connsiteX1" fmla="*/ 469181 w 3059313"/>
                <a:gd name="connsiteY1" fmla="*/ 829760 h 4405805"/>
                <a:gd name="connsiteX2" fmla="*/ 446807 w 3059313"/>
                <a:gd name="connsiteY2" fmla="*/ 1705719 h 4405805"/>
                <a:gd name="connsiteX3" fmla="*/ 136010 w 3059313"/>
                <a:gd name="connsiteY3" fmla="*/ 2342889 h 4405805"/>
                <a:gd name="connsiteX4" fmla="*/ 6583 w 3059313"/>
                <a:gd name="connsiteY4" fmla="*/ 3039657 h 4405805"/>
                <a:gd name="connsiteX5" fmla="*/ 203595 w 3059313"/>
                <a:gd name="connsiteY5" fmla="*/ 3481268 h 4405805"/>
                <a:gd name="connsiteX6" fmla="*/ 439283 w 3059313"/>
                <a:gd name="connsiteY6" fmla="*/ 3739726 h 4405805"/>
                <a:gd name="connsiteX7" fmla="*/ 546402 w 3059313"/>
                <a:gd name="connsiteY7" fmla="*/ 3973302 h 4405805"/>
                <a:gd name="connsiteX8" fmla="*/ 474593 w 3059313"/>
                <a:gd name="connsiteY8" fmla="*/ 4308321 h 4405805"/>
                <a:gd name="connsiteX9" fmla="*/ 274809 w 3059313"/>
                <a:gd name="connsiteY9" fmla="*/ 4404814 h 4405805"/>
                <a:gd name="connsiteX10" fmla="*/ 91526 w 3059313"/>
                <a:gd name="connsiteY10" fmla="*/ 4345480 h 4405805"/>
                <a:gd name="connsiteX11" fmla="*/ 39649 w 3059313"/>
                <a:gd name="connsiteY11" fmla="*/ 4133683 h 4405805"/>
                <a:gd name="connsiteX12" fmla="*/ 190329 w 3059313"/>
                <a:gd name="connsiteY12" fmla="*/ 3965118 h 4405805"/>
                <a:gd name="connsiteX13" fmla="*/ 425357 w 3059313"/>
                <a:gd name="connsiteY13" fmla="*/ 3924857 h 4405805"/>
                <a:gd name="connsiteX14" fmla="*/ 711007 w 3059313"/>
                <a:gd name="connsiteY14" fmla="*/ 4116853 h 4405805"/>
                <a:gd name="connsiteX15" fmla="*/ 1092095 w 3059313"/>
                <a:gd name="connsiteY15" fmla="*/ 4286079 h 4405805"/>
                <a:gd name="connsiteX16" fmla="*/ 3059313 w 3059313"/>
                <a:gd name="connsiteY16" fmla="*/ 3438201 h 4405805"/>
                <a:gd name="connsiteX0" fmla="*/ 156272 w 3059313"/>
                <a:gd name="connsiteY0" fmla="*/ 0 h 4615478"/>
                <a:gd name="connsiteX1" fmla="*/ 469181 w 3059313"/>
                <a:gd name="connsiteY1" fmla="*/ 829760 h 4615478"/>
                <a:gd name="connsiteX2" fmla="*/ 446807 w 3059313"/>
                <a:gd name="connsiteY2" fmla="*/ 1705719 h 4615478"/>
                <a:gd name="connsiteX3" fmla="*/ 136010 w 3059313"/>
                <a:gd name="connsiteY3" fmla="*/ 2342889 h 4615478"/>
                <a:gd name="connsiteX4" fmla="*/ 6583 w 3059313"/>
                <a:gd name="connsiteY4" fmla="*/ 3039657 h 4615478"/>
                <a:gd name="connsiteX5" fmla="*/ 203595 w 3059313"/>
                <a:gd name="connsiteY5" fmla="*/ 3481268 h 4615478"/>
                <a:gd name="connsiteX6" fmla="*/ 439283 w 3059313"/>
                <a:gd name="connsiteY6" fmla="*/ 3739726 h 4615478"/>
                <a:gd name="connsiteX7" fmla="*/ 546402 w 3059313"/>
                <a:gd name="connsiteY7" fmla="*/ 3973302 h 4615478"/>
                <a:gd name="connsiteX8" fmla="*/ 474593 w 3059313"/>
                <a:gd name="connsiteY8" fmla="*/ 4308321 h 4615478"/>
                <a:gd name="connsiteX9" fmla="*/ 274809 w 3059313"/>
                <a:gd name="connsiteY9" fmla="*/ 4404814 h 4615478"/>
                <a:gd name="connsiteX10" fmla="*/ 91526 w 3059313"/>
                <a:gd name="connsiteY10" fmla="*/ 4345480 h 4615478"/>
                <a:gd name="connsiteX11" fmla="*/ 39649 w 3059313"/>
                <a:gd name="connsiteY11" fmla="*/ 4133683 h 4615478"/>
                <a:gd name="connsiteX12" fmla="*/ 190329 w 3059313"/>
                <a:gd name="connsiteY12" fmla="*/ 3965118 h 4615478"/>
                <a:gd name="connsiteX13" fmla="*/ 425357 w 3059313"/>
                <a:gd name="connsiteY13" fmla="*/ 3924857 h 4615478"/>
                <a:gd name="connsiteX14" fmla="*/ 711007 w 3059313"/>
                <a:gd name="connsiteY14" fmla="*/ 4116853 h 4615478"/>
                <a:gd name="connsiteX15" fmla="*/ 1780809 w 3059313"/>
                <a:gd name="connsiteY15" fmla="*/ 4615460 h 4615478"/>
                <a:gd name="connsiteX16" fmla="*/ 3059313 w 3059313"/>
                <a:gd name="connsiteY16" fmla="*/ 3438201 h 4615478"/>
                <a:gd name="connsiteX0" fmla="*/ 156272 w 3059313"/>
                <a:gd name="connsiteY0" fmla="*/ 0 h 4615460"/>
                <a:gd name="connsiteX1" fmla="*/ 469181 w 3059313"/>
                <a:gd name="connsiteY1" fmla="*/ 829760 h 4615460"/>
                <a:gd name="connsiteX2" fmla="*/ 446807 w 3059313"/>
                <a:gd name="connsiteY2" fmla="*/ 1705719 h 4615460"/>
                <a:gd name="connsiteX3" fmla="*/ 136010 w 3059313"/>
                <a:gd name="connsiteY3" fmla="*/ 2342889 h 4615460"/>
                <a:gd name="connsiteX4" fmla="*/ 6583 w 3059313"/>
                <a:gd name="connsiteY4" fmla="*/ 3039657 h 4615460"/>
                <a:gd name="connsiteX5" fmla="*/ 203595 w 3059313"/>
                <a:gd name="connsiteY5" fmla="*/ 3481268 h 4615460"/>
                <a:gd name="connsiteX6" fmla="*/ 439283 w 3059313"/>
                <a:gd name="connsiteY6" fmla="*/ 3739726 h 4615460"/>
                <a:gd name="connsiteX7" fmla="*/ 546402 w 3059313"/>
                <a:gd name="connsiteY7" fmla="*/ 3973302 h 4615460"/>
                <a:gd name="connsiteX8" fmla="*/ 474593 w 3059313"/>
                <a:gd name="connsiteY8" fmla="*/ 4308321 h 4615460"/>
                <a:gd name="connsiteX9" fmla="*/ 274809 w 3059313"/>
                <a:gd name="connsiteY9" fmla="*/ 4404814 h 4615460"/>
                <a:gd name="connsiteX10" fmla="*/ 91526 w 3059313"/>
                <a:gd name="connsiteY10" fmla="*/ 4345480 h 4615460"/>
                <a:gd name="connsiteX11" fmla="*/ 39649 w 3059313"/>
                <a:gd name="connsiteY11" fmla="*/ 4133683 h 4615460"/>
                <a:gd name="connsiteX12" fmla="*/ 190329 w 3059313"/>
                <a:gd name="connsiteY12" fmla="*/ 3965118 h 4615460"/>
                <a:gd name="connsiteX13" fmla="*/ 425357 w 3059313"/>
                <a:gd name="connsiteY13" fmla="*/ 3924857 h 4615460"/>
                <a:gd name="connsiteX14" fmla="*/ 711007 w 3059313"/>
                <a:gd name="connsiteY14" fmla="*/ 4116853 h 4615460"/>
                <a:gd name="connsiteX15" fmla="*/ 1780809 w 3059313"/>
                <a:gd name="connsiteY15" fmla="*/ 4615460 h 4615460"/>
                <a:gd name="connsiteX16" fmla="*/ 3059313 w 3059313"/>
                <a:gd name="connsiteY16" fmla="*/ 3438201 h 4615460"/>
                <a:gd name="connsiteX0" fmla="*/ 156272 w 3059313"/>
                <a:gd name="connsiteY0" fmla="*/ 0 h 4631860"/>
                <a:gd name="connsiteX1" fmla="*/ 469181 w 3059313"/>
                <a:gd name="connsiteY1" fmla="*/ 829760 h 4631860"/>
                <a:gd name="connsiteX2" fmla="*/ 446807 w 3059313"/>
                <a:gd name="connsiteY2" fmla="*/ 1705719 h 4631860"/>
                <a:gd name="connsiteX3" fmla="*/ 136010 w 3059313"/>
                <a:gd name="connsiteY3" fmla="*/ 2342889 h 4631860"/>
                <a:gd name="connsiteX4" fmla="*/ 6583 w 3059313"/>
                <a:gd name="connsiteY4" fmla="*/ 3039657 h 4631860"/>
                <a:gd name="connsiteX5" fmla="*/ 203595 w 3059313"/>
                <a:gd name="connsiteY5" fmla="*/ 3481268 h 4631860"/>
                <a:gd name="connsiteX6" fmla="*/ 439283 w 3059313"/>
                <a:gd name="connsiteY6" fmla="*/ 3739726 h 4631860"/>
                <a:gd name="connsiteX7" fmla="*/ 546402 w 3059313"/>
                <a:gd name="connsiteY7" fmla="*/ 3973302 h 4631860"/>
                <a:gd name="connsiteX8" fmla="*/ 474593 w 3059313"/>
                <a:gd name="connsiteY8" fmla="*/ 4308321 h 4631860"/>
                <a:gd name="connsiteX9" fmla="*/ 274809 w 3059313"/>
                <a:gd name="connsiteY9" fmla="*/ 4404814 h 4631860"/>
                <a:gd name="connsiteX10" fmla="*/ 91526 w 3059313"/>
                <a:gd name="connsiteY10" fmla="*/ 4345480 h 4631860"/>
                <a:gd name="connsiteX11" fmla="*/ 39649 w 3059313"/>
                <a:gd name="connsiteY11" fmla="*/ 4133683 h 4631860"/>
                <a:gd name="connsiteX12" fmla="*/ 190329 w 3059313"/>
                <a:gd name="connsiteY12" fmla="*/ 3965118 h 4631860"/>
                <a:gd name="connsiteX13" fmla="*/ 425357 w 3059313"/>
                <a:gd name="connsiteY13" fmla="*/ 3924857 h 4631860"/>
                <a:gd name="connsiteX14" fmla="*/ 711007 w 3059313"/>
                <a:gd name="connsiteY14" fmla="*/ 4116853 h 4631860"/>
                <a:gd name="connsiteX15" fmla="*/ 1780809 w 3059313"/>
                <a:gd name="connsiteY15" fmla="*/ 4615460 h 4631860"/>
                <a:gd name="connsiteX16" fmla="*/ 3059313 w 3059313"/>
                <a:gd name="connsiteY16" fmla="*/ 3438201 h 4631860"/>
                <a:gd name="connsiteX0" fmla="*/ 156272 w 3059313"/>
                <a:gd name="connsiteY0" fmla="*/ 0 h 4635469"/>
                <a:gd name="connsiteX1" fmla="*/ 469181 w 3059313"/>
                <a:gd name="connsiteY1" fmla="*/ 829760 h 4635469"/>
                <a:gd name="connsiteX2" fmla="*/ 446807 w 3059313"/>
                <a:gd name="connsiteY2" fmla="*/ 1705719 h 4635469"/>
                <a:gd name="connsiteX3" fmla="*/ 136010 w 3059313"/>
                <a:gd name="connsiteY3" fmla="*/ 2342889 h 4635469"/>
                <a:gd name="connsiteX4" fmla="*/ 6583 w 3059313"/>
                <a:gd name="connsiteY4" fmla="*/ 3039657 h 4635469"/>
                <a:gd name="connsiteX5" fmla="*/ 203595 w 3059313"/>
                <a:gd name="connsiteY5" fmla="*/ 3481268 h 4635469"/>
                <a:gd name="connsiteX6" fmla="*/ 439283 w 3059313"/>
                <a:gd name="connsiteY6" fmla="*/ 3739726 h 4635469"/>
                <a:gd name="connsiteX7" fmla="*/ 546402 w 3059313"/>
                <a:gd name="connsiteY7" fmla="*/ 3973302 h 4635469"/>
                <a:gd name="connsiteX8" fmla="*/ 474593 w 3059313"/>
                <a:gd name="connsiteY8" fmla="*/ 4308321 h 4635469"/>
                <a:gd name="connsiteX9" fmla="*/ 274809 w 3059313"/>
                <a:gd name="connsiteY9" fmla="*/ 4404814 h 4635469"/>
                <a:gd name="connsiteX10" fmla="*/ 91526 w 3059313"/>
                <a:gd name="connsiteY10" fmla="*/ 4345480 h 4635469"/>
                <a:gd name="connsiteX11" fmla="*/ 39649 w 3059313"/>
                <a:gd name="connsiteY11" fmla="*/ 4133683 h 4635469"/>
                <a:gd name="connsiteX12" fmla="*/ 190329 w 3059313"/>
                <a:gd name="connsiteY12" fmla="*/ 3965118 h 4635469"/>
                <a:gd name="connsiteX13" fmla="*/ 425357 w 3059313"/>
                <a:gd name="connsiteY13" fmla="*/ 3924857 h 4635469"/>
                <a:gd name="connsiteX14" fmla="*/ 734898 w 3059313"/>
                <a:gd name="connsiteY14" fmla="*/ 4221792 h 4635469"/>
                <a:gd name="connsiteX15" fmla="*/ 1780809 w 3059313"/>
                <a:gd name="connsiteY15" fmla="*/ 4615460 h 4635469"/>
                <a:gd name="connsiteX16" fmla="*/ 3059313 w 3059313"/>
                <a:gd name="connsiteY16" fmla="*/ 3438201 h 4635469"/>
                <a:gd name="connsiteX0" fmla="*/ 156272 w 3059313"/>
                <a:gd name="connsiteY0" fmla="*/ 0 h 4643696"/>
                <a:gd name="connsiteX1" fmla="*/ 469181 w 3059313"/>
                <a:gd name="connsiteY1" fmla="*/ 829760 h 4643696"/>
                <a:gd name="connsiteX2" fmla="*/ 446807 w 3059313"/>
                <a:gd name="connsiteY2" fmla="*/ 1705719 h 4643696"/>
                <a:gd name="connsiteX3" fmla="*/ 136010 w 3059313"/>
                <a:gd name="connsiteY3" fmla="*/ 2342889 h 4643696"/>
                <a:gd name="connsiteX4" fmla="*/ 6583 w 3059313"/>
                <a:gd name="connsiteY4" fmla="*/ 3039657 h 4643696"/>
                <a:gd name="connsiteX5" fmla="*/ 203595 w 3059313"/>
                <a:gd name="connsiteY5" fmla="*/ 3481268 h 4643696"/>
                <a:gd name="connsiteX6" fmla="*/ 439283 w 3059313"/>
                <a:gd name="connsiteY6" fmla="*/ 3739726 h 4643696"/>
                <a:gd name="connsiteX7" fmla="*/ 546402 w 3059313"/>
                <a:gd name="connsiteY7" fmla="*/ 3973302 h 4643696"/>
                <a:gd name="connsiteX8" fmla="*/ 474593 w 3059313"/>
                <a:gd name="connsiteY8" fmla="*/ 4308321 h 4643696"/>
                <a:gd name="connsiteX9" fmla="*/ 274809 w 3059313"/>
                <a:gd name="connsiteY9" fmla="*/ 4404814 h 4643696"/>
                <a:gd name="connsiteX10" fmla="*/ 91526 w 3059313"/>
                <a:gd name="connsiteY10" fmla="*/ 4345480 h 4643696"/>
                <a:gd name="connsiteX11" fmla="*/ 39649 w 3059313"/>
                <a:gd name="connsiteY11" fmla="*/ 4133683 h 4643696"/>
                <a:gd name="connsiteX12" fmla="*/ 190329 w 3059313"/>
                <a:gd name="connsiteY12" fmla="*/ 3965118 h 4643696"/>
                <a:gd name="connsiteX13" fmla="*/ 425357 w 3059313"/>
                <a:gd name="connsiteY13" fmla="*/ 3924857 h 4643696"/>
                <a:gd name="connsiteX14" fmla="*/ 734898 w 3059313"/>
                <a:gd name="connsiteY14" fmla="*/ 4221792 h 4643696"/>
                <a:gd name="connsiteX15" fmla="*/ 1780809 w 3059313"/>
                <a:gd name="connsiteY15" fmla="*/ 4615460 h 4643696"/>
                <a:gd name="connsiteX16" fmla="*/ 3059313 w 3059313"/>
                <a:gd name="connsiteY16" fmla="*/ 3438201 h 4643696"/>
                <a:gd name="connsiteX0" fmla="*/ 156272 w 2930352"/>
                <a:gd name="connsiteY0" fmla="*/ 0 h 4643696"/>
                <a:gd name="connsiteX1" fmla="*/ 469181 w 2930352"/>
                <a:gd name="connsiteY1" fmla="*/ 829760 h 4643696"/>
                <a:gd name="connsiteX2" fmla="*/ 446807 w 2930352"/>
                <a:gd name="connsiteY2" fmla="*/ 1705719 h 4643696"/>
                <a:gd name="connsiteX3" fmla="*/ 136010 w 2930352"/>
                <a:gd name="connsiteY3" fmla="*/ 2342889 h 4643696"/>
                <a:gd name="connsiteX4" fmla="*/ 6583 w 2930352"/>
                <a:gd name="connsiteY4" fmla="*/ 3039657 h 4643696"/>
                <a:gd name="connsiteX5" fmla="*/ 203595 w 2930352"/>
                <a:gd name="connsiteY5" fmla="*/ 3481268 h 4643696"/>
                <a:gd name="connsiteX6" fmla="*/ 439283 w 2930352"/>
                <a:gd name="connsiteY6" fmla="*/ 3739726 h 4643696"/>
                <a:gd name="connsiteX7" fmla="*/ 546402 w 2930352"/>
                <a:gd name="connsiteY7" fmla="*/ 3973302 h 4643696"/>
                <a:gd name="connsiteX8" fmla="*/ 474593 w 2930352"/>
                <a:gd name="connsiteY8" fmla="*/ 4308321 h 4643696"/>
                <a:gd name="connsiteX9" fmla="*/ 274809 w 2930352"/>
                <a:gd name="connsiteY9" fmla="*/ 4404814 h 4643696"/>
                <a:gd name="connsiteX10" fmla="*/ 91526 w 2930352"/>
                <a:gd name="connsiteY10" fmla="*/ 4345480 h 4643696"/>
                <a:gd name="connsiteX11" fmla="*/ 39649 w 2930352"/>
                <a:gd name="connsiteY11" fmla="*/ 4133683 h 4643696"/>
                <a:gd name="connsiteX12" fmla="*/ 190329 w 2930352"/>
                <a:gd name="connsiteY12" fmla="*/ 3965118 h 4643696"/>
                <a:gd name="connsiteX13" fmla="*/ 425357 w 2930352"/>
                <a:gd name="connsiteY13" fmla="*/ 3924857 h 4643696"/>
                <a:gd name="connsiteX14" fmla="*/ 734898 w 2930352"/>
                <a:gd name="connsiteY14" fmla="*/ 4221792 h 4643696"/>
                <a:gd name="connsiteX15" fmla="*/ 1780809 w 2930352"/>
                <a:gd name="connsiteY15" fmla="*/ 4615460 h 4643696"/>
                <a:gd name="connsiteX16" fmla="*/ 2930352 w 2930352"/>
                <a:gd name="connsiteY16" fmla="*/ 3971687 h 4643696"/>
                <a:gd name="connsiteX0" fmla="*/ 156272 w 2930352"/>
                <a:gd name="connsiteY0" fmla="*/ 0 h 4711042"/>
                <a:gd name="connsiteX1" fmla="*/ 469181 w 2930352"/>
                <a:gd name="connsiteY1" fmla="*/ 829760 h 4711042"/>
                <a:gd name="connsiteX2" fmla="*/ 446807 w 2930352"/>
                <a:gd name="connsiteY2" fmla="*/ 1705719 h 4711042"/>
                <a:gd name="connsiteX3" fmla="*/ 136010 w 2930352"/>
                <a:gd name="connsiteY3" fmla="*/ 2342889 h 4711042"/>
                <a:gd name="connsiteX4" fmla="*/ 6583 w 2930352"/>
                <a:gd name="connsiteY4" fmla="*/ 3039657 h 4711042"/>
                <a:gd name="connsiteX5" fmla="*/ 203595 w 2930352"/>
                <a:gd name="connsiteY5" fmla="*/ 3481268 h 4711042"/>
                <a:gd name="connsiteX6" fmla="*/ 439283 w 2930352"/>
                <a:gd name="connsiteY6" fmla="*/ 3739726 h 4711042"/>
                <a:gd name="connsiteX7" fmla="*/ 546402 w 2930352"/>
                <a:gd name="connsiteY7" fmla="*/ 3973302 h 4711042"/>
                <a:gd name="connsiteX8" fmla="*/ 474593 w 2930352"/>
                <a:gd name="connsiteY8" fmla="*/ 4308321 h 4711042"/>
                <a:gd name="connsiteX9" fmla="*/ 274809 w 2930352"/>
                <a:gd name="connsiteY9" fmla="*/ 4404814 h 4711042"/>
                <a:gd name="connsiteX10" fmla="*/ 91526 w 2930352"/>
                <a:gd name="connsiteY10" fmla="*/ 4345480 h 4711042"/>
                <a:gd name="connsiteX11" fmla="*/ 39649 w 2930352"/>
                <a:gd name="connsiteY11" fmla="*/ 4133683 h 4711042"/>
                <a:gd name="connsiteX12" fmla="*/ 190329 w 2930352"/>
                <a:gd name="connsiteY12" fmla="*/ 3965118 h 4711042"/>
                <a:gd name="connsiteX13" fmla="*/ 425357 w 2930352"/>
                <a:gd name="connsiteY13" fmla="*/ 3924857 h 4711042"/>
                <a:gd name="connsiteX14" fmla="*/ 734898 w 2930352"/>
                <a:gd name="connsiteY14" fmla="*/ 4221792 h 4711042"/>
                <a:gd name="connsiteX15" fmla="*/ 1927828 w 2930352"/>
                <a:gd name="connsiteY15" fmla="*/ 4693447 h 4711042"/>
                <a:gd name="connsiteX16" fmla="*/ 2930352 w 2930352"/>
                <a:gd name="connsiteY16" fmla="*/ 3971687 h 4711042"/>
                <a:gd name="connsiteX0" fmla="*/ 156272 w 2930352"/>
                <a:gd name="connsiteY0" fmla="*/ 0 h 4711042"/>
                <a:gd name="connsiteX1" fmla="*/ 469181 w 2930352"/>
                <a:gd name="connsiteY1" fmla="*/ 829760 h 4711042"/>
                <a:gd name="connsiteX2" fmla="*/ 446807 w 2930352"/>
                <a:gd name="connsiteY2" fmla="*/ 1705719 h 4711042"/>
                <a:gd name="connsiteX3" fmla="*/ 136010 w 2930352"/>
                <a:gd name="connsiteY3" fmla="*/ 2342889 h 4711042"/>
                <a:gd name="connsiteX4" fmla="*/ 6583 w 2930352"/>
                <a:gd name="connsiteY4" fmla="*/ 3039657 h 4711042"/>
                <a:gd name="connsiteX5" fmla="*/ 203595 w 2930352"/>
                <a:gd name="connsiteY5" fmla="*/ 3481268 h 4711042"/>
                <a:gd name="connsiteX6" fmla="*/ 439283 w 2930352"/>
                <a:gd name="connsiteY6" fmla="*/ 3739726 h 4711042"/>
                <a:gd name="connsiteX7" fmla="*/ 546402 w 2930352"/>
                <a:gd name="connsiteY7" fmla="*/ 3973302 h 4711042"/>
                <a:gd name="connsiteX8" fmla="*/ 474593 w 2930352"/>
                <a:gd name="connsiteY8" fmla="*/ 4308321 h 4711042"/>
                <a:gd name="connsiteX9" fmla="*/ 274809 w 2930352"/>
                <a:gd name="connsiteY9" fmla="*/ 4404814 h 4711042"/>
                <a:gd name="connsiteX10" fmla="*/ 91526 w 2930352"/>
                <a:gd name="connsiteY10" fmla="*/ 4345480 h 4711042"/>
                <a:gd name="connsiteX11" fmla="*/ 39649 w 2930352"/>
                <a:gd name="connsiteY11" fmla="*/ 4133683 h 4711042"/>
                <a:gd name="connsiteX12" fmla="*/ 190329 w 2930352"/>
                <a:gd name="connsiteY12" fmla="*/ 3965118 h 4711042"/>
                <a:gd name="connsiteX13" fmla="*/ 425357 w 2930352"/>
                <a:gd name="connsiteY13" fmla="*/ 3924857 h 4711042"/>
                <a:gd name="connsiteX14" fmla="*/ 734898 w 2930352"/>
                <a:gd name="connsiteY14" fmla="*/ 4221792 h 4711042"/>
                <a:gd name="connsiteX15" fmla="*/ 1927828 w 2930352"/>
                <a:gd name="connsiteY15" fmla="*/ 4693447 h 4711042"/>
                <a:gd name="connsiteX16" fmla="*/ 2930352 w 2930352"/>
                <a:gd name="connsiteY16" fmla="*/ 3971687 h 4711042"/>
                <a:gd name="connsiteX0" fmla="*/ 156272 w 2930352"/>
                <a:gd name="connsiteY0" fmla="*/ 0 h 4698600"/>
                <a:gd name="connsiteX1" fmla="*/ 469181 w 2930352"/>
                <a:gd name="connsiteY1" fmla="*/ 829760 h 4698600"/>
                <a:gd name="connsiteX2" fmla="*/ 446807 w 2930352"/>
                <a:gd name="connsiteY2" fmla="*/ 1705719 h 4698600"/>
                <a:gd name="connsiteX3" fmla="*/ 136010 w 2930352"/>
                <a:gd name="connsiteY3" fmla="*/ 2342889 h 4698600"/>
                <a:gd name="connsiteX4" fmla="*/ 6583 w 2930352"/>
                <a:gd name="connsiteY4" fmla="*/ 3039657 h 4698600"/>
                <a:gd name="connsiteX5" fmla="*/ 203595 w 2930352"/>
                <a:gd name="connsiteY5" fmla="*/ 3481268 h 4698600"/>
                <a:gd name="connsiteX6" fmla="*/ 439283 w 2930352"/>
                <a:gd name="connsiteY6" fmla="*/ 3739726 h 4698600"/>
                <a:gd name="connsiteX7" fmla="*/ 546402 w 2930352"/>
                <a:gd name="connsiteY7" fmla="*/ 3973302 h 4698600"/>
                <a:gd name="connsiteX8" fmla="*/ 474593 w 2930352"/>
                <a:gd name="connsiteY8" fmla="*/ 4308321 h 4698600"/>
                <a:gd name="connsiteX9" fmla="*/ 274809 w 2930352"/>
                <a:gd name="connsiteY9" fmla="*/ 4404814 h 4698600"/>
                <a:gd name="connsiteX10" fmla="*/ 91526 w 2930352"/>
                <a:gd name="connsiteY10" fmla="*/ 4345480 h 4698600"/>
                <a:gd name="connsiteX11" fmla="*/ 39649 w 2930352"/>
                <a:gd name="connsiteY11" fmla="*/ 4133683 h 4698600"/>
                <a:gd name="connsiteX12" fmla="*/ 190329 w 2930352"/>
                <a:gd name="connsiteY12" fmla="*/ 3965118 h 4698600"/>
                <a:gd name="connsiteX13" fmla="*/ 425357 w 2930352"/>
                <a:gd name="connsiteY13" fmla="*/ 3924857 h 4698600"/>
                <a:gd name="connsiteX14" fmla="*/ 734898 w 2930352"/>
                <a:gd name="connsiteY14" fmla="*/ 4221792 h 4698600"/>
                <a:gd name="connsiteX15" fmla="*/ 1927828 w 2930352"/>
                <a:gd name="connsiteY15" fmla="*/ 4693447 h 4698600"/>
                <a:gd name="connsiteX16" fmla="*/ 2930352 w 2930352"/>
                <a:gd name="connsiteY16" fmla="*/ 3971687 h 4698600"/>
                <a:gd name="connsiteX0" fmla="*/ 156272 w 2930352"/>
                <a:gd name="connsiteY0" fmla="*/ 0 h 4703037"/>
                <a:gd name="connsiteX1" fmla="*/ 469181 w 2930352"/>
                <a:gd name="connsiteY1" fmla="*/ 829760 h 4703037"/>
                <a:gd name="connsiteX2" fmla="*/ 446807 w 2930352"/>
                <a:gd name="connsiteY2" fmla="*/ 1705719 h 4703037"/>
                <a:gd name="connsiteX3" fmla="*/ 136010 w 2930352"/>
                <a:gd name="connsiteY3" fmla="*/ 2342889 h 4703037"/>
                <a:gd name="connsiteX4" fmla="*/ 6583 w 2930352"/>
                <a:gd name="connsiteY4" fmla="*/ 3039657 h 4703037"/>
                <a:gd name="connsiteX5" fmla="*/ 203595 w 2930352"/>
                <a:gd name="connsiteY5" fmla="*/ 3481268 h 4703037"/>
                <a:gd name="connsiteX6" fmla="*/ 439283 w 2930352"/>
                <a:gd name="connsiteY6" fmla="*/ 3739726 h 4703037"/>
                <a:gd name="connsiteX7" fmla="*/ 546402 w 2930352"/>
                <a:gd name="connsiteY7" fmla="*/ 3973302 h 4703037"/>
                <a:gd name="connsiteX8" fmla="*/ 474593 w 2930352"/>
                <a:gd name="connsiteY8" fmla="*/ 4308321 h 4703037"/>
                <a:gd name="connsiteX9" fmla="*/ 274809 w 2930352"/>
                <a:gd name="connsiteY9" fmla="*/ 4404814 h 4703037"/>
                <a:gd name="connsiteX10" fmla="*/ 91526 w 2930352"/>
                <a:gd name="connsiteY10" fmla="*/ 4345480 h 4703037"/>
                <a:gd name="connsiteX11" fmla="*/ 39649 w 2930352"/>
                <a:gd name="connsiteY11" fmla="*/ 4133683 h 4703037"/>
                <a:gd name="connsiteX12" fmla="*/ 190329 w 2930352"/>
                <a:gd name="connsiteY12" fmla="*/ 3965118 h 4703037"/>
                <a:gd name="connsiteX13" fmla="*/ 425357 w 2930352"/>
                <a:gd name="connsiteY13" fmla="*/ 3924857 h 4703037"/>
                <a:gd name="connsiteX14" fmla="*/ 932690 w 2930352"/>
                <a:gd name="connsiteY14" fmla="*/ 4427422 h 4703037"/>
                <a:gd name="connsiteX15" fmla="*/ 1927828 w 2930352"/>
                <a:gd name="connsiteY15" fmla="*/ 4693447 h 4703037"/>
                <a:gd name="connsiteX16" fmla="*/ 2930352 w 2930352"/>
                <a:gd name="connsiteY16" fmla="*/ 3971687 h 4703037"/>
                <a:gd name="connsiteX0" fmla="*/ 156272 w 2930352"/>
                <a:gd name="connsiteY0" fmla="*/ 0 h 4702840"/>
                <a:gd name="connsiteX1" fmla="*/ 469181 w 2930352"/>
                <a:gd name="connsiteY1" fmla="*/ 829760 h 4702840"/>
                <a:gd name="connsiteX2" fmla="*/ 446807 w 2930352"/>
                <a:gd name="connsiteY2" fmla="*/ 1705719 h 4702840"/>
                <a:gd name="connsiteX3" fmla="*/ 136010 w 2930352"/>
                <a:gd name="connsiteY3" fmla="*/ 2342889 h 4702840"/>
                <a:gd name="connsiteX4" fmla="*/ 6583 w 2930352"/>
                <a:gd name="connsiteY4" fmla="*/ 3039657 h 4702840"/>
                <a:gd name="connsiteX5" fmla="*/ 203595 w 2930352"/>
                <a:gd name="connsiteY5" fmla="*/ 3481268 h 4702840"/>
                <a:gd name="connsiteX6" fmla="*/ 439283 w 2930352"/>
                <a:gd name="connsiteY6" fmla="*/ 3739726 h 4702840"/>
                <a:gd name="connsiteX7" fmla="*/ 546402 w 2930352"/>
                <a:gd name="connsiteY7" fmla="*/ 3973302 h 4702840"/>
                <a:gd name="connsiteX8" fmla="*/ 474593 w 2930352"/>
                <a:gd name="connsiteY8" fmla="*/ 4308321 h 4702840"/>
                <a:gd name="connsiteX9" fmla="*/ 274809 w 2930352"/>
                <a:gd name="connsiteY9" fmla="*/ 4404814 h 4702840"/>
                <a:gd name="connsiteX10" fmla="*/ 91526 w 2930352"/>
                <a:gd name="connsiteY10" fmla="*/ 4345480 h 4702840"/>
                <a:gd name="connsiteX11" fmla="*/ 39649 w 2930352"/>
                <a:gd name="connsiteY11" fmla="*/ 4133683 h 4702840"/>
                <a:gd name="connsiteX12" fmla="*/ 190329 w 2930352"/>
                <a:gd name="connsiteY12" fmla="*/ 3965118 h 4702840"/>
                <a:gd name="connsiteX13" fmla="*/ 440673 w 2930352"/>
                <a:gd name="connsiteY13" fmla="*/ 3956717 h 4702840"/>
                <a:gd name="connsiteX14" fmla="*/ 932690 w 2930352"/>
                <a:gd name="connsiteY14" fmla="*/ 4427422 h 4702840"/>
                <a:gd name="connsiteX15" fmla="*/ 1927828 w 2930352"/>
                <a:gd name="connsiteY15" fmla="*/ 4693447 h 4702840"/>
                <a:gd name="connsiteX16" fmla="*/ 2930352 w 2930352"/>
                <a:gd name="connsiteY16" fmla="*/ 3971687 h 4702840"/>
                <a:gd name="connsiteX0" fmla="*/ 156272 w 2930352"/>
                <a:gd name="connsiteY0" fmla="*/ 0 h 4707453"/>
                <a:gd name="connsiteX1" fmla="*/ 469181 w 2930352"/>
                <a:gd name="connsiteY1" fmla="*/ 829760 h 4707453"/>
                <a:gd name="connsiteX2" fmla="*/ 446807 w 2930352"/>
                <a:gd name="connsiteY2" fmla="*/ 1705719 h 4707453"/>
                <a:gd name="connsiteX3" fmla="*/ 136010 w 2930352"/>
                <a:gd name="connsiteY3" fmla="*/ 2342889 h 4707453"/>
                <a:gd name="connsiteX4" fmla="*/ 6583 w 2930352"/>
                <a:gd name="connsiteY4" fmla="*/ 3039657 h 4707453"/>
                <a:gd name="connsiteX5" fmla="*/ 203595 w 2930352"/>
                <a:gd name="connsiteY5" fmla="*/ 3481268 h 4707453"/>
                <a:gd name="connsiteX6" fmla="*/ 439283 w 2930352"/>
                <a:gd name="connsiteY6" fmla="*/ 3739726 h 4707453"/>
                <a:gd name="connsiteX7" fmla="*/ 546402 w 2930352"/>
                <a:gd name="connsiteY7" fmla="*/ 3973302 h 4707453"/>
                <a:gd name="connsiteX8" fmla="*/ 474593 w 2930352"/>
                <a:gd name="connsiteY8" fmla="*/ 4308321 h 4707453"/>
                <a:gd name="connsiteX9" fmla="*/ 274809 w 2930352"/>
                <a:gd name="connsiteY9" fmla="*/ 4404814 h 4707453"/>
                <a:gd name="connsiteX10" fmla="*/ 91526 w 2930352"/>
                <a:gd name="connsiteY10" fmla="*/ 4345480 h 4707453"/>
                <a:gd name="connsiteX11" fmla="*/ 39649 w 2930352"/>
                <a:gd name="connsiteY11" fmla="*/ 4133683 h 4707453"/>
                <a:gd name="connsiteX12" fmla="*/ 190329 w 2930352"/>
                <a:gd name="connsiteY12" fmla="*/ 3965118 h 4707453"/>
                <a:gd name="connsiteX13" fmla="*/ 440673 w 2930352"/>
                <a:gd name="connsiteY13" fmla="*/ 3956717 h 4707453"/>
                <a:gd name="connsiteX14" fmla="*/ 932690 w 2930352"/>
                <a:gd name="connsiteY14" fmla="*/ 4427422 h 4707453"/>
                <a:gd name="connsiteX15" fmla="*/ 1927828 w 2930352"/>
                <a:gd name="connsiteY15" fmla="*/ 4693447 h 4707453"/>
                <a:gd name="connsiteX16" fmla="*/ 2930352 w 2930352"/>
                <a:gd name="connsiteY16" fmla="*/ 3971687 h 4707453"/>
                <a:gd name="connsiteX0" fmla="*/ 156272 w 2930352"/>
                <a:gd name="connsiteY0" fmla="*/ 0 h 4707961"/>
                <a:gd name="connsiteX1" fmla="*/ 469181 w 2930352"/>
                <a:gd name="connsiteY1" fmla="*/ 829760 h 4707961"/>
                <a:gd name="connsiteX2" fmla="*/ 446807 w 2930352"/>
                <a:gd name="connsiteY2" fmla="*/ 1705719 h 4707961"/>
                <a:gd name="connsiteX3" fmla="*/ 136010 w 2930352"/>
                <a:gd name="connsiteY3" fmla="*/ 2342889 h 4707961"/>
                <a:gd name="connsiteX4" fmla="*/ 6583 w 2930352"/>
                <a:gd name="connsiteY4" fmla="*/ 3039657 h 4707961"/>
                <a:gd name="connsiteX5" fmla="*/ 203595 w 2930352"/>
                <a:gd name="connsiteY5" fmla="*/ 3481268 h 4707961"/>
                <a:gd name="connsiteX6" fmla="*/ 439283 w 2930352"/>
                <a:gd name="connsiteY6" fmla="*/ 3739726 h 4707961"/>
                <a:gd name="connsiteX7" fmla="*/ 546402 w 2930352"/>
                <a:gd name="connsiteY7" fmla="*/ 3973302 h 4707961"/>
                <a:gd name="connsiteX8" fmla="*/ 474593 w 2930352"/>
                <a:gd name="connsiteY8" fmla="*/ 4308321 h 4707961"/>
                <a:gd name="connsiteX9" fmla="*/ 274809 w 2930352"/>
                <a:gd name="connsiteY9" fmla="*/ 4404814 h 4707961"/>
                <a:gd name="connsiteX10" fmla="*/ 91526 w 2930352"/>
                <a:gd name="connsiteY10" fmla="*/ 4345480 h 4707961"/>
                <a:gd name="connsiteX11" fmla="*/ 39649 w 2930352"/>
                <a:gd name="connsiteY11" fmla="*/ 4133683 h 4707961"/>
                <a:gd name="connsiteX12" fmla="*/ 190329 w 2930352"/>
                <a:gd name="connsiteY12" fmla="*/ 3965118 h 4707961"/>
                <a:gd name="connsiteX13" fmla="*/ 440673 w 2930352"/>
                <a:gd name="connsiteY13" fmla="*/ 3956717 h 4707961"/>
                <a:gd name="connsiteX14" fmla="*/ 932690 w 2930352"/>
                <a:gd name="connsiteY14" fmla="*/ 4427422 h 4707961"/>
                <a:gd name="connsiteX15" fmla="*/ 1927828 w 2930352"/>
                <a:gd name="connsiteY15" fmla="*/ 4693447 h 4707961"/>
                <a:gd name="connsiteX16" fmla="*/ 2930352 w 2930352"/>
                <a:gd name="connsiteY16" fmla="*/ 3971687 h 4707961"/>
                <a:gd name="connsiteX0" fmla="*/ 156272 w 2930352"/>
                <a:gd name="connsiteY0" fmla="*/ 0 h 4706847"/>
                <a:gd name="connsiteX1" fmla="*/ 469181 w 2930352"/>
                <a:gd name="connsiteY1" fmla="*/ 829760 h 4706847"/>
                <a:gd name="connsiteX2" fmla="*/ 446807 w 2930352"/>
                <a:gd name="connsiteY2" fmla="*/ 1705719 h 4706847"/>
                <a:gd name="connsiteX3" fmla="*/ 136010 w 2930352"/>
                <a:gd name="connsiteY3" fmla="*/ 2342889 h 4706847"/>
                <a:gd name="connsiteX4" fmla="*/ 6583 w 2930352"/>
                <a:gd name="connsiteY4" fmla="*/ 3039657 h 4706847"/>
                <a:gd name="connsiteX5" fmla="*/ 203595 w 2930352"/>
                <a:gd name="connsiteY5" fmla="*/ 3481268 h 4706847"/>
                <a:gd name="connsiteX6" fmla="*/ 439283 w 2930352"/>
                <a:gd name="connsiteY6" fmla="*/ 3739726 h 4706847"/>
                <a:gd name="connsiteX7" fmla="*/ 546402 w 2930352"/>
                <a:gd name="connsiteY7" fmla="*/ 3973302 h 4706847"/>
                <a:gd name="connsiteX8" fmla="*/ 474593 w 2930352"/>
                <a:gd name="connsiteY8" fmla="*/ 4308321 h 4706847"/>
                <a:gd name="connsiteX9" fmla="*/ 274809 w 2930352"/>
                <a:gd name="connsiteY9" fmla="*/ 4404814 h 4706847"/>
                <a:gd name="connsiteX10" fmla="*/ 91526 w 2930352"/>
                <a:gd name="connsiteY10" fmla="*/ 4345480 h 4706847"/>
                <a:gd name="connsiteX11" fmla="*/ 39649 w 2930352"/>
                <a:gd name="connsiteY11" fmla="*/ 4133683 h 4706847"/>
                <a:gd name="connsiteX12" fmla="*/ 190329 w 2930352"/>
                <a:gd name="connsiteY12" fmla="*/ 3965118 h 4706847"/>
                <a:gd name="connsiteX13" fmla="*/ 440673 w 2930352"/>
                <a:gd name="connsiteY13" fmla="*/ 3956717 h 4706847"/>
                <a:gd name="connsiteX14" fmla="*/ 932690 w 2930352"/>
                <a:gd name="connsiteY14" fmla="*/ 4427422 h 4706847"/>
                <a:gd name="connsiteX15" fmla="*/ 1927828 w 2930352"/>
                <a:gd name="connsiteY15" fmla="*/ 4693447 h 4706847"/>
                <a:gd name="connsiteX16" fmla="*/ 2930352 w 2930352"/>
                <a:gd name="connsiteY16" fmla="*/ 3971687 h 4706847"/>
                <a:gd name="connsiteX0" fmla="*/ 156272 w 2930352"/>
                <a:gd name="connsiteY0" fmla="*/ 0 h 4713672"/>
                <a:gd name="connsiteX1" fmla="*/ 469181 w 2930352"/>
                <a:gd name="connsiteY1" fmla="*/ 829760 h 4713672"/>
                <a:gd name="connsiteX2" fmla="*/ 446807 w 2930352"/>
                <a:gd name="connsiteY2" fmla="*/ 1705719 h 4713672"/>
                <a:gd name="connsiteX3" fmla="*/ 136010 w 2930352"/>
                <a:gd name="connsiteY3" fmla="*/ 2342889 h 4713672"/>
                <a:gd name="connsiteX4" fmla="*/ 6583 w 2930352"/>
                <a:gd name="connsiteY4" fmla="*/ 3039657 h 4713672"/>
                <a:gd name="connsiteX5" fmla="*/ 203595 w 2930352"/>
                <a:gd name="connsiteY5" fmla="*/ 3481268 h 4713672"/>
                <a:gd name="connsiteX6" fmla="*/ 439283 w 2930352"/>
                <a:gd name="connsiteY6" fmla="*/ 3739726 h 4713672"/>
                <a:gd name="connsiteX7" fmla="*/ 546402 w 2930352"/>
                <a:gd name="connsiteY7" fmla="*/ 3973302 h 4713672"/>
                <a:gd name="connsiteX8" fmla="*/ 474593 w 2930352"/>
                <a:gd name="connsiteY8" fmla="*/ 4308321 h 4713672"/>
                <a:gd name="connsiteX9" fmla="*/ 274809 w 2930352"/>
                <a:gd name="connsiteY9" fmla="*/ 4404814 h 4713672"/>
                <a:gd name="connsiteX10" fmla="*/ 91526 w 2930352"/>
                <a:gd name="connsiteY10" fmla="*/ 4345480 h 4713672"/>
                <a:gd name="connsiteX11" fmla="*/ 39649 w 2930352"/>
                <a:gd name="connsiteY11" fmla="*/ 4133683 h 4713672"/>
                <a:gd name="connsiteX12" fmla="*/ 190329 w 2930352"/>
                <a:gd name="connsiteY12" fmla="*/ 3965118 h 4713672"/>
                <a:gd name="connsiteX13" fmla="*/ 440673 w 2930352"/>
                <a:gd name="connsiteY13" fmla="*/ 3956717 h 4713672"/>
                <a:gd name="connsiteX14" fmla="*/ 872128 w 2930352"/>
                <a:gd name="connsiteY14" fmla="*/ 4492454 h 4713672"/>
                <a:gd name="connsiteX15" fmla="*/ 1927828 w 2930352"/>
                <a:gd name="connsiteY15" fmla="*/ 4693447 h 4713672"/>
                <a:gd name="connsiteX16" fmla="*/ 2930352 w 2930352"/>
                <a:gd name="connsiteY16" fmla="*/ 3971687 h 4713672"/>
                <a:gd name="connsiteX0" fmla="*/ 156272 w 2930352"/>
                <a:gd name="connsiteY0" fmla="*/ 0 h 4724511"/>
                <a:gd name="connsiteX1" fmla="*/ 469181 w 2930352"/>
                <a:gd name="connsiteY1" fmla="*/ 829760 h 4724511"/>
                <a:gd name="connsiteX2" fmla="*/ 446807 w 2930352"/>
                <a:gd name="connsiteY2" fmla="*/ 1705719 h 4724511"/>
                <a:gd name="connsiteX3" fmla="*/ 136010 w 2930352"/>
                <a:gd name="connsiteY3" fmla="*/ 2342889 h 4724511"/>
                <a:gd name="connsiteX4" fmla="*/ 6583 w 2930352"/>
                <a:gd name="connsiteY4" fmla="*/ 3039657 h 4724511"/>
                <a:gd name="connsiteX5" fmla="*/ 203595 w 2930352"/>
                <a:gd name="connsiteY5" fmla="*/ 3481268 h 4724511"/>
                <a:gd name="connsiteX6" fmla="*/ 439283 w 2930352"/>
                <a:gd name="connsiteY6" fmla="*/ 3739726 h 4724511"/>
                <a:gd name="connsiteX7" fmla="*/ 546402 w 2930352"/>
                <a:gd name="connsiteY7" fmla="*/ 3973302 h 4724511"/>
                <a:gd name="connsiteX8" fmla="*/ 474593 w 2930352"/>
                <a:gd name="connsiteY8" fmla="*/ 4308321 h 4724511"/>
                <a:gd name="connsiteX9" fmla="*/ 274809 w 2930352"/>
                <a:gd name="connsiteY9" fmla="*/ 4404814 h 4724511"/>
                <a:gd name="connsiteX10" fmla="*/ 91526 w 2930352"/>
                <a:gd name="connsiteY10" fmla="*/ 4345480 h 4724511"/>
                <a:gd name="connsiteX11" fmla="*/ 39649 w 2930352"/>
                <a:gd name="connsiteY11" fmla="*/ 4133683 h 4724511"/>
                <a:gd name="connsiteX12" fmla="*/ 190329 w 2930352"/>
                <a:gd name="connsiteY12" fmla="*/ 3965118 h 4724511"/>
                <a:gd name="connsiteX13" fmla="*/ 440673 w 2930352"/>
                <a:gd name="connsiteY13" fmla="*/ 3956717 h 4724511"/>
                <a:gd name="connsiteX14" fmla="*/ 872128 w 2930352"/>
                <a:gd name="connsiteY14" fmla="*/ 4492454 h 4724511"/>
                <a:gd name="connsiteX15" fmla="*/ 1927828 w 2930352"/>
                <a:gd name="connsiteY15" fmla="*/ 4693447 h 4724511"/>
                <a:gd name="connsiteX16" fmla="*/ 2930352 w 2930352"/>
                <a:gd name="connsiteY16" fmla="*/ 3971687 h 4724511"/>
                <a:gd name="connsiteX0" fmla="*/ 156272 w 2930352"/>
                <a:gd name="connsiteY0" fmla="*/ 0 h 4708233"/>
                <a:gd name="connsiteX1" fmla="*/ 469181 w 2930352"/>
                <a:gd name="connsiteY1" fmla="*/ 829760 h 4708233"/>
                <a:gd name="connsiteX2" fmla="*/ 446807 w 2930352"/>
                <a:gd name="connsiteY2" fmla="*/ 1705719 h 4708233"/>
                <a:gd name="connsiteX3" fmla="*/ 136010 w 2930352"/>
                <a:gd name="connsiteY3" fmla="*/ 2342889 h 4708233"/>
                <a:gd name="connsiteX4" fmla="*/ 6583 w 2930352"/>
                <a:gd name="connsiteY4" fmla="*/ 3039657 h 4708233"/>
                <a:gd name="connsiteX5" fmla="*/ 203595 w 2930352"/>
                <a:gd name="connsiteY5" fmla="*/ 3481268 h 4708233"/>
                <a:gd name="connsiteX6" fmla="*/ 439283 w 2930352"/>
                <a:gd name="connsiteY6" fmla="*/ 3739726 h 4708233"/>
                <a:gd name="connsiteX7" fmla="*/ 546402 w 2930352"/>
                <a:gd name="connsiteY7" fmla="*/ 3973302 h 4708233"/>
                <a:gd name="connsiteX8" fmla="*/ 474593 w 2930352"/>
                <a:gd name="connsiteY8" fmla="*/ 4308321 h 4708233"/>
                <a:gd name="connsiteX9" fmla="*/ 274809 w 2930352"/>
                <a:gd name="connsiteY9" fmla="*/ 4404814 h 4708233"/>
                <a:gd name="connsiteX10" fmla="*/ 91526 w 2930352"/>
                <a:gd name="connsiteY10" fmla="*/ 4345480 h 4708233"/>
                <a:gd name="connsiteX11" fmla="*/ 39649 w 2930352"/>
                <a:gd name="connsiteY11" fmla="*/ 4133683 h 4708233"/>
                <a:gd name="connsiteX12" fmla="*/ 190329 w 2930352"/>
                <a:gd name="connsiteY12" fmla="*/ 3965118 h 4708233"/>
                <a:gd name="connsiteX13" fmla="*/ 440673 w 2930352"/>
                <a:gd name="connsiteY13" fmla="*/ 3956717 h 4708233"/>
                <a:gd name="connsiteX14" fmla="*/ 872128 w 2930352"/>
                <a:gd name="connsiteY14" fmla="*/ 4492454 h 4708233"/>
                <a:gd name="connsiteX15" fmla="*/ 1927828 w 2930352"/>
                <a:gd name="connsiteY15" fmla="*/ 4693447 h 4708233"/>
                <a:gd name="connsiteX16" fmla="*/ 2930352 w 2930352"/>
                <a:gd name="connsiteY16" fmla="*/ 3971687 h 4708233"/>
                <a:gd name="connsiteX0" fmla="*/ 156272 w 2930352"/>
                <a:gd name="connsiteY0" fmla="*/ 0 h 4712891"/>
                <a:gd name="connsiteX1" fmla="*/ 469181 w 2930352"/>
                <a:gd name="connsiteY1" fmla="*/ 829760 h 4712891"/>
                <a:gd name="connsiteX2" fmla="*/ 446807 w 2930352"/>
                <a:gd name="connsiteY2" fmla="*/ 1705719 h 4712891"/>
                <a:gd name="connsiteX3" fmla="*/ 136010 w 2930352"/>
                <a:gd name="connsiteY3" fmla="*/ 2342889 h 4712891"/>
                <a:gd name="connsiteX4" fmla="*/ 6583 w 2930352"/>
                <a:gd name="connsiteY4" fmla="*/ 3039657 h 4712891"/>
                <a:gd name="connsiteX5" fmla="*/ 203595 w 2930352"/>
                <a:gd name="connsiteY5" fmla="*/ 3481268 h 4712891"/>
                <a:gd name="connsiteX6" fmla="*/ 439283 w 2930352"/>
                <a:gd name="connsiteY6" fmla="*/ 3739726 h 4712891"/>
                <a:gd name="connsiteX7" fmla="*/ 546402 w 2930352"/>
                <a:gd name="connsiteY7" fmla="*/ 3973302 h 4712891"/>
                <a:gd name="connsiteX8" fmla="*/ 474593 w 2930352"/>
                <a:gd name="connsiteY8" fmla="*/ 4308321 h 4712891"/>
                <a:gd name="connsiteX9" fmla="*/ 274809 w 2930352"/>
                <a:gd name="connsiteY9" fmla="*/ 4404814 h 4712891"/>
                <a:gd name="connsiteX10" fmla="*/ 91526 w 2930352"/>
                <a:gd name="connsiteY10" fmla="*/ 4345480 h 4712891"/>
                <a:gd name="connsiteX11" fmla="*/ 39649 w 2930352"/>
                <a:gd name="connsiteY11" fmla="*/ 4133683 h 4712891"/>
                <a:gd name="connsiteX12" fmla="*/ 190329 w 2930352"/>
                <a:gd name="connsiteY12" fmla="*/ 3965118 h 4712891"/>
                <a:gd name="connsiteX13" fmla="*/ 440673 w 2930352"/>
                <a:gd name="connsiteY13" fmla="*/ 3956717 h 4712891"/>
                <a:gd name="connsiteX14" fmla="*/ 872128 w 2930352"/>
                <a:gd name="connsiteY14" fmla="*/ 4492454 h 4712891"/>
                <a:gd name="connsiteX15" fmla="*/ 1927828 w 2930352"/>
                <a:gd name="connsiteY15" fmla="*/ 4693447 h 4712891"/>
                <a:gd name="connsiteX16" fmla="*/ 2930352 w 2930352"/>
                <a:gd name="connsiteY16" fmla="*/ 3971687 h 4712891"/>
                <a:gd name="connsiteX0" fmla="*/ 156272 w 2930352"/>
                <a:gd name="connsiteY0" fmla="*/ 0 h 4705831"/>
                <a:gd name="connsiteX1" fmla="*/ 469181 w 2930352"/>
                <a:gd name="connsiteY1" fmla="*/ 829760 h 4705831"/>
                <a:gd name="connsiteX2" fmla="*/ 446807 w 2930352"/>
                <a:gd name="connsiteY2" fmla="*/ 1705719 h 4705831"/>
                <a:gd name="connsiteX3" fmla="*/ 136010 w 2930352"/>
                <a:gd name="connsiteY3" fmla="*/ 2342889 h 4705831"/>
                <a:gd name="connsiteX4" fmla="*/ 6583 w 2930352"/>
                <a:gd name="connsiteY4" fmla="*/ 3039657 h 4705831"/>
                <a:gd name="connsiteX5" fmla="*/ 203595 w 2930352"/>
                <a:gd name="connsiteY5" fmla="*/ 3481268 h 4705831"/>
                <a:gd name="connsiteX6" fmla="*/ 439283 w 2930352"/>
                <a:gd name="connsiteY6" fmla="*/ 3739726 h 4705831"/>
                <a:gd name="connsiteX7" fmla="*/ 546402 w 2930352"/>
                <a:gd name="connsiteY7" fmla="*/ 3973302 h 4705831"/>
                <a:gd name="connsiteX8" fmla="*/ 474593 w 2930352"/>
                <a:gd name="connsiteY8" fmla="*/ 4308321 h 4705831"/>
                <a:gd name="connsiteX9" fmla="*/ 274809 w 2930352"/>
                <a:gd name="connsiteY9" fmla="*/ 4404814 h 4705831"/>
                <a:gd name="connsiteX10" fmla="*/ 91526 w 2930352"/>
                <a:gd name="connsiteY10" fmla="*/ 4345480 h 4705831"/>
                <a:gd name="connsiteX11" fmla="*/ 39649 w 2930352"/>
                <a:gd name="connsiteY11" fmla="*/ 4133683 h 4705831"/>
                <a:gd name="connsiteX12" fmla="*/ 190329 w 2930352"/>
                <a:gd name="connsiteY12" fmla="*/ 3965118 h 4705831"/>
                <a:gd name="connsiteX13" fmla="*/ 441791 w 2930352"/>
                <a:gd name="connsiteY13" fmla="*/ 3988116 h 4705831"/>
                <a:gd name="connsiteX14" fmla="*/ 872128 w 2930352"/>
                <a:gd name="connsiteY14" fmla="*/ 4492454 h 4705831"/>
                <a:gd name="connsiteX15" fmla="*/ 1927828 w 2930352"/>
                <a:gd name="connsiteY15" fmla="*/ 4693447 h 4705831"/>
                <a:gd name="connsiteX16" fmla="*/ 2930352 w 2930352"/>
                <a:gd name="connsiteY16" fmla="*/ 3971687 h 4705831"/>
                <a:gd name="connsiteX0" fmla="*/ 156272 w 2930352"/>
                <a:gd name="connsiteY0" fmla="*/ 0 h 4701942"/>
                <a:gd name="connsiteX1" fmla="*/ 469181 w 2930352"/>
                <a:gd name="connsiteY1" fmla="*/ 829760 h 4701942"/>
                <a:gd name="connsiteX2" fmla="*/ 446807 w 2930352"/>
                <a:gd name="connsiteY2" fmla="*/ 1705719 h 4701942"/>
                <a:gd name="connsiteX3" fmla="*/ 136010 w 2930352"/>
                <a:gd name="connsiteY3" fmla="*/ 2342889 h 4701942"/>
                <a:gd name="connsiteX4" fmla="*/ 6583 w 2930352"/>
                <a:gd name="connsiteY4" fmla="*/ 3039657 h 4701942"/>
                <a:gd name="connsiteX5" fmla="*/ 203595 w 2930352"/>
                <a:gd name="connsiteY5" fmla="*/ 3481268 h 4701942"/>
                <a:gd name="connsiteX6" fmla="*/ 439283 w 2930352"/>
                <a:gd name="connsiteY6" fmla="*/ 3739726 h 4701942"/>
                <a:gd name="connsiteX7" fmla="*/ 546402 w 2930352"/>
                <a:gd name="connsiteY7" fmla="*/ 3973302 h 4701942"/>
                <a:gd name="connsiteX8" fmla="*/ 474593 w 2930352"/>
                <a:gd name="connsiteY8" fmla="*/ 4308321 h 4701942"/>
                <a:gd name="connsiteX9" fmla="*/ 274809 w 2930352"/>
                <a:gd name="connsiteY9" fmla="*/ 4404814 h 4701942"/>
                <a:gd name="connsiteX10" fmla="*/ 91526 w 2930352"/>
                <a:gd name="connsiteY10" fmla="*/ 4345480 h 4701942"/>
                <a:gd name="connsiteX11" fmla="*/ 39649 w 2930352"/>
                <a:gd name="connsiteY11" fmla="*/ 4133683 h 4701942"/>
                <a:gd name="connsiteX12" fmla="*/ 190329 w 2930352"/>
                <a:gd name="connsiteY12" fmla="*/ 3965118 h 4701942"/>
                <a:gd name="connsiteX13" fmla="*/ 441791 w 2930352"/>
                <a:gd name="connsiteY13" fmla="*/ 3988116 h 4701942"/>
                <a:gd name="connsiteX14" fmla="*/ 872128 w 2930352"/>
                <a:gd name="connsiteY14" fmla="*/ 4492454 h 4701942"/>
                <a:gd name="connsiteX15" fmla="*/ 1927828 w 2930352"/>
                <a:gd name="connsiteY15" fmla="*/ 4693447 h 4701942"/>
                <a:gd name="connsiteX16" fmla="*/ 2930352 w 2930352"/>
                <a:gd name="connsiteY16" fmla="*/ 3971687 h 4701942"/>
                <a:gd name="connsiteX0" fmla="*/ 156272 w 3062481"/>
                <a:gd name="connsiteY0" fmla="*/ 0 h 4701942"/>
                <a:gd name="connsiteX1" fmla="*/ 469181 w 3062481"/>
                <a:gd name="connsiteY1" fmla="*/ 829760 h 4701942"/>
                <a:gd name="connsiteX2" fmla="*/ 446807 w 3062481"/>
                <a:gd name="connsiteY2" fmla="*/ 1705719 h 4701942"/>
                <a:gd name="connsiteX3" fmla="*/ 136010 w 3062481"/>
                <a:gd name="connsiteY3" fmla="*/ 2342889 h 4701942"/>
                <a:gd name="connsiteX4" fmla="*/ 6583 w 3062481"/>
                <a:gd name="connsiteY4" fmla="*/ 3039657 h 4701942"/>
                <a:gd name="connsiteX5" fmla="*/ 203595 w 3062481"/>
                <a:gd name="connsiteY5" fmla="*/ 3481268 h 4701942"/>
                <a:gd name="connsiteX6" fmla="*/ 439283 w 3062481"/>
                <a:gd name="connsiteY6" fmla="*/ 3739726 h 4701942"/>
                <a:gd name="connsiteX7" fmla="*/ 546402 w 3062481"/>
                <a:gd name="connsiteY7" fmla="*/ 3973302 h 4701942"/>
                <a:gd name="connsiteX8" fmla="*/ 474593 w 3062481"/>
                <a:gd name="connsiteY8" fmla="*/ 4308321 h 4701942"/>
                <a:gd name="connsiteX9" fmla="*/ 274809 w 3062481"/>
                <a:gd name="connsiteY9" fmla="*/ 4404814 h 4701942"/>
                <a:gd name="connsiteX10" fmla="*/ 91526 w 3062481"/>
                <a:gd name="connsiteY10" fmla="*/ 4345480 h 4701942"/>
                <a:gd name="connsiteX11" fmla="*/ 39649 w 3062481"/>
                <a:gd name="connsiteY11" fmla="*/ 4133683 h 4701942"/>
                <a:gd name="connsiteX12" fmla="*/ 190329 w 3062481"/>
                <a:gd name="connsiteY12" fmla="*/ 3965118 h 4701942"/>
                <a:gd name="connsiteX13" fmla="*/ 441791 w 3062481"/>
                <a:gd name="connsiteY13" fmla="*/ 3988116 h 4701942"/>
                <a:gd name="connsiteX14" fmla="*/ 872128 w 3062481"/>
                <a:gd name="connsiteY14" fmla="*/ 4492454 h 4701942"/>
                <a:gd name="connsiteX15" fmla="*/ 1927828 w 3062481"/>
                <a:gd name="connsiteY15" fmla="*/ 4693447 h 4701942"/>
                <a:gd name="connsiteX16" fmla="*/ 3062481 w 3062481"/>
                <a:gd name="connsiteY16" fmla="*/ 3423295 h 4701942"/>
                <a:gd name="connsiteX0" fmla="*/ 156272 w 3062481"/>
                <a:gd name="connsiteY0" fmla="*/ 0 h 4539518"/>
                <a:gd name="connsiteX1" fmla="*/ 469181 w 3062481"/>
                <a:gd name="connsiteY1" fmla="*/ 829760 h 4539518"/>
                <a:gd name="connsiteX2" fmla="*/ 446807 w 3062481"/>
                <a:gd name="connsiteY2" fmla="*/ 1705719 h 4539518"/>
                <a:gd name="connsiteX3" fmla="*/ 136010 w 3062481"/>
                <a:gd name="connsiteY3" fmla="*/ 2342889 h 4539518"/>
                <a:gd name="connsiteX4" fmla="*/ 6583 w 3062481"/>
                <a:gd name="connsiteY4" fmla="*/ 3039657 h 4539518"/>
                <a:gd name="connsiteX5" fmla="*/ 203595 w 3062481"/>
                <a:gd name="connsiteY5" fmla="*/ 3481268 h 4539518"/>
                <a:gd name="connsiteX6" fmla="*/ 439283 w 3062481"/>
                <a:gd name="connsiteY6" fmla="*/ 3739726 h 4539518"/>
                <a:gd name="connsiteX7" fmla="*/ 546402 w 3062481"/>
                <a:gd name="connsiteY7" fmla="*/ 3973302 h 4539518"/>
                <a:gd name="connsiteX8" fmla="*/ 474593 w 3062481"/>
                <a:gd name="connsiteY8" fmla="*/ 4308321 h 4539518"/>
                <a:gd name="connsiteX9" fmla="*/ 274809 w 3062481"/>
                <a:gd name="connsiteY9" fmla="*/ 4404814 h 4539518"/>
                <a:gd name="connsiteX10" fmla="*/ 91526 w 3062481"/>
                <a:gd name="connsiteY10" fmla="*/ 4345480 h 4539518"/>
                <a:gd name="connsiteX11" fmla="*/ 39649 w 3062481"/>
                <a:gd name="connsiteY11" fmla="*/ 4133683 h 4539518"/>
                <a:gd name="connsiteX12" fmla="*/ 190329 w 3062481"/>
                <a:gd name="connsiteY12" fmla="*/ 3965118 h 4539518"/>
                <a:gd name="connsiteX13" fmla="*/ 441791 w 3062481"/>
                <a:gd name="connsiteY13" fmla="*/ 3988116 h 4539518"/>
                <a:gd name="connsiteX14" fmla="*/ 872128 w 3062481"/>
                <a:gd name="connsiteY14" fmla="*/ 4492454 h 4539518"/>
                <a:gd name="connsiteX15" fmla="*/ 1988674 w 3062481"/>
                <a:gd name="connsiteY15" fmla="*/ 4480464 h 4539518"/>
                <a:gd name="connsiteX16" fmla="*/ 3062481 w 3062481"/>
                <a:gd name="connsiteY16" fmla="*/ 3423295 h 4539518"/>
                <a:gd name="connsiteX0" fmla="*/ 156272 w 3062481"/>
                <a:gd name="connsiteY0" fmla="*/ 0 h 4538334"/>
                <a:gd name="connsiteX1" fmla="*/ 469181 w 3062481"/>
                <a:gd name="connsiteY1" fmla="*/ 829760 h 4538334"/>
                <a:gd name="connsiteX2" fmla="*/ 446807 w 3062481"/>
                <a:gd name="connsiteY2" fmla="*/ 1705719 h 4538334"/>
                <a:gd name="connsiteX3" fmla="*/ 136010 w 3062481"/>
                <a:gd name="connsiteY3" fmla="*/ 2342889 h 4538334"/>
                <a:gd name="connsiteX4" fmla="*/ 6583 w 3062481"/>
                <a:gd name="connsiteY4" fmla="*/ 3039657 h 4538334"/>
                <a:gd name="connsiteX5" fmla="*/ 203595 w 3062481"/>
                <a:gd name="connsiteY5" fmla="*/ 3481268 h 4538334"/>
                <a:gd name="connsiteX6" fmla="*/ 439283 w 3062481"/>
                <a:gd name="connsiteY6" fmla="*/ 3739726 h 4538334"/>
                <a:gd name="connsiteX7" fmla="*/ 546402 w 3062481"/>
                <a:gd name="connsiteY7" fmla="*/ 3973302 h 4538334"/>
                <a:gd name="connsiteX8" fmla="*/ 474593 w 3062481"/>
                <a:gd name="connsiteY8" fmla="*/ 4308321 h 4538334"/>
                <a:gd name="connsiteX9" fmla="*/ 274809 w 3062481"/>
                <a:gd name="connsiteY9" fmla="*/ 4404814 h 4538334"/>
                <a:gd name="connsiteX10" fmla="*/ 91526 w 3062481"/>
                <a:gd name="connsiteY10" fmla="*/ 4345480 h 4538334"/>
                <a:gd name="connsiteX11" fmla="*/ 39649 w 3062481"/>
                <a:gd name="connsiteY11" fmla="*/ 4133683 h 4538334"/>
                <a:gd name="connsiteX12" fmla="*/ 190329 w 3062481"/>
                <a:gd name="connsiteY12" fmla="*/ 3965118 h 4538334"/>
                <a:gd name="connsiteX13" fmla="*/ 441791 w 3062481"/>
                <a:gd name="connsiteY13" fmla="*/ 3988116 h 4538334"/>
                <a:gd name="connsiteX14" fmla="*/ 872128 w 3062481"/>
                <a:gd name="connsiteY14" fmla="*/ 4492454 h 4538334"/>
                <a:gd name="connsiteX15" fmla="*/ 1988674 w 3062481"/>
                <a:gd name="connsiteY15" fmla="*/ 4480464 h 4538334"/>
                <a:gd name="connsiteX16" fmla="*/ 3062481 w 3062481"/>
                <a:gd name="connsiteY16" fmla="*/ 3423295 h 4538334"/>
                <a:gd name="connsiteX0" fmla="*/ 156272 w 3062481"/>
                <a:gd name="connsiteY0" fmla="*/ 0 h 4609935"/>
                <a:gd name="connsiteX1" fmla="*/ 469181 w 3062481"/>
                <a:gd name="connsiteY1" fmla="*/ 829760 h 4609935"/>
                <a:gd name="connsiteX2" fmla="*/ 446807 w 3062481"/>
                <a:gd name="connsiteY2" fmla="*/ 1705719 h 4609935"/>
                <a:gd name="connsiteX3" fmla="*/ 136010 w 3062481"/>
                <a:gd name="connsiteY3" fmla="*/ 2342889 h 4609935"/>
                <a:gd name="connsiteX4" fmla="*/ 6583 w 3062481"/>
                <a:gd name="connsiteY4" fmla="*/ 3039657 h 4609935"/>
                <a:gd name="connsiteX5" fmla="*/ 203595 w 3062481"/>
                <a:gd name="connsiteY5" fmla="*/ 3481268 h 4609935"/>
                <a:gd name="connsiteX6" fmla="*/ 439283 w 3062481"/>
                <a:gd name="connsiteY6" fmla="*/ 3739726 h 4609935"/>
                <a:gd name="connsiteX7" fmla="*/ 546402 w 3062481"/>
                <a:gd name="connsiteY7" fmla="*/ 3973302 h 4609935"/>
                <a:gd name="connsiteX8" fmla="*/ 474593 w 3062481"/>
                <a:gd name="connsiteY8" fmla="*/ 4308321 h 4609935"/>
                <a:gd name="connsiteX9" fmla="*/ 274809 w 3062481"/>
                <a:gd name="connsiteY9" fmla="*/ 4404814 h 4609935"/>
                <a:gd name="connsiteX10" fmla="*/ 91526 w 3062481"/>
                <a:gd name="connsiteY10" fmla="*/ 4345480 h 4609935"/>
                <a:gd name="connsiteX11" fmla="*/ 39649 w 3062481"/>
                <a:gd name="connsiteY11" fmla="*/ 4133683 h 4609935"/>
                <a:gd name="connsiteX12" fmla="*/ 190329 w 3062481"/>
                <a:gd name="connsiteY12" fmla="*/ 3965118 h 4609935"/>
                <a:gd name="connsiteX13" fmla="*/ 441791 w 3062481"/>
                <a:gd name="connsiteY13" fmla="*/ 3988116 h 4609935"/>
                <a:gd name="connsiteX14" fmla="*/ 872128 w 3062481"/>
                <a:gd name="connsiteY14" fmla="*/ 4492454 h 4609935"/>
                <a:gd name="connsiteX15" fmla="*/ 1988674 w 3062481"/>
                <a:gd name="connsiteY15" fmla="*/ 4480464 h 4609935"/>
                <a:gd name="connsiteX16" fmla="*/ 3062481 w 3062481"/>
                <a:gd name="connsiteY16" fmla="*/ 3423295 h 4609935"/>
                <a:gd name="connsiteX0" fmla="*/ 156272 w 3062481"/>
                <a:gd name="connsiteY0" fmla="*/ 0 h 4609000"/>
                <a:gd name="connsiteX1" fmla="*/ 469181 w 3062481"/>
                <a:gd name="connsiteY1" fmla="*/ 829760 h 4609000"/>
                <a:gd name="connsiteX2" fmla="*/ 446807 w 3062481"/>
                <a:gd name="connsiteY2" fmla="*/ 1705719 h 4609000"/>
                <a:gd name="connsiteX3" fmla="*/ 136010 w 3062481"/>
                <a:gd name="connsiteY3" fmla="*/ 2342889 h 4609000"/>
                <a:gd name="connsiteX4" fmla="*/ 6583 w 3062481"/>
                <a:gd name="connsiteY4" fmla="*/ 3039657 h 4609000"/>
                <a:gd name="connsiteX5" fmla="*/ 203595 w 3062481"/>
                <a:gd name="connsiteY5" fmla="*/ 3481268 h 4609000"/>
                <a:gd name="connsiteX6" fmla="*/ 439283 w 3062481"/>
                <a:gd name="connsiteY6" fmla="*/ 3739726 h 4609000"/>
                <a:gd name="connsiteX7" fmla="*/ 546402 w 3062481"/>
                <a:gd name="connsiteY7" fmla="*/ 3973302 h 4609000"/>
                <a:gd name="connsiteX8" fmla="*/ 474593 w 3062481"/>
                <a:gd name="connsiteY8" fmla="*/ 4308321 h 4609000"/>
                <a:gd name="connsiteX9" fmla="*/ 274809 w 3062481"/>
                <a:gd name="connsiteY9" fmla="*/ 4404814 h 4609000"/>
                <a:gd name="connsiteX10" fmla="*/ 91526 w 3062481"/>
                <a:gd name="connsiteY10" fmla="*/ 4345480 h 4609000"/>
                <a:gd name="connsiteX11" fmla="*/ 39649 w 3062481"/>
                <a:gd name="connsiteY11" fmla="*/ 4133683 h 4609000"/>
                <a:gd name="connsiteX12" fmla="*/ 190329 w 3062481"/>
                <a:gd name="connsiteY12" fmla="*/ 3965118 h 4609000"/>
                <a:gd name="connsiteX13" fmla="*/ 441791 w 3062481"/>
                <a:gd name="connsiteY13" fmla="*/ 3988116 h 4609000"/>
                <a:gd name="connsiteX14" fmla="*/ 872128 w 3062481"/>
                <a:gd name="connsiteY14" fmla="*/ 4492454 h 4609000"/>
                <a:gd name="connsiteX15" fmla="*/ 1988674 w 3062481"/>
                <a:gd name="connsiteY15" fmla="*/ 4480464 h 4609000"/>
                <a:gd name="connsiteX16" fmla="*/ 3062481 w 3062481"/>
                <a:gd name="connsiteY16" fmla="*/ 3423295 h 4609000"/>
                <a:gd name="connsiteX0" fmla="*/ 156272 w 3062481"/>
                <a:gd name="connsiteY0" fmla="*/ 0 h 4609000"/>
                <a:gd name="connsiteX1" fmla="*/ 469181 w 3062481"/>
                <a:gd name="connsiteY1" fmla="*/ 829760 h 4609000"/>
                <a:gd name="connsiteX2" fmla="*/ 446807 w 3062481"/>
                <a:gd name="connsiteY2" fmla="*/ 1705719 h 4609000"/>
                <a:gd name="connsiteX3" fmla="*/ 136010 w 3062481"/>
                <a:gd name="connsiteY3" fmla="*/ 2342889 h 4609000"/>
                <a:gd name="connsiteX4" fmla="*/ 6583 w 3062481"/>
                <a:gd name="connsiteY4" fmla="*/ 3039657 h 4609000"/>
                <a:gd name="connsiteX5" fmla="*/ 203595 w 3062481"/>
                <a:gd name="connsiteY5" fmla="*/ 3481268 h 4609000"/>
                <a:gd name="connsiteX6" fmla="*/ 439283 w 3062481"/>
                <a:gd name="connsiteY6" fmla="*/ 3739726 h 4609000"/>
                <a:gd name="connsiteX7" fmla="*/ 546402 w 3062481"/>
                <a:gd name="connsiteY7" fmla="*/ 3973302 h 4609000"/>
                <a:gd name="connsiteX8" fmla="*/ 474593 w 3062481"/>
                <a:gd name="connsiteY8" fmla="*/ 4308321 h 4609000"/>
                <a:gd name="connsiteX9" fmla="*/ 274809 w 3062481"/>
                <a:gd name="connsiteY9" fmla="*/ 4404814 h 4609000"/>
                <a:gd name="connsiteX10" fmla="*/ 91526 w 3062481"/>
                <a:gd name="connsiteY10" fmla="*/ 4345480 h 4609000"/>
                <a:gd name="connsiteX11" fmla="*/ 39649 w 3062481"/>
                <a:gd name="connsiteY11" fmla="*/ 4133683 h 4609000"/>
                <a:gd name="connsiteX12" fmla="*/ 190329 w 3062481"/>
                <a:gd name="connsiteY12" fmla="*/ 3965118 h 4609000"/>
                <a:gd name="connsiteX13" fmla="*/ 441791 w 3062481"/>
                <a:gd name="connsiteY13" fmla="*/ 3988116 h 4609000"/>
                <a:gd name="connsiteX14" fmla="*/ 872128 w 3062481"/>
                <a:gd name="connsiteY14" fmla="*/ 4492454 h 4609000"/>
                <a:gd name="connsiteX15" fmla="*/ 1988674 w 3062481"/>
                <a:gd name="connsiteY15" fmla="*/ 4480464 h 4609000"/>
                <a:gd name="connsiteX16" fmla="*/ 3062481 w 3062481"/>
                <a:gd name="connsiteY16" fmla="*/ 3423295 h 4609000"/>
                <a:gd name="connsiteX0" fmla="*/ 156272 w 3062481"/>
                <a:gd name="connsiteY0" fmla="*/ 0 h 4616983"/>
                <a:gd name="connsiteX1" fmla="*/ 469181 w 3062481"/>
                <a:gd name="connsiteY1" fmla="*/ 829760 h 4616983"/>
                <a:gd name="connsiteX2" fmla="*/ 446807 w 3062481"/>
                <a:gd name="connsiteY2" fmla="*/ 1705719 h 4616983"/>
                <a:gd name="connsiteX3" fmla="*/ 136010 w 3062481"/>
                <a:gd name="connsiteY3" fmla="*/ 2342889 h 4616983"/>
                <a:gd name="connsiteX4" fmla="*/ 6583 w 3062481"/>
                <a:gd name="connsiteY4" fmla="*/ 3039657 h 4616983"/>
                <a:gd name="connsiteX5" fmla="*/ 203595 w 3062481"/>
                <a:gd name="connsiteY5" fmla="*/ 3481268 h 4616983"/>
                <a:gd name="connsiteX6" fmla="*/ 439283 w 3062481"/>
                <a:gd name="connsiteY6" fmla="*/ 3739726 h 4616983"/>
                <a:gd name="connsiteX7" fmla="*/ 546402 w 3062481"/>
                <a:gd name="connsiteY7" fmla="*/ 3973302 h 4616983"/>
                <a:gd name="connsiteX8" fmla="*/ 474593 w 3062481"/>
                <a:gd name="connsiteY8" fmla="*/ 4308321 h 4616983"/>
                <a:gd name="connsiteX9" fmla="*/ 274809 w 3062481"/>
                <a:gd name="connsiteY9" fmla="*/ 4404814 h 4616983"/>
                <a:gd name="connsiteX10" fmla="*/ 91526 w 3062481"/>
                <a:gd name="connsiteY10" fmla="*/ 4345480 h 4616983"/>
                <a:gd name="connsiteX11" fmla="*/ 39649 w 3062481"/>
                <a:gd name="connsiteY11" fmla="*/ 4133683 h 4616983"/>
                <a:gd name="connsiteX12" fmla="*/ 190329 w 3062481"/>
                <a:gd name="connsiteY12" fmla="*/ 3965118 h 4616983"/>
                <a:gd name="connsiteX13" fmla="*/ 441791 w 3062481"/>
                <a:gd name="connsiteY13" fmla="*/ 3988116 h 4616983"/>
                <a:gd name="connsiteX14" fmla="*/ 872128 w 3062481"/>
                <a:gd name="connsiteY14" fmla="*/ 4492454 h 4616983"/>
                <a:gd name="connsiteX15" fmla="*/ 2072431 w 3062481"/>
                <a:gd name="connsiteY15" fmla="*/ 4599537 h 4616983"/>
                <a:gd name="connsiteX16" fmla="*/ 3062481 w 3062481"/>
                <a:gd name="connsiteY16" fmla="*/ 3423295 h 4616983"/>
                <a:gd name="connsiteX0" fmla="*/ 156272 w 3062481"/>
                <a:gd name="connsiteY0" fmla="*/ 0 h 4645514"/>
                <a:gd name="connsiteX1" fmla="*/ 469181 w 3062481"/>
                <a:gd name="connsiteY1" fmla="*/ 829760 h 4645514"/>
                <a:gd name="connsiteX2" fmla="*/ 446807 w 3062481"/>
                <a:gd name="connsiteY2" fmla="*/ 1705719 h 4645514"/>
                <a:gd name="connsiteX3" fmla="*/ 136010 w 3062481"/>
                <a:gd name="connsiteY3" fmla="*/ 2342889 h 4645514"/>
                <a:gd name="connsiteX4" fmla="*/ 6583 w 3062481"/>
                <a:gd name="connsiteY4" fmla="*/ 3039657 h 4645514"/>
                <a:gd name="connsiteX5" fmla="*/ 203595 w 3062481"/>
                <a:gd name="connsiteY5" fmla="*/ 3481268 h 4645514"/>
                <a:gd name="connsiteX6" fmla="*/ 439283 w 3062481"/>
                <a:gd name="connsiteY6" fmla="*/ 3739726 h 4645514"/>
                <a:gd name="connsiteX7" fmla="*/ 546402 w 3062481"/>
                <a:gd name="connsiteY7" fmla="*/ 3973302 h 4645514"/>
                <a:gd name="connsiteX8" fmla="*/ 474593 w 3062481"/>
                <a:gd name="connsiteY8" fmla="*/ 4308321 h 4645514"/>
                <a:gd name="connsiteX9" fmla="*/ 274809 w 3062481"/>
                <a:gd name="connsiteY9" fmla="*/ 4404814 h 4645514"/>
                <a:gd name="connsiteX10" fmla="*/ 91526 w 3062481"/>
                <a:gd name="connsiteY10" fmla="*/ 4345480 h 4645514"/>
                <a:gd name="connsiteX11" fmla="*/ 39649 w 3062481"/>
                <a:gd name="connsiteY11" fmla="*/ 4133683 h 4645514"/>
                <a:gd name="connsiteX12" fmla="*/ 190329 w 3062481"/>
                <a:gd name="connsiteY12" fmla="*/ 3965118 h 4645514"/>
                <a:gd name="connsiteX13" fmla="*/ 441791 w 3062481"/>
                <a:gd name="connsiteY13" fmla="*/ 3988116 h 4645514"/>
                <a:gd name="connsiteX14" fmla="*/ 872128 w 3062481"/>
                <a:gd name="connsiteY14" fmla="*/ 4492454 h 4645514"/>
                <a:gd name="connsiteX15" fmla="*/ 2072431 w 3062481"/>
                <a:gd name="connsiteY15" fmla="*/ 4599537 h 4645514"/>
                <a:gd name="connsiteX16" fmla="*/ 3062481 w 3062481"/>
                <a:gd name="connsiteY16" fmla="*/ 3423295 h 4645514"/>
                <a:gd name="connsiteX0" fmla="*/ 156272 w 3062481"/>
                <a:gd name="connsiteY0" fmla="*/ 0 h 4655770"/>
                <a:gd name="connsiteX1" fmla="*/ 469181 w 3062481"/>
                <a:gd name="connsiteY1" fmla="*/ 829760 h 4655770"/>
                <a:gd name="connsiteX2" fmla="*/ 446807 w 3062481"/>
                <a:gd name="connsiteY2" fmla="*/ 1705719 h 4655770"/>
                <a:gd name="connsiteX3" fmla="*/ 136010 w 3062481"/>
                <a:gd name="connsiteY3" fmla="*/ 2342889 h 4655770"/>
                <a:gd name="connsiteX4" fmla="*/ 6583 w 3062481"/>
                <a:gd name="connsiteY4" fmla="*/ 3039657 h 4655770"/>
                <a:gd name="connsiteX5" fmla="*/ 203595 w 3062481"/>
                <a:gd name="connsiteY5" fmla="*/ 3481268 h 4655770"/>
                <a:gd name="connsiteX6" fmla="*/ 439283 w 3062481"/>
                <a:gd name="connsiteY6" fmla="*/ 3739726 h 4655770"/>
                <a:gd name="connsiteX7" fmla="*/ 546402 w 3062481"/>
                <a:gd name="connsiteY7" fmla="*/ 3973302 h 4655770"/>
                <a:gd name="connsiteX8" fmla="*/ 474593 w 3062481"/>
                <a:gd name="connsiteY8" fmla="*/ 4308321 h 4655770"/>
                <a:gd name="connsiteX9" fmla="*/ 274809 w 3062481"/>
                <a:gd name="connsiteY9" fmla="*/ 4404814 h 4655770"/>
                <a:gd name="connsiteX10" fmla="*/ 91526 w 3062481"/>
                <a:gd name="connsiteY10" fmla="*/ 4345480 h 4655770"/>
                <a:gd name="connsiteX11" fmla="*/ 39649 w 3062481"/>
                <a:gd name="connsiteY11" fmla="*/ 4133683 h 4655770"/>
                <a:gd name="connsiteX12" fmla="*/ 190329 w 3062481"/>
                <a:gd name="connsiteY12" fmla="*/ 3965118 h 4655770"/>
                <a:gd name="connsiteX13" fmla="*/ 441791 w 3062481"/>
                <a:gd name="connsiteY13" fmla="*/ 3988116 h 4655770"/>
                <a:gd name="connsiteX14" fmla="*/ 925420 w 3062481"/>
                <a:gd name="connsiteY14" fmla="*/ 4534941 h 4655770"/>
                <a:gd name="connsiteX15" fmla="*/ 2072431 w 3062481"/>
                <a:gd name="connsiteY15" fmla="*/ 4599537 h 4655770"/>
                <a:gd name="connsiteX16" fmla="*/ 3062481 w 3062481"/>
                <a:gd name="connsiteY16" fmla="*/ 3423295 h 4655770"/>
                <a:gd name="connsiteX0" fmla="*/ 156272 w 3062481"/>
                <a:gd name="connsiteY0" fmla="*/ 0 h 4654230"/>
                <a:gd name="connsiteX1" fmla="*/ 469181 w 3062481"/>
                <a:gd name="connsiteY1" fmla="*/ 829760 h 4654230"/>
                <a:gd name="connsiteX2" fmla="*/ 446807 w 3062481"/>
                <a:gd name="connsiteY2" fmla="*/ 1705719 h 4654230"/>
                <a:gd name="connsiteX3" fmla="*/ 136010 w 3062481"/>
                <a:gd name="connsiteY3" fmla="*/ 2342889 h 4654230"/>
                <a:gd name="connsiteX4" fmla="*/ 6583 w 3062481"/>
                <a:gd name="connsiteY4" fmla="*/ 3039657 h 4654230"/>
                <a:gd name="connsiteX5" fmla="*/ 203595 w 3062481"/>
                <a:gd name="connsiteY5" fmla="*/ 3481268 h 4654230"/>
                <a:gd name="connsiteX6" fmla="*/ 439283 w 3062481"/>
                <a:gd name="connsiteY6" fmla="*/ 3739726 h 4654230"/>
                <a:gd name="connsiteX7" fmla="*/ 546402 w 3062481"/>
                <a:gd name="connsiteY7" fmla="*/ 3973302 h 4654230"/>
                <a:gd name="connsiteX8" fmla="*/ 474593 w 3062481"/>
                <a:gd name="connsiteY8" fmla="*/ 4308321 h 4654230"/>
                <a:gd name="connsiteX9" fmla="*/ 274809 w 3062481"/>
                <a:gd name="connsiteY9" fmla="*/ 4404814 h 4654230"/>
                <a:gd name="connsiteX10" fmla="*/ 91526 w 3062481"/>
                <a:gd name="connsiteY10" fmla="*/ 4345480 h 4654230"/>
                <a:gd name="connsiteX11" fmla="*/ 39649 w 3062481"/>
                <a:gd name="connsiteY11" fmla="*/ 4133683 h 4654230"/>
                <a:gd name="connsiteX12" fmla="*/ 190329 w 3062481"/>
                <a:gd name="connsiteY12" fmla="*/ 3965118 h 4654230"/>
                <a:gd name="connsiteX13" fmla="*/ 441324 w 3062481"/>
                <a:gd name="connsiteY13" fmla="*/ 4026967 h 4654230"/>
                <a:gd name="connsiteX14" fmla="*/ 925420 w 3062481"/>
                <a:gd name="connsiteY14" fmla="*/ 4534941 h 4654230"/>
                <a:gd name="connsiteX15" fmla="*/ 2072431 w 3062481"/>
                <a:gd name="connsiteY15" fmla="*/ 4599537 h 4654230"/>
                <a:gd name="connsiteX16" fmla="*/ 3062481 w 3062481"/>
                <a:gd name="connsiteY16" fmla="*/ 3423295 h 4654230"/>
                <a:gd name="connsiteX0" fmla="*/ 156272 w 3062481"/>
                <a:gd name="connsiteY0" fmla="*/ 0 h 4672440"/>
                <a:gd name="connsiteX1" fmla="*/ 469181 w 3062481"/>
                <a:gd name="connsiteY1" fmla="*/ 829760 h 4672440"/>
                <a:gd name="connsiteX2" fmla="*/ 446807 w 3062481"/>
                <a:gd name="connsiteY2" fmla="*/ 1705719 h 4672440"/>
                <a:gd name="connsiteX3" fmla="*/ 136010 w 3062481"/>
                <a:gd name="connsiteY3" fmla="*/ 2342889 h 4672440"/>
                <a:gd name="connsiteX4" fmla="*/ 6583 w 3062481"/>
                <a:gd name="connsiteY4" fmla="*/ 3039657 h 4672440"/>
                <a:gd name="connsiteX5" fmla="*/ 203595 w 3062481"/>
                <a:gd name="connsiteY5" fmla="*/ 3481268 h 4672440"/>
                <a:gd name="connsiteX6" fmla="*/ 439283 w 3062481"/>
                <a:gd name="connsiteY6" fmla="*/ 3739726 h 4672440"/>
                <a:gd name="connsiteX7" fmla="*/ 546402 w 3062481"/>
                <a:gd name="connsiteY7" fmla="*/ 3973302 h 4672440"/>
                <a:gd name="connsiteX8" fmla="*/ 474593 w 3062481"/>
                <a:gd name="connsiteY8" fmla="*/ 4308321 h 4672440"/>
                <a:gd name="connsiteX9" fmla="*/ 274809 w 3062481"/>
                <a:gd name="connsiteY9" fmla="*/ 4404814 h 4672440"/>
                <a:gd name="connsiteX10" fmla="*/ 91526 w 3062481"/>
                <a:gd name="connsiteY10" fmla="*/ 4345480 h 4672440"/>
                <a:gd name="connsiteX11" fmla="*/ 39649 w 3062481"/>
                <a:gd name="connsiteY11" fmla="*/ 4133683 h 4672440"/>
                <a:gd name="connsiteX12" fmla="*/ 190329 w 3062481"/>
                <a:gd name="connsiteY12" fmla="*/ 3965118 h 4672440"/>
                <a:gd name="connsiteX13" fmla="*/ 441324 w 3062481"/>
                <a:gd name="connsiteY13" fmla="*/ 4026967 h 4672440"/>
                <a:gd name="connsiteX14" fmla="*/ 925420 w 3062481"/>
                <a:gd name="connsiteY14" fmla="*/ 4534941 h 4672440"/>
                <a:gd name="connsiteX15" fmla="*/ 2072431 w 3062481"/>
                <a:gd name="connsiteY15" fmla="*/ 4599537 h 4672440"/>
                <a:gd name="connsiteX16" fmla="*/ 3062481 w 3062481"/>
                <a:gd name="connsiteY16" fmla="*/ 3423295 h 467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62481" h="4672440">
                  <a:moveTo>
                    <a:pt x="156272" y="0"/>
                  </a:moveTo>
                  <a:cubicBezTo>
                    <a:pt x="279628" y="269216"/>
                    <a:pt x="401795" y="541403"/>
                    <a:pt x="469181" y="829760"/>
                  </a:cubicBezTo>
                  <a:cubicBezTo>
                    <a:pt x="536568" y="1118116"/>
                    <a:pt x="546402" y="1426801"/>
                    <a:pt x="446807" y="1705719"/>
                  </a:cubicBezTo>
                  <a:cubicBezTo>
                    <a:pt x="367276" y="1928471"/>
                    <a:pt x="222075" y="2122579"/>
                    <a:pt x="136010" y="2342889"/>
                  </a:cubicBezTo>
                  <a:cubicBezTo>
                    <a:pt x="35821" y="2599302"/>
                    <a:pt x="-19949" y="2826608"/>
                    <a:pt x="6583" y="3039657"/>
                  </a:cubicBezTo>
                  <a:cubicBezTo>
                    <a:pt x="29947" y="3227165"/>
                    <a:pt x="137066" y="3392365"/>
                    <a:pt x="203595" y="3481268"/>
                  </a:cubicBezTo>
                  <a:cubicBezTo>
                    <a:pt x="287416" y="3593204"/>
                    <a:pt x="372754" y="3650823"/>
                    <a:pt x="439283" y="3739726"/>
                  </a:cubicBezTo>
                  <a:cubicBezTo>
                    <a:pt x="505811" y="3828629"/>
                    <a:pt x="524688" y="3881099"/>
                    <a:pt x="546402" y="3973302"/>
                  </a:cubicBezTo>
                  <a:cubicBezTo>
                    <a:pt x="546402" y="3973302"/>
                    <a:pt x="606000" y="4153220"/>
                    <a:pt x="474593" y="4308321"/>
                  </a:cubicBezTo>
                  <a:cubicBezTo>
                    <a:pt x="429119" y="4361980"/>
                    <a:pt x="345364" y="4399996"/>
                    <a:pt x="274809" y="4404814"/>
                  </a:cubicBezTo>
                  <a:cubicBezTo>
                    <a:pt x="213561" y="4409038"/>
                    <a:pt x="152378" y="4401646"/>
                    <a:pt x="91526" y="4345480"/>
                  </a:cubicBezTo>
                  <a:cubicBezTo>
                    <a:pt x="34831" y="4293141"/>
                    <a:pt x="15625" y="4207010"/>
                    <a:pt x="39649" y="4133683"/>
                  </a:cubicBezTo>
                  <a:cubicBezTo>
                    <a:pt x="63740" y="4060357"/>
                    <a:pt x="123383" y="3982904"/>
                    <a:pt x="190329" y="3965118"/>
                  </a:cubicBezTo>
                  <a:cubicBezTo>
                    <a:pt x="257275" y="3947332"/>
                    <a:pt x="318809" y="3931996"/>
                    <a:pt x="441324" y="4026967"/>
                  </a:cubicBezTo>
                  <a:cubicBezTo>
                    <a:pt x="563839" y="4121938"/>
                    <a:pt x="653569" y="4439513"/>
                    <a:pt x="925420" y="4534941"/>
                  </a:cubicBezTo>
                  <a:cubicBezTo>
                    <a:pt x="1197271" y="4630369"/>
                    <a:pt x="1696953" y="4753444"/>
                    <a:pt x="2072431" y="4599537"/>
                  </a:cubicBezTo>
                  <a:cubicBezTo>
                    <a:pt x="3087245" y="4223158"/>
                    <a:pt x="3013640" y="3556220"/>
                    <a:pt x="3062481" y="3423295"/>
                  </a:cubicBezTo>
                </a:path>
              </a:pathLst>
            </a:custGeom>
            <a:noFill/>
            <a:ln w="42863" cap="rnd">
              <a:solidFill>
                <a:schemeClr val="bg1"/>
              </a:solidFill>
              <a:prstDash val="solid"/>
              <a:round/>
            </a:ln>
          </p:spPr>
          <p:txBody>
            <a:bodyPr rtlCol="0" anchor="ctr"/>
            <a:lstStyle/>
            <a:p>
              <a:endParaRPr lang="en-US" sz="1013"/>
            </a:p>
          </p:txBody>
        </p:sp>
        <p:sp>
          <p:nvSpPr>
            <p:cNvPr id="12" name="Freeform: Shape 11">
              <a:extLst>
                <a:ext uri="{FF2B5EF4-FFF2-40B4-BE49-F238E27FC236}">
                  <a16:creationId xmlns:a16="http://schemas.microsoft.com/office/drawing/2014/main" id="{D554E3A9-FEBD-87E6-65A2-8F019D66461E}"/>
                </a:ext>
              </a:extLst>
            </p:cNvPr>
            <p:cNvSpPr/>
            <p:nvPr/>
          </p:nvSpPr>
          <p:spPr>
            <a:xfrm rot="20880098">
              <a:off x="5627786" y="219745"/>
              <a:ext cx="1061474" cy="1421438"/>
            </a:xfrm>
            <a:custGeom>
              <a:avLst/>
              <a:gdLst>
                <a:gd name="connsiteX0" fmla="*/ 953244 w 1415298"/>
                <a:gd name="connsiteY0" fmla="*/ 1859913 h 1895250"/>
                <a:gd name="connsiteX1" fmla="*/ 1177052 w 1415298"/>
                <a:gd name="connsiteY1" fmla="*/ 1764806 h 1895250"/>
                <a:gd name="connsiteX2" fmla="*/ 1087027 w 1415298"/>
                <a:gd name="connsiteY2" fmla="*/ 1705538 h 1895250"/>
                <a:gd name="connsiteX3" fmla="*/ 1410892 w 1415298"/>
                <a:gd name="connsiteY3" fmla="*/ 968905 h 1895250"/>
                <a:gd name="connsiteX4" fmla="*/ 1139366 w 1415298"/>
                <a:gd name="connsiteY4" fmla="*/ 180594 h 1895250"/>
                <a:gd name="connsiteX5" fmla="*/ 472826 w 1415298"/>
                <a:gd name="connsiteY5" fmla="*/ 48196 h 1895250"/>
                <a:gd name="connsiteX6" fmla="*/ 9238 w 1415298"/>
                <a:gd name="connsiteY6" fmla="*/ 589269 h 1895250"/>
                <a:gd name="connsiteX7" fmla="*/ 275616 w 1415298"/>
                <a:gd name="connsiteY7" fmla="*/ 1381079 h 1895250"/>
                <a:gd name="connsiteX8" fmla="*/ 968160 w 1415298"/>
                <a:gd name="connsiteY8" fmla="*/ 1748900 h 1895250"/>
                <a:gd name="connsiteX9" fmla="*/ 969414 w 1415298"/>
                <a:gd name="connsiteY9" fmla="*/ 1749164 h 1895250"/>
                <a:gd name="connsiteX10" fmla="*/ 953178 w 1415298"/>
                <a:gd name="connsiteY10" fmla="*/ 1859913 h 18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5298" h="1895250">
                  <a:moveTo>
                    <a:pt x="953244" y="1859913"/>
                  </a:moveTo>
                  <a:cubicBezTo>
                    <a:pt x="1013173" y="1933042"/>
                    <a:pt x="1181012" y="1888491"/>
                    <a:pt x="1177052" y="1764806"/>
                  </a:cubicBezTo>
                  <a:cubicBezTo>
                    <a:pt x="1133162" y="1746854"/>
                    <a:pt x="1102801" y="1725998"/>
                    <a:pt x="1087027" y="1705538"/>
                  </a:cubicBezTo>
                  <a:cubicBezTo>
                    <a:pt x="1253217" y="1535454"/>
                    <a:pt x="1384624" y="1256535"/>
                    <a:pt x="1410892" y="968905"/>
                  </a:cubicBezTo>
                  <a:cubicBezTo>
                    <a:pt x="1441912" y="629596"/>
                    <a:pt x="1304697" y="345991"/>
                    <a:pt x="1139366" y="180594"/>
                  </a:cubicBezTo>
                  <a:cubicBezTo>
                    <a:pt x="930012" y="-28628"/>
                    <a:pt x="719536" y="-31268"/>
                    <a:pt x="472826" y="48196"/>
                  </a:cubicBezTo>
                  <a:cubicBezTo>
                    <a:pt x="234102" y="125087"/>
                    <a:pt x="43624" y="340843"/>
                    <a:pt x="9238" y="589269"/>
                  </a:cubicBezTo>
                  <a:cubicBezTo>
                    <a:pt x="-38151" y="931746"/>
                    <a:pt x="103751" y="1198389"/>
                    <a:pt x="275616" y="1381079"/>
                  </a:cubicBezTo>
                  <a:cubicBezTo>
                    <a:pt x="447482" y="1563768"/>
                    <a:pt x="705676" y="1731872"/>
                    <a:pt x="968160" y="1748900"/>
                  </a:cubicBezTo>
                  <a:cubicBezTo>
                    <a:pt x="968952" y="1748900"/>
                    <a:pt x="969744" y="1748900"/>
                    <a:pt x="969414" y="1749164"/>
                  </a:cubicBezTo>
                  <a:cubicBezTo>
                    <a:pt x="969414" y="1749164"/>
                    <a:pt x="984264" y="1809092"/>
                    <a:pt x="953178" y="1859913"/>
                  </a:cubicBezTo>
                  <a:close/>
                </a:path>
              </a:pathLst>
            </a:custGeom>
            <a:noFill/>
            <a:ln w="42863" cap="rnd">
              <a:solidFill>
                <a:schemeClr val="bg1"/>
              </a:solidFill>
              <a:prstDash val="solid"/>
              <a:round/>
            </a:ln>
          </p:spPr>
          <p:txBody>
            <a:bodyPr rtlCol="0" anchor="ctr"/>
            <a:lstStyle/>
            <a:p>
              <a:endParaRPr lang="en-US" sz="1013"/>
            </a:p>
          </p:txBody>
        </p:sp>
        <p:sp>
          <p:nvSpPr>
            <p:cNvPr id="13" name="Freeform: Shape 12">
              <a:extLst>
                <a:ext uri="{FF2B5EF4-FFF2-40B4-BE49-F238E27FC236}">
                  <a16:creationId xmlns:a16="http://schemas.microsoft.com/office/drawing/2014/main" id="{BFB24C61-ACB7-EDF6-D6BF-1C2BD850A3DF}"/>
                </a:ext>
              </a:extLst>
            </p:cNvPr>
            <p:cNvSpPr/>
            <p:nvPr/>
          </p:nvSpPr>
          <p:spPr>
            <a:xfrm rot="20880098">
              <a:off x="6834708" y="1383920"/>
              <a:ext cx="1151973" cy="1510704"/>
            </a:xfrm>
            <a:custGeom>
              <a:avLst/>
              <a:gdLst>
                <a:gd name="connsiteX0" fmla="*/ 247576 w 1535964"/>
                <a:gd name="connsiteY0" fmla="*/ 1885017 h 2014272"/>
                <a:gd name="connsiteX1" fmla="*/ 520092 w 1535964"/>
                <a:gd name="connsiteY1" fmla="*/ 1964416 h 2014272"/>
                <a:gd name="connsiteX2" fmla="*/ 482472 w 1535964"/>
                <a:gd name="connsiteY2" fmla="*/ 1854921 h 2014272"/>
                <a:gd name="connsiteX3" fmla="*/ 1241676 w 1535964"/>
                <a:gd name="connsiteY3" fmla="*/ 1441427 h 2014272"/>
                <a:gd name="connsiteX4" fmla="*/ 1528713 w 1535964"/>
                <a:gd name="connsiteY4" fmla="*/ 592923 h 2014272"/>
                <a:gd name="connsiteX5" fmla="*/ 1049153 w 1535964"/>
                <a:gd name="connsiteY5" fmla="*/ 42478 h 2014272"/>
                <a:gd name="connsiteX6" fmla="*/ 299584 w 1535964"/>
                <a:gd name="connsiteY6" fmla="*/ 197910 h 2014272"/>
                <a:gd name="connsiteX7" fmla="*/ 5882 w 1535964"/>
                <a:gd name="connsiteY7" fmla="*/ 1046083 h 2014272"/>
                <a:gd name="connsiteX8" fmla="*/ 352979 w 1535964"/>
                <a:gd name="connsiteY8" fmla="*/ 1813736 h 2014272"/>
                <a:gd name="connsiteX9" fmla="*/ 353837 w 1535964"/>
                <a:gd name="connsiteY9" fmla="*/ 1814792 h 2014272"/>
                <a:gd name="connsiteX10" fmla="*/ 247444 w 1535964"/>
                <a:gd name="connsiteY10" fmla="*/ 1885083 h 20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5964" h="2014272">
                  <a:moveTo>
                    <a:pt x="247576" y="1885017"/>
                  </a:moveTo>
                  <a:cubicBezTo>
                    <a:pt x="250480" y="1986526"/>
                    <a:pt x="442278" y="2072129"/>
                    <a:pt x="520092" y="1964416"/>
                  </a:cubicBezTo>
                  <a:cubicBezTo>
                    <a:pt x="494616" y="1920327"/>
                    <a:pt x="482472" y="1882707"/>
                    <a:pt x="482472" y="1854921"/>
                  </a:cubicBezTo>
                  <a:cubicBezTo>
                    <a:pt x="735518" y="1819544"/>
                    <a:pt x="1030475" y="1668667"/>
                    <a:pt x="1241676" y="1441427"/>
                  </a:cubicBezTo>
                  <a:cubicBezTo>
                    <a:pt x="1490961" y="1173332"/>
                    <a:pt x="1560657" y="842075"/>
                    <a:pt x="1528713" y="592923"/>
                  </a:cubicBezTo>
                  <a:cubicBezTo>
                    <a:pt x="1488255" y="277507"/>
                    <a:pt x="1311043" y="136925"/>
                    <a:pt x="1049153" y="42478"/>
                  </a:cubicBezTo>
                  <a:cubicBezTo>
                    <a:pt x="795644" y="-48998"/>
                    <a:pt x="492042" y="9280"/>
                    <a:pt x="299584" y="197910"/>
                  </a:cubicBezTo>
                  <a:cubicBezTo>
                    <a:pt x="34328" y="457952"/>
                    <a:pt x="-20255" y="777857"/>
                    <a:pt x="5882" y="1046083"/>
                  </a:cubicBezTo>
                  <a:cubicBezTo>
                    <a:pt x="32018" y="1314310"/>
                    <a:pt x="141051" y="1626889"/>
                    <a:pt x="352979" y="1813736"/>
                  </a:cubicBezTo>
                  <a:cubicBezTo>
                    <a:pt x="353639" y="1814264"/>
                    <a:pt x="354299" y="1814726"/>
                    <a:pt x="353837" y="1814792"/>
                  </a:cubicBezTo>
                  <a:cubicBezTo>
                    <a:pt x="353837" y="1814792"/>
                    <a:pt x="307306" y="1862313"/>
                    <a:pt x="247444" y="1885083"/>
                  </a:cubicBezTo>
                  <a:close/>
                </a:path>
              </a:pathLst>
            </a:custGeom>
            <a:noFill/>
            <a:ln w="42863" cap="rnd">
              <a:solidFill>
                <a:schemeClr val="bg1"/>
              </a:solidFill>
              <a:prstDash val="solid"/>
              <a:round/>
            </a:ln>
          </p:spPr>
          <p:txBody>
            <a:bodyPr rtlCol="0" anchor="ctr"/>
            <a:lstStyle/>
            <a:p>
              <a:endParaRPr lang="en-US" sz="1013"/>
            </a:p>
          </p:txBody>
        </p:sp>
        <p:sp>
          <p:nvSpPr>
            <p:cNvPr id="14" name="Freeform: Shape 13">
              <a:extLst>
                <a:ext uri="{FF2B5EF4-FFF2-40B4-BE49-F238E27FC236}">
                  <a16:creationId xmlns:a16="http://schemas.microsoft.com/office/drawing/2014/main" id="{D34E3AE6-4FA5-C8F6-154D-14538B7DC9D0}"/>
                </a:ext>
              </a:extLst>
            </p:cNvPr>
            <p:cNvSpPr/>
            <p:nvPr/>
          </p:nvSpPr>
          <p:spPr>
            <a:xfrm rot="20880098">
              <a:off x="5506647" y="1609626"/>
              <a:ext cx="1177300" cy="1287466"/>
            </a:xfrm>
            <a:custGeom>
              <a:avLst/>
              <a:gdLst>
                <a:gd name="connsiteX0" fmla="*/ 1483165 w 1569733"/>
                <a:gd name="connsiteY0" fmla="*/ 1558105 h 1716621"/>
                <a:gd name="connsiteX1" fmla="*/ 1262327 w 1569733"/>
                <a:gd name="connsiteY1" fmla="*/ 1692879 h 1716621"/>
                <a:gd name="connsiteX2" fmla="*/ 1266023 w 1569733"/>
                <a:gd name="connsiteY2" fmla="*/ 1584836 h 1716621"/>
                <a:gd name="connsiteX3" fmla="*/ 468406 w 1569733"/>
                <a:gd name="connsiteY3" fmla="*/ 1482337 h 1716621"/>
                <a:gd name="connsiteX4" fmla="*/ 0 w 1569733"/>
                <a:gd name="connsiteY4" fmla="*/ 743394 h 1716621"/>
                <a:gd name="connsiteX5" fmla="*/ 297729 w 1569733"/>
                <a:gd name="connsiteY5" fmla="*/ 140545 h 1716621"/>
                <a:gd name="connsiteX6" fmla="*/ 1029477 w 1569733"/>
                <a:gd name="connsiteY6" fmla="*/ 66954 h 1716621"/>
                <a:gd name="connsiteX7" fmla="*/ 1556492 w 1569733"/>
                <a:gd name="connsiteY7" fmla="*/ 712308 h 1716621"/>
                <a:gd name="connsiteX8" fmla="*/ 1370370 w 1569733"/>
                <a:gd name="connsiteY8" fmla="*/ 1512565 h 1716621"/>
                <a:gd name="connsiteX9" fmla="*/ 1369842 w 1569733"/>
                <a:gd name="connsiteY9" fmla="*/ 1513753 h 1716621"/>
                <a:gd name="connsiteX10" fmla="*/ 1483165 w 1569733"/>
                <a:gd name="connsiteY10" fmla="*/ 1558105 h 171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9733" h="1716621">
                  <a:moveTo>
                    <a:pt x="1483165" y="1558105"/>
                  </a:moveTo>
                  <a:cubicBezTo>
                    <a:pt x="1508311" y="1649582"/>
                    <a:pt x="1361262" y="1767789"/>
                    <a:pt x="1262327" y="1692879"/>
                  </a:cubicBezTo>
                  <a:cubicBezTo>
                    <a:pt x="1273085" y="1646546"/>
                    <a:pt x="1273613" y="1609586"/>
                    <a:pt x="1266023" y="1584836"/>
                  </a:cubicBezTo>
                  <a:cubicBezTo>
                    <a:pt x="1030401" y="1622324"/>
                    <a:pt x="720396" y="1617572"/>
                    <a:pt x="468406" y="1482337"/>
                  </a:cubicBezTo>
                  <a:cubicBezTo>
                    <a:pt x="167047" y="1320635"/>
                    <a:pt x="0" y="1008981"/>
                    <a:pt x="0" y="743394"/>
                  </a:cubicBezTo>
                  <a:cubicBezTo>
                    <a:pt x="0" y="509752"/>
                    <a:pt x="89629" y="296504"/>
                    <a:pt x="297729" y="140545"/>
                  </a:cubicBezTo>
                  <a:cubicBezTo>
                    <a:pt x="499162" y="-10399"/>
                    <a:pt x="750625" y="-47359"/>
                    <a:pt x="1029477" y="66954"/>
                  </a:cubicBezTo>
                  <a:cubicBezTo>
                    <a:pt x="1350504" y="198559"/>
                    <a:pt x="1506595" y="465598"/>
                    <a:pt x="1556492" y="712308"/>
                  </a:cubicBezTo>
                  <a:cubicBezTo>
                    <a:pt x="1606454" y="959018"/>
                    <a:pt x="1508641" y="1287767"/>
                    <a:pt x="1370370" y="1512565"/>
                  </a:cubicBezTo>
                  <a:cubicBezTo>
                    <a:pt x="1369908" y="1513225"/>
                    <a:pt x="1369446" y="1513819"/>
                    <a:pt x="1369842" y="1513753"/>
                  </a:cubicBezTo>
                  <a:cubicBezTo>
                    <a:pt x="1369842" y="1513753"/>
                    <a:pt x="1423500" y="1554080"/>
                    <a:pt x="1483165" y="1558105"/>
                  </a:cubicBezTo>
                  <a:close/>
                </a:path>
              </a:pathLst>
            </a:custGeom>
            <a:noFill/>
            <a:ln w="42863" cap="rnd">
              <a:solidFill>
                <a:schemeClr val="bg1"/>
              </a:solidFill>
              <a:prstDash val="solid"/>
              <a:round/>
            </a:ln>
          </p:spPr>
          <p:txBody>
            <a:bodyPr rtlCol="0" anchor="ctr"/>
            <a:lstStyle/>
            <a:p>
              <a:endParaRPr lang="en-US" sz="1013"/>
            </a:p>
          </p:txBody>
        </p:sp>
        <p:sp>
          <p:nvSpPr>
            <p:cNvPr id="15" name="Freeform: Shape 14">
              <a:extLst>
                <a:ext uri="{FF2B5EF4-FFF2-40B4-BE49-F238E27FC236}">
                  <a16:creationId xmlns:a16="http://schemas.microsoft.com/office/drawing/2014/main" id="{2CCAEC1E-EBA4-758A-472F-42263F4C746E}"/>
                </a:ext>
              </a:extLst>
            </p:cNvPr>
            <p:cNvSpPr/>
            <p:nvPr/>
          </p:nvSpPr>
          <p:spPr>
            <a:xfrm rot="20880098">
              <a:off x="6856553" y="2711593"/>
              <a:ext cx="379421" cy="1612279"/>
            </a:xfrm>
            <a:custGeom>
              <a:avLst/>
              <a:gdLst>
                <a:gd name="connsiteX0" fmla="*/ 0 w 505894"/>
                <a:gd name="connsiteY0" fmla="*/ 0 h 2149705"/>
                <a:gd name="connsiteX1" fmla="*/ 357261 w 505894"/>
                <a:gd name="connsiteY1" fmla="*/ 857150 h 2149705"/>
                <a:gd name="connsiteX2" fmla="*/ 356865 w 505894"/>
                <a:gd name="connsiteY2" fmla="*/ 1534646 h 2149705"/>
                <a:gd name="connsiteX3" fmla="*/ 505894 w 505894"/>
                <a:gd name="connsiteY3" fmla="*/ 2149705 h 2149705"/>
              </a:gdLst>
              <a:ahLst/>
              <a:cxnLst>
                <a:cxn ang="0">
                  <a:pos x="connsiteX0" y="connsiteY0"/>
                </a:cxn>
                <a:cxn ang="0">
                  <a:pos x="connsiteX1" y="connsiteY1"/>
                </a:cxn>
                <a:cxn ang="0">
                  <a:pos x="connsiteX2" y="connsiteY2"/>
                </a:cxn>
                <a:cxn ang="0">
                  <a:pos x="connsiteX3" y="connsiteY3"/>
                </a:cxn>
              </a:cxnLst>
              <a:rect l="l" t="t" r="r" b="b"/>
              <a:pathLst>
                <a:path w="505894" h="2149705">
                  <a:moveTo>
                    <a:pt x="0" y="0"/>
                  </a:moveTo>
                  <a:cubicBezTo>
                    <a:pt x="200378" y="241958"/>
                    <a:pt x="326505" y="544505"/>
                    <a:pt x="357261" y="857150"/>
                  </a:cubicBezTo>
                  <a:cubicBezTo>
                    <a:pt x="379371" y="1082014"/>
                    <a:pt x="353367" y="1308726"/>
                    <a:pt x="356865" y="1534646"/>
                  </a:cubicBezTo>
                  <a:cubicBezTo>
                    <a:pt x="360363" y="1760566"/>
                    <a:pt x="374289" y="1966026"/>
                    <a:pt x="505894" y="2149705"/>
                  </a:cubicBezTo>
                </a:path>
              </a:pathLst>
            </a:custGeom>
            <a:noFill/>
            <a:ln w="42863" cap="rnd">
              <a:solidFill>
                <a:schemeClr val="bg1"/>
              </a:solidFill>
              <a:prstDash val="solid"/>
              <a:round/>
            </a:ln>
          </p:spPr>
          <p:txBody>
            <a:bodyPr rtlCol="0" anchor="ctr"/>
            <a:lstStyle/>
            <a:p>
              <a:endParaRPr lang="en-US" sz="1013"/>
            </a:p>
          </p:txBody>
        </p:sp>
        <p:sp>
          <p:nvSpPr>
            <p:cNvPr id="16" name="Freeform: Shape 15">
              <a:extLst>
                <a:ext uri="{FF2B5EF4-FFF2-40B4-BE49-F238E27FC236}">
                  <a16:creationId xmlns:a16="http://schemas.microsoft.com/office/drawing/2014/main" id="{1B5A1733-6AAB-6DAD-FF2B-FDEC8AEDAC5D}"/>
                </a:ext>
              </a:extLst>
            </p:cNvPr>
            <p:cNvSpPr/>
            <p:nvPr/>
          </p:nvSpPr>
          <p:spPr>
            <a:xfrm rot="20880098">
              <a:off x="7173391" y="2946328"/>
              <a:ext cx="237661" cy="1337750"/>
            </a:xfrm>
            <a:custGeom>
              <a:avLst/>
              <a:gdLst>
                <a:gd name="connsiteX0" fmla="*/ 316881 w 316881"/>
                <a:gd name="connsiteY0" fmla="*/ 0 h 1783666"/>
                <a:gd name="connsiteX1" fmla="*/ 21925 w 316881"/>
                <a:gd name="connsiteY1" fmla="*/ 1087360 h 1783666"/>
                <a:gd name="connsiteX2" fmla="*/ 125744 w 316881"/>
                <a:gd name="connsiteY2" fmla="*/ 1783666 h 1783666"/>
              </a:gdLst>
              <a:ahLst/>
              <a:cxnLst>
                <a:cxn ang="0">
                  <a:pos x="connsiteX0" y="connsiteY0"/>
                </a:cxn>
                <a:cxn ang="0">
                  <a:pos x="connsiteX1" y="connsiteY1"/>
                </a:cxn>
                <a:cxn ang="0">
                  <a:pos x="connsiteX2" y="connsiteY2"/>
                </a:cxn>
              </a:cxnLst>
              <a:rect l="l" t="t" r="r" b="b"/>
              <a:pathLst>
                <a:path w="316881" h="1783666">
                  <a:moveTo>
                    <a:pt x="316881" y="0"/>
                  </a:moveTo>
                  <a:cubicBezTo>
                    <a:pt x="192470" y="355017"/>
                    <a:pt x="74593" y="714852"/>
                    <a:pt x="21925" y="1087360"/>
                  </a:cubicBezTo>
                  <a:cubicBezTo>
                    <a:pt x="-12263" y="1329252"/>
                    <a:pt x="-24870" y="1591340"/>
                    <a:pt x="125744" y="1783666"/>
                  </a:cubicBezTo>
                </a:path>
              </a:pathLst>
            </a:custGeom>
            <a:noFill/>
            <a:ln w="42863" cap="rnd">
              <a:solidFill>
                <a:schemeClr val="bg1"/>
              </a:solidFill>
              <a:prstDash val="solid"/>
              <a:round/>
            </a:ln>
          </p:spPr>
          <p:txBody>
            <a:bodyPr rtlCol="0" anchor="ctr"/>
            <a:lstStyle/>
            <a:p>
              <a:endParaRPr lang="en-US" sz="1013"/>
            </a:p>
          </p:txBody>
        </p:sp>
      </p:grpSp>
      <p:sp>
        <p:nvSpPr>
          <p:cNvPr id="18" name="Content Placeholder 9">
            <a:extLst>
              <a:ext uri="{FF2B5EF4-FFF2-40B4-BE49-F238E27FC236}">
                <a16:creationId xmlns:a16="http://schemas.microsoft.com/office/drawing/2014/main" id="{E0E06604-8302-24CA-7DC3-80A3B5F34978}"/>
              </a:ext>
            </a:extLst>
          </p:cNvPr>
          <p:cNvSpPr txBox="1">
            <a:spLocks/>
          </p:cNvSpPr>
          <p:nvPr/>
        </p:nvSpPr>
        <p:spPr>
          <a:xfrm>
            <a:off x="308347" y="2224905"/>
            <a:ext cx="3829379" cy="1954769"/>
          </a:xfrm>
          <a:prstGeom prst="rect">
            <a:avLst/>
          </a:prstGeom>
        </p:spPr>
        <p:txBody>
          <a:bodyPr/>
          <a:lstStyle>
            <a:lvl1pPr marL="154513" indent="-154513"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867" kern="1200" dirty="0" smtClean="0">
                <a:solidFill>
                  <a:schemeClr val="bg2"/>
                </a:solidFill>
                <a:latin typeface="Arial" panose="020B0604020202020204" pitchFamily="34" charset="0"/>
                <a:ea typeface="+mn-ea"/>
                <a:cs typeface="Arial" panose="020B0604020202020204" pitchFamily="34" charset="0"/>
              </a:defRPr>
            </a:lvl1pPr>
            <a:lvl2pPr marL="487668"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600" kern="1200" dirty="0" smtClean="0">
                <a:solidFill>
                  <a:schemeClr val="bg2"/>
                </a:solidFill>
                <a:latin typeface="Arial" panose="020B0604020202020204" pitchFamily="34" charset="0"/>
                <a:ea typeface="+mn-ea"/>
                <a:cs typeface="Arial" panose="020B0604020202020204" pitchFamily="34" charset="0"/>
              </a:defRPr>
            </a:lvl2pPr>
            <a:lvl3pPr marL="79246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333" kern="1200" dirty="0" smtClean="0">
                <a:solidFill>
                  <a:schemeClr val="bg2"/>
                </a:solidFill>
                <a:latin typeface="Arial" panose="020B0604020202020204" pitchFamily="34" charset="0"/>
                <a:ea typeface="+mn-ea"/>
                <a:cs typeface="Arial" panose="020B0604020202020204" pitchFamily="34" charset="0"/>
              </a:defRPr>
            </a:lvl3pPr>
            <a:lvl4pPr marL="1036294"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200" u="none" kern="1200" dirty="0" smtClean="0">
                <a:solidFill>
                  <a:schemeClr val="bg2"/>
                </a:solidFill>
                <a:latin typeface="Arial" panose="020B0604020202020204" pitchFamily="34" charset="0"/>
                <a:ea typeface="+mn-ea"/>
                <a:cs typeface="Arial" panose="020B0604020202020204" pitchFamily="34" charset="0"/>
              </a:defRPr>
            </a:lvl4pPr>
            <a:lvl5pPr marL="1219170" indent="-182875" algn="l" defTabSz="914377" rtl="0" eaLnBrk="1" latinLnBrk="0" hangingPunct="1">
              <a:lnSpc>
                <a:spcPct val="100000"/>
              </a:lnSpc>
              <a:spcBef>
                <a:spcPts val="0"/>
              </a:spcBef>
              <a:spcAft>
                <a:spcPts val="800"/>
              </a:spcAft>
              <a:buClr>
                <a:schemeClr val="tx2"/>
              </a:buClr>
              <a:buFont typeface="Arial" panose="020B0604020202020204" pitchFamily="34" charset="0"/>
              <a:buChar char="•"/>
              <a:tabLst/>
              <a:defRPr lang="en-US" sz="1067" b="0" u="none" kern="1200" dirty="0" smtClean="0">
                <a:solidFill>
                  <a:schemeClr val="bg2"/>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a:t>Donec pulvinar luctus dolor in convallis. In sit </a:t>
            </a:r>
            <a:r>
              <a:rPr lang="en-US" sz="1050" err="1"/>
              <a:t>amet</a:t>
            </a:r>
            <a:r>
              <a:rPr lang="en-US" sz="1050"/>
              <a:t> </a:t>
            </a:r>
            <a:r>
              <a:rPr lang="en-US" sz="1050" err="1"/>
              <a:t>rhoncus</a:t>
            </a:r>
            <a:r>
              <a:rPr lang="en-US" sz="1050"/>
              <a:t> ipsum. Integer in elit hendrerit mi </a:t>
            </a:r>
            <a:r>
              <a:rPr lang="en-US" sz="1050" err="1"/>
              <a:t>efficitur</a:t>
            </a:r>
            <a:r>
              <a:rPr lang="en-US" sz="1050"/>
              <a:t> </a:t>
            </a:r>
            <a:r>
              <a:rPr lang="en-US" sz="1050" err="1"/>
              <a:t>dapibus</a:t>
            </a:r>
            <a:r>
              <a:rPr lang="en-US" sz="1050"/>
              <a:t> vitae </a:t>
            </a:r>
            <a:r>
              <a:rPr lang="en-US" sz="1050" err="1"/>
              <a:t>eu</a:t>
            </a:r>
            <a:r>
              <a:rPr lang="en-US" sz="1050"/>
              <a:t> ante. Aenean </a:t>
            </a:r>
            <a:r>
              <a:rPr lang="en-US" sz="1050" err="1"/>
              <a:t>volutpat</a:t>
            </a:r>
            <a:r>
              <a:rPr lang="en-US" sz="1050"/>
              <a:t> ex a cursus </a:t>
            </a:r>
            <a:r>
              <a:rPr lang="en-US" sz="1050" err="1"/>
              <a:t>iaculis</a:t>
            </a:r>
            <a:r>
              <a:rPr lang="en-US" sz="1050"/>
              <a:t>. Vestibulum </a:t>
            </a:r>
            <a:r>
              <a:rPr lang="en-US" sz="1050" err="1"/>
              <a:t>blandit</a:t>
            </a:r>
            <a:r>
              <a:rPr lang="en-US" sz="1050"/>
              <a:t> </a:t>
            </a:r>
            <a:r>
              <a:rPr lang="en-US" sz="1050" err="1"/>
              <a:t>sapien</a:t>
            </a:r>
            <a:r>
              <a:rPr lang="en-US" sz="1050"/>
              <a:t> </a:t>
            </a:r>
            <a:r>
              <a:rPr lang="en-US" sz="1050" err="1"/>
              <a:t>eget</a:t>
            </a:r>
            <a:r>
              <a:rPr lang="en-US" sz="1050"/>
              <a:t> </a:t>
            </a:r>
            <a:r>
              <a:rPr lang="en-US" sz="1050" err="1"/>
              <a:t>sodales</a:t>
            </a:r>
            <a:r>
              <a:rPr lang="en-US" sz="1050"/>
              <a:t> </a:t>
            </a:r>
            <a:r>
              <a:rPr lang="en-US" sz="1050" err="1"/>
              <a:t>sodales</a:t>
            </a:r>
            <a:r>
              <a:rPr lang="en-US" sz="1050"/>
              <a:t>. Sed </a:t>
            </a:r>
            <a:r>
              <a:rPr lang="en-US" sz="1050" err="1"/>
              <a:t>eleifend</a:t>
            </a:r>
            <a:r>
              <a:rPr lang="en-US" sz="1050"/>
              <a:t> </a:t>
            </a:r>
            <a:r>
              <a:rPr lang="en-US" sz="1050" err="1"/>
              <a:t>est</a:t>
            </a:r>
            <a:r>
              <a:rPr lang="en-US" sz="1050"/>
              <a:t> id </a:t>
            </a:r>
            <a:r>
              <a:rPr lang="en-US" sz="1050" err="1"/>
              <a:t>arcu</a:t>
            </a:r>
            <a:r>
              <a:rPr lang="en-US" sz="1050"/>
              <a:t> </a:t>
            </a:r>
            <a:r>
              <a:rPr lang="en-US" sz="1050" err="1"/>
              <a:t>posuere</a:t>
            </a:r>
            <a:r>
              <a:rPr lang="en-US" sz="1050"/>
              <a:t>, </a:t>
            </a:r>
            <a:r>
              <a:rPr lang="en-US" sz="1050" err="1"/>
              <a:t>dignissim</a:t>
            </a:r>
            <a:r>
              <a:rPr lang="en-US" sz="1050"/>
              <a:t> </a:t>
            </a:r>
            <a:r>
              <a:rPr lang="en-US" sz="1050" err="1"/>
              <a:t>blandit</a:t>
            </a:r>
            <a:r>
              <a:rPr lang="en-US" sz="1050"/>
              <a:t> dui </a:t>
            </a:r>
            <a:r>
              <a:rPr lang="en-US" sz="1050" err="1"/>
              <a:t>euismod</a:t>
            </a:r>
            <a:r>
              <a:rPr lang="en-US" sz="1050"/>
              <a:t>. Aenean </a:t>
            </a:r>
            <a:r>
              <a:rPr lang="en-US" sz="1050" err="1"/>
              <a:t>consectetur</a:t>
            </a:r>
            <a:r>
              <a:rPr lang="en-US" sz="1050"/>
              <a:t> </a:t>
            </a:r>
            <a:r>
              <a:rPr lang="en-US" sz="1050" err="1"/>
              <a:t>sapien</a:t>
            </a:r>
            <a:r>
              <a:rPr lang="en-US" sz="1050"/>
              <a:t> </a:t>
            </a:r>
            <a:r>
              <a:rPr lang="en-US" sz="1050" err="1"/>
              <a:t>ut</a:t>
            </a:r>
            <a:r>
              <a:rPr lang="en-US" sz="1050"/>
              <a:t> </a:t>
            </a:r>
            <a:r>
              <a:rPr lang="en-US" sz="1050" err="1"/>
              <a:t>elementum</a:t>
            </a:r>
            <a:r>
              <a:rPr lang="en-US" sz="1050"/>
              <a:t> </a:t>
            </a:r>
            <a:r>
              <a:rPr lang="en-US" sz="1050" err="1"/>
              <a:t>bibendum</a:t>
            </a:r>
            <a:r>
              <a:rPr lang="en-US" sz="1050"/>
              <a:t>. Quisque ac ante luctus, auctor </a:t>
            </a:r>
            <a:r>
              <a:rPr lang="en-US" sz="1050" err="1"/>
              <a:t>lacus</a:t>
            </a:r>
            <a:r>
              <a:rPr lang="en-US" sz="1050"/>
              <a:t> sit </a:t>
            </a:r>
            <a:r>
              <a:rPr lang="en-US" sz="1050" err="1"/>
              <a:t>amet</a:t>
            </a:r>
            <a:r>
              <a:rPr lang="en-US" sz="1050"/>
              <a:t>, </a:t>
            </a:r>
            <a:r>
              <a:rPr lang="en-US" sz="1050" err="1"/>
              <a:t>facilisis</a:t>
            </a:r>
            <a:r>
              <a:rPr lang="en-US" sz="1050"/>
              <a:t> </a:t>
            </a:r>
            <a:r>
              <a:rPr lang="en-US" sz="1050" err="1"/>
              <a:t>risus</a:t>
            </a:r>
            <a:r>
              <a:rPr lang="en-US" sz="1050"/>
              <a:t>. Cras convallis </a:t>
            </a:r>
            <a:r>
              <a:rPr lang="en-US" sz="1050" err="1"/>
              <a:t>euismod</a:t>
            </a:r>
            <a:r>
              <a:rPr lang="en-US" sz="1050"/>
              <a:t> mi, </a:t>
            </a:r>
            <a:r>
              <a:rPr lang="en-US" sz="1050" err="1"/>
              <a:t>quis</a:t>
            </a:r>
            <a:r>
              <a:rPr lang="en-US" sz="1050"/>
              <a:t> </a:t>
            </a:r>
            <a:r>
              <a:rPr lang="en-US" sz="1050" err="1"/>
              <a:t>sagittis</a:t>
            </a:r>
            <a:r>
              <a:rPr lang="en-US" sz="1050"/>
              <a:t> </a:t>
            </a:r>
            <a:r>
              <a:rPr lang="en-US" sz="1050" err="1"/>
              <a:t>purus</a:t>
            </a:r>
            <a:r>
              <a:rPr lang="en-US" sz="1050"/>
              <a:t> </a:t>
            </a:r>
            <a:r>
              <a:rPr lang="en-US" sz="1050" err="1"/>
              <a:t>vehicula</a:t>
            </a:r>
            <a:r>
              <a:rPr lang="en-US" sz="1050"/>
              <a:t> et. Integer </a:t>
            </a:r>
            <a:r>
              <a:rPr lang="en-US" sz="1050" err="1"/>
              <a:t>dapibus</a:t>
            </a:r>
            <a:r>
              <a:rPr lang="en-US" sz="1050"/>
              <a:t> </a:t>
            </a:r>
            <a:r>
              <a:rPr lang="en-US" sz="1050" err="1"/>
              <a:t>condimentum</a:t>
            </a:r>
            <a:r>
              <a:rPr lang="en-US" sz="1050"/>
              <a:t> </a:t>
            </a:r>
            <a:r>
              <a:rPr lang="en-US" sz="1050" err="1"/>
              <a:t>blandit</a:t>
            </a:r>
            <a:r>
              <a:rPr lang="en-US" sz="1050"/>
              <a:t>. Donec gravida </a:t>
            </a:r>
            <a:r>
              <a:rPr lang="en-US" sz="1050" err="1"/>
              <a:t>tortor</a:t>
            </a:r>
            <a:r>
              <a:rPr lang="en-US" sz="1050"/>
              <a:t> a eros </a:t>
            </a:r>
            <a:r>
              <a:rPr lang="en-US" sz="1050" err="1"/>
              <a:t>tristique</a:t>
            </a:r>
            <a:r>
              <a:rPr lang="en-US" sz="1050"/>
              <a:t> </a:t>
            </a:r>
            <a:r>
              <a:rPr lang="en-US" sz="1050" err="1"/>
              <a:t>aliquam</a:t>
            </a:r>
            <a:r>
              <a:rPr lang="en-US" sz="1050"/>
              <a:t>. </a:t>
            </a:r>
            <a:r>
              <a:rPr lang="en-US" sz="1050" err="1"/>
              <a:t>Curabitur</a:t>
            </a:r>
            <a:r>
              <a:rPr lang="en-US" sz="1050"/>
              <a:t> vestibulum </a:t>
            </a:r>
            <a:r>
              <a:rPr lang="en-US" sz="1050" err="1"/>
              <a:t>neque</a:t>
            </a:r>
            <a:r>
              <a:rPr lang="en-US" sz="1050"/>
              <a:t> </a:t>
            </a:r>
            <a:r>
              <a:rPr lang="en-US" sz="1050" err="1"/>
              <a:t>leo</a:t>
            </a:r>
            <a:r>
              <a:rPr lang="en-US" sz="1050"/>
              <a:t>.</a:t>
            </a:r>
          </a:p>
        </p:txBody>
      </p:sp>
      <p:pic>
        <p:nvPicPr>
          <p:cNvPr id="8" name="Picture 7">
            <a:extLst>
              <a:ext uri="{FF2B5EF4-FFF2-40B4-BE49-F238E27FC236}">
                <a16:creationId xmlns:a16="http://schemas.microsoft.com/office/drawing/2014/main" id="{A6C6267F-9F32-ED19-CB40-11D76FDACD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0" name="Footer Placeholder 1">
            <a:extLst>
              <a:ext uri="{FF2B5EF4-FFF2-40B4-BE49-F238E27FC236}">
                <a16:creationId xmlns:a16="http://schemas.microsoft.com/office/drawing/2014/main" id="{CB1D3D11-41C1-F98D-8CB8-84DE1F5F6CE9}"/>
              </a:ext>
            </a:extLst>
          </p:cNvPr>
          <p:cNvSpPr>
            <a:spLocks noGrp="1"/>
          </p:cNvSpPr>
          <p:nvPr>
            <p:ph type="ftr" sz="quarter" idx="16"/>
          </p:nvPr>
        </p:nvSpPr>
        <p:spPr>
          <a:xfrm>
            <a:off x="574006" y="4839652"/>
            <a:ext cx="2468429" cy="123111"/>
          </a:xfrm>
        </p:spPr>
        <p:txBody>
          <a:bodyPr/>
          <a:lstStyle/>
          <a:p>
            <a:r>
              <a:rPr lang="en-US"/>
              <a:t>Presentation Name or Footer Copy</a:t>
            </a:r>
          </a:p>
        </p:txBody>
      </p:sp>
    </p:spTree>
    <p:extLst>
      <p:ext uri="{BB962C8B-B14F-4D97-AF65-F5344CB8AC3E}">
        <p14:creationId xmlns:p14="http://schemas.microsoft.com/office/powerpoint/2010/main" val="300672551"/>
      </p:ext>
    </p:extLst>
  </p:cSld>
  <p:clrMapOvr>
    <a:masterClrMapping/>
  </p:clrMapOvr>
</p:sld>
</file>

<file path=ppt/theme/theme1.xml><?xml version="1.0" encoding="utf-8"?>
<a:theme xmlns:a="http://schemas.openxmlformats.org/drawingml/2006/main" name="Zoetis_Masterbrand_PPT-Template_Updated Q12023">
  <a:themeElements>
    <a:clrScheme name="Zoetis Color Theme">
      <a:dk1>
        <a:srgbClr val="3A3A3A"/>
      </a:dk1>
      <a:lt1>
        <a:srgbClr val="FFFFFF"/>
      </a:lt1>
      <a:dk2>
        <a:srgbClr val="F65C00"/>
      </a:dk2>
      <a:lt2>
        <a:srgbClr val="595756"/>
      </a:lt2>
      <a:accent1>
        <a:srgbClr val="A390A5"/>
      </a:accent1>
      <a:accent2>
        <a:srgbClr val="919C80"/>
      </a:accent2>
      <a:accent3>
        <a:srgbClr val="7A6045"/>
      </a:accent3>
      <a:accent4>
        <a:srgbClr val="5F7B83"/>
      </a:accent4>
      <a:accent5>
        <a:srgbClr val="FAAD7F"/>
      </a:accent5>
      <a:accent6>
        <a:srgbClr val="FDDECC"/>
      </a:accent6>
      <a:hlink>
        <a:srgbClr val="F65C00"/>
      </a:hlink>
      <a:folHlink>
        <a:srgbClr val="F65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sz="14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600"/>
          </a:spcAft>
          <a:defRPr sz="1400" b="0" i="0" dirty="0" smtClean="0">
            <a:solidFill>
              <a:schemeClr val="bg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Zoetis_BrandRefresh_PPT_Template_V03C_060921" id="{6C084310-DE42-BA4D-83B7-9B7F41574234}" vid="{9EBF08C2-E1F1-814E-B292-F8506A352E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622AF3B1B2FC429EC603BDEFC02DA5" ma:contentTypeVersion="16" ma:contentTypeDescription="Create a new document." ma:contentTypeScope="" ma:versionID="dfc2095fe71875f172a7ae101a067a72">
  <xsd:schema xmlns:xsd="http://www.w3.org/2001/XMLSchema" xmlns:xs="http://www.w3.org/2001/XMLSchema" xmlns:p="http://schemas.microsoft.com/office/2006/metadata/properties" xmlns:ns2="b1087e28-9d4c-44f9-ae93-eff76fe62b02" xmlns:ns3="d072c821-6d10-41a8-a5b7-7ca630ca7e58" targetNamespace="http://schemas.microsoft.com/office/2006/metadata/properties" ma:root="true" ma:fieldsID="b1be010a7a4c66fc28b9e912ade094e3" ns2:_="" ns3:_="">
    <xsd:import namespace="b1087e28-9d4c-44f9-ae93-eff76fe62b02"/>
    <xsd:import namespace="d072c821-6d10-41a8-a5b7-7ca630ca7e5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087e28-9d4c-44f9-ae93-eff76fe62b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95aae34d-074d-4b1f-9483-a345d613a3e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72c821-6d10-41a8-a5b7-7ca630ca7e5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0dd906e-5bfa-48dc-aa66-add52a19d77d}" ma:internalName="TaxCatchAll" ma:showField="CatchAllData" ma:web="d072c821-6d10-41a8-a5b7-7ca630ca7e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087e28-9d4c-44f9-ae93-eff76fe62b02">
      <Terms xmlns="http://schemas.microsoft.com/office/infopath/2007/PartnerControls"/>
    </lcf76f155ced4ddcb4097134ff3c332f>
    <TaxCatchAll xmlns="d072c821-6d10-41a8-a5b7-7ca630ca7e5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D34B3F-1ED3-48FA-B833-A6CBD0CA0924}">
  <ds:schemaRefs>
    <ds:schemaRef ds:uri="b1087e28-9d4c-44f9-ae93-eff76fe62b02"/>
    <ds:schemaRef ds:uri="d072c821-6d10-41a8-a5b7-7ca630ca7e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A23ACDF-0E85-4A9D-B812-A3C25968C444}">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d072c821-6d10-41a8-a5b7-7ca630ca7e58"/>
    <ds:schemaRef ds:uri="b1087e28-9d4c-44f9-ae93-eff76fe62b02"/>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2909BB79-2981-4773-8583-CCC708B17E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Zoetis_BrandRefresh_PPT_Template_V03C_060921</Template>
  <TotalTime>31</TotalTime>
  <Words>10533</Words>
  <Application>Microsoft Office PowerPoint</Application>
  <PresentationFormat>Presentación en pantalla (16:9)</PresentationFormat>
  <Paragraphs>1691</Paragraphs>
  <Slides>128</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128</vt:i4>
      </vt:variant>
    </vt:vector>
  </HeadingPairs>
  <TitlesOfParts>
    <vt:vector size="134" baseType="lpstr">
      <vt:lpstr>ＭＳ Ｐゴシック</vt:lpstr>
      <vt:lpstr>Webdings</vt:lpstr>
      <vt:lpstr>Arial</vt:lpstr>
      <vt:lpstr>Wingdings</vt:lpstr>
      <vt:lpstr>Arial Black</vt:lpstr>
      <vt:lpstr>Zoetis_Masterbrand_PPT-Template_Updated Q12023</vt:lpstr>
      <vt:lpstr>Presentación de PowerPoint</vt:lpstr>
      <vt:lpstr>Split layout with headline on orange</vt:lpstr>
      <vt:lpstr>A few tips to get you started: </vt:lpstr>
      <vt:lpstr>Presentation Title in Arial Bold 48pt</vt:lpstr>
      <vt:lpstr>2025</vt:lpstr>
      <vt:lpstr>Agenda</vt:lpstr>
      <vt:lpstr>HHHHH</vt:lpstr>
      <vt:lpstr>2025</vt:lpstr>
      <vt:lpstr>2025  Executive Summary</vt:lpstr>
      <vt:lpstr>2025 Highlights</vt:lpstr>
      <vt:lpstr>2025</vt:lpstr>
      <vt:lpstr>Presentación de PowerPoint</vt:lpstr>
      <vt:lpstr>2025</vt:lpstr>
      <vt:lpstr>2025</vt:lpstr>
      <vt:lpstr>Supply assumptions</vt:lpstr>
      <vt:lpstr>2025</vt:lpstr>
      <vt:lpstr>Presentation Title in Arial Bold 48pt</vt:lpstr>
      <vt:lpstr>Presentation Title in Arial Bold 48pt</vt:lpstr>
      <vt:lpstr>Presentación de PowerPoint</vt:lpstr>
      <vt:lpstr>Presentación de PowerPoint</vt:lpstr>
      <vt:lpstr>Presentación de PowerPoint</vt:lpstr>
      <vt:lpstr>Presentación de PowerPoint</vt:lpstr>
      <vt:lpstr>Agenda</vt:lpstr>
      <vt:lpstr>Table of Contents</vt:lpstr>
      <vt:lpstr>Agenda</vt:lpstr>
      <vt:lpstr>Editable Executive Summary</vt:lpstr>
      <vt:lpstr>Editable Executive Summary</vt:lpstr>
      <vt:lpstr>Section Title in Arial Bold 48pt</vt:lpstr>
      <vt:lpstr>Section Title in Arial Bold 48pt</vt:lpstr>
      <vt:lpstr>Section Title in Arial Bold 48pt</vt:lpstr>
      <vt:lpstr>Section Title in Arial Bold 48pt</vt:lpstr>
      <vt:lpstr>Section Title in Arial Bold 48pt</vt:lpstr>
      <vt:lpstr>Section Title in Arial Bold 48pt</vt:lpstr>
      <vt:lpstr>Section Title in Arial Bold 48pt</vt:lpstr>
      <vt:lpstr>Headline copy over image</vt:lpstr>
      <vt:lpstr>Split layout with headline on white</vt:lpstr>
      <vt:lpstr>Headline in Arial Bold 32pt</vt:lpstr>
      <vt:lpstr>One Column Layout + Image</vt:lpstr>
      <vt:lpstr>Two Column Layout</vt:lpstr>
      <vt:lpstr>Two Column Layout + Image</vt:lpstr>
      <vt:lpstr>Two Column + Headline on Left</vt:lpstr>
      <vt:lpstr>Two Column + Headline on Left</vt:lpstr>
      <vt:lpstr>Three Column Layout</vt:lpstr>
      <vt:lpstr>Three Column Layout</vt:lpstr>
      <vt:lpstr>Three Column Layout</vt:lpstr>
      <vt:lpstr>Three Column + Icon Use Layout</vt:lpstr>
      <vt:lpstr>Three Column + Icon Use Layout</vt:lpstr>
      <vt:lpstr>Four Column Layout</vt:lpstr>
      <vt:lpstr>Four Column Layout</vt:lpstr>
      <vt:lpstr>Four Column + Icon Use Layout</vt:lpstr>
      <vt:lpstr>Icon Use Layout Example</vt:lpstr>
      <vt:lpstr>Data Highlights</vt:lpstr>
      <vt:lpstr>Presentación de PowerPoint</vt:lpstr>
      <vt:lpstr>Presentación de PowerPoint</vt:lpstr>
      <vt:lpstr>Presentación de PowerPoint</vt:lpstr>
      <vt:lpstr>Presentación de PowerPoint</vt:lpstr>
      <vt:lpstr>Aspirations</vt:lpstr>
      <vt:lpstr>Testimonials and Statements</vt:lpstr>
      <vt:lpstr>Feature Cards</vt:lpstr>
      <vt:lpstr>Table Layout</vt:lpstr>
      <vt:lpstr>Speaker  Firstname Lastname Arial Bold 48pt</vt:lpstr>
      <vt:lpstr>Speaker  Firstname Lastname Arial Bold 48pt</vt:lpstr>
      <vt:lpstr>Panel Discussion</vt:lpstr>
      <vt:lpstr>Leadership Team</vt:lpstr>
      <vt:lpstr>Our Team  </vt:lpstr>
      <vt:lpstr>Organization Chart</vt:lpstr>
      <vt:lpstr>Organization Chart</vt:lpstr>
      <vt:lpstr>Organization Chart:  Text Only</vt:lpstr>
      <vt:lpstr>Roadmap</vt:lpstr>
      <vt:lpstr>Timeline</vt:lpstr>
      <vt:lpstr>6-Column Project Timeline</vt:lpstr>
      <vt:lpstr>6-Column Project Timeline</vt:lpstr>
      <vt:lpstr>Project Timeline</vt:lpstr>
      <vt:lpstr>Stage Timeline</vt:lpstr>
      <vt:lpstr>2 Column Scorecard</vt:lpstr>
      <vt:lpstr>3 Column Scorecard and Legend</vt:lpstr>
      <vt:lpstr>6 Column Summaries and Scorecards</vt:lpstr>
      <vt:lpstr>5 Column Summaries and Scorecards</vt:lpstr>
      <vt:lpstr>QR code, footnotes and flags</vt:lpstr>
      <vt:lpstr>THANK YOU</vt:lpstr>
      <vt:lpstr>Sample Layouts with Content </vt:lpstr>
      <vt:lpstr>To nurture  our world and humankind by advancing care  for animals</vt:lpstr>
      <vt:lpstr>Advancing care through innovation</vt:lpstr>
      <vt:lpstr>About our company</vt:lpstr>
      <vt:lpstr>Driven to Care</vt:lpstr>
      <vt:lpstr>Animal health diagnostics portfolio  </vt:lpstr>
      <vt:lpstr>Leadership in product lifecycle innovation </vt:lpstr>
      <vt:lpstr>Appendix: Template Guides and Assets</vt:lpstr>
      <vt:lpstr>The Rail</vt:lpstr>
      <vt:lpstr>Color Palette</vt:lpstr>
      <vt:lpstr>Categorization Example</vt:lpstr>
      <vt:lpstr>Categorization Example</vt:lpstr>
      <vt:lpstr>Column Charts </vt:lpstr>
      <vt:lpstr>Column Charts</vt:lpstr>
      <vt:lpstr>Bar Chart</vt:lpstr>
      <vt:lpstr>Stacked Columns</vt:lpstr>
      <vt:lpstr>Stacked Columns</vt:lpstr>
      <vt:lpstr>Stacked Columns</vt:lpstr>
      <vt:lpstr>Pie Charts</vt:lpstr>
      <vt:lpstr>Pie Charts</vt:lpstr>
      <vt:lpstr>Pie Charts</vt:lpstr>
      <vt:lpstr>Visualizing Percentages</vt:lpstr>
      <vt:lpstr>Visualizing Percentages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Animal  Icons</vt:lpstr>
      <vt:lpstr>Animal  Icons</vt:lpstr>
      <vt:lpstr>General Illustrations</vt:lpstr>
      <vt:lpstr>General Illustrations</vt:lpstr>
      <vt:lpstr>General Illustrations</vt:lpstr>
      <vt:lpstr>General Illustrations</vt:lpstr>
      <vt:lpstr>Animal Illustrations</vt:lpstr>
      <vt:lpstr>Animal Illustrations</vt:lpstr>
      <vt:lpstr>Animal Illustrations</vt:lpstr>
      <vt:lpstr>Animal Illustrations</vt:lpstr>
      <vt:lpstr>Illustration Use Layout Example</vt:lpstr>
      <vt:lpstr>Illustration Use Layout Example</vt:lpstr>
      <vt:lpstr>Illustration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Zoetis  PowerPoint Template.</dc:title>
  <dc:creator>Tellers, Daniel</dc:creator>
  <cp:lastModifiedBy>Cuellar, Juan C</cp:lastModifiedBy>
  <cp:revision>7</cp:revision>
  <dcterms:created xsi:type="dcterms:W3CDTF">2021-06-09T20:35:26Z</dcterms:created>
  <dcterms:modified xsi:type="dcterms:W3CDTF">2026-10-22T06:41:16Z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0x01010029622AF3B1B2FC429EC603BDEFC02DA5</vt:lpwstr>
  </property>
  <property fmtid="{D5CDD505-2E9C-101B-9397-08002B2CF9AE}" pid="3" name="MediaServiceImageTags">
    <vt:lpwstr/>
  </property>
  <property fmtid="{D5CDD505-2E9C-101B-9397-08002B2CF9AE}" pid="4" name="MSIP_Label_0ce2e18c-5cc3-4bbe-910f-0e8243a09a3a_Enabled">
    <vt:lpwstr>true</vt:lpwstr>
  </property>
  <property fmtid="{D5CDD505-2E9C-101B-9397-08002B2CF9AE}" pid="5" name="MSIP_Label_0ce2e18c-5cc3-4bbe-910f-0e8243a09a3a_SetDate">
    <vt:lpwstr>2026-10-22T06:39:48Z</vt:lpwstr>
  </property>
  <property fmtid="{D5CDD505-2E9C-101B-9397-08002B2CF9AE}" pid="6" name="MSIP_Label_0ce2e18c-5cc3-4bbe-910f-0e8243a09a3a_Method">
    <vt:lpwstr>Privileged</vt:lpwstr>
  </property>
  <property fmtid="{D5CDD505-2E9C-101B-9397-08002B2CF9AE}" pid="7" name="MSIP_Label_0ce2e18c-5cc3-4bbe-910f-0e8243a09a3a_Name">
    <vt:lpwstr>Public</vt:lpwstr>
  </property>
  <property fmtid="{D5CDD505-2E9C-101B-9397-08002B2CF9AE}" pid="8" name="MSIP_Label_0ce2e18c-5cc3-4bbe-910f-0e8243a09a3a_SiteId">
    <vt:lpwstr>a10ba484-6331-40ee-b0ab-cb737ca60a80</vt:lpwstr>
  </property>
  <property fmtid="{D5CDD505-2E9C-101B-9397-08002B2CF9AE}" pid="9" name="MSIP_Label_0ce2e18c-5cc3-4bbe-910f-0e8243a09a3a_ActionId">
    <vt:lpwstr>54493dd7-d8f1-4f1c-a639-80a9f5fc244f</vt:lpwstr>
  </property>
  <property fmtid="{D5CDD505-2E9C-101B-9397-08002B2CF9AE}" pid="10" name="MSIP_Label_0ce2e18c-5cc3-4bbe-910f-0e8243a09a3a_ContentBits">
    <vt:lpwstr>0</vt:lpwstr>
  </property>
  <property fmtid="{D5CDD505-2E9C-101B-9397-08002B2CF9AE}" pid="11" name="MSIP_Label_0ce2e18c-5cc3-4bbe-910f-0e8243a09a3a_Tag">
    <vt:lpwstr>10, 0, 1, 1</vt:lpwstr>
  </property>
</Properties>
</file>