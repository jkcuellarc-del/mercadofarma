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9.xml" ContentType="application/vnd.openxmlformats-officedocument.presentationml.slide+xml"/>
  <Override PartName="/ppt/slides/slide52.xml" ContentType="application/vnd.openxmlformats-officedocument.presentationml.slide+xml"/>
  <Override PartName="/ppt/slides/slide60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4"/>
  </p:sldMasterIdLst>
  <p:notesMasterIdLst>
    <p:notesMasterId r:id="rId133"/>
  </p:notesMasterIdLst>
  <p:handoutMasterIdLst>
    <p:handoutMasterId r:id="rId134"/>
  </p:handoutMasterIdLst>
  <p:sldIdLst>
    <p:sldId id="2145706654" r:id="rId9"/>
    <p:sldId id="2147473560" r:id="rId11"/>
    <p:sldId id="2145705834" r:id="rId56"/>
    <p:sldId id="2145705767" r:id="rId53"/>
    <p:sldId id="2147473503" r:id="rId30"/>
    <p:sldId id="2147483234" r:id="rId12"/>
    <p:sldId id="2147483242" r:id="rId148"/>
    <p:sldId id="2147473542" r:id="rId64"/>
    <p:sldId id="2145705813" r:id="rId20"/>
    <p:sldId id="2147483239" r:id="rId145"/>
    <p:sldId id="2147483240" r:id="rId146"/>
    <p:sldId id="2147483243" r:id="rId149"/>
    <p:sldId id="2147483237" r:id="rId17"/>
    <p:sldId id="2147473493" r:id="rId41"/>
    <p:sldId id="2147483241" r:id="rId147"/>
    <p:sldId id="2147473533" r:id="rId51"/>
    <p:sldId id="2145705779" r:id="rId69"/>
  </p:sldIdLst>
  <p:sldSz cx="9144000" cy="5143500" type="screen16x9"/>
  <p:notesSz cx="6858000" cy="9144000"/>
  <p:embeddedFontLst>
    <p:embeddedFont>
      <p:font typeface="ＭＳ Ｐゴシック" panose="020B0600070205080204" pitchFamily="34" charset="-128"/>
      <p:regular r:id="rId135"/>
    </p:embeddedFont>
    <p:embeddedFont>
      <p:font typeface="Arial Black" panose="020B0A04020102020204" pitchFamily="34" charset="0"/>
      <p:bold r:id="rId136"/>
    </p:embeddedFont>
    <p:embeddedFont>
      <p:font typeface="Webdings" panose="05030102010509060703" pitchFamily="18" charset="2"/>
      <p:regular r:id="rId137"/>
    </p:embeddedFont>
  </p:embeddedFont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DDDFE59-48ED-15DF-B514-612D24EDE383}" name="Osekavage, Susan" initials="OS" userId="S::susan.osekavage@zoetis.com::99e910e9-d6c9-45d4-a73c-28fb2619b8a6" providerId="AD"/>
  <p188:author id="{51728C60-66E2-732B-09D9-12236200BE2E}" name="Tellers, Daniel" initials="TD" userId="S::daniel.tellers@zoetis.com::5eedbe0c-94c9-46d8-8de6-f70e52cb513b" providerId="AD"/>
  <p188:author id="{D287077E-15C2-CA41-8AD1-F86FE98ED072}" name="Ferran Astorga, Jeannette" initials="FAJ" userId="S::jeannette.ferranastorga@zoetis.com::6a0c607c-c0fd-493f-97c9-84ac4da50bd7" providerId="AD"/>
  <p188:author id="{F10C00B1-D2E2-3F8D-52EB-D97FD974053F}" name="Lood, Christina" initials="LC" userId="S::christina.lood@zoetis.com::b6939d94-1dfd-4ecb-b1a7-3365def9c2d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lair Sherry" initials="BS" lastIdx="20" clrIdx="0">
    <p:extLst>
      <p:ext uri="{19B8F6BF-5375-455C-9EA6-DF929625EA0E}">
        <p15:presenceInfo xmlns:p15="http://schemas.microsoft.com/office/powerpoint/2012/main" userId="S::bsherry@cspace.com::c56a01f0-e6e0-46a6-ac74-205c923d84d6" providerId="AD"/>
      </p:ext>
    </p:extLst>
  </p:cmAuthor>
  <p:cmAuthor id="2" name="Tellers, Daniel" initials="TD" lastIdx="25" clrIdx="1">
    <p:extLst>
      <p:ext uri="{19B8F6BF-5375-455C-9EA6-DF929625EA0E}">
        <p15:presenceInfo xmlns:p15="http://schemas.microsoft.com/office/powerpoint/2012/main" userId="S::daniel.tellers@zoetis.com::5eedbe0c-94c9-46d8-8de6-f70e52cb513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CDCC"/>
    <a:srgbClr val="FDDECC"/>
    <a:srgbClr val="FAAD7F"/>
    <a:srgbClr val="5F7B83"/>
    <a:srgbClr val="7A6045"/>
    <a:srgbClr val="919C80"/>
    <a:srgbClr val="A390A5"/>
    <a:srgbClr val="E6E6E6"/>
    <a:srgbClr val="7F7F7F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CBAA07-D020-40D9-93F1-B446AF4F632C}" v="1" dt="2026-10-22T06:40:05.7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138" Type="http://schemas.openxmlformats.org/officeDocument/2006/relationships/commentAuthors" Target="commentAuthors.xml"/><Relationship Id="rId11" Type="http://schemas.openxmlformats.org/officeDocument/2006/relationships/slide" Target="slides/slide7.xml"/><Relationship Id="rId53" Type="http://schemas.openxmlformats.org/officeDocument/2006/relationships/slide" Target="slides/slide49.xml"/><Relationship Id="rId144" Type="http://schemas.microsoft.com/office/2018/10/relationships/authors" Target="authors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34" Type="http://schemas.openxmlformats.org/officeDocument/2006/relationships/handoutMaster" Target="handoutMasters/handoutMaster1.xml"/><Relationship Id="rId139" Type="http://schemas.openxmlformats.org/officeDocument/2006/relationships/presProps" Target="presProps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140" Type="http://schemas.openxmlformats.org/officeDocument/2006/relationships/viewProps" Target="viewProps.xml"/><Relationship Id="rId1" Type="http://schemas.openxmlformats.org/officeDocument/2006/relationships/customXml" Target="../customXml/item1.xml"/><Relationship Id="rId135" Type="http://schemas.openxmlformats.org/officeDocument/2006/relationships/font" Target="fonts/font1.fntdata"/><Relationship Id="rId141" Type="http://schemas.openxmlformats.org/officeDocument/2006/relationships/theme" Target="theme/theme1.xml"/><Relationship Id="rId2" Type="http://schemas.openxmlformats.org/officeDocument/2006/relationships/customXml" Target="../customXml/item2.xml"/><Relationship Id="rId136" Type="http://schemas.openxmlformats.org/officeDocument/2006/relationships/font" Target="fonts/font2.fntdata"/><Relationship Id="rId30" Type="http://schemas.openxmlformats.org/officeDocument/2006/relationships/slide" Target="slides/slide26.xml"/><Relationship Id="rId56" Type="http://schemas.openxmlformats.org/officeDocument/2006/relationships/slide" Target="slides/slide52.xml"/><Relationship Id="rId51" Type="http://schemas.openxmlformats.org/officeDocument/2006/relationships/slide" Target="slides/slide47.xml"/><Relationship Id="rId142" Type="http://schemas.openxmlformats.org/officeDocument/2006/relationships/tableStyles" Target="tableStyles.xml"/><Relationship Id="rId3" Type="http://schemas.openxmlformats.org/officeDocument/2006/relationships/customXml" Target="../customXml/item3.xml"/><Relationship Id="rId137" Type="http://schemas.openxmlformats.org/officeDocument/2006/relationships/font" Target="fonts/font3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43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3" Type="http://schemas.openxmlformats.org/officeDocument/2006/relationships/notesMaster" Target="notesMasters/notesMaster1.xml"/>  <Relationship Id="rId145" Type="http://schemas.openxmlformats.org/officeDocument/2006/relationships/slide" Target="slides/slide129.xml"/>
  <Relationship Id="rId146" Type="http://schemas.openxmlformats.org/officeDocument/2006/relationships/slide" Target="slides/slide130.xml"/>
  <Relationship Id="rId147" Type="http://schemas.openxmlformats.org/officeDocument/2006/relationships/slide" Target="slides/slide131.xml"/>
  <Relationship Id="rId148" Type="http://schemas.openxmlformats.org/officeDocument/2006/relationships/slide" Target="slides/slide132.xml"/>
  <Relationship Id="rId149" Type="http://schemas.openxmlformats.org/officeDocument/2006/relationships/slide" Target="slides/slide133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BD972B6-2CF4-A943-AF17-8A78A58119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4D32C0-C8C6-1C49-9EAB-65BD00FD6C8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81187F-C795-E148-8368-D4BA73E50D8D}" type="datetimeFigureOut">
              <a:rPr lang="en-US" smtClean="0">
                <a:latin typeface="Arial" panose="020B0604020202020204" pitchFamily="34" charset="0"/>
              </a:rPr>
              <a:t>10/22/2026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3265A3-4583-5F4F-A155-0D57DE06AC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8546BB-FEF2-404F-B309-5ED2C101A8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38085F-4B61-1D41-8BB9-E609D8100936}" type="slidenum">
              <a:rPr lang="en-US" smtClean="0">
                <a:latin typeface="Arial" panose="020B0604020202020204" pitchFamily="34" charset="0"/>
              </a:rPr>
              <a:t>‹Nº›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5890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2D82B405-6802-4448-ACDD-08D54EBCBE60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0EEF5642-7E98-C84C-AB8E-32F9FB1FE0F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804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34290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68580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02870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37160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218F1A-901A-453E-BC3F-E8265C0F2C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85172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DC9291D-2DB7-4687-8DCC-10E29570E34E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89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DC9291D-2DB7-4687-8DCC-10E29570E34E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71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DC9291D-2DB7-4687-8DCC-10E29570E34E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68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hotograph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E4967F4E-719C-6B42-932D-98730D55070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i="1">
                <a:solidFill>
                  <a:schemeClr val="bg2"/>
                </a:solidFill>
              </a:defRPr>
            </a:lvl1pPr>
          </a:lstStyle>
          <a:p>
            <a:r>
              <a:rPr lang="en-US"/>
              <a:t>Add background image, send to back and adjust crop as needed.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C21F57-41B0-AB4F-AF30-2FE21073B2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85166" y="4543404"/>
            <a:ext cx="1187758" cy="603366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82562381-0EA8-E940-A0FD-D279D35D47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8990" y="3300195"/>
            <a:ext cx="4341264" cy="207749"/>
          </a:xfrm>
        </p:spPr>
        <p:txBody>
          <a:bodyPr wrap="square">
            <a:spAutoFit/>
          </a:bodyPr>
          <a:lstStyle>
            <a:lvl1pPr marL="0" indent="0" algn="l">
              <a:buNone/>
              <a:defRPr sz="135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Subhead | Presentation Date (Month Year)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9994BFCD-30EE-7448-947E-D7A05A7977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1266554"/>
            <a:ext cx="4343400" cy="1817745"/>
          </a:xfrm>
        </p:spPr>
        <p:txBody>
          <a:bodyPr/>
          <a:lstStyle>
            <a:lvl1pPr>
              <a:defRPr sz="4800" spc="-1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in Arial Bold 48pt</a:t>
            </a:r>
          </a:p>
        </p:txBody>
      </p:sp>
    </p:spTree>
    <p:extLst>
      <p:ext uri="{BB962C8B-B14F-4D97-AF65-F5344CB8AC3E}">
        <p14:creationId xmlns:p14="http://schemas.microsoft.com/office/powerpoint/2010/main" val="34760260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FC21F57-41B0-AB4F-AF30-2FE21073B2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85166" y="4543404"/>
            <a:ext cx="1187758" cy="603366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82562381-0EA8-E940-A0FD-D279D35D47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8990" y="3300195"/>
            <a:ext cx="4341264" cy="207749"/>
          </a:xfrm>
        </p:spPr>
        <p:txBody>
          <a:bodyPr wrap="square">
            <a:spAutoFit/>
          </a:bodyPr>
          <a:lstStyle>
            <a:lvl1pPr marL="0" indent="0" algn="l">
              <a:buNone/>
              <a:defRPr sz="135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Subhead | Presentation Date (Month Year)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9994BFCD-30EE-7448-947E-D7A05A7977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1266554"/>
            <a:ext cx="4343400" cy="1817745"/>
          </a:xfrm>
        </p:spPr>
        <p:txBody>
          <a:bodyPr/>
          <a:lstStyle>
            <a:lvl1pPr>
              <a:defRPr sz="4800" spc="-1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in Arial Bold 48pt</a:t>
            </a:r>
          </a:p>
        </p:txBody>
      </p:sp>
    </p:spTree>
    <p:extLst>
      <p:ext uri="{BB962C8B-B14F-4D97-AF65-F5344CB8AC3E}">
        <p14:creationId xmlns:p14="http://schemas.microsoft.com/office/powerpoint/2010/main" val="31086939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range Swooping Z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899BCCC-0A98-9F67-CC09-FA16E7C751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1" y="0"/>
            <a:ext cx="9143998" cy="5143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DEEDEB-AE9B-1E46-899A-18FBE56CF0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62900" y="4654656"/>
            <a:ext cx="831849" cy="313820"/>
          </a:xfrm>
          <a:prstGeom prst="rect">
            <a:avLst/>
          </a:prstGeom>
          <a:noFill/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E825D5FE-00CE-4A9E-2E52-633C525DE47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8990" y="3300195"/>
            <a:ext cx="4341264" cy="207749"/>
          </a:xfrm>
        </p:spPr>
        <p:txBody>
          <a:bodyPr wrap="square">
            <a:spAutoFit/>
          </a:bodyPr>
          <a:lstStyle>
            <a:lvl1pPr marL="0" indent="0" algn="l">
              <a:buNone/>
              <a:defRPr sz="135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Subhead | Presentation Date (Month Year)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034880-40B8-B347-7A5E-FB24D79964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1266554"/>
            <a:ext cx="4343400" cy="1817745"/>
          </a:xfrm>
        </p:spPr>
        <p:txBody>
          <a:bodyPr/>
          <a:lstStyle>
            <a:lvl1pPr>
              <a:defRPr sz="48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in Arial Bold 48pt</a:t>
            </a:r>
          </a:p>
        </p:txBody>
      </p:sp>
    </p:spTree>
    <p:extLst>
      <p:ext uri="{BB962C8B-B14F-4D97-AF65-F5344CB8AC3E}">
        <p14:creationId xmlns:p14="http://schemas.microsoft.com/office/powerpoint/2010/main" val="24869327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ay Swooping Z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86438CD-81BE-0426-03C6-CAE932D3DF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9143998" cy="51434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6065226-BBE4-4943-81FB-7397341A23E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2900" y="4654656"/>
            <a:ext cx="831849" cy="313821"/>
          </a:xfrm>
          <a:prstGeom prst="rect">
            <a:avLst/>
          </a:prstGeom>
          <a:noFill/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36D6ADE8-9296-B1F8-83C8-44F3FA79D7D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8990" y="3300195"/>
            <a:ext cx="4341264" cy="207749"/>
          </a:xfrm>
        </p:spPr>
        <p:txBody>
          <a:bodyPr wrap="square">
            <a:spAutoFit/>
          </a:bodyPr>
          <a:lstStyle>
            <a:lvl1pPr marL="0" indent="0" algn="l">
              <a:buNone/>
              <a:defRPr sz="135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Subhead | Presentation Date (Month Year)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E660A8-7C52-813C-4B06-41D1034BEF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1266554"/>
            <a:ext cx="4343400" cy="1817745"/>
          </a:xfrm>
        </p:spPr>
        <p:txBody>
          <a:bodyPr/>
          <a:lstStyle>
            <a:lvl1pPr>
              <a:defRPr sz="48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 in Arial Bold 48pt</a:t>
            </a:r>
          </a:p>
        </p:txBody>
      </p:sp>
    </p:spTree>
    <p:extLst>
      <p:ext uri="{BB962C8B-B14F-4D97-AF65-F5344CB8AC3E}">
        <p14:creationId xmlns:p14="http://schemas.microsoft.com/office/powerpoint/2010/main" val="101747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Orange Swooping Z">
    <p:bg>
      <p:bgPr>
        <a:solidFill>
          <a:schemeClr val="tx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7B6AFBE7-3355-1EEF-26AF-41C1F34838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9143998" cy="51434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6065226-BBE4-4943-81FB-7397341A23E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2900" y="4654656"/>
            <a:ext cx="831849" cy="313821"/>
          </a:xfrm>
          <a:prstGeom prst="rect">
            <a:avLst/>
          </a:prstGeom>
          <a:noFill/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01F40A48-97E8-2F06-3A3A-53226D1FD7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8990" y="3300195"/>
            <a:ext cx="4341264" cy="207749"/>
          </a:xfrm>
        </p:spPr>
        <p:txBody>
          <a:bodyPr wrap="square">
            <a:spAutoFit/>
          </a:bodyPr>
          <a:lstStyle>
            <a:lvl1pPr marL="0" indent="0" algn="l">
              <a:buNone/>
              <a:defRPr sz="135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Subhead | Presentation Date (Month Year)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3D5EC4C-6304-DDCD-88B9-B2357EB85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1266554"/>
            <a:ext cx="4343400" cy="1817745"/>
          </a:xfrm>
        </p:spPr>
        <p:txBody>
          <a:bodyPr/>
          <a:lstStyle>
            <a:lvl1pPr>
              <a:defRPr sz="48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 in Arial Bold 48pt</a:t>
            </a:r>
          </a:p>
        </p:txBody>
      </p:sp>
    </p:spTree>
    <p:extLst>
      <p:ext uri="{BB962C8B-B14F-4D97-AF65-F5344CB8AC3E}">
        <p14:creationId xmlns:p14="http://schemas.microsoft.com/office/powerpoint/2010/main" val="2041967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BD1B14-3AAC-694C-8F9C-2049F1A49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5" y="443920"/>
            <a:ext cx="4235146" cy="1249680"/>
          </a:xfrm>
        </p:spPr>
        <p:txBody>
          <a:bodyPr/>
          <a:lstStyle>
            <a:lvl1pPr>
              <a:defRPr sz="4800" spc="-1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 in Arial Bold 48pt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B917401-3984-6E49-B4D7-4571B51CE7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855" y="1835650"/>
            <a:ext cx="4235146" cy="859871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1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 (optional) in Arial Regular 14pt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B93815D-C242-4387-90C8-3F7A417E2BB5}"/>
              </a:ext>
            </a:extLst>
          </p:cNvPr>
          <p:cNvGrpSpPr/>
          <p:nvPr userDrawn="1"/>
        </p:nvGrpSpPr>
        <p:grpSpPr>
          <a:xfrm>
            <a:off x="8245475" y="4740275"/>
            <a:ext cx="711201" cy="268288"/>
            <a:chOff x="8245475" y="4740275"/>
            <a:chExt cx="711201" cy="268288"/>
          </a:xfrm>
        </p:grpSpPr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78EAEF15-9D2A-4415-A3F3-BD2244442C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45475" y="4802188"/>
              <a:ext cx="303213" cy="206375"/>
            </a:xfrm>
            <a:custGeom>
              <a:avLst/>
              <a:gdLst>
                <a:gd name="T0" fmla="*/ 251 w 266"/>
                <a:gd name="T1" fmla="*/ 120 h 181"/>
                <a:gd name="T2" fmla="*/ 266 w 266"/>
                <a:gd name="T3" fmla="*/ 141 h 181"/>
                <a:gd name="T4" fmla="*/ 172 w 266"/>
                <a:gd name="T5" fmla="*/ 181 h 181"/>
                <a:gd name="T6" fmla="*/ 25 w 266"/>
                <a:gd name="T7" fmla="*/ 128 h 181"/>
                <a:gd name="T8" fmla="*/ 4 w 266"/>
                <a:gd name="T9" fmla="*/ 128 h 181"/>
                <a:gd name="T10" fmla="*/ 0 w 266"/>
                <a:gd name="T11" fmla="*/ 107 h 181"/>
                <a:gd name="T12" fmla="*/ 80 w 266"/>
                <a:gd name="T13" fmla="*/ 25 h 181"/>
                <a:gd name="T14" fmla="*/ 18 w 266"/>
                <a:gd name="T15" fmla="*/ 25 h 181"/>
                <a:gd name="T16" fmla="*/ 23 w 266"/>
                <a:gd name="T17" fmla="*/ 0 h 181"/>
                <a:gd name="T18" fmla="*/ 125 w 266"/>
                <a:gd name="T19" fmla="*/ 0 h 181"/>
                <a:gd name="T20" fmla="*/ 121 w 266"/>
                <a:gd name="T21" fmla="*/ 23 h 181"/>
                <a:gd name="T22" fmla="*/ 43 w 266"/>
                <a:gd name="T23" fmla="*/ 102 h 181"/>
                <a:gd name="T24" fmla="*/ 176 w 266"/>
                <a:gd name="T25" fmla="*/ 156 h 181"/>
                <a:gd name="T26" fmla="*/ 251 w 266"/>
                <a:gd name="T27" fmla="*/ 12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6" h="181">
                  <a:moveTo>
                    <a:pt x="251" y="120"/>
                  </a:moveTo>
                  <a:cubicBezTo>
                    <a:pt x="266" y="141"/>
                    <a:pt x="266" y="141"/>
                    <a:pt x="266" y="141"/>
                  </a:cubicBezTo>
                  <a:cubicBezTo>
                    <a:pt x="256" y="150"/>
                    <a:pt x="222" y="181"/>
                    <a:pt x="172" y="181"/>
                  </a:cubicBezTo>
                  <a:cubicBezTo>
                    <a:pt x="100" y="181"/>
                    <a:pt x="96" y="128"/>
                    <a:pt x="25" y="128"/>
                  </a:cubicBezTo>
                  <a:cubicBezTo>
                    <a:pt x="4" y="128"/>
                    <a:pt x="4" y="128"/>
                    <a:pt x="4" y="128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1" y="23"/>
                    <a:pt x="121" y="23"/>
                    <a:pt x="121" y="23"/>
                  </a:cubicBezTo>
                  <a:cubicBezTo>
                    <a:pt x="43" y="102"/>
                    <a:pt x="43" y="102"/>
                    <a:pt x="43" y="102"/>
                  </a:cubicBezTo>
                  <a:cubicBezTo>
                    <a:pt x="102" y="102"/>
                    <a:pt x="117" y="156"/>
                    <a:pt x="176" y="156"/>
                  </a:cubicBezTo>
                  <a:cubicBezTo>
                    <a:pt x="212" y="156"/>
                    <a:pt x="241" y="131"/>
                    <a:pt x="251" y="1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F4A5467F-B632-4274-B2A9-A10B1753EE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86763" y="4799013"/>
              <a:ext cx="144463" cy="152400"/>
            </a:xfrm>
            <a:custGeom>
              <a:avLst/>
              <a:gdLst>
                <a:gd name="T0" fmla="*/ 74 w 127"/>
                <a:gd name="T1" fmla="*/ 0 h 134"/>
                <a:gd name="T2" fmla="*/ 0 w 127"/>
                <a:gd name="T3" fmla="*/ 81 h 134"/>
                <a:gd name="T4" fmla="*/ 52 w 127"/>
                <a:gd name="T5" fmla="*/ 134 h 134"/>
                <a:gd name="T6" fmla="*/ 127 w 127"/>
                <a:gd name="T7" fmla="*/ 53 h 134"/>
                <a:gd name="T8" fmla="*/ 74 w 127"/>
                <a:gd name="T9" fmla="*/ 0 h 134"/>
                <a:gd name="T10" fmla="*/ 56 w 127"/>
                <a:gd name="T11" fmla="*/ 110 h 134"/>
                <a:gd name="T12" fmla="*/ 31 w 127"/>
                <a:gd name="T13" fmla="*/ 80 h 134"/>
                <a:gd name="T14" fmla="*/ 70 w 127"/>
                <a:gd name="T15" fmla="*/ 24 h 134"/>
                <a:gd name="T16" fmla="*/ 95 w 127"/>
                <a:gd name="T17" fmla="*/ 53 h 134"/>
                <a:gd name="T18" fmla="*/ 56 w 127"/>
                <a:gd name="T19" fmla="*/ 11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7" h="134">
                  <a:moveTo>
                    <a:pt x="74" y="0"/>
                  </a:moveTo>
                  <a:cubicBezTo>
                    <a:pt x="30" y="0"/>
                    <a:pt x="0" y="38"/>
                    <a:pt x="0" y="81"/>
                  </a:cubicBezTo>
                  <a:cubicBezTo>
                    <a:pt x="0" y="112"/>
                    <a:pt x="20" y="134"/>
                    <a:pt x="52" y="134"/>
                  </a:cubicBezTo>
                  <a:cubicBezTo>
                    <a:pt x="96" y="134"/>
                    <a:pt x="127" y="97"/>
                    <a:pt x="127" y="53"/>
                  </a:cubicBezTo>
                  <a:cubicBezTo>
                    <a:pt x="127" y="25"/>
                    <a:pt x="108" y="0"/>
                    <a:pt x="74" y="0"/>
                  </a:cubicBezTo>
                  <a:close/>
                  <a:moveTo>
                    <a:pt x="56" y="110"/>
                  </a:moveTo>
                  <a:cubicBezTo>
                    <a:pt x="41" y="110"/>
                    <a:pt x="31" y="98"/>
                    <a:pt x="31" y="80"/>
                  </a:cubicBezTo>
                  <a:cubicBezTo>
                    <a:pt x="31" y="56"/>
                    <a:pt x="46" y="24"/>
                    <a:pt x="70" y="24"/>
                  </a:cubicBezTo>
                  <a:cubicBezTo>
                    <a:pt x="89" y="24"/>
                    <a:pt x="95" y="40"/>
                    <a:pt x="95" y="53"/>
                  </a:cubicBezTo>
                  <a:cubicBezTo>
                    <a:pt x="95" y="79"/>
                    <a:pt x="79" y="110"/>
                    <a:pt x="56" y="1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0EBEE7DF-A915-498B-A770-429639B672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48688" y="4799013"/>
              <a:ext cx="130175" cy="152400"/>
            </a:xfrm>
            <a:custGeom>
              <a:avLst/>
              <a:gdLst>
                <a:gd name="T0" fmla="*/ 114 w 114"/>
                <a:gd name="T1" fmla="*/ 36 h 134"/>
                <a:gd name="T2" fmla="*/ 73 w 114"/>
                <a:gd name="T3" fmla="*/ 0 h 134"/>
                <a:gd name="T4" fmla="*/ 0 w 114"/>
                <a:gd name="T5" fmla="*/ 81 h 134"/>
                <a:gd name="T6" fmla="*/ 53 w 114"/>
                <a:gd name="T7" fmla="*/ 134 h 134"/>
                <a:gd name="T8" fmla="*/ 98 w 114"/>
                <a:gd name="T9" fmla="*/ 124 h 134"/>
                <a:gd name="T10" fmla="*/ 95 w 114"/>
                <a:gd name="T11" fmla="*/ 101 h 134"/>
                <a:gd name="T12" fmla="*/ 60 w 114"/>
                <a:gd name="T13" fmla="*/ 110 h 134"/>
                <a:gd name="T14" fmla="*/ 33 w 114"/>
                <a:gd name="T15" fmla="*/ 97 h 134"/>
                <a:gd name="T16" fmla="*/ 30 w 114"/>
                <a:gd name="T17" fmla="*/ 78 h 134"/>
                <a:gd name="T18" fmla="*/ 114 w 114"/>
                <a:gd name="T19" fmla="*/ 36 h 134"/>
                <a:gd name="T20" fmla="*/ 69 w 114"/>
                <a:gd name="T21" fmla="*/ 23 h 134"/>
                <a:gd name="T22" fmla="*/ 85 w 114"/>
                <a:gd name="T23" fmla="*/ 36 h 134"/>
                <a:gd name="T24" fmla="*/ 85 w 114"/>
                <a:gd name="T25" fmla="*/ 36 h 134"/>
                <a:gd name="T26" fmla="*/ 33 w 114"/>
                <a:gd name="T27" fmla="*/ 56 h 134"/>
                <a:gd name="T28" fmla="*/ 69 w 114"/>
                <a:gd name="T29" fmla="*/ 23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4" h="134">
                  <a:moveTo>
                    <a:pt x="114" y="36"/>
                  </a:moveTo>
                  <a:cubicBezTo>
                    <a:pt x="114" y="15"/>
                    <a:pt x="98" y="0"/>
                    <a:pt x="73" y="0"/>
                  </a:cubicBezTo>
                  <a:cubicBezTo>
                    <a:pt x="28" y="0"/>
                    <a:pt x="0" y="42"/>
                    <a:pt x="0" y="81"/>
                  </a:cubicBezTo>
                  <a:cubicBezTo>
                    <a:pt x="0" y="112"/>
                    <a:pt x="17" y="134"/>
                    <a:pt x="53" y="134"/>
                  </a:cubicBezTo>
                  <a:cubicBezTo>
                    <a:pt x="68" y="134"/>
                    <a:pt x="85" y="130"/>
                    <a:pt x="98" y="124"/>
                  </a:cubicBezTo>
                  <a:cubicBezTo>
                    <a:pt x="95" y="101"/>
                    <a:pt x="95" y="101"/>
                    <a:pt x="95" y="101"/>
                  </a:cubicBezTo>
                  <a:cubicBezTo>
                    <a:pt x="84" y="107"/>
                    <a:pt x="72" y="110"/>
                    <a:pt x="60" y="110"/>
                  </a:cubicBezTo>
                  <a:cubicBezTo>
                    <a:pt x="47" y="110"/>
                    <a:pt x="38" y="105"/>
                    <a:pt x="33" y="97"/>
                  </a:cubicBezTo>
                  <a:cubicBezTo>
                    <a:pt x="30" y="92"/>
                    <a:pt x="29" y="83"/>
                    <a:pt x="30" y="78"/>
                  </a:cubicBezTo>
                  <a:cubicBezTo>
                    <a:pt x="79" y="80"/>
                    <a:pt x="114" y="69"/>
                    <a:pt x="114" y="36"/>
                  </a:cubicBezTo>
                  <a:close/>
                  <a:moveTo>
                    <a:pt x="69" y="23"/>
                  </a:moveTo>
                  <a:cubicBezTo>
                    <a:pt x="78" y="23"/>
                    <a:pt x="85" y="28"/>
                    <a:pt x="85" y="36"/>
                  </a:cubicBezTo>
                  <a:cubicBezTo>
                    <a:pt x="85" y="36"/>
                    <a:pt x="85" y="36"/>
                    <a:pt x="85" y="36"/>
                  </a:cubicBezTo>
                  <a:cubicBezTo>
                    <a:pt x="85" y="52"/>
                    <a:pt x="65" y="56"/>
                    <a:pt x="33" y="56"/>
                  </a:cubicBezTo>
                  <a:cubicBezTo>
                    <a:pt x="37" y="40"/>
                    <a:pt x="49" y="23"/>
                    <a:pt x="69" y="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3CC5D6B9-A1C6-4C3C-81E5-63E6229CC6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43963" y="4799013"/>
              <a:ext cx="112713" cy="152400"/>
            </a:xfrm>
            <a:custGeom>
              <a:avLst/>
              <a:gdLst>
                <a:gd name="T0" fmla="*/ 67 w 99"/>
                <a:gd name="T1" fmla="*/ 23 h 134"/>
                <a:gd name="T2" fmla="*/ 91 w 99"/>
                <a:gd name="T3" fmla="*/ 29 h 134"/>
                <a:gd name="T4" fmla="*/ 99 w 99"/>
                <a:gd name="T5" fmla="*/ 6 h 134"/>
                <a:gd name="T6" fmla="*/ 69 w 99"/>
                <a:gd name="T7" fmla="*/ 0 h 134"/>
                <a:gd name="T8" fmla="*/ 17 w 99"/>
                <a:gd name="T9" fmla="*/ 42 h 134"/>
                <a:gd name="T10" fmla="*/ 42 w 99"/>
                <a:gd name="T11" fmla="*/ 76 h 134"/>
                <a:gd name="T12" fmla="*/ 59 w 99"/>
                <a:gd name="T13" fmla="*/ 95 h 134"/>
                <a:gd name="T14" fmla="*/ 39 w 99"/>
                <a:gd name="T15" fmla="*/ 111 h 134"/>
                <a:gd name="T16" fmla="*/ 8 w 99"/>
                <a:gd name="T17" fmla="*/ 102 h 134"/>
                <a:gd name="T18" fmla="*/ 0 w 99"/>
                <a:gd name="T19" fmla="*/ 125 h 134"/>
                <a:gd name="T20" fmla="*/ 36 w 99"/>
                <a:gd name="T21" fmla="*/ 134 h 134"/>
                <a:gd name="T22" fmla="*/ 91 w 99"/>
                <a:gd name="T23" fmla="*/ 90 h 134"/>
                <a:gd name="T24" fmla="*/ 64 w 99"/>
                <a:gd name="T25" fmla="*/ 56 h 134"/>
                <a:gd name="T26" fmla="*/ 48 w 99"/>
                <a:gd name="T27" fmla="*/ 38 h 134"/>
                <a:gd name="T28" fmla="*/ 67 w 99"/>
                <a:gd name="T29" fmla="*/ 23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9" h="134">
                  <a:moveTo>
                    <a:pt x="67" y="23"/>
                  </a:moveTo>
                  <a:cubicBezTo>
                    <a:pt x="75" y="23"/>
                    <a:pt x="84" y="25"/>
                    <a:pt x="91" y="29"/>
                  </a:cubicBezTo>
                  <a:cubicBezTo>
                    <a:pt x="99" y="6"/>
                    <a:pt x="99" y="6"/>
                    <a:pt x="99" y="6"/>
                  </a:cubicBezTo>
                  <a:cubicBezTo>
                    <a:pt x="93" y="3"/>
                    <a:pt x="82" y="0"/>
                    <a:pt x="69" y="0"/>
                  </a:cubicBezTo>
                  <a:cubicBezTo>
                    <a:pt x="38" y="0"/>
                    <a:pt x="17" y="17"/>
                    <a:pt x="17" y="42"/>
                  </a:cubicBezTo>
                  <a:cubicBezTo>
                    <a:pt x="17" y="57"/>
                    <a:pt x="27" y="68"/>
                    <a:pt x="42" y="76"/>
                  </a:cubicBezTo>
                  <a:cubicBezTo>
                    <a:pt x="55" y="82"/>
                    <a:pt x="59" y="87"/>
                    <a:pt x="59" y="95"/>
                  </a:cubicBezTo>
                  <a:cubicBezTo>
                    <a:pt x="59" y="104"/>
                    <a:pt x="51" y="111"/>
                    <a:pt x="39" y="111"/>
                  </a:cubicBezTo>
                  <a:cubicBezTo>
                    <a:pt x="27" y="111"/>
                    <a:pt x="15" y="106"/>
                    <a:pt x="8" y="102"/>
                  </a:cubicBezTo>
                  <a:cubicBezTo>
                    <a:pt x="0" y="125"/>
                    <a:pt x="0" y="125"/>
                    <a:pt x="0" y="125"/>
                  </a:cubicBezTo>
                  <a:cubicBezTo>
                    <a:pt x="7" y="130"/>
                    <a:pt x="21" y="134"/>
                    <a:pt x="36" y="134"/>
                  </a:cubicBezTo>
                  <a:cubicBezTo>
                    <a:pt x="67" y="134"/>
                    <a:pt x="91" y="118"/>
                    <a:pt x="91" y="90"/>
                  </a:cubicBezTo>
                  <a:cubicBezTo>
                    <a:pt x="91" y="74"/>
                    <a:pt x="78" y="63"/>
                    <a:pt x="64" y="56"/>
                  </a:cubicBezTo>
                  <a:cubicBezTo>
                    <a:pt x="53" y="50"/>
                    <a:pt x="48" y="45"/>
                    <a:pt x="48" y="38"/>
                  </a:cubicBezTo>
                  <a:cubicBezTo>
                    <a:pt x="48" y="29"/>
                    <a:pt x="55" y="23"/>
                    <a:pt x="67" y="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0BDF4D74-121E-4F89-BF77-A3F6E94BD9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16975" y="4740275"/>
              <a:ext cx="41275" cy="39688"/>
            </a:xfrm>
            <a:custGeom>
              <a:avLst/>
              <a:gdLst>
                <a:gd name="T0" fmla="*/ 0 w 35"/>
                <a:gd name="T1" fmla="*/ 19 h 35"/>
                <a:gd name="T2" fmla="*/ 18 w 35"/>
                <a:gd name="T3" fmla="*/ 0 h 35"/>
                <a:gd name="T4" fmla="*/ 18 w 35"/>
                <a:gd name="T5" fmla="*/ 0 h 35"/>
                <a:gd name="T6" fmla="*/ 35 w 35"/>
                <a:gd name="T7" fmla="*/ 17 h 35"/>
                <a:gd name="T8" fmla="*/ 16 w 35"/>
                <a:gd name="T9" fmla="*/ 35 h 35"/>
                <a:gd name="T10" fmla="*/ 15 w 35"/>
                <a:gd name="T11" fmla="*/ 35 h 35"/>
                <a:gd name="T12" fmla="*/ 0 w 35"/>
                <a:gd name="T13" fmla="*/ 19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5">
                  <a:moveTo>
                    <a:pt x="0" y="19"/>
                  </a:moveTo>
                  <a:cubicBezTo>
                    <a:pt x="0" y="9"/>
                    <a:pt x="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8" y="0"/>
                    <a:pt x="35" y="7"/>
                    <a:pt x="35" y="17"/>
                  </a:cubicBezTo>
                  <a:cubicBezTo>
                    <a:pt x="34" y="28"/>
                    <a:pt x="26" y="35"/>
                    <a:pt x="16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6" y="35"/>
                    <a:pt x="0" y="28"/>
                    <a:pt x="0" y="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C3A8166B-32AE-43AE-8B7D-60BB9BA52C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785225" y="4802188"/>
              <a:ext cx="61913" cy="146050"/>
            </a:xfrm>
            <a:custGeom>
              <a:avLst/>
              <a:gdLst>
                <a:gd name="T0" fmla="*/ 0 w 39"/>
                <a:gd name="T1" fmla="*/ 92 h 92"/>
                <a:gd name="T2" fmla="*/ 22 w 39"/>
                <a:gd name="T3" fmla="*/ 92 h 92"/>
                <a:gd name="T4" fmla="*/ 39 w 39"/>
                <a:gd name="T5" fmla="*/ 0 h 92"/>
                <a:gd name="T6" fmla="*/ 18 w 39"/>
                <a:gd name="T7" fmla="*/ 0 h 92"/>
                <a:gd name="T8" fmla="*/ 0 w 39"/>
                <a:gd name="T9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92">
                  <a:moveTo>
                    <a:pt x="0" y="92"/>
                  </a:moveTo>
                  <a:lnTo>
                    <a:pt x="22" y="92"/>
                  </a:lnTo>
                  <a:lnTo>
                    <a:pt x="39" y="0"/>
                  </a:lnTo>
                  <a:lnTo>
                    <a:pt x="18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6D399AE1-992E-4751-8045-5C7ACEF7EA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4738" y="4764088"/>
              <a:ext cx="92075" cy="187325"/>
            </a:xfrm>
            <a:custGeom>
              <a:avLst/>
              <a:gdLst>
                <a:gd name="T0" fmla="*/ 46 w 81"/>
                <a:gd name="T1" fmla="*/ 140 h 164"/>
                <a:gd name="T2" fmla="*/ 35 w 81"/>
                <a:gd name="T3" fmla="*/ 122 h 164"/>
                <a:gd name="T4" fmla="*/ 48 w 81"/>
                <a:gd name="T5" fmla="*/ 56 h 164"/>
                <a:gd name="T6" fmla="*/ 77 w 81"/>
                <a:gd name="T7" fmla="*/ 56 h 164"/>
                <a:gd name="T8" fmla="*/ 81 w 81"/>
                <a:gd name="T9" fmla="*/ 33 h 164"/>
                <a:gd name="T10" fmla="*/ 52 w 81"/>
                <a:gd name="T11" fmla="*/ 33 h 164"/>
                <a:gd name="T12" fmla="*/ 59 w 81"/>
                <a:gd name="T13" fmla="*/ 0 h 164"/>
                <a:gd name="T14" fmla="*/ 27 w 81"/>
                <a:gd name="T15" fmla="*/ 9 h 164"/>
                <a:gd name="T16" fmla="*/ 22 w 81"/>
                <a:gd name="T17" fmla="*/ 33 h 164"/>
                <a:gd name="T18" fmla="*/ 4 w 81"/>
                <a:gd name="T19" fmla="*/ 33 h 164"/>
                <a:gd name="T20" fmla="*/ 0 w 81"/>
                <a:gd name="T21" fmla="*/ 56 h 164"/>
                <a:gd name="T22" fmla="*/ 18 w 81"/>
                <a:gd name="T23" fmla="*/ 56 h 164"/>
                <a:gd name="T24" fmla="*/ 4 w 81"/>
                <a:gd name="T25" fmla="*/ 124 h 164"/>
                <a:gd name="T26" fmla="*/ 40 w 81"/>
                <a:gd name="T27" fmla="*/ 164 h 164"/>
                <a:gd name="T28" fmla="*/ 60 w 81"/>
                <a:gd name="T29" fmla="*/ 161 h 164"/>
                <a:gd name="T30" fmla="*/ 61 w 81"/>
                <a:gd name="T31" fmla="*/ 137 h 164"/>
                <a:gd name="T32" fmla="*/ 46 w 81"/>
                <a:gd name="T33" fmla="*/ 14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1" h="164">
                  <a:moveTo>
                    <a:pt x="46" y="140"/>
                  </a:moveTo>
                  <a:cubicBezTo>
                    <a:pt x="37" y="140"/>
                    <a:pt x="32" y="134"/>
                    <a:pt x="35" y="122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81" y="33"/>
                    <a:pt x="81" y="33"/>
                    <a:pt x="81" y="33"/>
                  </a:cubicBezTo>
                  <a:cubicBezTo>
                    <a:pt x="52" y="33"/>
                    <a:pt x="52" y="33"/>
                    <a:pt x="52" y="33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18" y="56"/>
                    <a:pt x="18" y="56"/>
                    <a:pt x="18" y="56"/>
                  </a:cubicBezTo>
                  <a:cubicBezTo>
                    <a:pt x="4" y="124"/>
                    <a:pt x="4" y="124"/>
                    <a:pt x="4" y="124"/>
                  </a:cubicBezTo>
                  <a:cubicBezTo>
                    <a:pt x="0" y="149"/>
                    <a:pt x="12" y="164"/>
                    <a:pt x="40" y="164"/>
                  </a:cubicBezTo>
                  <a:cubicBezTo>
                    <a:pt x="47" y="164"/>
                    <a:pt x="54" y="163"/>
                    <a:pt x="60" y="161"/>
                  </a:cubicBezTo>
                  <a:cubicBezTo>
                    <a:pt x="61" y="137"/>
                    <a:pt x="61" y="137"/>
                    <a:pt x="61" y="137"/>
                  </a:cubicBezTo>
                  <a:cubicBezTo>
                    <a:pt x="56" y="139"/>
                    <a:pt x="51" y="139"/>
                    <a:pt x="46" y="1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CBD4C62-1905-C9A9-7DFF-11DD3440D23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4A1A5F-2FEC-A5FC-95A7-3AA581E425D9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201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910CD96-DE74-D149-B4C6-7A571D0FE7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DBFE9D10-50DD-7B0E-9724-2C128D7F27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5" y="443920"/>
            <a:ext cx="4235146" cy="1249680"/>
          </a:xfrm>
        </p:spPr>
        <p:txBody>
          <a:bodyPr/>
          <a:lstStyle>
            <a:lvl1pPr>
              <a:defRPr sz="48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Section title in Arial Bold 48pt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B30DAB7-1482-ED9F-4680-65EFC8CDDB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855" y="1835650"/>
            <a:ext cx="4235146" cy="859871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14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 (optional) in Arial Regular 14pt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3D9E219-558B-8E96-9BC4-5A8F78295C3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9AA8BA-1FCC-2C18-A93F-CC36F8D41FBF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927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Gra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910CD96-DE74-D149-B4C6-7A571D0FE7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3" name="Title 3">
            <a:extLst>
              <a:ext uri="{FF2B5EF4-FFF2-40B4-BE49-F238E27FC236}">
                <a16:creationId xmlns:a16="http://schemas.microsoft.com/office/drawing/2014/main" id="{CFF8F20C-346B-C4CD-E36B-B20BC3A396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5" y="443920"/>
            <a:ext cx="4235146" cy="1249680"/>
          </a:xfrm>
        </p:spPr>
        <p:txBody>
          <a:bodyPr/>
          <a:lstStyle>
            <a:lvl1pPr>
              <a:defRPr sz="48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Section title in Arial Bold 48pt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A618ECC-FD54-00D9-DBB7-DD4B1B78895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855" y="1835650"/>
            <a:ext cx="4235146" cy="859871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14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 (optional) in Arial Regular 14pt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E5AB6D21-54A7-59B9-C816-8CEE0515828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A2D414-0A21-ED7F-1BB6-6DE1AF81C838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5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Photograph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280B8D1D-8D7F-4745-99CC-E918951970D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i="1"/>
            </a:lvl1pPr>
          </a:lstStyle>
          <a:p>
            <a:r>
              <a:rPr lang="en-US"/>
              <a:t>Add background image, send to back and adjust crop as needed.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B20060-6AB4-12B6-BA06-2DB137959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5" y="443920"/>
            <a:ext cx="4235146" cy="1249680"/>
          </a:xfrm>
        </p:spPr>
        <p:txBody>
          <a:bodyPr/>
          <a:lstStyle>
            <a:lvl1pPr>
              <a:defRPr sz="4800" spc="-1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 in Arial Bold 48pt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4B5F5BF-3781-3782-71D7-A7D28A63F5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855" y="1835650"/>
            <a:ext cx="4235146" cy="859871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1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 (optional) in Arial Regular 14pt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5D42316-3B87-249C-9742-C808F2876B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FA6209-6F51-8C29-23B5-791E1D13AAA5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19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Orange Swooping Z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BFB6C8C-3471-5FE5-6F56-CE093A97D7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1" y="0"/>
            <a:ext cx="9143998" cy="514349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0BD1B14-3AAC-694C-8F9C-2049F1A49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5" y="443920"/>
            <a:ext cx="4235146" cy="1249680"/>
          </a:xfrm>
        </p:spPr>
        <p:txBody>
          <a:bodyPr/>
          <a:lstStyle>
            <a:lvl1pPr>
              <a:defRPr sz="4800" spc="-1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 in Arial Bold 48pt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B917401-3984-6E49-B4D7-4571B51CE7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855" y="1835650"/>
            <a:ext cx="4235146" cy="859871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1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 (optional) in Arial Regular 14pt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B93815D-C242-4387-90C8-3F7A417E2BB5}"/>
              </a:ext>
            </a:extLst>
          </p:cNvPr>
          <p:cNvGrpSpPr/>
          <p:nvPr userDrawn="1"/>
        </p:nvGrpSpPr>
        <p:grpSpPr>
          <a:xfrm>
            <a:off x="8245475" y="4740275"/>
            <a:ext cx="711201" cy="268288"/>
            <a:chOff x="8245475" y="4740275"/>
            <a:chExt cx="711201" cy="268288"/>
          </a:xfrm>
        </p:grpSpPr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78EAEF15-9D2A-4415-A3F3-BD2244442C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45475" y="4802188"/>
              <a:ext cx="303213" cy="206375"/>
            </a:xfrm>
            <a:custGeom>
              <a:avLst/>
              <a:gdLst>
                <a:gd name="T0" fmla="*/ 251 w 266"/>
                <a:gd name="T1" fmla="*/ 120 h 181"/>
                <a:gd name="T2" fmla="*/ 266 w 266"/>
                <a:gd name="T3" fmla="*/ 141 h 181"/>
                <a:gd name="T4" fmla="*/ 172 w 266"/>
                <a:gd name="T5" fmla="*/ 181 h 181"/>
                <a:gd name="T6" fmla="*/ 25 w 266"/>
                <a:gd name="T7" fmla="*/ 128 h 181"/>
                <a:gd name="T8" fmla="*/ 4 w 266"/>
                <a:gd name="T9" fmla="*/ 128 h 181"/>
                <a:gd name="T10" fmla="*/ 0 w 266"/>
                <a:gd name="T11" fmla="*/ 107 h 181"/>
                <a:gd name="T12" fmla="*/ 80 w 266"/>
                <a:gd name="T13" fmla="*/ 25 h 181"/>
                <a:gd name="T14" fmla="*/ 18 w 266"/>
                <a:gd name="T15" fmla="*/ 25 h 181"/>
                <a:gd name="T16" fmla="*/ 23 w 266"/>
                <a:gd name="T17" fmla="*/ 0 h 181"/>
                <a:gd name="T18" fmla="*/ 125 w 266"/>
                <a:gd name="T19" fmla="*/ 0 h 181"/>
                <a:gd name="T20" fmla="*/ 121 w 266"/>
                <a:gd name="T21" fmla="*/ 23 h 181"/>
                <a:gd name="T22" fmla="*/ 43 w 266"/>
                <a:gd name="T23" fmla="*/ 102 h 181"/>
                <a:gd name="T24" fmla="*/ 176 w 266"/>
                <a:gd name="T25" fmla="*/ 156 h 181"/>
                <a:gd name="T26" fmla="*/ 251 w 266"/>
                <a:gd name="T27" fmla="*/ 12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6" h="181">
                  <a:moveTo>
                    <a:pt x="251" y="120"/>
                  </a:moveTo>
                  <a:cubicBezTo>
                    <a:pt x="266" y="141"/>
                    <a:pt x="266" y="141"/>
                    <a:pt x="266" y="141"/>
                  </a:cubicBezTo>
                  <a:cubicBezTo>
                    <a:pt x="256" y="150"/>
                    <a:pt x="222" y="181"/>
                    <a:pt x="172" y="181"/>
                  </a:cubicBezTo>
                  <a:cubicBezTo>
                    <a:pt x="100" y="181"/>
                    <a:pt x="96" y="128"/>
                    <a:pt x="25" y="128"/>
                  </a:cubicBezTo>
                  <a:cubicBezTo>
                    <a:pt x="4" y="128"/>
                    <a:pt x="4" y="128"/>
                    <a:pt x="4" y="128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1" y="23"/>
                    <a:pt x="121" y="23"/>
                    <a:pt x="121" y="23"/>
                  </a:cubicBezTo>
                  <a:cubicBezTo>
                    <a:pt x="43" y="102"/>
                    <a:pt x="43" y="102"/>
                    <a:pt x="43" y="102"/>
                  </a:cubicBezTo>
                  <a:cubicBezTo>
                    <a:pt x="102" y="102"/>
                    <a:pt x="117" y="156"/>
                    <a:pt x="176" y="156"/>
                  </a:cubicBezTo>
                  <a:cubicBezTo>
                    <a:pt x="212" y="156"/>
                    <a:pt x="241" y="131"/>
                    <a:pt x="251" y="1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F4A5467F-B632-4274-B2A9-A10B1753EE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86763" y="4799013"/>
              <a:ext cx="144463" cy="152400"/>
            </a:xfrm>
            <a:custGeom>
              <a:avLst/>
              <a:gdLst>
                <a:gd name="T0" fmla="*/ 74 w 127"/>
                <a:gd name="T1" fmla="*/ 0 h 134"/>
                <a:gd name="T2" fmla="*/ 0 w 127"/>
                <a:gd name="T3" fmla="*/ 81 h 134"/>
                <a:gd name="T4" fmla="*/ 52 w 127"/>
                <a:gd name="T5" fmla="*/ 134 h 134"/>
                <a:gd name="T6" fmla="*/ 127 w 127"/>
                <a:gd name="T7" fmla="*/ 53 h 134"/>
                <a:gd name="T8" fmla="*/ 74 w 127"/>
                <a:gd name="T9" fmla="*/ 0 h 134"/>
                <a:gd name="T10" fmla="*/ 56 w 127"/>
                <a:gd name="T11" fmla="*/ 110 h 134"/>
                <a:gd name="T12" fmla="*/ 31 w 127"/>
                <a:gd name="T13" fmla="*/ 80 h 134"/>
                <a:gd name="T14" fmla="*/ 70 w 127"/>
                <a:gd name="T15" fmla="*/ 24 h 134"/>
                <a:gd name="T16" fmla="*/ 95 w 127"/>
                <a:gd name="T17" fmla="*/ 53 h 134"/>
                <a:gd name="T18" fmla="*/ 56 w 127"/>
                <a:gd name="T19" fmla="*/ 11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7" h="134">
                  <a:moveTo>
                    <a:pt x="74" y="0"/>
                  </a:moveTo>
                  <a:cubicBezTo>
                    <a:pt x="30" y="0"/>
                    <a:pt x="0" y="38"/>
                    <a:pt x="0" y="81"/>
                  </a:cubicBezTo>
                  <a:cubicBezTo>
                    <a:pt x="0" y="112"/>
                    <a:pt x="20" y="134"/>
                    <a:pt x="52" y="134"/>
                  </a:cubicBezTo>
                  <a:cubicBezTo>
                    <a:pt x="96" y="134"/>
                    <a:pt x="127" y="97"/>
                    <a:pt x="127" y="53"/>
                  </a:cubicBezTo>
                  <a:cubicBezTo>
                    <a:pt x="127" y="25"/>
                    <a:pt x="108" y="0"/>
                    <a:pt x="74" y="0"/>
                  </a:cubicBezTo>
                  <a:close/>
                  <a:moveTo>
                    <a:pt x="56" y="110"/>
                  </a:moveTo>
                  <a:cubicBezTo>
                    <a:pt x="41" y="110"/>
                    <a:pt x="31" y="98"/>
                    <a:pt x="31" y="80"/>
                  </a:cubicBezTo>
                  <a:cubicBezTo>
                    <a:pt x="31" y="56"/>
                    <a:pt x="46" y="24"/>
                    <a:pt x="70" y="24"/>
                  </a:cubicBezTo>
                  <a:cubicBezTo>
                    <a:pt x="89" y="24"/>
                    <a:pt x="95" y="40"/>
                    <a:pt x="95" y="53"/>
                  </a:cubicBezTo>
                  <a:cubicBezTo>
                    <a:pt x="95" y="79"/>
                    <a:pt x="79" y="110"/>
                    <a:pt x="56" y="1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0EBEE7DF-A915-498B-A770-429639B672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48688" y="4799013"/>
              <a:ext cx="130175" cy="152400"/>
            </a:xfrm>
            <a:custGeom>
              <a:avLst/>
              <a:gdLst>
                <a:gd name="T0" fmla="*/ 114 w 114"/>
                <a:gd name="T1" fmla="*/ 36 h 134"/>
                <a:gd name="T2" fmla="*/ 73 w 114"/>
                <a:gd name="T3" fmla="*/ 0 h 134"/>
                <a:gd name="T4" fmla="*/ 0 w 114"/>
                <a:gd name="T5" fmla="*/ 81 h 134"/>
                <a:gd name="T6" fmla="*/ 53 w 114"/>
                <a:gd name="T7" fmla="*/ 134 h 134"/>
                <a:gd name="T8" fmla="*/ 98 w 114"/>
                <a:gd name="T9" fmla="*/ 124 h 134"/>
                <a:gd name="T10" fmla="*/ 95 w 114"/>
                <a:gd name="T11" fmla="*/ 101 h 134"/>
                <a:gd name="T12" fmla="*/ 60 w 114"/>
                <a:gd name="T13" fmla="*/ 110 h 134"/>
                <a:gd name="T14" fmla="*/ 33 w 114"/>
                <a:gd name="T15" fmla="*/ 97 h 134"/>
                <a:gd name="T16" fmla="*/ 30 w 114"/>
                <a:gd name="T17" fmla="*/ 78 h 134"/>
                <a:gd name="T18" fmla="*/ 114 w 114"/>
                <a:gd name="T19" fmla="*/ 36 h 134"/>
                <a:gd name="T20" fmla="*/ 69 w 114"/>
                <a:gd name="T21" fmla="*/ 23 h 134"/>
                <a:gd name="T22" fmla="*/ 85 w 114"/>
                <a:gd name="T23" fmla="*/ 36 h 134"/>
                <a:gd name="T24" fmla="*/ 85 w 114"/>
                <a:gd name="T25" fmla="*/ 36 h 134"/>
                <a:gd name="T26" fmla="*/ 33 w 114"/>
                <a:gd name="T27" fmla="*/ 56 h 134"/>
                <a:gd name="T28" fmla="*/ 69 w 114"/>
                <a:gd name="T29" fmla="*/ 23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4" h="134">
                  <a:moveTo>
                    <a:pt x="114" y="36"/>
                  </a:moveTo>
                  <a:cubicBezTo>
                    <a:pt x="114" y="15"/>
                    <a:pt x="98" y="0"/>
                    <a:pt x="73" y="0"/>
                  </a:cubicBezTo>
                  <a:cubicBezTo>
                    <a:pt x="28" y="0"/>
                    <a:pt x="0" y="42"/>
                    <a:pt x="0" y="81"/>
                  </a:cubicBezTo>
                  <a:cubicBezTo>
                    <a:pt x="0" y="112"/>
                    <a:pt x="17" y="134"/>
                    <a:pt x="53" y="134"/>
                  </a:cubicBezTo>
                  <a:cubicBezTo>
                    <a:pt x="68" y="134"/>
                    <a:pt x="85" y="130"/>
                    <a:pt x="98" y="124"/>
                  </a:cubicBezTo>
                  <a:cubicBezTo>
                    <a:pt x="95" y="101"/>
                    <a:pt x="95" y="101"/>
                    <a:pt x="95" y="101"/>
                  </a:cubicBezTo>
                  <a:cubicBezTo>
                    <a:pt x="84" y="107"/>
                    <a:pt x="72" y="110"/>
                    <a:pt x="60" y="110"/>
                  </a:cubicBezTo>
                  <a:cubicBezTo>
                    <a:pt x="47" y="110"/>
                    <a:pt x="38" y="105"/>
                    <a:pt x="33" y="97"/>
                  </a:cubicBezTo>
                  <a:cubicBezTo>
                    <a:pt x="30" y="92"/>
                    <a:pt x="29" y="83"/>
                    <a:pt x="30" y="78"/>
                  </a:cubicBezTo>
                  <a:cubicBezTo>
                    <a:pt x="79" y="80"/>
                    <a:pt x="114" y="69"/>
                    <a:pt x="114" y="36"/>
                  </a:cubicBezTo>
                  <a:close/>
                  <a:moveTo>
                    <a:pt x="69" y="23"/>
                  </a:moveTo>
                  <a:cubicBezTo>
                    <a:pt x="78" y="23"/>
                    <a:pt x="85" y="28"/>
                    <a:pt x="85" y="36"/>
                  </a:cubicBezTo>
                  <a:cubicBezTo>
                    <a:pt x="85" y="36"/>
                    <a:pt x="85" y="36"/>
                    <a:pt x="85" y="36"/>
                  </a:cubicBezTo>
                  <a:cubicBezTo>
                    <a:pt x="85" y="52"/>
                    <a:pt x="65" y="56"/>
                    <a:pt x="33" y="56"/>
                  </a:cubicBezTo>
                  <a:cubicBezTo>
                    <a:pt x="37" y="40"/>
                    <a:pt x="49" y="23"/>
                    <a:pt x="69" y="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3CC5D6B9-A1C6-4C3C-81E5-63E6229CC6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43963" y="4799013"/>
              <a:ext cx="112713" cy="152400"/>
            </a:xfrm>
            <a:custGeom>
              <a:avLst/>
              <a:gdLst>
                <a:gd name="T0" fmla="*/ 67 w 99"/>
                <a:gd name="T1" fmla="*/ 23 h 134"/>
                <a:gd name="T2" fmla="*/ 91 w 99"/>
                <a:gd name="T3" fmla="*/ 29 h 134"/>
                <a:gd name="T4" fmla="*/ 99 w 99"/>
                <a:gd name="T5" fmla="*/ 6 h 134"/>
                <a:gd name="T6" fmla="*/ 69 w 99"/>
                <a:gd name="T7" fmla="*/ 0 h 134"/>
                <a:gd name="T8" fmla="*/ 17 w 99"/>
                <a:gd name="T9" fmla="*/ 42 h 134"/>
                <a:gd name="T10" fmla="*/ 42 w 99"/>
                <a:gd name="T11" fmla="*/ 76 h 134"/>
                <a:gd name="T12" fmla="*/ 59 w 99"/>
                <a:gd name="T13" fmla="*/ 95 h 134"/>
                <a:gd name="T14" fmla="*/ 39 w 99"/>
                <a:gd name="T15" fmla="*/ 111 h 134"/>
                <a:gd name="T16" fmla="*/ 8 w 99"/>
                <a:gd name="T17" fmla="*/ 102 h 134"/>
                <a:gd name="T18" fmla="*/ 0 w 99"/>
                <a:gd name="T19" fmla="*/ 125 h 134"/>
                <a:gd name="T20" fmla="*/ 36 w 99"/>
                <a:gd name="T21" fmla="*/ 134 h 134"/>
                <a:gd name="T22" fmla="*/ 91 w 99"/>
                <a:gd name="T23" fmla="*/ 90 h 134"/>
                <a:gd name="T24" fmla="*/ 64 w 99"/>
                <a:gd name="T25" fmla="*/ 56 h 134"/>
                <a:gd name="T26" fmla="*/ 48 w 99"/>
                <a:gd name="T27" fmla="*/ 38 h 134"/>
                <a:gd name="T28" fmla="*/ 67 w 99"/>
                <a:gd name="T29" fmla="*/ 23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9" h="134">
                  <a:moveTo>
                    <a:pt x="67" y="23"/>
                  </a:moveTo>
                  <a:cubicBezTo>
                    <a:pt x="75" y="23"/>
                    <a:pt x="84" y="25"/>
                    <a:pt x="91" y="29"/>
                  </a:cubicBezTo>
                  <a:cubicBezTo>
                    <a:pt x="99" y="6"/>
                    <a:pt x="99" y="6"/>
                    <a:pt x="99" y="6"/>
                  </a:cubicBezTo>
                  <a:cubicBezTo>
                    <a:pt x="93" y="3"/>
                    <a:pt x="82" y="0"/>
                    <a:pt x="69" y="0"/>
                  </a:cubicBezTo>
                  <a:cubicBezTo>
                    <a:pt x="38" y="0"/>
                    <a:pt x="17" y="17"/>
                    <a:pt x="17" y="42"/>
                  </a:cubicBezTo>
                  <a:cubicBezTo>
                    <a:pt x="17" y="57"/>
                    <a:pt x="27" y="68"/>
                    <a:pt x="42" y="76"/>
                  </a:cubicBezTo>
                  <a:cubicBezTo>
                    <a:pt x="55" y="82"/>
                    <a:pt x="59" y="87"/>
                    <a:pt x="59" y="95"/>
                  </a:cubicBezTo>
                  <a:cubicBezTo>
                    <a:pt x="59" y="104"/>
                    <a:pt x="51" y="111"/>
                    <a:pt x="39" y="111"/>
                  </a:cubicBezTo>
                  <a:cubicBezTo>
                    <a:pt x="27" y="111"/>
                    <a:pt x="15" y="106"/>
                    <a:pt x="8" y="102"/>
                  </a:cubicBezTo>
                  <a:cubicBezTo>
                    <a:pt x="0" y="125"/>
                    <a:pt x="0" y="125"/>
                    <a:pt x="0" y="125"/>
                  </a:cubicBezTo>
                  <a:cubicBezTo>
                    <a:pt x="7" y="130"/>
                    <a:pt x="21" y="134"/>
                    <a:pt x="36" y="134"/>
                  </a:cubicBezTo>
                  <a:cubicBezTo>
                    <a:pt x="67" y="134"/>
                    <a:pt x="91" y="118"/>
                    <a:pt x="91" y="90"/>
                  </a:cubicBezTo>
                  <a:cubicBezTo>
                    <a:pt x="91" y="74"/>
                    <a:pt x="78" y="63"/>
                    <a:pt x="64" y="56"/>
                  </a:cubicBezTo>
                  <a:cubicBezTo>
                    <a:pt x="53" y="50"/>
                    <a:pt x="48" y="45"/>
                    <a:pt x="48" y="38"/>
                  </a:cubicBezTo>
                  <a:cubicBezTo>
                    <a:pt x="48" y="29"/>
                    <a:pt x="55" y="23"/>
                    <a:pt x="67" y="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0BDF4D74-121E-4F89-BF77-A3F6E94BD9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16975" y="4740275"/>
              <a:ext cx="41275" cy="39688"/>
            </a:xfrm>
            <a:custGeom>
              <a:avLst/>
              <a:gdLst>
                <a:gd name="T0" fmla="*/ 0 w 35"/>
                <a:gd name="T1" fmla="*/ 19 h 35"/>
                <a:gd name="T2" fmla="*/ 18 w 35"/>
                <a:gd name="T3" fmla="*/ 0 h 35"/>
                <a:gd name="T4" fmla="*/ 18 w 35"/>
                <a:gd name="T5" fmla="*/ 0 h 35"/>
                <a:gd name="T6" fmla="*/ 35 w 35"/>
                <a:gd name="T7" fmla="*/ 17 h 35"/>
                <a:gd name="T8" fmla="*/ 16 w 35"/>
                <a:gd name="T9" fmla="*/ 35 h 35"/>
                <a:gd name="T10" fmla="*/ 15 w 35"/>
                <a:gd name="T11" fmla="*/ 35 h 35"/>
                <a:gd name="T12" fmla="*/ 0 w 35"/>
                <a:gd name="T13" fmla="*/ 19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5">
                  <a:moveTo>
                    <a:pt x="0" y="19"/>
                  </a:moveTo>
                  <a:cubicBezTo>
                    <a:pt x="0" y="9"/>
                    <a:pt x="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8" y="0"/>
                    <a:pt x="35" y="7"/>
                    <a:pt x="35" y="17"/>
                  </a:cubicBezTo>
                  <a:cubicBezTo>
                    <a:pt x="34" y="28"/>
                    <a:pt x="26" y="35"/>
                    <a:pt x="16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6" y="35"/>
                    <a:pt x="0" y="28"/>
                    <a:pt x="0" y="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C3A8166B-32AE-43AE-8B7D-60BB9BA52C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785225" y="4802188"/>
              <a:ext cx="61913" cy="146050"/>
            </a:xfrm>
            <a:custGeom>
              <a:avLst/>
              <a:gdLst>
                <a:gd name="T0" fmla="*/ 0 w 39"/>
                <a:gd name="T1" fmla="*/ 92 h 92"/>
                <a:gd name="T2" fmla="*/ 22 w 39"/>
                <a:gd name="T3" fmla="*/ 92 h 92"/>
                <a:gd name="T4" fmla="*/ 39 w 39"/>
                <a:gd name="T5" fmla="*/ 0 h 92"/>
                <a:gd name="T6" fmla="*/ 18 w 39"/>
                <a:gd name="T7" fmla="*/ 0 h 92"/>
                <a:gd name="T8" fmla="*/ 0 w 39"/>
                <a:gd name="T9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92">
                  <a:moveTo>
                    <a:pt x="0" y="92"/>
                  </a:moveTo>
                  <a:lnTo>
                    <a:pt x="22" y="92"/>
                  </a:lnTo>
                  <a:lnTo>
                    <a:pt x="39" y="0"/>
                  </a:lnTo>
                  <a:lnTo>
                    <a:pt x="18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6D399AE1-992E-4751-8045-5C7ACEF7EA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4738" y="4764088"/>
              <a:ext cx="92075" cy="187325"/>
            </a:xfrm>
            <a:custGeom>
              <a:avLst/>
              <a:gdLst>
                <a:gd name="T0" fmla="*/ 46 w 81"/>
                <a:gd name="T1" fmla="*/ 140 h 164"/>
                <a:gd name="T2" fmla="*/ 35 w 81"/>
                <a:gd name="T3" fmla="*/ 122 h 164"/>
                <a:gd name="T4" fmla="*/ 48 w 81"/>
                <a:gd name="T5" fmla="*/ 56 h 164"/>
                <a:gd name="T6" fmla="*/ 77 w 81"/>
                <a:gd name="T7" fmla="*/ 56 h 164"/>
                <a:gd name="T8" fmla="*/ 81 w 81"/>
                <a:gd name="T9" fmla="*/ 33 h 164"/>
                <a:gd name="T10" fmla="*/ 52 w 81"/>
                <a:gd name="T11" fmla="*/ 33 h 164"/>
                <a:gd name="T12" fmla="*/ 59 w 81"/>
                <a:gd name="T13" fmla="*/ 0 h 164"/>
                <a:gd name="T14" fmla="*/ 27 w 81"/>
                <a:gd name="T15" fmla="*/ 9 h 164"/>
                <a:gd name="T16" fmla="*/ 22 w 81"/>
                <a:gd name="T17" fmla="*/ 33 h 164"/>
                <a:gd name="T18" fmla="*/ 4 w 81"/>
                <a:gd name="T19" fmla="*/ 33 h 164"/>
                <a:gd name="T20" fmla="*/ 0 w 81"/>
                <a:gd name="T21" fmla="*/ 56 h 164"/>
                <a:gd name="T22" fmla="*/ 18 w 81"/>
                <a:gd name="T23" fmla="*/ 56 h 164"/>
                <a:gd name="T24" fmla="*/ 4 w 81"/>
                <a:gd name="T25" fmla="*/ 124 h 164"/>
                <a:gd name="T26" fmla="*/ 40 w 81"/>
                <a:gd name="T27" fmla="*/ 164 h 164"/>
                <a:gd name="T28" fmla="*/ 60 w 81"/>
                <a:gd name="T29" fmla="*/ 161 h 164"/>
                <a:gd name="T30" fmla="*/ 61 w 81"/>
                <a:gd name="T31" fmla="*/ 137 h 164"/>
                <a:gd name="T32" fmla="*/ 46 w 81"/>
                <a:gd name="T33" fmla="*/ 14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1" h="164">
                  <a:moveTo>
                    <a:pt x="46" y="140"/>
                  </a:moveTo>
                  <a:cubicBezTo>
                    <a:pt x="37" y="140"/>
                    <a:pt x="32" y="134"/>
                    <a:pt x="35" y="122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81" y="33"/>
                    <a:pt x="81" y="33"/>
                    <a:pt x="81" y="33"/>
                  </a:cubicBezTo>
                  <a:cubicBezTo>
                    <a:pt x="52" y="33"/>
                    <a:pt x="52" y="33"/>
                    <a:pt x="52" y="33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18" y="56"/>
                    <a:pt x="18" y="56"/>
                    <a:pt x="18" y="56"/>
                  </a:cubicBezTo>
                  <a:cubicBezTo>
                    <a:pt x="4" y="124"/>
                    <a:pt x="4" y="124"/>
                    <a:pt x="4" y="124"/>
                  </a:cubicBezTo>
                  <a:cubicBezTo>
                    <a:pt x="0" y="149"/>
                    <a:pt x="12" y="164"/>
                    <a:pt x="40" y="164"/>
                  </a:cubicBezTo>
                  <a:cubicBezTo>
                    <a:pt x="47" y="164"/>
                    <a:pt x="54" y="163"/>
                    <a:pt x="60" y="161"/>
                  </a:cubicBezTo>
                  <a:cubicBezTo>
                    <a:pt x="61" y="137"/>
                    <a:pt x="61" y="137"/>
                    <a:pt x="61" y="137"/>
                  </a:cubicBezTo>
                  <a:cubicBezTo>
                    <a:pt x="56" y="139"/>
                    <a:pt x="51" y="139"/>
                    <a:pt x="46" y="1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886A6A5-6F7F-A6C0-5EF5-FE552ED14C3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082C91-D219-FBBE-6E8D-8A0B3A2A39B0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502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Gray Swooping Z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B599257-BA47-F9AC-0028-3740688BCB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1" y="0"/>
            <a:ext cx="9143998" cy="51434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10CD96-DE74-D149-B4C6-7A571D0FE78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3" name="Title 3">
            <a:extLst>
              <a:ext uri="{FF2B5EF4-FFF2-40B4-BE49-F238E27FC236}">
                <a16:creationId xmlns:a16="http://schemas.microsoft.com/office/drawing/2014/main" id="{CFF8F20C-346B-C4CD-E36B-B20BC3A396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5" y="443920"/>
            <a:ext cx="4235146" cy="1249680"/>
          </a:xfrm>
        </p:spPr>
        <p:txBody>
          <a:bodyPr/>
          <a:lstStyle>
            <a:lvl1pPr>
              <a:defRPr sz="48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Section title in Arial Bold 48pt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A618ECC-FD54-00D9-DBB7-DD4B1B78895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855" y="1835650"/>
            <a:ext cx="4235146" cy="859871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14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 (optional) in Arial Regular 14pt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D9B8C4E-5969-557D-B1FA-2F736ECF566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E3FEA1-FC4A-3292-DF57-044F149FD263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7561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Orange Swooping Z">
    <p:bg>
      <p:bgPr>
        <a:solidFill>
          <a:schemeClr val="tx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E0366391-E718-983B-B4A2-CF5C354CB1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1" y="0"/>
            <a:ext cx="9143998" cy="51434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10CD96-DE74-D149-B4C6-7A571D0FE78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DBFE9D10-50DD-7B0E-9724-2C128D7F27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5" y="443920"/>
            <a:ext cx="4235146" cy="1249680"/>
          </a:xfrm>
        </p:spPr>
        <p:txBody>
          <a:bodyPr/>
          <a:lstStyle>
            <a:lvl1pPr>
              <a:defRPr sz="48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Section title in Arial Bold 48pt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B30DAB7-1482-ED9F-4680-65EFC8CDDB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855" y="1835650"/>
            <a:ext cx="4235146" cy="859871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14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 (optional) in Arial Regular 14pt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B06432B-9C90-6FFE-E6D4-21A3B7F5E90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5194D2-2DB5-5952-701F-3F16DD187CC8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5742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Section Break -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BD1B14-3AAC-694C-8F9C-2049F1A49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444500"/>
            <a:ext cx="6197630" cy="3023095"/>
          </a:xfrm>
        </p:spPr>
        <p:txBody>
          <a:bodyPr/>
          <a:lstStyle>
            <a:lvl1pPr>
              <a:defRPr sz="4800" spc="-1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 or emphasized key point in Arial Bold 48 pt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62F97A4-35D5-2545-8B16-5DEB8757C2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854" y="250372"/>
            <a:ext cx="4235146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3B7EC0-38E8-8C4D-B8B5-E42E955368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45475" y="4739835"/>
            <a:ext cx="711200" cy="268304"/>
          </a:xfrm>
          <a:prstGeom prst="rect">
            <a:avLst/>
          </a:prstGeom>
          <a:noFill/>
        </p:spPr>
      </p:pic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0C0C4979-9E36-9738-1C0C-9F9F758600C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025251-ACB6-FF93-FD46-6F1D5BAD84E4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3935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Section Break - Lt Gra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7316BF3-C09D-4D49-A87A-C380337E1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12" name="Title 3">
            <a:extLst>
              <a:ext uri="{FF2B5EF4-FFF2-40B4-BE49-F238E27FC236}">
                <a16:creationId xmlns:a16="http://schemas.microsoft.com/office/drawing/2014/main" id="{63CBB935-2BF8-9145-AABF-1E8326308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3" y="444500"/>
            <a:ext cx="6176241" cy="3023095"/>
          </a:xfrm>
        </p:spPr>
        <p:txBody>
          <a:bodyPr/>
          <a:lstStyle>
            <a:lvl1pPr>
              <a:defRPr sz="48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Section title or emphasized key point in Arial Bold 48 pt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C2F28D6F-B104-4B4B-9AB7-5B3B935DE3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854" y="250372"/>
            <a:ext cx="4235146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8C5E75E-8D23-3A90-B073-C4C50F91F69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AD5DBC-4F1E-DED7-4E9E-85C7670A5624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6524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Section Break - Photograph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801E043-4136-8B42-BC49-C6FDB04973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45475" y="4739835"/>
            <a:ext cx="711200" cy="268304"/>
          </a:xfrm>
          <a:prstGeom prst="rect">
            <a:avLst/>
          </a:prstGeom>
          <a:noFill/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436F944-748A-FE4F-A5B8-0EF05B6FEBC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8072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i="1"/>
            </a:lvl1pPr>
          </a:lstStyle>
          <a:p>
            <a:r>
              <a:rPr lang="en-US"/>
              <a:t>Add background image, send to back and adjust crop as needed.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5D6E9710-5F48-DA4A-91E1-8EC2E567DB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444500"/>
            <a:ext cx="6112072" cy="3023095"/>
          </a:xfrm>
        </p:spPr>
        <p:txBody>
          <a:bodyPr/>
          <a:lstStyle>
            <a:lvl1pPr>
              <a:defRPr sz="4800" spc="-1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 or emphasized key point in Arial Bold 48 pt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8E5FE0FA-1734-C149-A424-D84F13B2A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854" y="250372"/>
            <a:ext cx="4235146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633AC14-F6D7-9D0C-171A-FF3AC72F60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3541DC-88B7-6800-04EB-70A6FFC99B1C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0225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bleed Image w Hea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436F944-748A-FE4F-A5B8-0EF05B6FEBC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Background Image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37708B5-7C7E-7941-8D52-FD0C96524F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8855" y="250372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3D4C4828-5F29-2F42-90C7-F1E494E417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488" y="444501"/>
            <a:ext cx="4221512" cy="1859503"/>
          </a:xfrm>
        </p:spPr>
        <p:txBody>
          <a:bodyPr>
            <a:normAutofit/>
          </a:bodyPr>
          <a:lstStyle>
            <a:lvl1pPr>
              <a:defRPr sz="4800" spc="-1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</a:t>
            </a:r>
            <a:br>
              <a:rPr lang="en-US"/>
            </a:br>
            <a:r>
              <a:rPr lang="en-US"/>
              <a:t>in Arial Bold </a:t>
            </a:r>
            <a:br>
              <a:rPr lang="en-US"/>
            </a:br>
            <a:r>
              <a:rPr lang="en-US"/>
              <a:t>48pt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103A864-6359-3448-AFAA-135F0374EE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45475" y="4739835"/>
            <a:ext cx="711200" cy="268304"/>
          </a:xfrm>
          <a:prstGeom prst="rect">
            <a:avLst/>
          </a:prstGeom>
          <a:noFill/>
        </p:spPr>
      </p:pic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ABC1D878-0F6F-8B4D-84DC-B309F6A23E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855" y="2304004"/>
            <a:ext cx="4235146" cy="859871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1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 (optional) in Arial Regular 14pt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06F960AC-20CB-0DAD-3402-73564046BA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F6C2A1-F92D-D349-39EB-800B9C31E933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070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Section Break - Orange Swooping Z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AAD8283-B43B-92EC-43BB-264413D038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1" y="0"/>
            <a:ext cx="9143998" cy="514349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0BD1B14-3AAC-694C-8F9C-2049F1A49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444500"/>
            <a:ext cx="6197630" cy="3023095"/>
          </a:xfrm>
        </p:spPr>
        <p:txBody>
          <a:bodyPr/>
          <a:lstStyle>
            <a:lvl1pPr>
              <a:defRPr sz="4800" spc="-1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 or emphasized key point in Arial Bold 48 pt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62F97A4-35D5-2545-8B16-5DEB8757C2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854" y="250372"/>
            <a:ext cx="4235146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3B7EC0-38E8-8C4D-B8B5-E42E955368E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45475" y="4739835"/>
            <a:ext cx="711200" cy="268304"/>
          </a:xfrm>
          <a:prstGeom prst="rect">
            <a:avLst/>
          </a:prstGeom>
          <a:noFill/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D693C064-1E8D-1177-AF30-4F09417D396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163A41-5DCD-C668-C5F2-75808BFE90AE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4803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Section Break - Lt Gray Swooping Z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6703DCF-AA8D-A63D-4323-38617E0C25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1" y="0"/>
            <a:ext cx="9143998" cy="51434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316BF3-C09D-4D49-A87A-C380337E1BA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12" name="Title 3">
            <a:extLst>
              <a:ext uri="{FF2B5EF4-FFF2-40B4-BE49-F238E27FC236}">
                <a16:creationId xmlns:a16="http://schemas.microsoft.com/office/drawing/2014/main" id="{63CBB935-2BF8-9145-AABF-1E8326308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3" y="444500"/>
            <a:ext cx="6176241" cy="3023095"/>
          </a:xfrm>
        </p:spPr>
        <p:txBody>
          <a:bodyPr/>
          <a:lstStyle>
            <a:lvl1pPr>
              <a:defRPr sz="48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Section title or emphasized key point in Arial Bold 48 pt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C2F28D6F-B104-4B4B-9AB7-5B3B935DE3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854" y="250372"/>
            <a:ext cx="4235146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B765333-C13A-F324-EDD6-219AE4286C7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2DC074-C902-1502-6FC5-1CE083D5CD2F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6729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Section Break - Lt Orange Swooping Z">
    <p:bg>
      <p:bgPr>
        <a:solidFill>
          <a:schemeClr val="tx2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56AC45D8-BD97-0AEE-C348-B75606D94A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1" y="0"/>
            <a:ext cx="9143998" cy="51434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316BF3-C09D-4D49-A87A-C380337E1BA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12" name="Title 3">
            <a:extLst>
              <a:ext uri="{FF2B5EF4-FFF2-40B4-BE49-F238E27FC236}">
                <a16:creationId xmlns:a16="http://schemas.microsoft.com/office/drawing/2014/main" id="{63CBB935-2BF8-9145-AABF-1E8326308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3" y="444500"/>
            <a:ext cx="6176241" cy="3023095"/>
          </a:xfrm>
        </p:spPr>
        <p:txBody>
          <a:bodyPr/>
          <a:lstStyle>
            <a:lvl1pPr>
              <a:defRPr sz="48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Section title or emphasized key point in Arial Bold 48 pt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C2F28D6F-B104-4B4B-9AB7-5B3B935DE3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854" y="250372"/>
            <a:ext cx="4235146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47CDFDE-01FD-4A80-AD1B-36E32DC67E1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37E4DE-329E-2914-2876-8C3A00DD96F7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0106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Orange 25/7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3E65EF0-19FE-0B44-B291-04868B1D0CB4}"/>
              </a:ext>
            </a:extLst>
          </p:cNvPr>
          <p:cNvSpPr/>
          <p:nvPr userDrawn="1"/>
        </p:nvSpPr>
        <p:spPr>
          <a:xfrm>
            <a:off x="0" y="-1"/>
            <a:ext cx="3052417" cy="51435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0BD1B14-3AAC-694C-8F9C-2049F1A49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437322"/>
            <a:ext cx="2517988" cy="2932043"/>
          </a:xfrm>
        </p:spPr>
        <p:txBody>
          <a:bodyPr>
            <a:noAutofit/>
          </a:bodyPr>
          <a:lstStyle>
            <a:lvl1pPr>
              <a:defRPr sz="4800" spc="-1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in Arial Bold 48pt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BC6885-72DB-DF4E-832B-A26E890AAF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F887EFE-2FC7-5548-4206-7BE8A4A5EC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BE6345-CFC1-C7F4-A738-79800C02F6B2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59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White 25/7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5C038588-61BF-4948-B972-F73FE09662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437322"/>
            <a:ext cx="2512672" cy="2932043"/>
          </a:xfrm>
        </p:spPr>
        <p:txBody>
          <a:bodyPr>
            <a:noAutofit/>
          </a:bodyPr>
          <a:lstStyle>
            <a:lvl1pPr>
              <a:defRPr sz="48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Headline in Arial Bold 48pt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8DDABE-4049-AA42-86F8-153F8A2822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65B7D7F-1EE2-A86E-8CE3-32813700755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03AE01-279B-5D92-DFF7-3AAE40207F23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4490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Image 25/7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07C034CF-3A8A-4540-82AB-9EA807E377A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3037540" cy="5148072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Background Image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7860656F-FA0A-0C44-BE09-A3A77C5F2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437322"/>
            <a:ext cx="2443513" cy="2932043"/>
          </a:xfrm>
        </p:spPr>
        <p:txBody>
          <a:bodyPr>
            <a:noAutofit/>
          </a:bodyPr>
          <a:lstStyle>
            <a:lvl1pPr>
              <a:defRPr sz="4800" spc="-1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in Arial Bold </a:t>
            </a:r>
            <a:br>
              <a:rPr lang="en-US"/>
            </a:br>
            <a:r>
              <a:rPr lang="en-US"/>
              <a:t>48pt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DE4B4F-0D62-5343-B972-1F46C3FCF9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26A94D5-9B85-47A3-840F-73E2F7A3D0D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615096-4620-B227-3B81-B6593768412F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422998"/>
      </p:ext>
    </p:extLst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-read Exec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73B509CF-67CB-E74E-B0E3-8363C12D9A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6855" y="250373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27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892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55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783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733D5B-F89B-E945-B8D8-2E3894FB1D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6" y="4739836"/>
            <a:ext cx="711200" cy="268305"/>
          </a:xfrm>
          <a:prstGeom prst="rect">
            <a:avLst/>
          </a:prstGeom>
          <a:noFill/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142741E-FD3D-CC41-8E2A-FA36FF61A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5" y="445961"/>
            <a:ext cx="8470292" cy="5069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Editable Pre-Read Summary</a:t>
            </a:r>
          </a:p>
        </p:txBody>
      </p:sp>
      <p:graphicFrame>
        <p:nvGraphicFramePr>
          <p:cNvPr id="111" name="Table Placeholder 14">
            <a:extLst>
              <a:ext uri="{FF2B5EF4-FFF2-40B4-BE49-F238E27FC236}">
                <a16:creationId xmlns:a16="http://schemas.microsoft.com/office/drawing/2014/main" id="{BC760A1B-CF73-4012-B23D-99DEB2958ABC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732143041"/>
              </p:ext>
            </p:extLst>
          </p:nvPr>
        </p:nvGraphicFramePr>
        <p:xfrm>
          <a:off x="648930" y="981477"/>
          <a:ext cx="8265751" cy="362823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05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02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5646">
                <a:tc>
                  <a:txBody>
                    <a:bodyPr/>
                    <a:lstStyle/>
                    <a:p>
                      <a:pPr marL="0" indent="0" algn="l" defTabSz="1218895" rtl="0" eaLnBrk="1" latinLnBrk="0" hangingPunct="1">
                        <a:tabLst/>
                      </a:pPr>
                      <a:endParaRPr lang="en-US" sz="1100" b="0" i="0" kern="1200" cap="none" baseline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11480" marR="68580"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lvl="2" indent="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+mj-lt"/>
                        <a:buNone/>
                        <a:tabLst/>
                        <a:defRPr/>
                      </a:pPr>
                      <a:endParaRPr lang="en-US" sz="900" b="1" i="0" kern="1200">
                        <a:solidFill>
                          <a:schemeClr val="tx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05740" marR="65558" marT="68580" marB="6858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150661"/>
                  </a:ext>
                </a:extLst>
              </a:tr>
              <a:tr h="725646">
                <a:tc>
                  <a:txBody>
                    <a:bodyPr/>
                    <a:lstStyle/>
                    <a:p>
                      <a:pPr marL="0" indent="0" algn="l" defTabSz="1218895" rtl="0" eaLnBrk="1" latinLnBrk="0" hangingPunct="1">
                        <a:tabLst/>
                      </a:pPr>
                      <a:endParaRPr lang="en-US" sz="1100" b="0" i="0" kern="1200" cap="none" baseline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11480" marR="68580"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lvl="2" indent="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+mj-lt"/>
                        <a:buNone/>
                        <a:tabLst/>
                        <a:defRPr/>
                      </a:pPr>
                      <a:endParaRPr lang="en-US" sz="900" b="1" i="0" kern="1200">
                        <a:solidFill>
                          <a:schemeClr val="tx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05740" marR="65558" marT="68580" marB="6858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787495"/>
                  </a:ext>
                </a:extLst>
              </a:tr>
              <a:tr h="725646">
                <a:tc>
                  <a:txBody>
                    <a:bodyPr/>
                    <a:lstStyle/>
                    <a:p>
                      <a:pPr marL="0" indent="0" algn="l" defTabSz="1218895" rtl="0" eaLnBrk="1" latinLnBrk="0" hangingPunct="1">
                        <a:tabLst/>
                      </a:pPr>
                      <a:endParaRPr lang="en-US" sz="1100" b="0" i="0" kern="1200" cap="none" baseline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11480" marR="68580"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lvl="2" indent="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+mj-lt"/>
                        <a:buNone/>
                        <a:tabLst/>
                        <a:defRPr/>
                      </a:pPr>
                      <a:endParaRPr lang="en-US" sz="900" b="1" i="0" kern="1200">
                        <a:solidFill>
                          <a:schemeClr val="tx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05740" marR="65558" marT="68580" marB="6858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4258411"/>
                  </a:ext>
                </a:extLst>
              </a:tr>
              <a:tr h="725646">
                <a:tc>
                  <a:txBody>
                    <a:bodyPr/>
                    <a:lstStyle/>
                    <a:p>
                      <a:pPr marL="0" indent="0" algn="l" defTabSz="1218895" rtl="0" eaLnBrk="1" latinLnBrk="0" hangingPunct="1">
                        <a:tabLst/>
                      </a:pPr>
                      <a:endParaRPr lang="en-US" sz="1100" b="0" i="0" kern="1200" cap="none" baseline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11480" marR="68580"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lvl="2" indent="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+mj-lt"/>
                        <a:buNone/>
                        <a:tabLst/>
                        <a:defRPr/>
                      </a:pPr>
                      <a:endParaRPr lang="en-US" sz="900" b="1" i="0" kern="1200">
                        <a:solidFill>
                          <a:schemeClr val="tx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05740" marR="65558" marT="68580" marB="6858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781910"/>
                  </a:ext>
                </a:extLst>
              </a:tr>
              <a:tr h="725646">
                <a:tc>
                  <a:txBody>
                    <a:bodyPr/>
                    <a:lstStyle/>
                    <a:p>
                      <a:pPr marL="0" indent="0" algn="l" defTabSz="1218895" rtl="0" eaLnBrk="1" latinLnBrk="0" hangingPunct="1">
                        <a:tabLst/>
                      </a:pPr>
                      <a:endParaRPr lang="en-US" sz="1100" b="0" i="0" kern="1200" cap="none" baseline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11480" marR="68580"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lvl="2" indent="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+mj-lt"/>
                        <a:buNone/>
                        <a:tabLst/>
                        <a:defRPr/>
                      </a:pPr>
                      <a:endParaRPr lang="en-US" sz="900" b="1" i="0" kern="1200">
                        <a:solidFill>
                          <a:schemeClr val="tx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05740" marR="65558" marT="68580" marB="6858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6704"/>
                  </a:ext>
                </a:extLst>
              </a:tr>
            </a:tbl>
          </a:graphicData>
        </a:graphic>
      </p:graphicFrame>
      <p:sp>
        <p:nvSpPr>
          <p:cNvPr id="113" name="Oval 112">
            <a:extLst>
              <a:ext uri="{FF2B5EF4-FFF2-40B4-BE49-F238E27FC236}">
                <a16:creationId xmlns:a16="http://schemas.microsoft.com/office/drawing/2014/main" id="{09A6B7AF-6965-42F0-8B35-0EDE51E01298}"/>
              </a:ext>
            </a:extLst>
          </p:cNvPr>
          <p:cNvSpPr/>
          <p:nvPr/>
        </p:nvSpPr>
        <p:spPr>
          <a:xfrm>
            <a:off x="348744" y="2503261"/>
            <a:ext cx="593025" cy="593025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788">
              <a:solidFill>
                <a:schemeClr val="bg1"/>
              </a:solidFill>
            </a:endParaRPr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CB7EEA35-FDB6-44EB-8018-57B1A191D77F}"/>
              </a:ext>
            </a:extLst>
          </p:cNvPr>
          <p:cNvSpPr/>
          <p:nvPr/>
        </p:nvSpPr>
        <p:spPr>
          <a:xfrm>
            <a:off x="348744" y="3228070"/>
            <a:ext cx="593025" cy="593025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788">
              <a:solidFill>
                <a:schemeClr val="bg1"/>
              </a:solidFill>
            </a:endParaRP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267A2804-856D-4B3C-9C4B-01BE5728E8E0}"/>
              </a:ext>
            </a:extLst>
          </p:cNvPr>
          <p:cNvSpPr/>
          <p:nvPr/>
        </p:nvSpPr>
        <p:spPr>
          <a:xfrm>
            <a:off x="348744" y="1053643"/>
            <a:ext cx="593025" cy="593025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788">
              <a:solidFill>
                <a:schemeClr val="bg1"/>
              </a:solidFill>
            </a:endParaRP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FA4FD1F4-6E87-421B-A114-7E425B129789}"/>
              </a:ext>
            </a:extLst>
          </p:cNvPr>
          <p:cNvSpPr/>
          <p:nvPr/>
        </p:nvSpPr>
        <p:spPr>
          <a:xfrm>
            <a:off x="348744" y="3952879"/>
            <a:ext cx="593025" cy="593025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788">
              <a:solidFill>
                <a:schemeClr val="bg1"/>
              </a:solidFill>
            </a:endParaRP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1D24A6EC-0EB8-4E9F-9BEA-F780D0A8DB8D}"/>
              </a:ext>
            </a:extLst>
          </p:cNvPr>
          <p:cNvSpPr/>
          <p:nvPr/>
        </p:nvSpPr>
        <p:spPr>
          <a:xfrm>
            <a:off x="348744" y="1778451"/>
            <a:ext cx="593025" cy="593025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788">
              <a:solidFill>
                <a:schemeClr val="bg1"/>
              </a:solidFill>
            </a:endParaRPr>
          </a:p>
        </p:txBody>
      </p:sp>
      <p:sp>
        <p:nvSpPr>
          <p:cNvPr id="147" name="Text Placeholder 145">
            <a:extLst>
              <a:ext uri="{FF2B5EF4-FFF2-40B4-BE49-F238E27FC236}">
                <a16:creationId xmlns:a16="http://schemas.microsoft.com/office/drawing/2014/main" id="{14A8A8AC-4CAB-4D71-8859-B6E909B19DF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77950" y="1200977"/>
            <a:ext cx="7416800" cy="460375"/>
          </a:xfrm>
        </p:spPr>
        <p:txBody>
          <a:bodyPr lIns="0">
            <a:normAutofit/>
          </a:bodyPr>
          <a:lstStyle>
            <a:lvl1pPr marL="0" indent="0">
              <a:buNone/>
              <a:defRPr sz="900"/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/>
              <a:t>Type response here.</a:t>
            </a:r>
          </a:p>
        </p:txBody>
      </p:sp>
      <p:sp>
        <p:nvSpPr>
          <p:cNvPr id="148" name="Text Placeholder 145">
            <a:extLst>
              <a:ext uri="{FF2B5EF4-FFF2-40B4-BE49-F238E27FC236}">
                <a16:creationId xmlns:a16="http://schemas.microsoft.com/office/drawing/2014/main" id="{FD88517B-CA8C-4F2B-8838-4D52029551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7950" y="1929579"/>
            <a:ext cx="7416800" cy="460375"/>
          </a:xfrm>
        </p:spPr>
        <p:txBody>
          <a:bodyPr lIns="0">
            <a:normAutofit/>
          </a:bodyPr>
          <a:lstStyle>
            <a:lvl1pPr marL="0" indent="0">
              <a:buNone/>
              <a:defRPr sz="900"/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/>
              <a:t>Type response here.</a:t>
            </a:r>
          </a:p>
        </p:txBody>
      </p:sp>
      <p:sp>
        <p:nvSpPr>
          <p:cNvPr id="149" name="Text Placeholder 145">
            <a:extLst>
              <a:ext uri="{FF2B5EF4-FFF2-40B4-BE49-F238E27FC236}">
                <a16:creationId xmlns:a16="http://schemas.microsoft.com/office/drawing/2014/main" id="{89466C10-0BB5-4AF9-909C-08723784C87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7950" y="2653697"/>
            <a:ext cx="7416800" cy="460375"/>
          </a:xfrm>
        </p:spPr>
        <p:txBody>
          <a:bodyPr lIns="0">
            <a:normAutofit/>
          </a:bodyPr>
          <a:lstStyle>
            <a:lvl1pPr marL="0" indent="0">
              <a:buNone/>
              <a:defRPr sz="900"/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/>
              <a:t>Type response here.</a:t>
            </a:r>
          </a:p>
        </p:txBody>
      </p:sp>
      <p:sp>
        <p:nvSpPr>
          <p:cNvPr id="150" name="Text Placeholder 145">
            <a:extLst>
              <a:ext uri="{FF2B5EF4-FFF2-40B4-BE49-F238E27FC236}">
                <a16:creationId xmlns:a16="http://schemas.microsoft.com/office/drawing/2014/main" id="{D4CFED35-E2E4-41A4-A3E5-C8F0DDD32C0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77950" y="3382299"/>
            <a:ext cx="7416800" cy="460375"/>
          </a:xfrm>
        </p:spPr>
        <p:txBody>
          <a:bodyPr lIns="0">
            <a:normAutofit/>
          </a:bodyPr>
          <a:lstStyle>
            <a:lvl1pPr marL="0" indent="0">
              <a:buNone/>
              <a:defRPr sz="900"/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/>
              <a:t>Type response here.</a:t>
            </a:r>
          </a:p>
        </p:txBody>
      </p:sp>
      <p:sp>
        <p:nvSpPr>
          <p:cNvPr id="151" name="Text Placeholder 145">
            <a:extLst>
              <a:ext uri="{FF2B5EF4-FFF2-40B4-BE49-F238E27FC236}">
                <a16:creationId xmlns:a16="http://schemas.microsoft.com/office/drawing/2014/main" id="{8792C8DF-8028-4FB8-A645-D403EA9BFC1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77950" y="4101085"/>
            <a:ext cx="7416800" cy="460375"/>
          </a:xfrm>
        </p:spPr>
        <p:txBody>
          <a:bodyPr lIns="0">
            <a:normAutofit/>
          </a:bodyPr>
          <a:lstStyle>
            <a:lvl1pPr marL="0" indent="0">
              <a:buNone/>
              <a:defRPr sz="900"/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/>
              <a:t>Type response here.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78814-EF0A-D8B7-69C0-CD60B87C27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77950" y="1011901"/>
            <a:ext cx="7416800" cy="187325"/>
          </a:xfrm>
        </p:spPr>
        <p:txBody>
          <a:bodyPr anchor="ctr"/>
          <a:lstStyle>
            <a:lvl1pPr marL="0" indent="0"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/>
              <a:t>Add topic here.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408B99D-C520-2F83-67AD-6F883DCC600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77950" y="1742254"/>
            <a:ext cx="7416800" cy="187325"/>
          </a:xfrm>
        </p:spPr>
        <p:txBody>
          <a:bodyPr anchor="ctr"/>
          <a:lstStyle>
            <a:lvl1pPr marL="0" indent="0"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/>
              <a:t>Add topic here.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2A5AF51-E93D-F9EF-F91B-4E2FB0089EB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77950" y="2452084"/>
            <a:ext cx="7416800" cy="187325"/>
          </a:xfrm>
        </p:spPr>
        <p:txBody>
          <a:bodyPr anchor="ctr"/>
          <a:lstStyle>
            <a:lvl1pPr marL="0" indent="0"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/>
              <a:t>Add topic here.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DB70C33-E24D-5C1D-0F93-A48E1ED8869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77950" y="3194974"/>
            <a:ext cx="7416800" cy="187325"/>
          </a:xfrm>
        </p:spPr>
        <p:txBody>
          <a:bodyPr anchor="ctr"/>
          <a:lstStyle>
            <a:lvl1pPr marL="0" indent="0"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/>
              <a:t>Add topic here.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90E6472-4234-3189-2988-AA800F7A1A4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77950" y="3913760"/>
            <a:ext cx="7416800" cy="187325"/>
          </a:xfrm>
        </p:spPr>
        <p:txBody>
          <a:bodyPr anchor="ctr"/>
          <a:lstStyle>
            <a:lvl1pPr marL="0" indent="0"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/>
              <a:t>Add topic here.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C463AD57-3338-CA89-E234-066596A3B9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C6F601-4CE5-A96D-4F08-E757D9CD80F9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9923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-read Exec Summary 5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73B509CF-67CB-E74E-B0E3-8363C12D9A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6855" y="250373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27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892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55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783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733D5B-F89B-E945-B8D8-2E3894FB1D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6" y="4739836"/>
            <a:ext cx="711200" cy="268305"/>
          </a:xfrm>
          <a:prstGeom prst="rect">
            <a:avLst/>
          </a:prstGeom>
          <a:noFill/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142741E-FD3D-CC41-8E2A-FA36FF61A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5" y="445961"/>
            <a:ext cx="8470292" cy="5069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Editable Pre-Read Summary</a:t>
            </a:r>
          </a:p>
        </p:txBody>
      </p:sp>
      <p:graphicFrame>
        <p:nvGraphicFramePr>
          <p:cNvPr id="9" name="Table 7">
            <a:extLst>
              <a:ext uri="{FF2B5EF4-FFF2-40B4-BE49-F238E27FC236}">
                <a16:creationId xmlns:a16="http://schemas.microsoft.com/office/drawing/2014/main" id="{A63BF2E2-D910-4E0D-BEE7-3CCB02D5CC3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1018182"/>
              </p:ext>
            </p:extLst>
          </p:nvPr>
        </p:nvGraphicFramePr>
        <p:xfrm>
          <a:off x="336855" y="1467467"/>
          <a:ext cx="8497430" cy="3154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9486">
                  <a:extLst>
                    <a:ext uri="{9D8B030D-6E8A-4147-A177-3AD203B41FA5}">
                      <a16:colId xmlns:a16="http://schemas.microsoft.com/office/drawing/2014/main" val="1057846306"/>
                    </a:ext>
                  </a:extLst>
                </a:gridCol>
                <a:gridCol w="1699486">
                  <a:extLst>
                    <a:ext uri="{9D8B030D-6E8A-4147-A177-3AD203B41FA5}">
                      <a16:colId xmlns:a16="http://schemas.microsoft.com/office/drawing/2014/main" val="99373118"/>
                    </a:ext>
                  </a:extLst>
                </a:gridCol>
                <a:gridCol w="1699486">
                  <a:extLst>
                    <a:ext uri="{9D8B030D-6E8A-4147-A177-3AD203B41FA5}">
                      <a16:colId xmlns:a16="http://schemas.microsoft.com/office/drawing/2014/main" val="2868359795"/>
                    </a:ext>
                  </a:extLst>
                </a:gridCol>
                <a:gridCol w="1699486">
                  <a:extLst>
                    <a:ext uri="{9D8B030D-6E8A-4147-A177-3AD203B41FA5}">
                      <a16:colId xmlns:a16="http://schemas.microsoft.com/office/drawing/2014/main" val="609614656"/>
                    </a:ext>
                  </a:extLst>
                </a:gridCol>
                <a:gridCol w="1699486">
                  <a:extLst>
                    <a:ext uri="{9D8B030D-6E8A-4147-A177-3AD203B41FA5}">
                      <a16:colId xmlns:a16="http://schemas.microsoft.com/office/drawing/2014/main" val="372567828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 marL="68580" marR="68580" marT="34290" marB="3429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836643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900">
                        <a:solidFill>
                          <a:schemeClr val="bg2"/>
                        </a:solidFill>
                      </a:endParaRPr>
                    </a:p>
                  </a:txBody>
                  <a:tcPr marL="68580" marR="68580" marT="68580" marB="34290"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900">
                        <a:solidFill>
                          <a:schemeClr val="bg2"/>
                        </a:solidFill>
                      </a:endParaRPr>
                    </a:p>
                  </a:txBody>
                  <a:tcPr marL="68580" marR="68580" marT="68580" marB="34290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900">
                        <a:solidFill>
                          <a:schemeClr val="bg2"/>
                        </a:solidFill>
                      </a:endParaRPr>
                    </a:p>
                  </a:txBody>
                  <a:tcPr marL="68580" marR="68580" marT="68580" marB="34290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900">
                        <a:solidFill>
                          <a:schemeClr val="bg2"/>
                        </a:solidFill>
                      </a:endParaRPr>
                    </a:p>
                  </a:txBody>
                  <a:tcPr marL="68580" marR="68580" marT="68580" marB="34290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endParaRPr lang="en-US" sz="900">
                        <a:solidFill>
                          <a:schemeClr val="bg2"/>
                        </a:solidFill>
                      </a:endParaRPr>
                    </a:p>
                  </a:txBody>
                  <a:tcPr marL="68580" marR="68580" marT="68580" marB="34290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878585"/>
                  </a:ext>
                </a:extLst>
              </a:tr>
            </a:tbl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E095F2F9-4E8E-4654-A690-92337225D5C9}"/>
              </a:ext>
            </a:extLst>
          </p:cNvPr>
          <p:cNvSpPr/>
          <p:nvPr/>
        </p:nvSpPr>
        <p:spPr>
          <a:xfrm>
            <a:off x="4230956" y="990703"/>
            <a:ext cx="717560" cy="71756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788">
              <a:solidFill>
                <a:schemeClr val="bg1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87D2B8A-DBE2-4485-A33B-3C91F0B3ABBF}"/>
              </a:ext>
            </a:extLst>
          </p:cNvPr>
          <p:cNvSpPr/>
          <p:nvPr/>
        </p:nvSpPr>
        <p:spPr>
          <a:xfrm>
            <a:off x="5929312" y="996491"/>
            <a:ext cx="717560" cy="71756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788">
              <a:solidFill>
                <a:schemeClr val="bg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6079373-5A45-4D8B-AA24-4068645F4E15}"/>
              </a:ext>
            </a:extLst>
          </p:cNvPr>
          <p:cNvSpPr/>
          <p:nvPr/>
        </p:nvSpPr>
        <p:spPr>
          <a:xfrm>
            <a:off x="834243" y="1009753"/>
            <a:ext cx="717560" cy="71756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788">
              <a:solidFill>
                <a:schemeClr val="bg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DE20BE6-16AA-4746-9078-3980D9D66A2B}"/>
              </a:ext>
            </a:extLst>
          </p:cNvPr>
          <p:cNvSpPr/>
          <p:nvPr/>
        </p:nvSpPr>
        <p:spPr>
          <a:xfrm>
            <a:off x="7627667" y="988103"/>
            <a:ext cx="717560" cy="71756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788">
              <a:solidFill>
                <a:schemeClr val="bg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D7C3B19-0E1C-4B30-8DDC-154E6FDA4581}"/>
              </a:ext>
            </a:extLst>
          </p:cNvPr>
          <p:cNvSpPr/>
          <p:nvPr/>
        </p:nvSpPr>
        <p:spPr>
          <a:xfrm>
            <a:off x="2532599" y="1009752"/>
            <a:ext cx="717560" cy="71756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788">
              <a:solidFill>
                <a:schemeClr val="bg1"/>
              </a:solidFill>
            </a:endParaRPr>
          </a:p>
        </p:txBody>
      </p:sp>
      <p:sp>
        <p:nvSpPr>
          <p:cNvPr id="51" name="Text Placeholder 145">
            <a:extLst>
              <a:ext uri="{FF2B5EF4-FFF2-40B4-BE49-F238E27FC236}">
                <a16:creationId xmlns:a16="http://schemas.microsoft.com/office/drawing/2014/main" id="{6289AEFC-1DCC-474D-AECB-2478B8CC28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1989" y="2571750"/>
            <a:ext cx="1551533" cy="1977579"/>
          </a:xfrm>
        </p:spPr>
        <p:txBody>
          <a:bodyPr lIns="91440" tIns="0" rIns="91440" bIns="91440">
            <a:normAutofit/>
          </a:bodyPr>
          <a:lstStyle>
            <a:lvl1pPr marL="0" indent="0" algn="ctr">
              <a:buNone/>
              <a:defRPr sz="900"/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/>
              <a:t>Type response here.</a:t>
            </a:r>
          </a:p>
        </p:txBody>
      </p:sp>
      <p:sp>
        <p:nvSpPr>
          <p:cNvPr id="52" name="Text Placeholder 145">
            <a:extLst>
              <a:ext uri="{FF2B5EF4-FFF2-40B4-BE49-F238E27FC236}">
                <a16:creationId xmlns:a16="http://schemas.microsoft.com/office/drawing/2014/main" id="{68389D3B-B79B-4A58-B259-71A72A0F9F8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10680" y="2571750"/>
            <a:ext cx="1551533" cy="1977579"/>
          </a:xfrm>
        </p:spPr>
        <p:txBody>
          <a:bodyPr lIns="91440" tIns="0" rIns="91440" bIns="91440">
            <a:normAutofit/>
          </a:bodyPr>
          <a:lstStyle>
            <a:lvl1pPr marL="0" indent="0" algn="ctr">
              <a:buNone/>
              <a:defRPr sz="900"/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/>
              <a:t>Type response here.</a:t>
            </a:r>
          </a:p>
        </p:txBody>
      </p:sp>
      <p:sp>
        <p:nvSpPr>
          <p:cNvPr id="53" name="Text Placeholder 145">
            <a:extLst>
              <a:ext uri="{FF2B5EF4-FFF2-40B4-BE49-F238E27FC236}">
                <a16:creationId xmlns:a16="http://schemas.microsoft.com/office/drawing/2014/main" id="{4A228E89-0C2C-4C0B-9DEE-0498502060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512325" y="2571750"/>
            <a:ext cx="1551533" cy="1977579"/>
          </a:xfrm>
        </p:spPr>
        <p:txBody>
          <a:bodyPr lIns="91440" tIns="0" rIns="91440" bIns="91440">
            <a:normAutofit/>
          </a:bodyPr>
          <a:lstStyle>
            <a:lvl1pPr marL="0" indent="0" algn="ctr">
              <a:buNone/>
              <a:defRPr sz="900"/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/>
              <a:t>Type response here.</a:t>
            </a:r>
          </a:p>
        </p:txBody>
      </p:sp>
      <p:sp>
        <p:nvSpPr>
          <p:cNvPr id="54" name="Text Placeholder 145">
            <a:extLst>
              <a:ext uri="{FF2B5EF4-FFF2-40B4-BE49-F238E27FC236}">
                <a16:creationId xmlns:a16="http://schemas.microsoft.com/office/drawing/2014/main" id="{B3B650E2-F9FA-44A9-B427-DF0CC782797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13970" y="2571750"/>
            <a:ext cx="1551533" cy="1977579"/>
          </a:xfrm>
        </p:spPr>
        <p:txBody>
          <a:bodyPr lIns="91440" tIns="0" rIns="91440" bIns="91440">
            <a:normAutofit/>
          </a:bodyPr>
          <a:lstStyle>
            <a:lvl1pPr marL="0" indent="0" algn="ctr">
              <a:buNone/>
              <a:defRPr sz="900"/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/>
              <a:t>Type response here.</a:t>
            </a:r>
          </a:p>
        </p:txBody>
      </p:sp>
      <p:sp>
        <p:nvSpPr>
          <p:cNvPr id="55" name="Text Placeholder 145">
            <a:extLst>
              <a:ext uri="{FF2B5EF4-FFF2-40B4-BE49-F238E27FC236}">
                <a16:creationId xmlns:a16="http://schemas.microsoft.com/office/drawing/2014/main" id="{86F74E4B-A560-484F-9633-25052C4919E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25477" y="2571750"/>
            <a:ext cx="1551533" cy="1977579"/>
          </a:xfrm>
        </p:spPr>
        <p:txBody>
          <a:bodyPr lIns="91440" tIns="0" rIns="91440" bIns="91440">
            <a:normAutofit/>
          </a:bodyPr>
          <a:lstStyle>
            <a:lvl1pPr marL="0" indent="0" algn="ctr">
              <a:buNone/>
              <a:defRPr sz="900"/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/>
              <a:t>Type response here.</a:t>
            </a:r>
          </a:p>
        </p:txBody>
      </p:sp>
      <p:sp>
        <p:nvSpPr>
          <p:cNvPr id="11" name="Text Placeholder 145">
            <a:extLst>
              <a:ext uri="{FF2B5EF4-FFF2-40B4-BE49-F238E27FC236}">
                <a16:creationId xmlns:a16="http://schemas.microsoft.com/office/drawing/2014/main" id="{2870B7D9-B22B-C1CD-84CD-6AC3B4AB53F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1989" y="1938151"/>
            <a:ext cx="1551533" cy="560781"/>
          </a:xfrm>
        </p:spPr>
        <p:txBody>
          <a:bodyPr lIns="91440" tIns="0" rIns="91440" bIns="91440">
            <a:normAutofit/>
          </a:bodyPr>
          <a:lstStyle>
            <a:lvl1pPr marL="0" indent="0" algn="ctr">
              <a:lnSpc>
                <a:spcPct val="90000"/>
              </a:lnSpc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marL="0" lvl="2" indent="0" algn="ctr" defTabSz="121889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+mj-lt"/>
              <a:buNone/>
              <a:tabLst/>
              <a:defRPr/>
            </a:pPr>
            <a:r>
              <a:rPr lang="en-US" sz="900" b="1" i="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Add topic or question here in Arial Bold 9pt.</a:t>
            </a:r>
          </a:p>
        </p:txBody>
      </p:sp>
      <p:sp>
        <p:nvSpPr>
          <p:cNvPr id="44" name="Text Placeholder 145">
            <a:extLst>
              <a:ext uri="{FF2B5EF4-FFF2-40B4-BE49-F238E27FC236}">
                <a16:creationId xmlns:a16="http://schemas.microsoft.com/office/drawing/2014/main" id="{E7134D79-D258-DDE5-5C56-854E99A4396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25477" y="1938151"/>
            <a:ext cx="1551533" cy="560781"/>
          </a:xfrm>
        </p:spPr>
        <p:txBody>
          <a:bodyPr lIns="91440" tIns="0" rIns="91440" bIns="91440">
            <a:normAutofit/>
          </a:bodyPr>
          <a:lstStyle>
            <a:lvl1pPr marL="0" indent="0" algn="ctr">
              <a:lnSpc>
                <a:spcPct val="90000"/>
              </a:lnSpc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marL="0" lvl="2" indent="0" algn="ctr" defTabSz="121889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+mj-lt"/>
              <a:buNone/>
              <a:tabLst/>
              <a:defRPr/>
            </a:pPr>
            <a:r>
              <a:rPr lang="en-US" sz="900" b="1" i="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Add topic or question here in Arial Bold 9pt.</a:t>
            </a:r>
          </a:p>
        </p:txBody>
      </p:sp>
      <p:sp>
        <p:nvSpPr>
          <p:cNvPr id="45" name="Text Placeholder 145">
            <a:extLst>
              <a:ext uri="{FF2B5EF4-FFF2-40B4-BE49-F238E27FC236}">
                <a16:creationId xmlns:a16="http://schemas.microsoft.com/office/drawing/2014/main" id="{59150BF6-3EEA-2028-6208-5087E8312EF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809803" y="1938151"/>
            <a:ext cx="1551533" cy="560781"/>
          </a:xfrm>
        </p:spPr>
        <p:txBody>
          <a:bodyPr lIns="91440" tIns="0" rIns="91440" bIns="91440">
            <a:normAutofit/>
          </a:bodyPr>
          <a:lstStyle>
            <a:lvl1pPr marL="0" indent="0" algn="ctr">
              <a:lnSpc>
                <a:spcPct val="90000"/>
              </a:lnSpc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marL="0" lvl="2" indent="0" algn="ctr" defTabSz="121889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+mj-lt"/>
              <a:buNone/>
              <a:tabLst/>
              <a:defRPr/>
            </a:pPr>
            <a:r>
              <a:rPr lang="en-US" sz="900" b="1" i="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Add topic or question here in Arial Bold 9pt.</a:t>
            </a:r>
          </a:p>
        </p:txBody>
      </p:sp>
      <p:sp>
        <p:nvSpPr>
          <p:cNvPr id="46" name="Text Placeholder 145">
            <a:extLst>
              <a:ext uri="{FF2B5EF4-FFF2-40B4-BE49-F238E27FC236}">
                <a16:creationId xmlns:a16="http://schemas.microsoft.com/office/drawing/2014/main" id="{FF5C6216-8D4E-B84B-FB1F-A814B3C1C71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12325" y="1938151"/>
            <a:ext cx="1551533" cy="560781"/>
          </a:xfrm>
        </p:spPr>
        <p:txBody>
          <a:bodyPr lIns="91440" tIns="0" rIns="91440" bIns="91440">
            <a:normAutofit/>
          </a:bodyPr>
          <a:lstStyle>
            <a:lvl1pPr marL="0" indent="0" algn="ctr">
              <a:lnSpc>
                <a:spcPct val="90000"/>
              </a:lnSpc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marL="0" lvl="2" indent="0" algn="ctr" defTabSz="121889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+mj-lt"/>
              <a:buNone/>
              <a:tabLst/>
              <a:defRPr/>
            </a:pPr>
            <a:r>
              <a:rPr lang="en-US" sz="900" b="1" i="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Add topic or question here in Arial Bold 9pt.</a:t>
            </a:r>
          </a:p>
        </p:txBody>
      </p:sp>
      <p:sp>
        <p:nvSpPr>
          <p:cNvPr id="47" name="Text Placeholder 145">
            <a:extLst>
              <a:ext uri="{FF2B5EF4-FFF2-40B4-BE49-F238E27FC236}">
                <a16:creationId xmlns:a16="http://schemas.microsoft.com/office/drawing/2014/main" id="{5D0A2A7C-C42F-414C-E98D-7FC28B73064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212357" y="1938151"/>
            <a:ext cx="1551533" cy="560781"/>
          </a:xfrm>
        </p:spPr>
        <p:txBody>
          <a:bodyPr lIns="91440" tIns="0" rIns="91440" bIns="91440">
            <a:normAutofit/>
          </a:bodyPr>
          <a:lstStyle>
            <a:lvl1pPr marL="0" indent="0" algn="ctr">
              <a:lnSpc>
                <a:spcPct val="90000"/>
              </a:lnSpc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marL="0" lvl="2" indent="0" algn="ctr" defTabSz="121889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+mj-lt"/>
              <a:buNone/>
              <a:tabLst/>
              <a:defRPr/>
            </a:pPr>
            <a:r>
              <a:rPr lang="en-US" sz="900" b="1" i="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Add topic or question here in Arial Bold 9pt.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CF3D1E4D-5DE0-0F4A-F722-2CAE977DD50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802D7D-7A0A-ABEA-C80D-BA7F29B53FEB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4582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 Headline w Image -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4D1C187-0654-DD4B-B6ED-23DB7B18F7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45475" y="4739835"/>
            <a:ext cx="711200" cy="268304"/>
          </a:xfrm>
          <a:prstGeom prst="rect">
            <a:avLst/>
          </a:prstGeom>
          <a:noFill/>
        </p:spPr>
      </p:pic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5C34F49-CB50-124E-8911-B86AA005D9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854" y="250372"/>
            <a:ext cx="3960256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A40FDD5D-0E75-6A46-9702-74AC0BA1C5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444501"/>
            <a:ext cx="3960256" cy="1889124"/>
          </a:xfrm>
        </p:spPr>
        <p:txBody>
          <a:bodyPr>
            <a:noAutofit/>
          </a:bodyPr>
          <a:lstStyle>
            <a:lvl1pPr>
              <a:defRPr sz="4800" spc="-1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in Arial Bold 48pt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DFA4844F-AD3C-2D46-9784-9D7BC8A19B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53712" y="0"/>
            <a:ext cx="4590288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Background Image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DB6A547-D383-CD4D-9A31-701C037BAB6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854" y="2509838"/>
            <a:ext cx="3960256" cy="859871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(optional) in Arial Regular 14pt.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8B7BF53-129F-12D9-26D2-5DEEF84E4D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713005-16B6-359C-FD4B-94385B7DC2A3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3832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 Headline w Image Rev -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3D015CC-B433-774E-9371-B1C0510F9F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8319" y="2509838"/>
            <a:ext cx="3960256" cy="859871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1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Subhead (optional) in Arial Regular 14pt.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5C34F49-CB50-124E-8911-B86AA005D9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58101" y="250372"/>
            <a:ext cx="3960256" cy="167013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1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A40FDD5D-0E75-6A46-9702-74AC0BA1C5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8319" y="444501"/>
            <a:ext cx="3960256" cy="1851024"/>
          </a:xfrm>
        </p:spPr>
        <p:txBody>
          <a:bodyPr>
            <a:noAutofit/>
          </a:bodyPr>
          <a:lstStyle>
            <a:lvl1pPr>
              <a:defRPr sz="4800" spc="-1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in Arial Bold 48pt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DFA4844F-AD3C-2D46-9784-9D7BC8A19B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18288" y="0"/>
            <a:ext cx="4590288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Background Image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B7FBBB-23AD-BA4E-99F5-45EFF0A025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45475" y="4739835"/>
            <a:ext cx="711200" cy="268304"/>
          </a:xfrm>
          <a:prstGeom prst="rect">
            <a:avLst/>
          </a:prstGeom>
          <a:noFill/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153D343-C0AB-264C-3CAC-C86B962D6AA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D3632B-6644-BB47-3EF1-2AAA876F49EB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5990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 Headline w Imag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CB8F768-BDFE-8743-A7CD-33119B2DB7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3D015CC-B433-774E-9371-B1C0510F9F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854" y="2509838"/>
            <a:ext cx="3960256" cy="859871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 (optional) in Arial Regular 14pt.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5C34F49-CB50-124E-8911-B86AA005D9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854" y="250372"/>
            <a:ext cx="3960256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A40FDD5D-0E75-6A46-9702-74AC0BA1C5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444501"/>
            <a:ext cx="3960256" cy="1851024"/>
          </a:xfrm>
        </p:spPr>
        <p:txBody>
          <a:bodyPr>
            <a:noAutofit/>
          </a:bodyPr>
          <a:lstStyle>
            <a:lvl1pPr>
              <a:defRPr sz="48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Headline in Arial Bold 48pt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DFA4844F-AD3C-2D46-9784-9D7BC8A19B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53712" y="0"/>
            <a:ext cx="4590288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Background Image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04D229C-F2F8-97D3-1423-AB1EBB0085D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54F90B-AD14-68B9-3A9B-1DBE111FC6FC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2782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 Headline w Image Rev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5C34F49-CB50-124E-8911-B86AA005D9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58320" y="250372"/>
            <a:ext cx="3960256" cy="167013"/>
          </a:xfrm>
        </p:spPr>
        <p:txBody>
          <a:bodyPr lIns="36576" anchor="t" anchorCtr="0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A40FDD5D-0E75-6A46-9702-74AC0BA1C5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8319" y="444501"/>
            <a:ext cx="3960256" cy="1851024"/>
          </a:xfrm>
        </p:spPr>
        <p:txBody>
          <a:bodyPr anchor="t" anchorCtr="0">
            <a:noAutofit/>
          </a:bodyPr>
          <a:lstStyle>
            <a:lvl1pPr>
              <a:defRPr sz="48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Headline in Arial Bold 48pt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DFA4844F-AD3C-2D46-9784-9D7BC8A19B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18288" y="0"/>
            <a:ext cx="4590288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Background Image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68485A-0B71-8046-99C3-C347F08F90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F61E08D-102A-EE40-AF92-46810987554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8319" y="2509838"/>
            <a:ext cx="3960256" cy="859871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buNone/>
              <a:defRPr sz="1400" b="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n-US"/>
              <a:t>Subhead (optional) in Arial Regular 14pt.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D6335F6-11AF-C888-9311-711D4DE7B61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FA8822-393A-FB7A-B1DE-23CF3AC0C102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45770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25C31A35-FE09-294F-864A-B52539B93E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854" y="250372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08E47A-1C17-C94D-9D44-2D5E8879C1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7" name="Title 7">
            <a:extLst>
              <a:ext uri="{FF2B5EF4-FFF2-40B4-BE49-F238E27FC236}">
                <a16:creationId xmlns:a16="http://schemas.microsoft.com/office/drawing/2014/main" id="{55D6CC5B-DB7C-A048-A30A-4A3013892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445961"/>
            <a:ext cx="8470293" cy="506940"/>
          </a:xfrm>
        </p:spPr>
        <p:txBody>
          <a:bodyPr>
            <a:noAutofit/>
          </a:bodyPr>
          <a:lstStyle/>
          <a:p>
            <a:r>
              <a:rPr lang="en-US"/>
              <a:t>Headline in Arial Bold 32pt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7EE237D-6787-83C1-F592-2E543D1CAD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0A27B9-E519-7551-5441-B57CA2D2032E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8300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Title +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73B509CF-67CB-E74E-B0E3-8363C12D9A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6854" y="250372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733D5B-F89B-E945-B8D8-2E3894FB1D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142741E-FD3D-CC41-8E2A-FA36FF61A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3" y="445961"/>
            <a:ext cx="8470293" cy="506940"/>
          </a:xfrm>
        </p:spPr>
        <p:txBody>
          <a:bodyPr>
            <a:noAutofit/>
          </a:bodyPr>
          <a:lstStyle/>
          <a:p>
            <a:r>
              <a:rPr lang="en-US"/>
              <a:t>Headline in Arial Bold 32pt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F1039B8C-C352-CC4F-A86A-90D14E68C29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6853" y="962227"/>
            <a:ext cx="8470293" cy="432307"/>
          </a:xfr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 (optional) in Arial 20pt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F687F221-42DE-FE8D-380B-A926FA62F73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34C063-70B6-87AE-193E-7471D1900EF7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9580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5E8097F4-C799-6F48-A808-4526AA9AD05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6855" y="1497091"/>
            <a:ext cx="5721045" cy="3113410"/>
          </a:xfrm>
        </p:spPr>
        <p:txBody>
          <a:bodyPr/>
          <a:lstStyle/>
          <a:p>
            <a:pPr lvl="0"/>
            <a:r>
              <a:rPr lang="en-US"/>
              <a:t>Bullet and copy set in Arial Regular 14pt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7B770F4C-DD91-E444-956B-16715B52D2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6853" y="962227"/>
            <a:ext cx="8470293" cy="432307"/>
          </a:xfr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 (optional) in Arial 20pt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690522F-9C57-0D40-AA23-D8959DECD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445961"/>
            <a:ext cx="8470293" cy="506940"/>
          </a:xfrm>
        </p:spPr>
        <p:txBody>
          <a:bodyPr>
            <a:noAutofit/>
          </a:bodyPr>
          <a:lstStyle/>
          <a:p>
            <a:r>
              <a:rPr lang="en-US"/>
              <a:t>Headline in Arial Bold 32pt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0A9C089A-1AF8-A147-8956-6641C8A538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854" y="250372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3406CE-F2B3-6B46-AEAA-2B50F21E6C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1E37E82-7753-8D06-8D6A-B7C7DDB8DB6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374F21-8543-8FA3-4812-BA46835B4F6D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7791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1 Full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5E8097F4-C799-6F48-A808-4526AA9AD05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6855" y="1497091"/>
            <a:ext cx="8470291" cy="3113410"/>
          </a:xfrm>
        </p:spPr>
        <p:txBody>
          <a:bodyPr/>
          <a:lstStyle/>
          <a:p>
            <a:pPr lvl="0"/>
            <a:r>
              <a:rPr lang="en-US"/>
              <a:t>Bullet and copy set in Arial Regular 14pt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7B770F4C-DD91-E444-956B-16715B52D2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6854" y="962227"/>
            <a:ext cx="8470292" cy="432307"/>
          </a:xfr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 (optional) in Arial 20pt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690522F-9C57-0D40-AA23-D8959DECD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445961"/>
            <a:ext cx="8470293" cy="506940"/>
          </a:xfrm>
        </p:spPr>
        <p:txBody>
          <a:bodyPr>
            <a:noAutofit/>
          </a:bodyPr>
          <a:lstStyle/>
          <a:p>
            <a:r>
              <a:rPr lang="en-US"/>
              <a:t>Headline in Arial Bold 32pt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0A9C089A-1AF8-A147-8956-6641C8A538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854" y="250372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3406CE-F2B3-6B46-AEAA-2B50F21E6C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470FDA3-CA47-5DAC-8FD4-9DB393424FD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06606F-FD09-7555-CB48-B84D224E772C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1522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 50/50 SPLIT: COPY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CD04829-9CCA-BC44-A025-DCD4970800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5C6A5818-4520-DC46-A993-B6307A75C6B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553712" y="0"/>
            <a:ext cx="4590288" cy="5143500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Background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01E2D4-E5E3-A941-882E-26E2775F56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445960"/>
            <a:ext cx="3960256" cy="820131"/>
          </a:xfrm>
        </p:spPr>
        <p:txBody>
          <a:bodyPr>
            <a:noAutofit/>
          </a:bodyPr>
          <a:lstStyle/>
          <a:p>
            <a:r>
              <a:rPr lang="en-US"/>
              <a:t>Headline in Arial Bold 32pt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8902F678-AE77-4543-972F-AB392B6679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854" y="250372"/>
            <a:ext cx="3960256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B900571-19D3-CA44-87E5-211E5D59553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6854" y="2029767"/>
            <a:ext cx="3960256" cy="96085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5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ABD7BD3B-38EA-A9DD-1FEA-87FCA1A928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B4935D-EE7E-55A7-5480-9B730D9A4563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22514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5/75 Split Copy - Lt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274BA1-D24B-414C-843E-FE53AA6BF4B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222625" y="833438"/>
            <a:ext cx="5570538" cy="3854450"/>
          </a:xfrm>
        </p:spPr>
        <p:txBody>
          <a:bodyPr/>
          <a:lstStyle/>
          <a:p>
            <a:pPr lvl="0"/>
            <a:r>
              <a:rPr lang="en-US"/>
              <a:t>Bullet and copy set in Arial Regular 14pt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CFC773-F767-6342-9325-0D986DCC7695}"/>
              </a:ext>
            </a:extLst>
          </p:cNvPr>
          <p:cNvSpPr/>
          <p:nvPr userDrawn="1"/>
        </p:nvSpPr>
        <p:spPr>
          <a:xfrm>
            <a:off x="-4838" y="0"/>
            <a:ext cx="3043008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indent="0">
              <a:buNone/>
            </a:pPr>
            <a:endParaRPr lang="en-US" baseline="300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01E2D4-E5E3-A941-882E-26E2775F56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445961"/>
            <a:ext cx="2528272" cy="1240338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Headline in Arial Bold 32pt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8902F678-AE77-4543-972F-AB392B6679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854" y="250372"/>
            <a:ext cx="2528272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IN ARIAL 8PT ALL CAPS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FCBEBEA0-AE00-454D-91AD-A0147568C3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23260" y="451901"/>
            <a:ext cx="5570252" cy="327125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Title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3379ABE-94A4-0C4D-9E85-0C245A9EF1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6562854E-714A-CB4A-98D4-EEE83B5B4E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854" y="1803807"/>
            <a:ext cx="2516479" cy="409491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1400" b="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Subhead (optional) in Arial Regular 14pt.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4291A63-85A3-E293-D493-41515F31754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C62FAD-0715-6868-2F45-635D715469D0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254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5/75 Split Copy - 2 Col - Lt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ACFC773-F767-6342-9325-0D986DCC7695}"/>
              </a:ext>
            </a:extLst>
          </p:cNvPr>
          <p:cNvSpPr/>
          <p:nvPr userDrawn="1"/>
        </p:nvSpPr>
        <p:spPr>
          <a:xfrm>
            <a:off x="-4838" y="0"/>
            <a:ext cx="3043008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indent="0">
              <a:buNone/>
            </a:pPr>
            <a:endParaRPr lang="en-US" baseline="30000">
              <a:solidFill>
                <a:schemeClr val="bg1"/>
              </a:solidFill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E82B8A21-2630-C345-BA8E-FBF48464CC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3260" y="832927"/>
            <a:ext cx="2697480" cy="3854508"/>
          </a:xfrm>
        </p:spPr>
        <p:txBody>
          <a:bodyPr>
            <a:noAutofit/>
          </a:bodyPr>
          <a:lstStyle/>
          <a:p>
            <a:pPr lvl="0"/>
            <a:r>
              <a:rPr lang="en-US"/>
              <a:t>Bullet and copy set in Arial Regular 14pt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FCBEBEA0-AE00-454D-91AD-A0147568C3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17227" y="451901"/>
            <a:ext cx="2697480" cy="327125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headline 1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2573C5FA-8986-7E48-BA15-697C84EC77C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5832" y="451901"/>
            <a:ext cx="2697480" cy="327125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headline 2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4CD09E90-7BC7-5A44-8DBC-0C070E12601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17038" y="832927"/>
            <a:ext cx="2697480" cy="3854508"/>
          </a:xfrm>
        </p:spPr>
        <p:txBody>
          <a:bodyPr>
            <a:noAutofit/>
          </a:bodyPr>
          <a:lstStyle/>
          <a:p>
            <a:pPr lvl="0"/>
            <a:r>
              <a:rPr lang="en-US"/>
              <a:t>Bullet and copy set in Arial Regular 14pt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936A973-6748-5C4C-BDAC-0AC83230B9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DC84F014-346B-6948-A99E-3300DD9650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445961"/>
            <a:ext cx="2528272" cy="1240338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Headline in Arial Bold 32pt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7D376C5-A654-1845-B494-0BEA76037B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854" y="250372"/>
            <a:ext cx="2528272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IN ARIAL 8PT ALL CAPS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1274BD85-7703-5F45-861A-051D819816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854" y="1803807"/>
            <a:ext cx="2516479" cy="409491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1400" b="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Subhead (optional) in Arial Regular 14pt.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341A797-A557-3ADB-92D0-5A087C6096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E56E06-7BFD-358F-AFF1-D614C38E0B8F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2367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5/75 Split Copy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ACFC773-F767-6342-9325-0D986DCC7695}"/>
              </a:ext>
            </a:extLst>
          </p:cNvPr>
          <p:cNvSpPr/>
          <p:nvPr userDrawn="1"/>
        </p:nvSpPr>
        <p:spPr>
          <a:xfrm>
            <a:off x="-1584" y="0"/>
            <a:ext cx="3043008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indent="0">
              <a:buNone/>
            </a:pPr>
            <a:endParaRPr lang="en-US" baseline="30000">
              <a:solidFill>
                <a:schemeClr val="bg1"/>
              </a:solidFill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FCBEBEA0-AE00-454D-91AD-A0147568C3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23260" y="451901"/>
            <a:ext cx="5570252" cy="327125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Title styles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CA0124-A8E8-C64D-8829-7AA6050DC3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714343EE-E8F7-B047-9FE4-1C8C97587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445961"/>
            <a:ext cx="2528272" cy="1240338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Headline in Arial Bold 32pt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5CBA3050-1ACA-FE47-AFA6-F7727EEDC9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854" y="250372"/>
            <a:ext cx="2528272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IN ARIAL 8PT ALL CAPS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B4E0D65-6C7F-4A48-88B5-CCDA53444D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854" y="1803807"/>
            <a:ext cx="2516479" cy="409491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1400" b="0" spc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Subhead (optional) in Arial Regular 14pt.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044A8B92-BF4A-D84C-A393-37E496132A8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222625" y="833438"/>
            <a:ext cx="5570538" cy="3854450"/>
          </a:xfrm>
        </p:spPr>
        <p:txBody>
          <a:bodyPr/>
          <a:lstStyle/>
          <a:p>
            <a:pPr lvl="0"/>
            <a:r>
              <a:rPr lang="en-US"/>
              <a:t>Bullet and copy set in Arial Regular 14pt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DA39F8E-3747-98C7-123C-76DF3F4453A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46C8B4-5708-CC21-B0A0-57C798026741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833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5/75 Split Copy - 2 Col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ACFC773-F767-6342-9325-0D986DCC7695}"/>
              </a:ext>
            </a:extLst>
          </p:cNvPr>
          <p:cNvSpPr/>
          <p:nvPr userDrawn="1"/>
        </p:nvSpPr>
        <p:spPr>
          <a:xfrm>
            <a:off x="-4838" y="0"/>
            <a:ext cx="3043008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indent="0">
              <a:buNone/>
            </a:pPr>
            <a:endParaRPr lang="en-US" baseline="30000">
              <a:solidFill>
                <a:schemeClr val="bg1"/>
              </a:solidFill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E82B8A21-2630-C345-BA8E-FBF48464CC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3260" y="832927"/>
            <a:ext cx="2697480" cy="3854508"/>
          </a:xfrm>
        </p:spPr>
        <p:txBody>
          <a:bodyPr>
            <a:noAutofit/>
          </a:bodyPr>
          <a:lstStyle/>
          <a:p>
            <a:pPr lvl="0"/>
            <a:r>
              <a:rPr lang="en-US"/>
              <a:t>Bullet and copy set in Arial Regular 14pt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4CD09E90-7BC7-5A44-8DBC-0C070E12601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17038" y="832927"/>
            <a:ext cx="2697480" cy="3854508"/>
          </a:xfrm>
        </p:spPr>
        <p:txBody>
          <a:bodyPr>
            <a:noAutofit/>
          </a:bodyPr>
          <a:lstStyle/>
          <a:p>
            <a:pPr lvl="0"/>
            <a:r>
              <a:rPr lang="en-US"/>
              <a:t>Bullet and copy set in Arial Regular 14pt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985EA2C-A60F-B943-B63B-D7FB4617AB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8F7A9487-1F18-BF48-8C37-E1F09DA2C9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17227" y="451901"/>
            <a:ext cx="2697480" cy="327125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headline 1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6A882915-F0F0-C14F-928B-83840593C8E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5832" y="451901"/>
            <a:ext cx="2697480" cy="327125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headline 2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EEF1CC4-7294-0D40-9E36-B1901FC5C8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445961"/>
            <a:ext cx="2528272" cy="1240338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Headline in Arial Bold 32pt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8765F5D9-52A6-7844-8C9C-EA6038517B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854" y="250372"/>
            <a:ext cx="2528272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IN ARIAL 8PT ALL CAPS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4F9223B1-5096-BC45-90A3-C8DE9D365D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854" y="1803807"/>
            <a:ext cx="2516479" cy="409491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1400" b="0" spc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Subhead (optional) in Arial Regular 14pt.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C884D8A-5C98-3EE7-B0F5-67E83601309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D15BAA-F2FD-602F-917D-8567FD3E2A2C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5286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1 Column w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4C2EB25-3A5F-FF4F-97EF-668457FD34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5C6A5818-4520-DC46-A993-B6307A75C6B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0" y="0"/>
            <a:ext cx="3048000" cy="5143500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Background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01E2D4-E5E3-A941-882E-26E2775F56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445961"/>
            <a:ext cx="5576037" cy="587676"/>
          </a:xfrm>
        </p:spPr>
        <p:txBody>
          <a:bodyPr>
            <a:noAutofit/>
          </a:bodyPr>
          <a:lstStyle/>
          <a:p>
            <a:r>
              <a:rPr lang="en-US"/>
              <a:t>Headline in Arial Bold 32pt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8902F678-AE77-4543-972F-AB392B6679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854" y="250372"/>
            <a:ext cx="5576037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FDEDE54B-806D-5A44-BF98-74CD9AAAA40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6854" y="962227"/>
            <a:ext cx="5576037" cy="432307"/>
          </a:xfr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 (optional) in Arial 20pt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41422AE6-28A5-9A49-9C92-1CDDD2487DCB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336856" y="1497091"/>
            <a:ext cx="5576036" cy="3113410"/>
          </a:xfrm>
        </p:spPr>
        <p:txBody>
          <a:bodyPr/>
          <a:lstStyle/>
          <a:p>
            <a:pPr lvl="0"/>
            <a:r>
              <a:rPr lang="en-US"/>
              <a:t>Bullet and copy set in Arial Regular 14pt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2EB197C-42AC-9225-6A0A-30D56DAC54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8A5E5D-2130-138C-D349-15F1BDBE12B7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03491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B0002878-FAD3-0D40-B684-B50431177C0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36854" y="1834771"/>
            <a:ext cx="4133086" cy="2775729"/>
          </a:xfrm>
        </p:spPr>
        <p:txBody>
          <a:bodyPr>
            <a:noAutofit/>
          </a:bodyPr>
          <a:lstStyle>
            <a:lvl1pPr marL="117475" indent="-117475">
              <a:buFont typeface="Arial" panose="020B0604020202020204" pitchFamily="34" charset="0"/>
              <a:buChar char="•"/>
              <a:tabLst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F060F1-F024-AD44-AD87-189B3710AA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854" y="1497091"/>
            <a:ext cx="4133085" cy="327125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headline 1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B1AF30D-4F95-9744-8D0B-50BD8957B33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673684" y="1834771"/>
            <a:ext cx="4133086" cy="2775729"/>
          </a:xfrm>
        </p:spPr>
        <p:txBody>
          <a:bodyPr>
            <a:noAutofit/>
          </a:bodyPr>
          <a:lstStyle>
            <a:lvl1pPr marL="117475" indent="-117475">
              <a:buFont typeface="Arial" panose="020B0604020202020204" pitchFamily="34" charset="0"/>
              <a:buChar char="•"/>
              <a:tabLst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3CF56CA4-0507-154B-A50A-FFD2995AC09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673685" y="1497091"/>
            <a:ext cx="4133085" cy="327125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headline 2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35C04F-CBC9-044F-B396-0EF900FB9F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0764EB60-86D2-CA41-B458-D8C6927A860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6854" y="962227"/>
            <a:ext cx="8469916" cy="432307"/>
          </a:xfr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 (optional) in Arial 20pt</a:t>
            </a:r>
          </a:p>
        </p:txBody>
      </p:sp>
      <p:sp>
        <p:nvSpPr>
          <p:cNvPr id="15" name="Title 7">
            <a:extLst>
              <a:ext uri="{FF2B5EF4-FFF2-40B4-BE49-F238E27FC236}">
                <a16:creationId xmlns:a16="http://schemas.microsoft.com/office/drawing/2014/main" id="{E348B974-0008-274D-91E1-67A1455769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445961"/>
            <a:ext cx="8469916" cy="506940"/>
          </a:xfrm>
        </p:spPr>
        <p:txBody>
          <a:bodyPr>
            <a:noAutofit/>
          </a:bodyPr>
          <a:lstStyle/>
          <a:p>
            <a:r>
              <a:rPr lang="en-US"/>
              <a:t>Headline in Arial Bold 32pt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22BE221B-A4C4-E548-AF8D-D63E2C6908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854" y="250372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1FA8C86-4E41-B540-0B14-633AE5CE427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17941E-551A-4FF3-EF19-3E7CAEE0D779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32147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 Column w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4C2EB25-3A5F-FF4F-97EF-668457FD34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5C6A5818-4520-DC46-A993-B6307A75C6B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0" y="0"/>
            <a:ext cx="3048000" cy="5143500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Background Image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8902F678-AE77-4543-972F-AB392B6679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854" y="250372"/>
            <a:ext cx="5576037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3DCBCE08-7ED1-6448-BB04-6AEBF9168D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854" y="1777013"/>
            <a:ext cx="2697480" cy="2794987"/>
          </a:xfrm>
        </p:spPr>
        <p:txBody>
          <a:bodyPr>
            <a:noAutofit/>
          </a:bodyPr>
          <a:lstStyle/>
          <a:p>
            <a:pPr lvl="0"/>
            <a:r>
              <a:rPr lang="en-US"/>
              <a:t>Bullet and copy set in Arial Regular 14pt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E1BA862-9265-7049-8D5E-55B0A85892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854" y="1374723"/>
            <a:ext cx="2697480" cy="327125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headline 1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9EE868FB-99C7-DA49-8CE7-B585813918C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7300" y="1374723"/>
            <a:ext cx="2697480" cy="327125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headline 2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C6CD162-0619-E24B-8BBF-468991FB3A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2473" y="1777013"/>
            <a:ext cx="2697480" cy="2794987"/>
          </a:xfrm>
        </p:spPr>
        <p:txBody>
          <a:bodyPr>
            <a:noAutofit/>
          </a:bodyPr>
          <a:lstStyle/>
          <a:p>
            <a:pPr lvl="0"/>
            <a:r>
              <a:rPr lang="en-US"/>
              <a:t>Bullet and copy set in Arial Regular 14pt</a:t>
            </a:r>
          </a:p>
        </p:txBody>
      </p:sp>
      <p:sp>
        <p:nvSpPr>
          <p:cNvPr id="16" name="Title 7">
            <a:extLst>
              <a:ext uri="{FF2B5EF4-FFF2-40B4-BE49-F238E27FC236}">
                <a16:creationId xmlns:a16="http://schemas.microsoft.com/office/drawing/2014/main" id="{23284763-019C-2F46-A596-041F9C255F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445961"/>
            <a:ext cx="5587926" cy="506940"/>
          </a:xfrm>
        </p:spPr>
        <p:txBody>
          <a:bodyPr>
            <a:noAutofit/>
          </a:bodyPr>
          <a:lstStyle/>
          <a:p>
            <a:r>
              <a:rPr lang="en-US"/>
              <a:t>Headline in Arial Bold 32pt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8C7DEE0-155C-7D81-688E-30BD39EBE75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7773E6-E845-C9FD-8B5D-DA871B484DC5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4430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B0002878-FAD3-0D40-B684-B50431177C0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36854" y="1834771"/>
            <a:ext cx="2697480" cy="2775729"/>
          </a:xfrm>
        </p:spPr>
        <p:txBody>
          <a:bodyPr>
            <a:noAutofit/>
          </a:bodyPr>
          <a:lstStyle>
            <a:lvl1pPr marL="117475" indent="-117475">
              <a:buFont typeface="Arial" panose="020B0604020202020204" pitchFamily="34" charset="0"/>
              <a:buChar char="•"/>
              <a:tabLst/>
              <a:defRPr/>
            </a:lvl1pPr>
          </a:lstStyle>
          <a:p>
            <a:pPr lvl="0"/>
            <a:r>
              <a:rPr lang="en-US"/>
              <a:t>Bullet and copy set in Arial Regular 14pt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F060F1-F024-AD44-AD87-189B3710AA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854" y="1497091"/>
            <a:ext cx="2697479" cy="327125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headline 1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38E0D23-48AC-3C4C-93FB-D01C3166323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23993" y="1834771"/>
            <a:ext cx="2697480" cy="2775729"/>
          </a:xfrm>
        </p:spPr>
        <p:txBody>
          <a:bodyPr>
            <a:noAutofit/>
          </a:bodyPr>
          <a:lstStyle>
            <a:lvl1pPr marL="117475" indent="-117475">
              <a:buFont typeface="Arial" panose="020B0604020202020204" pitchFamily="34" charset="0"/>
              <a:buChar char="•"/>
              <a:tabLst/>
              <a:defRPr/>
            </a:lvl1pPr>
          </a:lstStyle>
          <a:p>
            <a:pPr lvl="0"/>
            <a:r>
              <a:rPr lang="en-US"/>
              <a:t>Bullet and copy set in Arial Regular 14pt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6DB1B30-DC7D-5E46-A06D-98ABF0720E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223993" y="1497091"/>
            <a:ext cx="2697479" cy="327125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headline 2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507F2F1F-9CAB-B94E-A38C-E2E62ADAFE7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09290" y="1834771"/>
            <a:ext cx="2697480" cy="2775729"/>
          </a:xfrm>
        </p:spPr>
        <p:txBody>
          <a:bodyPr>
            <a:noAutofit/>
          </a:bodyPr>
          <a:lstStyle>
            <a:lvl1pPr marL="117475" indent="-117475">
              <a:buFont typeface="Arial" panose="020B0604020202020204" pitchFamily="34" charset="0"/>
              <a:buChar char="•"/>
              <a:tabLst/>
              <a:defRPr/>
            </a:lvl1pPr>
          </a:lstStyle>
          <a:p>
            <a:pPr lvl="0"/>
            <a:r>
              <a:rPr lang="en-US"/>
              <a:t>Bullet and copy set in Arial Regular 14pt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6C0879E5-D61D-6840-8326-93681AC8A11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09291" y="1497091"/>
            <a:ext cx="2697479" cy="327125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headline 3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CE67E24-8C67-A64F-9AE4-02E85AD378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9E4B15AF-BB96-8D41-BFCF-5C1F4FB08F6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6854" y="962227"/>
            <a:ext cx="8469916" cy="432307"/>
          </a:xfr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 (optional) in Arial 20pt</a:t>
            </a:r>
          </a:p>
        </p:txBody>
      </p:sp>
      <p:sp>
        <p:nvSpPr>
          <p:cNvPr id="23" name="Title 7">
            <a:extLst>
              <a:ext uri="{FF2B5EF4-FFF2-40B4-BE49-F238E27FC236}">
                <a16:creationId xmlns:a16="http://schemas.microsoft.com/office/drawing/2014/main" id="{7E196FD8-6B4D-174D-ADEF-E68A0F83DF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3" y="445961"/>
            <a:ext cx="8469917" cy="506940"/>
          </a:xfrm>
        </p:spPr>
        <p:txBody>
          <a:bodyPr>
            <a:noAutofit/>
          </a:bodyPr>
          <a:lstStyle/>
          <a:p>
            <a:r>
              <a:rPr lang="en-US"/>
              <a:t>Headline in Arial Bold 32pt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022E281-3451-AE41-8C95-B3315304C26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36854" y="250372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518F760-7913-95F3-85D0-AA1B9654AA6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CF14C0-C06B-554F-D396-BEDECFE6555D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84041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3 Column w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F060F1-F024-AD44-AD87-189B3710AA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854" y="3015455"/>
            <a:ext cx="2697480" cy="327125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2000" b="1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headline 1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5122130-F2CA-9945-899B-032BF59A9B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854" y="3342795"/>
            <a:ext cx="2697480" cy="1114904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Bullet and copy set in Arial Regular 14pt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7A167143-D9F8-5B49-8B38-8E85C90CC3E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36854" y="1231177"/>
            <a:ext cx="2697480" cy="1628718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>
              <a:buNone/>
              <a:defRPr sz="1100" i="1"/>
            </a:lvl1pPr>
          </a:lstStyle>
          <a:p>
            <a:r>
              <a:rPr lang="en-US"/>
              <a:t>Add image and adjust crop as needed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34701BDD-FE81-9A41-98F0-D4DC7216B783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218048" y="1231177"/>
            <a:ext cx="2697480" cy="1628718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>
              <a:buNone/>
              <a:defRPr sz="1100" i="1"/>
            </a:lvl1pPr>
          </a:lstStyle>
          <a:p>
            <a:r>
              <a:rPr lang="en-US"/>
              <a:t>Add image and adjust crop as needed</a:t>
            </a:r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8B14D350-1875-4A48-B63F-4BE147B1452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099242" y="1231177"/>
            <a:ext cx="2697480" cy="1628718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>
              <a:buNone/>
              <a:defRPr sz="1100" i="1"/>
            </a:lvl1pPr>
          </a:lstStyle>
          <a:p>
            <a:r>
              <a:rPr lang="en-US"/>
              <a:t>Add image and adjust crop as needed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5C3B15EB-2551-C442-BD02-8DE1D37D5C5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9242" y="3015455"/>
            <a:ext cx="2697480" cy="327125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2000" b="1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headline3 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C95DCDD3-D6B5-3447-BC63-7B910A96955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9242" y="3342795"/>
            <a:ext cx="2697480" cy="1114904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Bullet and copy set in Arial Regular 14pt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26676AFD-CF8A-4F46-B013-E3C1181AAD7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18048" y="3015455"/>
            <a:ext cx="2697480" cy="327125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2000" b="1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headline 2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BD87726F-1252-4546-8B0C-602FECB75E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18048" y="3342795"/>
            <a:ext cx="2697480" cy="1114904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Bullet and copy set in Arial Regular 14pt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4CD84C9-F0FB-EE45-A61A-BDAF8855F1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19" name="Title 7">
            <a:extLst>
              <a:ext uri="{FF2B5EF4-FFF2-40B4-BE49-F238E27FC236}">
                <a16:creationId xmlns:a16="http://schemas.microsoft.com/office/drawing/2014/main" id="{A07C8547-F508-5248-AB66-63EECE5B22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445961"/>
            <a:ext cx="8459868" cy="506940"/>
          </a:xfrm>
        </p:spPr>
        <p:txBody>
          <a:bodyPr>
            <a:noAutofit/>
          </a:bodyPr>
          <a:lstStyle/>
          <a:p>
            <a:r>
              <a:rPr lang="en-US"/>
              <a:t>Headline in Arial Bold 32pt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4D388168-0F6B-4C47-9A47-195FA713962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36854" y="250372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1BED389-4C34-98F0-1FDD-E8A99C2015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5130CD-0E5C-8503-1AF1-7D097CFB6793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68123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3 Column w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F060F1-F024-AD44-AD87-189B3710AA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854" y="2502340"/>
            <a:ext cx="2697480" cy="327125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2000" b="1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headline 1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5122130-F2CA-9945-899B-032BF59A9B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854" y="2829680"/>
            <a:ext cx="2697480" cy="1114904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Bullet and copy set in Arial Regular 14pt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7A167143-D9F8-5B49-8B38-8E85C90CC3E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31170" y="1296423"/>
            <a:ext cx="1143995" cy="1011305"/>
          </a:xfrm>
          <a:noFill/>
        </p:spPr>
        <p:txBody>
          <a:bodyPr>
            <a:noAutofit/>
          </a:bodyPr>
          <a:lstStyle>
            <a:lvl1pPr marL="0" indent="0">
              <a:buNone/>
              <a:defRPr sz="1100" i="1"/>
            </a:lvl1pPr>
          </a:lstStyle>
          <a:p>
            <a:r>
              <a:rPr lang="en-US"/>
              <a:t>Add icon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34701BDD-FE81-9A41-98F0-D4DC7216B783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212364" y="1296423"/>
            <a:ext cx="1143995" cy="1011305"/>
          </a:xfrm>
          <a:noFill/>
        </p:spPr>
        <p:txBody>
          <a:bodyPr>
            <a:noAutofit/>
          </a:bodyPr>
          <a:lstStyle>
            <a:lvl1pPr marL="0" indent="0">
              <a:buNone/>
              <a:defRPr sz="1100" i="1"/>
            </a:lvl1pPr>
          </a:lstStyle>
          <a:p>
            <a:r>
              <a:rPr lang="en-US"/>
              <a:t>Add icon</a:t>
            </a:r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8B14D350-1875-4A48-B63F-4BE147B1452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093558" y="1296423"/>
            <a:ext cx="1143995" cy="1011305"/>
          </a:xfrm>
          <a:noFill/>
        </p:spPr>
        <p:txBody>
          <a:bodyPr>
            <a:noAutofit/>
          </a:bodyPr>
          <a:lstStyle>
            <a:lvl1pPr marL="0" indent="0">
              <a:buNone/>
              <a:defRPr sz="1100" i="1"/>
            </a:lvl1pPr>
          </a:lstStyle>
          <a:p>
            <a:r>
              <a:rPr lang="en-US"/>
              <a:t>Add icon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5C3B15EB-2551-C442-BD02-8DE1D37D5C5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9242" y="2502340"/>
            <a:ext cx="2697480" cy="327125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2000" b="1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headline3 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C95DCDD3-D6B5-3447-BC63-7B910A96955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9242" y="2829680"/>
            <a:ext cx="2697480" cy="1114904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Bullet and copy set in Arial Regular 14pt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26676AFD-CF8A-4F46-B013-E3C1181AAD7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18048" y="2502340"/>
            <a:ext cx="2697480" cy="327125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2000" b="1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headline 2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BD87726F-1252-4546-8B0C-602FECB75E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18048" y="2829680"/>
            <a:ext cx="2697480" cy="1114904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Bullet and copy set in Arial Regular 14pt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4CD84C9-F0FB-EE45-A61A-BDAF8855F1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19" name="Title 7">
            <a:extLst>
              <a:ext uri="{FF2B5EF4-FFF2-40B4-BE49-F238E27FC236}">
                <a16:creationId xmlns:a16="http://schemas.microsoft.com/office/drawing/2014/main" id="{A07C8547-F508-5248-AB66-63EECE5B22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445961"/>
            <a:ext cx="8459868" cy="506940"/>
          </a:xfrm>
        </p:spPr>
        <p:txBody>
          <a:bodyPr>
            <a:noAutofit/>
          </a:bodyPr>
          <a:lstStyle/>
          <a:p>
            <a:r>
              <a:rPr lang="en-US"/>
              <a:t>Headline in Arial Bold 32pt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4D388168-0F6B-4C47-9A47-195FA713962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36854" y="250372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8716C62-3EA4-4954-D2D2-9221855E4A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B9D24A-26B1-9AFE-8302-C145356E82D7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15605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B0002878-FAD3-0D40-B684-B50431177C0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36854" y="1834771"/>
            <a:ext cx="2035577" cy="2775729"/>
          </a:xfrm>
        </p:spPr>
        <p:txBody>
          <a:bodyPr>
            <a:noAutofit/>
          </a:bodyPr>
          <a:lstStyle>
            <a:lvl1pPr marL="117475" indent="-117475">
              <a:buFont typeface="Arial" panose="020B0604020202020204" pitchFamily="34" charset="0"/>
              <a:buChar char="•"/>
              <a:tabLst/>
              <a:defRPr/>
            </a:lvl1pPr>
          </a:lstStyle>
          <a:p>
            <a:pPr lvl="0"/>
            <a:r>
              <a:rPr lang="en-US"/>
              <a:t>Bullet and copy set in Arial Regular 14pt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F060F1-F024-AD44-AD87-189B3710AA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854" y="1497091"/>
            <a:ext cx="2035576" cy="327125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headline 1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0FA8B6E2-8ED6-BD4E-AFF9-51DD9C3A317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482860" y="1834771"/>
            <a:ext cx="2035577" cy="2775729"/>
          </a:xfrm>
        </p:spPr>
        <p:txBody>
          <a:bodyPr>
            <a:noAutofit/>
          </a:bodyPr>
          <a:lstStyle>
            <a:lvl1pPr marL="117475" indent="-117475">
              <a:buFont typeface="Arial" panose="020B0604020202020204" pitchFamily="34" charset="0"/>
              <a:buChar char="•"/>
              <a:tabLst/>
              <a:defRPr/>
            </a:lvl1pPr>
          </a:lstStyle>
          <a:p>
            <a:pPr lvl="0"/>
            <a:r>
              <a:rPr lang="en-US"/>
              <a:t>Bullet and copy set in Arial Regular 14pt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9E39C445-BFE3-2D4B-A344-D2419D5D817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481634" y="1497091"/>
            <a:ext cx="2035576" cy="327125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headline 2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2C4A4001-17E4-6A41-9348-BE8AF2B0BBB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627026" y="1834771"/>
            <a:ext cx="2035577" cy="2775729"/>
          </a:xfrm>
        </p:spPr>
        <p:txBody>
          <a:bodyPr>
            <a:noAutofit/>
          </a:bodyPr>
          <a:lstStyle>
            <a:lvl1pPr marL="117475" indent="-117475">
              <a:buFont typeface="Arial" panose="020B0604020202020204" pitchFamily="34" charset="0"/>
              <a:buChar char="•"/>
              <a:tabLst/>
              <a:defRPr/>
            </a:lvl1pPr>
          </a:lstStyle>
          <a:p>
            <a:pPr lvl="0"/>
            <a:r>
              <a:rPr lang="en-US"/>
              <a:t>Bullet and copy set in Arial Regular 14pt</a:t>
            </a:r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DD41633F-95DC-4E4B-B86A-C307C67E894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626414" y="1497091"/>
            <a:ext cx="2035576" cy="327125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headline 3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FD3A70A8-3518-6A4E-B90B-063B9B8E587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771193" y="1834771"/>
            <a:ext cx="2035577" cy="2775729"/>
          </a:xfrm>
        </p:spPr>
        <p:txBody>
          <a:bodyPr>
            <a:noAutofit/>
          </a:bodyPr>
          <a:lstStyle>
            <a:lvl1pPr marL="117475" indent="-117475">
              <a:buFont typeface="Arial" panose="020B0604020202020204" pitchFamily="34" charset="0"/>
              <a:buChar char="•"/>
              <a:tabLst>
                <a:tab pos="112713" algn="l"/>
              </a:tabLst>
              <a:defRPr/>
            </a:lvl1pPr>
          </a:lstStyle>
          <a:p>
            <a:pPr lvl="0"/>
            <a:r>
              <a:rPr lang="en-US"/>
              <a:t>Bullet and copy set in Arial Regular 14pt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17474C74-0568-5840-A552-F6B5FF28EDD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71194" y="1497091"/>
            <a:ext cx="2035576" cy="327125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headline 4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52D1B20-B7E7-5343-8AAD-3766436C65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229CD241-B576-DC46-B0AD-F7B88ACB6F7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6854" y="962227"/>
            <a:ext cx="8469916" cy="432307"/>
          </a:xfr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 (optional) in Arial 20pt</a:t>
            </a:r>
          </a:p>
        </p:txBody>
      </p:sp>
      <p:sp>
        <p:nvSpPr>
          <p:cNvPr id="21" name="Title 7">
            <a:extLst>
              <a:ext uri="{FF2B5EF4-FFF2-40B4-BE49-F238E27FC236}">
                <a16:creationId xmlns:a16="http://schemas.microsoft.com/office/drawing/2014/main" id="{60495347-9F84-F447-BD89-C138820B4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445961"/>
            <a:ext cx="8469916" cy="506940"/>
          </a:xfrm>
        </p:spPr>
        <p:txBody>
          <a:bodyPr>
            <a:noAutofit/>
          </a:bodyPr>
          <a:lstStyle/>
          <a:p>
            <a:r>
              <a:rPr lang="en-US"/>
              <a:t>Headline in Arial Bold 32pt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0BF98E60-AA96-4847-8C27-73734BE217F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36854" y="250372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41E4B1A-8E6C-F0FB-0283-14E8484C393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77EA24-F1F7-73A9-E08D-873C253ACB49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30726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4 Column w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1E779696-7516-F74B-A972-BF96ADC7015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6854" y="2019300"/>
            <a:ext cx="2023784" cy="2451700"/>
          </a:xfrm>
        </p:spPr>
        <p:txBody>
          <a:bodyPr/>
          <a:lstStyle/>
          <a:p>
            <a:pPr lvl="0"/>
            <a:r>
              <a:rPr lang="en-US"/>
              <a:t>Bullet and copy set in Arial Regular 14pt</a:t>
            </a:r>
          </a:p>
        </p:txBody>
      </p:sp>
      <p:sp>
        <p:nvSpPr>
          <p:cNvPr id="54" name="Text Placeholder 5">
            <a:extLst>
              <a:ext uri="{FF2B5EF4-FFF2-40B4-BE49-F238E27FC236}">
                <a16:creationId xmlns:a16="http://schemas.microsoft.com/office/drawing/2014/main" id="{7748A254-0B97-5E45-A4CA-EAEE63D3218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499850" y="2019300"/>
            <a:ext cx="2023784" cy="2451700"/>
          </a:xfrm>
        </p:spPr>
        <p:txBody>
          <a:bodyPr/>
          <a:lstStyle/>
          <a:p>
            <a:pPr lvl="0"/>
            <a:r>
              <a:rPr lang="en-US"/>
              <a:t>Bullet and copy set in Arial Regular 14pt</a:t>
            </a:r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05D0D3FC-48EF-5A4B-9820-7FAAC17E460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649213" y="2019300"/>
            <a:ext cx="2023784" cy="2451700"/>
          </a:xfrm>
        </p:spPr>
        <p:txBody>
          <a:bodyPr/>
          <a:lstStyle/>
          <a:p>
            <a:pPr lvl="0"/>
            <a:r>
              <a:rPr lang="en-US"/>
              <a:t>Bullet and copy set in Arial Regular 14pt</a:t>
            </a:r>
          </a:p>
        </p:txBody>
      </p: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484C3842-EF4D-9B47-BFCE-FC198E87FD0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798577" y="2019300"/>
            <a:ext cx="2023784" cy="2451700"/>
          </a:xfrm>
        </p:spPr>
        <p:txBody>
          <a:bodyPr/>
          <a:lstStyle/>
          <a:p>
            <a:pPr lvl="0"/>
            <a:r>
              <a:rPr lang="en-US"/>
              <a:t>Bullet and copy set in Arial Regular 14pt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F060F1-F024-AD44-AD87-189B3710AA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854" y="1124351"/>
            <a:ext cx="2023784" cy="220204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01.</a:t>
            </a:r>
          </a:p>
          <a:p>
            <a:pPr lvl="0"/>
            <a:endParaRPr lang="en-US"/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0F94A645-13A8-504C-9D8D-4043690AD32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499850" y="1124351"/>
            <a:ext cx="2023784" cy="220204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02.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B9655252-BD12-C44A-9D60-68199D4E17E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49213" y="1124351"/>
            <a:ext cx="2023784" cy="220204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03.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26BCDB6D-7287-E14F-9F1A-7A12307EDD2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98577" y="1124351"/>
            <a:ext cx="2023784" cy="220204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04.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7AC5F751-A689-1946-AEDA-3C564BB3F94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6854" y="1392710"/>
            <a:ext cx="2023784" cy="540558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800" b="1"/>
            </a:lvl1pPr>
          </a:lstStyle>
          <a:p>
            <a:r>
              <a:rPr lang="en-US" sz="2000">
                <a:solidFill>
                  <a:schemeClr val="tx2"/>
                </a:solidFill>
              </a:rPr>
              <a:t>Column headline one</a:t>
            </a:r>
          </a:p>
        </p:txBody>
      </p:sp>
      <p:sp>
        <p:nvSpPr>
          <p:cNvPr id="37" name="Text Placeholder 31">
            <a:extLst>
              <a:ext uri="{FF2B5EF4-FFF2-40B4-BE49-F238E27FC236}">
                <a16:creationId xmlns:a16="http://schemas.microsoft.com/office/drawing/2014/main" id="{AD3D19D2-8975-1947-9929-C38173F73B5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649213" y="1392710"/>
            <a:ext cx="2023784" cy="549565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800" b="1"/>
            </a:lvl1pPr>
          </a:lstStyle>
          <a:p>
            <a:r>
              <a:rPr lang="en-US" sz="2000">
                <a:solidFill>
                  <a:schemeClr val="tx2"/>
                </a:solidFill>
              </a:rPr>
              <a:t>Column headline three</a:t>
            </a:r>
          </a:p>
        </p:txBody>
      </p:sp>
      <p:sp>
        <p:nvSpPr>
          <p:cNvPr id="38" name="Text Placeholder 32">
            <a:extLst>
              <a:ext uri="{FF2B5EF4-FFF2-40B4-BE49-F238E27FC236}">
                <a16:creationId xmlns:a16="http://schemas.microsoft.com/office/drawing/2014/main" id="{5519C474-BF1A-234E-AF1F-98E1243BCA2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798577" y="1392710"/>
            <a:ext cx="2023784" cy="549565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800" b="1"/>
            </a:lvl1pPr>
          </a:lstStyle>
          <a:p>
            <a:r>
              <a:rPr lang="en-US" sz="2000">
                <a:solidFill>
                  <a:schemeClr val="tx2"/>
                </a:solidFill>
              </a:rPr>
              <a:t>Column headline four</a:t>
            </a:r>
          </a:p>
        </p:txBody>
      </p:sp>
      <p:sp>
        <p:nvSpPr>
          <p:cNvPr id="43" name="Text Placeholder 36">
            <a:extLst>
              <a:ext uri="{FF2B5EF4-FFF2-40B4-BE49-F238E27FC236}">
                <a16:creationId xmlns:a16="http://schemas.microsoft.com/office/drawing/2014/main" id="{A4C6CF82-146F-6748-AD50-8DC6ECCADB0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499850" y="1392710"/>
            <a:ext cx="2023784" cy="549565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800" b="1"/>
            </a:lvl1pPr>
          </a:lstStyle>
          <a:p>
            <a:r>
              <a:rPr lang="en-US" sz="2000">
                <a:solidFill>
                  <a:schemeClr val="tx2"/>
                </a:solidFill>
              </a:rPr>
              <a:t>Column headline two</a:t>
            </a:r>
          </a:p>
        </p:txBody>
      </p:sp>
      <p:sp>
        <p:nvSpPr>
          <p:cNvPr id="52" name="Text Placeholder 9">
            <a:extLst>
              <a:ext uri="{FF2B5EF4-FFF2-40B4-BE49-F238E27FC236}">
                <a16:creationId xmlns:a16="http://schemas.microsoft.com/office/drawing/2014/main" id="{FA2E1D6E-F8D2-CC4A-BFBE-9BEF6E3B5F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854" y="250372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0757110-09BA-984D-8BBD-9DF2CDF5BE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F8F7AE-8C06-4E2A-9F0B-B50712935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BBD5F59-B6F7-AEEC-9CB7-DCAFB093D01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7CEE64-B41B-2A16-1FEA-583FB0F0EC14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83990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4 Column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5122130-F2CA-9945-899B-032BF59A9B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487" y="1526640"/>
            <a:ext cx="2023784" cy="2944360"/>
          </a:xfrm>
        </p:spPr>
        <p:txBody>
          <a:bodyPr>
            <a:noAutofit/>
          </a:bodyPr>
          <a:lstStyle/>
          <a:p>
            <a:pPr lvl="0"/>
            <a:r>
              <a:rPr lang="en-US"/>
              <a:t>Bullet and copy set in Arial Regular 14pt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F060F1-F024-AD44-AD87-189B3710AA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0487" y="1124350"/>
            <a:ext cx="2023784" cy="327125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h1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27A5E00-D8D7-E448-B17F-10FA5C6F4BE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499850" y="1526640"/>
            <a:ext cx="2023784" cy="2944360"/>
          </a:xfrm>
        </p:spPr>
        <p:txBody>
          <a:bodyPr>
            <a:noAutofit/>
          </a:bodyPr>
          <a:lstStyle/>
          <a:p>
            <a:pPr lvl="0"/>
            <a:r>
              <a:rPr lang="en-US"/>
              <a:t>Bullet and copy set in Arial Regular 14pt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15FA9C5-5D6F-6645-9C3E-F49FF6B3A89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636102" y="1526640"/>
            <a:ext cx="2023784" cy="2944360"/>
          </a:xfrm>
        </p:spPr>
        <p:txBody>
          <a:bodyPr>
            <a:noAutofit/>
          </a:bodyPr>
          <a:lstStyle/>
          <a:p>
            <a:pPr lvl="0"/>
            <a:r>
              <a:rPr lang="en-US"/>
              <a:t>Bullet and copy set in Arial Regular 14pt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332F2726-A5E8-F249-B07F-574D90AAFC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798577" y="1526640"/>
            <a:ext cx="2023784" cy="2944360"/>
          </a:xfrm>
        </p:spPr>
        <p:txBody>
          <a:bodyPr>
            <a:noAutofit/>
          </a:bodyPr>
          <a:lstStyle/>
          <a:p>
            <a:pPr lvl="0"/>
            <a:r>
              <a:rPr lang="en-US"/>
              <a:t>Bullet and copy set in Arial Regular 14pt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0F94A645-13A8-504C-9D8D-4043690AD32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496642" y="1124350"/>
            <a:ext cx="2023784" cy="327125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h2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B9655252-BD12-C44A-9D60-68199D4E17E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49213" y="1124350"/>
            <a:ext cx="2023784" cy="327125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h3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26BCDB6D-7287-E14F-9F1A-7A12307EDD2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88952" y="1124350"/>
            <a:ext cx="2023784" cy="327125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h4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AE733EB-4E2E-BA49-9FA7-88BED95939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24" name="Title 7">
            <a:extLst>
              <a:ext uri="{FF2B5EF4-FFF2-40B4-BE49-F238E27FC236}">
                <a16:creationId xmlns:a16="http://schemas.microsoft.com/office/drawing/2014/main" id="{CDFEC947-6110-FB48-9813-0BAC3CF8F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445961"/>
            <a:ext cx="8475882" cy="506940"/>
          </a:xfrm>
        </p:spPr>
        <p:txBody>
          <a:bodyPr>
            <a:noAutofit/>
          </a:bodyPr>
          <a:lstStyle/>
          <a:p>
            <a:r>
              <a:rPr lang="en-US"/>
              <a:t>Headline in Arial Bold 32pt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0967C8BB-E2AD-F042-B0DE-F86AB12FD81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36854" y="250372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805238E-689B-6F76-22E7-51D6723EDA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3E6FA3-E0ED-420A-1776-E7AF43A61DC0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5569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3 Column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0BF1640E-D729-854A-BC0A-186E8FE29E02}"/>
              </a:ext>
            </a:extLst>
          </p:cNvPr>
          <p:cNvSpPr/>
          <p:nvPr userDrawn="1"/>
        </p:nvSpPr>
        <p:spPr>
          <a:xfrm>
            <a:off x="3220999" y="1575044"/>
            <a:ext cx="2729445" cy="3096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013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F557A8-35BC-1C40-ACB0-105F276BE06E}"/>
              </a:ext>
            </a:extLst>
          </p:cNvPr>
          <p:cNvSpPr/>
          <p:nvPr userDrawn="1"/>
        </p:nvSpPr>
        <p:spPr>
          <a:xfrm>
            <a:off x="332829" y="1575044"/>
            <a:ext cx="2729445" cy="3096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013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7A5A6CA-4359-DE46-AC46-BA708B1B12CF}"/>
              </a:ext>
            </a:extLst>
          </p:cNvPr>
          <p:cNvSpPr/>
          <p:nvPr userDrawn="1"/>
        </p:nvSpPr>
        <p:spPr>
          <a:xfrm>
            <a:off x="6105832" y="1575044"/>
            <a:ext cx="2729445" cy="3096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013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F060F1-F024-AD44-AD87-189B3710AA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4866" y="1952891"/>
            <a:ext cx="2402243" cy="439549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headline 1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065900E3-890B-6F4E-8965-11B9993D1B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5803" y="1681721"/>
            <a:ext cx="464898" cy="257705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01.</a:t>
            </a:r>
          </a:p>
          <a:p>
            <a:pPr lvl="0"/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5122130-F2CA-9945-899B-032BF59A9B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4866" y="2392440"/>
            <a:ext cx="2402243" cy="2075794"/>
          </a:xfrm>
        </p:spPr>
        <p:txBody>
          <a:bodyPr>
            <a:noAutofit/>
          </a:bodyPr>
          <a:lstStyle>
            <a:lvl1pPr marL="115888" indent="-115888">
              <a:buFont typeface="Arial" panose="020B0604020202020204" pitchFamily="34" charset="0"/>
              <a:buChar char="•"/>
              <a:tabLst/>
              <a:defRPr/>
            </a:lvl1pPr>
          </a:lstStyle>
          <a:p>
            <a:pPr lvl="0"/>
            <a:r>
              <a:rPr lang="en-US"/>
              <a:t>Bullet and copy set in Arial Regular 14pt</a:t>
            </a:r>
          </a:p>
        </p:txBody>
      </p:sp>
      <p:sp>
        <p:nvSpPr>
          <p:cNvPr id="47" name="Text Placeholder 12">
            <a:extLst>
              <a:ext uri="{FF2B5EF4-FFF2-40B4-BE49-F238E27FC236}">
                <a16:creationId xmlns:a16="http://schemas.microsoft.com/office/drawing/2014/main" id="{9F768A21-DC3D-A945-A36E-504445A5A34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391976" y="1952891"/>
            <a:ext cx="2402243" cy="439549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headline 2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FFE95E91-1A9D-C349-8874-9972FF41B9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02913" y="1681721"/>
            <a:ext cx="464898" cy="257705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02.</a:t>
            </a:r>
          </a:p>
          <a:p>
            <a:pPr lvl="0"/>
            <a:endParaRPr lang="en-US"/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7BB8E96E-7A81-C041-B1F8-C7E00A58815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391976" y="2392440"/>
            <a:ext cx="2402243" cy="2075794"/>
          </a:xfrm>
        </p:spPr>
        <p:txBody>
          <a:bodyPr>
            <a:noAutofit/>
          </a:bodyPr>
          <a:lstStyle>
            <a:lvl1pPr marL="115888" indent="-115888">
              <a:buFont typeface="Arial" panose="020B0604020202020204" pitchFamily="34" charset="0"/>
              <a:buChar char="•"/>
              <a:tabLst/>
              <a:defRPr/>
            </a:lvl1pPr>
          </a:lstStyle>
          <a:p>
            <a:pPr lvl="0"/>
            <a:r>
              <a:rPr lang="en-US"/>
              <a:t>Bullet and copy set in Arial Regular 14pt</a:t>
            </a:r>
          </a:p>
        </p:txBody>
      </p: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98323E2A-91B9-2549-91D7-493089CAF2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70974" y="1952891"/>
            <a:ext cx="2402243" cy="439549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headline 3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7B6BDD34-FAC3-1647-8CC9-D819DB68650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81911" y="1681721"/>
            <a:ext cx="464898" cy="257705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03.</a:t>
            </a:r>
          </a:p>
          <a:p>
            <a:pPr lvl="0"/>
            <a:endParaRPr lang="en-US"/>
          </a:p>
        </p:txBody>
      </p: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9DA02A10-8666-3A47-90DE-AD50526367E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270974" y="2392440"/>
            <a:ext cx="2402243" cy="2075794"/>
          </a:xfrm>
        </p:spPr>
        <p:txBody>
          <a:bodyPr>
            <a:noAutofit/>
          </a:bodyPr>
          <a:lstStyle>
            <a:lvl1pPr marL="115888" indent="-115888">
              <a:buFont typeface="Arial" panose="020B0604020202020204" pitchFamily="34" charset="0"/>
              <a:buChar char="•"/>
              <a:tabLst/>
              <a:defRPr/>
            </a:lvl1pPr>
          </a:lstStyle>
          <a:p>
            <a:pPr lvl="0"/>
            <a:r>
              <a:rPr lang="en-US"/>
              <a:t>Bullet and copy set in Arial Regular 14pt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E7299D8-B722-C64B-A7C0-31030CFDE4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543B8BDA-53F0-1E43-A586-89E39F4B81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854" y="250372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sp>
        <p:nvSpPr>
          <p:cNvPr id="23" name="Title 7">
            <a:extLst>
              <a:ext uri="{FF2B5EF4-FFF2-40B4-BE49-F238E27FC236}">
                <a16:creationId xmlns:a16="http://schemas.microsoft.com/office/drawing/2014/main" id="{AF63C45D-5D9C-0940-BD6F-ECE8D1D31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3" y="445961"/>
            <a:ext cx="8498423" cy="506940"/>
          </a:xfrm>
        </p:spPr>
        <p:txBody>
          <a:bodyPr>
            <a:noAutofit/>
          </a:bodyPr>
          <a:lstStyle/>
          <a:p>
            <a:r>
              <a:rPr lang="en-US"/>
              <a:t>Headline in Arial Bold 32pt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E78148A5-A78C-D240-8617-E30B5202047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6854" y="962227"/>
            <a:ext cx="8498422" cy="432307"/>
          </a:xfr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 (optional) in Arial 20pt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C5E3297-D6BD-D223-A0A6-2251A280A36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0C7644-5E25-3E73-8C32-7FB8FCD12D67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2140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3 Column Boxed Low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0BF1640E-D729-854A-BC0A-186E8FE29E02}"/>
              </a:ext>
            </a:extLst>
          </p:cNvPr>
          <p:cNvSpPr/>
          <p:nvPr userDrawn="1"/>
        </p:nvSpPr>
        <p:spPr>
          <a:xfrm>
            <a:off x="3220999" y="2146570"/>
            <a:ext cx="2729445" cy="25245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013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F557A8-35BC-1C40-ACB0-105F276BE06E}"/>
              </a:ext>
            </a:extLst>
          </p:cNvPr>
          <p:cNvSpPr/>
          <p:nvPr userDrawn="1"/>
        </p:nvSpPr>
        <p:spPr>
          <a:xfrm>
            <a:off x="332829" y="2146570"/>
            <a:ext cx="2729445" cy="25245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013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7A5A6CA-4359-DE46-AC46-BA708B1B12CF}"/>
              </a:ext>
            </a:extLst>
          </p:cNvPr>
          <p:cNvSpPr/>
          <p:nvPr userDrawn="1"/>
        </p:nvSpPr>
        <p:spPr>
          <a:xfrm>
            <a:off x="6105832" y="2146570"/>
            <a:ext cx="2729445" cy="25245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013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F060F1-F024-AD44-AD87-189B3710AA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4866" y="2571750"/>
            <a:ext cx="2402243" cy="439549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headline 1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065900E3-890B-6F4E-8965-11B9993D1B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5803" y="2300580"/>
            <a:ext cx="464898" cy="257705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01.</a:t>
            </a:r>
          </a:p>
          <a:p>
            <a:pPr lvl="0"/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5122130-F2CA-9945-899B-032BF59A9B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4866" y="3011299"/>
            <a:ext cx="2402243" cy="1580156"/>
          </a:xfrm>
        </p:spPr>
        <p:txBody>
          <a:bodyPr>
            <a:noAutofit/>
          </a:bodyPr>
          <a:lstStyle>
            <a:lvl1pPr marL="115888" indent="-115888">
              <a:buFont typeface="Arial" panose="020B0604020202020204" pitchFamily="34" charset="0"/>
              <a:buChar char="•"/>
              <a:tabLst/>
              <a:defRPr/>
            </a:lvl1pPr>
          </a:lstStyle>
          <a:p>
            <a:pPr lvl="0"/>
            <a:r>
              <a:rPr lang="en-US"/>
              <a:t>Bullet and copy set in Arial Regular 14pt</a:t>
            </a:r>
          </a:p>
        </p:txBody>
      </p:sp>
      <p:sp>
        <p:nvSpPr>
          <p:cNvPr id="47" name="Text Placeholder 12">
            <a:extLst>
              <a:ext uri="{FF2B5EF4-FFF2-40B4-BE49-F238E27FC236}">
                <a16:creationId xmlns:a16="http://schemas.microsoft.com/office/drawing/2014/main" id="{9F768A21-DC3D-A945-A36E-504445A5A34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391976" y="2571750"/>
            <a:ext cx="2402243" cy="439549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headline 2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FFE95E91-1A9D-C349-8874-9972FF41B9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02913" y="2300580"/>
            <a:ext cx="464898" cy="257705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02.</a:t>
            </a:r>
          </a:p>
          <a:p>
            <a:pPr lvl="0"/>
            <a:endParaRPr lang="en-US"/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7BB8E96E-7A81-C041-B1F8-C7E00A58815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391976" y="3011299"/>
            <a:ext cx="2402243" cy="1580156"/>
          </a:xfrm>
        </p:spPr>
        <p:txBody>
          <a:bodyPr>
            <a:noAutofit/>
          </a:bodyPr>
          <a:lstStyle>
            <a:lvl1pPr marL="115888" indent="-115888">
              <a:buFont typeface="Arial" panose="020B0604020202020204" pitchFamily="34" charset="0"/>
              <a:buChar char="•"/>
              <a:tabLst/>
              <a:defRPr/>
            </a:lvl1pPr>
          </a:lstStyle>
          <a:p>
            <a:pPr lvl="0"/>
            <a:r>
              <a:rPr lang="en-US"/>
              <a:t>Bullet and copy set in Arial Regular 14pt</a:t>
            </a:r>
          </a:p>
        </p:txBody>
      </p: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98323E2A-91B9-2549-91D7-493089CAF2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70974" y="2571750"/>
            <a:ext cx="2402243" cy="439549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headline 3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7B6BDD34-FAC3-1647-8CC9-D819DB68650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81911" y="2300580"/>
            <a:ext cx="464898" cy="257705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03.</a:t>
            </a:r>
          </a:p>
          <a:p>
            <a:pPr lvl="0"/>
            <a:endParaRPr lang="en-US"/>
          </a:p>
        </p:txBody>
      </p: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9DA02A10-8666-3A47-90DE-AD50526367E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270974" y="3011299"/>
            <a:ext cx="2402243" cy="1580156"/>
          </a:xfrm>
        </p:spPr>
        <p:txBody>
          <a:bodyPr>
            <a:noAutofit/>
          </a:bodyPr>
          <a:lstStyle>
            <a:lvl1pPr marL="115888" indent="-115888">
              <a:buFont typeface="Arial" panose="020B0604020202020204" pitchFamily="34" charset="0"/>
              <a:buChar char="•"/>
              <a:tabLst/>
              <a:defRPr/>
            </a:lvl1pPr>
          </a:lstStyle>
          <a:p>
            <a:pPr lvl="0"/>
            <a:r>
              <a:rPr lang="en-US"/>
              <a:t>Bullet and copy set in Arial Regular 14pt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E7299D8-B722-C64B-A7C0-31030CFDE4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543B8BDA-53F0-1E43-A586-89E39F4B81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854" y="250372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sp>
        <p:nvSpPr>
          <p:cNvPr id="23" name="Title 7">
            <a:extLst>
              <a:ext uri="{FF2B5EF4-FFF2-40B4-BE49-F238E27FC236}">
                <a16:creationId xmlns:a16="http://schemas.microsoft.com/office/drawing/2014/main" id="{AF63C45D-5D9C-0940-BD6F-ECE8D1D31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3" y="445961"/>
            <a:ext cx="8498423" cy="506940"/>
          </a:xfrm>
        </p:spPr>
        <p:txBody>
          <a:bodyPr>
            <a:noAutofit/>
          </a:bodyPr>
          <a:lstStyle/>
          <a:p>
            <a:r>
              <a:rPr lang="en-US"/>
              <a:t>Headline in Arial Bold 32pt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E78148A5-A78C-D240-8617-E30B5202047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6854" y="962227"/>
            <a:ext cx="8498422" cy="432307"/>
          </a:xfr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 (optional) in Arial 20pt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12DA4E3-E44D-5271-2DA8-B219A935ECB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BB778C-08A1-6417-44C5-47BBA056B84A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68978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4 Column Tall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46F557A8-35BC-1C40-ACB0-105F276BE06E}"/>
              </a:ext>
            </a:extLst>
          </p:cNvPr>
          <p:cNvSpPr/>
          <p:nvPr userDrawn="1"/>
        </p:nvSpPr>
        <p:spPr>
          <a:xfrm>
            <a:off x="332830" y="1575044"/>
            <a:ext cx="2041442" cy="3096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013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CD883DD2-7E47-854D-A4FD-97D6ECAE8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854" y="250372"/>
            <a:ext cx="4085170" cy="167013"/>
          </a:xfrm>
        </p:spPr>
        <p:txBody>
          <a:bodyPr lIns="36576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OVERLINE/SECTION (OPTIONAL) IN ARIAL 8PT ALL CAPS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2975DE-FF61-054D-8B1E-97BFB61C007C}"/>
              </a:ext>
            </a:extLst>
          </p:cNvPr>
          <p:cNvSpPr/>
          <p:nvPr userDrawn="1"/>
        </p:nvSpPr>
        <p:spPr>
          <a:xfrm>
            <a:off x="2490059" y="1575044"/>
            <a:ext cx="2041442" cy="3096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013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1023D4-87EB-DA41-959B-E8856B63A154}"/>
              </a:ext>
            </a:extLst>
          </p:cNvPr>
          <p:cNvSpPr/>
          <p:nvPr userDrawn="1"/>
        </p:nvSpPr>
        <p:spPr>
          <a:xfrm>
            <a:off x="4647288" y="1575044"/>
            <a:ext cx="2041442" cy="3096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013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E1CA06-99E7-B54F-B241-CD94120A7C36}"/>
              </a:ext>
            </a:extLst>
          </p:cNvPr>
          <p:cNvSpPr/>
          <p:nvPr userDrawn="1"/>
        </p:nvSpPr>
        <p:spPr>
          <a:xfrm>
            <a:off x="6804517" y="1575044"/>
            <a:ext cx="2041442" cy="3096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013"/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97C08E81-8118-7645-94A3-5468964992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4867" y="1952891"/>
            <a:ext cx="1714180" cy="439549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1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3839E1DF-B7A0-A645-8F4A-2AEC31692C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5803" y="1681721"/>
            <a:ext cx="331739" cy="257705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01.</a:t>
            </a:r>
          </a:p>
          <a:p>
            <a:pPr lvl="0"/>
            <a:endParaRPr lang="en-US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4D35BC32-D94C-1F42-99D0-4338DFC94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4867" y="2392440"/>
            <a:ext cx="1714180" cy="2075794"/>
          </a:xfrm>
        </p:spPr>
        <p:txBody>
          <a:bodyPr>
            <a:noAutofit/>
          </a:bodyPr>
          <a:lstStyle>
            <a:lvl1pPr marL="115888" indent="-115888">
              <a:buFont typeface="Arial" panose="020B0604020202020204" pitchFamily="34" charset="0"/>
              <a:buChar char="•"/>
              <a:tabLst/>
              <a:defRPr sz="1050"/>
            </a:lvl1pPr>
          </a:lstStyle>
          <a:p>
            <a:pPr lvl="0"/>
            <a:r>
              <a:rPr lang="en-US"/>
              <a:t>Bullet and copy set in Arial Regular 10.5pt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A0F88830-5D9B-5949-8F04-6480C3B94D3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658645" y="1952891"/>
            <a:ext cx="1714180" cy="439549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2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690924BB-F6E3-2744-B67D-8C72C550729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669581" y="1681721"/>
            <a:ext cx="331739" cy="257705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02.</a:t>
            </a:r>
          </a:p>
          <a:p>
            <a:pPr lvl="0"/>
            <a:endParaRPr lang="en-US"/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EA4E7F5D-217E-CC4D-A0BD-019039E83B2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658645" y="2392440"/>
            <a:ext cx="1714180" cy="2075794"/>
          </a:xfrm>
        </p:spPr>
        <p:txBody>
          <a:bodyPr>
            <a:noAutofit/>
          </a:bodyPr>
          <a:lstStyle>
            <a:lvl1pPr marL="115888" indent="-115888">
              <a:buFont typeface="Arial" panose="020B0604020202020204" pitchFamily="34" charset="0"/>
              <a:buChar char="•"/>
              <a:tabLst/>
              <a:defRPr sz="1050"/>
            </a:lvl1pPr>
          </a:lstStyle>
          <a:p>
            <a:pPr lvl="0"/>
            <a:r>
              <a:rPr lang="en-US"/>
              <a:t>Bullet and copy set in Arial Regular 10.5pt</a:t>
            </a:r>
          </a:p>
        </p:txBody>
      </p:sp>
      <p:sp>
        <p:nvSpPr>
          <p:cNvPr id="46" name="Text Placeholder 12">
            <a:extLst>
              <a:ext uri="{FF2B5EF4-FFF2-40B4-BE49-F238E27FC236}">
                <a16:creationId xmlns:a16="http://schemas.microsoft.com/office/drawing/2014/main" id="{CED8B402-3FA7-6C43-849E-A6A4551B543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822427" y="1952891"/>
            <a:ext cx="1714180" cy="439549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3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82E5611D-A042-1943-B19C-334E1B9DD89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833363" y="1681721"/>
            <a:ext cx="331739" cy="257705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03.</a:t>
            </a:r>
          </a:p>
          <a:p>
            <a:pPr lvl="0"/>
            <a:endParaRPr lang="en-US"/>
          </a:p>
        </p:txBody>
      </p:sp>
      <p:sp>
        <p:nvSpPr>
          <p:cNvPr id="48" name="Text Placeholder 5">
            <a:extLst>
              <a:ext uri="{FF2B5EF4-FFF2-40B4-BE49-F238E27FC236}">
                <a16:creationId xmlns:a16="http://schemas.microsoft.com/office/drawing/2014/main" id="{BCB6AEA4-9216-124F-B71D-FC218BC9713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822427" y="2392440"/>
            <a:ext cx="1714180" cy="2075794"/>
          </a:xfrm>
        </p:spPr>
        <p:txBody>
          <a:bodyPr>
            <a:noAutofit/>
          </a:bodyPr>
          <a:lstStyle>
            <a:lvl1pPr marL="115888" indent="-115888">
              <a:buFont typeface="Arial" panose="020B0604020202020204" pitchFamily="34" charset="0"/>
              <a:buChar char="•"/>
              <a:tabLst/>
              <a:defRPr sz="1050"/>
            </a:lvl1pPr>
          </a:lstStyle>
          <a:p>
            <a:pPr lvl="0"/>
            <a:r>
              <a:rPr lang="en-US"/>
              <a:t>Bullet and copy set in Arial Regular 10.5pt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CF806B62-9638-9149-952C-DCCD734B50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977152" y="1952891"/>
            <a:ext cx="1714180" cy="439549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1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Column 4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5EAE1CA4-9CBA-3E44-8293-B124A757D9D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988088" y="1681721"/>
            <a:ext cx="331739" cy="257705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04.</a:t>
            </a:r>
          </a:p>
          <a:p>
            <a:pPr lvl="0"/>
            <a:endParaRPr lang="en-US"/>
          </a:p>
        </p:txBody>
      </p:sp>
      <p:sp>
        <p:nvSpPr>
          <p:cNvPr id="52" name="Text Placeholder 5">
            <a:extLst>
              <a:ext uri="{FF2B5EF4-FFF2-40B4-BE49-F238E27FC236}">
                <a16:creationId xmlns:a16="http://schemas.microsoft.com/office/drawing/2014/main" id="{A3B77536-B21A-B14C-B492-D504887E14F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977152" y="2392440"/>
            <a:ext cx="1714180" cy="2075794"/>
          </a:xfrm>
        </p:spPr>
        <p:txBody>
          <a:bodyPr>
            <a:noAutofit/>
          </a:bodyPr>
          <a:lstStyle>
            <a:lvl1pPr marL="115888" indent="-115888">
              <a:buFont typeface="Arial" panose="020B0604020202020204" pitchFamily="34" charset="0"/>
              <a:buChar char="•"/>
              <a:tabLst/>
              <a:defRPr sz="1050"/>
            </a:lvl1pPr>
          </a:lstStyle>
          <a:p>
            <a:pPr lvl="0"/>
            <a:r>
              <a:rPr lang="en-US"/>
              <a:t>Bullet and copy set in Arial Regular 10.5pt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E84B6A0-9AF2-7242-975E-E18D068313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24" name="Title 7">
            <a:extLst>
              <a:ext uri="{FF2B5EF4-FFF2-40B4-BE49-F238E27FC236}">
                <a16:creationId xmlns:a16="http://schemas.microsoft.com/office/drawing/2014/main" id="{A83A3B26-FCF5-7D47-AEFB-9A4C748C1E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3" y="445961"/>
            <a:ext cx="8470293" cy="506940"/>
          </a:xfrm>
        </p:spPr>
        <p:txBody>
          <a:bodyPr>
            <a:noAutofit/>
          </a:bodyPr>
          <a:lstStyle/>
          <a:p>
            <a:r>
              <a:rPr lang="en-US"/>
              <a:t>Headline in Arial Bold 32pt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ECFADA9-05DC-7746-BE37-7EFD9E3C883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6854" y="962227"/>
            <a:ext cx="8470292" cy="432307"/>
          </a:xfr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 (optional) in Arial 20pt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D797D85-6755-E001-91E7-B2559699283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3A6467-6830-2C97-29CD-6FF7DAD3D2D1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3794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eatured Speak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7DDD9D-339B-47C3-ABD1-8D1284D7D37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8392" y="1080810"/>
            <a:ext cx="2788920" cy="2788920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on the icon to add a picture from your computer. Use the crop function to position the image.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0BD1B14-3AAC-694C-8F9C-2049F1A49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5" y="443133"/>
            <a:ext cx="4235146" cy="2526778"/>
          </a:xfrm>
        </p:spPr>
        <p:txBody>
          <a:bodyPr/>
          <a:lstStyle>
            <a:lvl1pPr>
              <a:defRPr sz="4800" spc="-1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Speaker </a:t>
            </a:r>
            <a:br>
              <a:rPr lang="en-US"/>
            </a:br>
            <a:r>
              <a:rPr lang="en-US" err="1"/>
              <a:t>Firstname</a:t>
            </a:r>
            <a:br>
              <a:rPr lang="en-US"/>
            </a:br>
            <a:r>
              <a:rPr lang="en-US" err="1"/>
              <a:t>Lastname</a:t>
            </a:r>
            <a:br>
              <a:rPr lang="en-US"/>
            </a:br>
            <a:r>
              <a:rPr lang="en-US"/>
              <a:t>Arial Bold 48pt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B917401-3984-6E49-B4D7-4571B51CE7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855" y="3106025"/>
            <a:ext cx="4235146" cy="859871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1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 (optional) in Arial Regular 14pt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B93815D-C242-4387-90C8-3F7A417E2BB5}"/>
              </a:ext>
            </a:extLst>
          </p:cNvPr>
          <p:cNvGrpSpPr/>
          <p:nvPr userDrawn="1"/>
        </p:nvGrpSpPr>
        <p:grpSpPr>
          <a:xfrm>
            <a:off x="8245475" y="4740275"/>
            <a:ext cx="711201" cy="268288"/>
            <a:chOff x="8245475" y="4740275"/>
            <a:chExt cx="711201" cy="268288"/>
          </a:xfrm>
        </p:grpSpPr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78EAEF15-9D2A-4415-A3F3-BD2244442C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45475" y="4802188"/>
              <a:ext cx="303213" cy="206375"/>
            </a:xfrm>
            <a:custGeom>
              <a:avLst/>
              <a:gdLst>
                <a:gd name="T0" fmla="*/ 251 w 266"/>
                <a:gd name="T1" fmla="*/ 120 h 181"/>
                <a:gd name="T2" fmla="*/ 266 w 266"/>
                <a:gd name="T3" fmla="*/ 141 h 181"/>
                <a:gd name="T4" fmla="*/ 172 w 266"/>
                <a:gd name="T5" fmla="*/ 181 h 181"/>
                <a:gd name="T6" fmla="*/ 25 w 266"/>
                <a:gd name="T7" fmla="*/ 128 h 181"/>
                <a:gd name="T8" fmla="*/ 4 w 266"/>
                <a:gd name="T9" fmla="*/ 128 h 181"/>
                <a:gd name="T10" fmla="*/ 0 w 266"/>
                <a:gd name="T11" fmla="*/ 107 h 181"/>
                <a:gd name="T12" fmla="*/ 80 w 266"/>
                <a:gd name="T13" fmla="*/ 25 h 181"/>
                <a:gd name="T14" fmla="*/ 18 w 266"/>
                <a:gd name="T15" fmla="*/ 25 h 181"/>
                <a:gd name="T16" fmla="*/ 23 w 266"/>
                <a:gd name="T17" fmla="*/ 0 h 181"/>
                <a:gd name="T18" fmla="*/ 125 w 266"/>
                <a:gd name="T19" fmla="*/ 0 h 181"/>
                <a:gd name="T20" fmla="*/ 121 w 266"/>
                <a:gd name="T21" fmla="*/ 23 h 181"/>
                <a:gd name="T22" fmla="*/ 43 w 266"/>
                <a:gd name="T23" fmla="*/ 102 h 181"/>
                <a:gd name="T24" fmla="*/ 176 w 266"/>
                <a:gd name="T25" fmla="*/ 156 h 181"/>
                <a:gd name="T26" fmla="*/ 251 w 266"/>
                <a:gd name="T27" fmla="*/ 12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6" h="181">
                  <a:moveTo>
                    <a:pt x="251" y="120"/>
                  </a:moveTo>
                  <a:cubicBezTo>
                    <a:pt x="266" y="141"/>
                    <a:pt x="266" y="141"/>
                    <a:pt x="266" y="141"/>
                  </a:cubicBezTo>
                  <a:cubicBezTo>
                    <a:pt x="256" y="150"/>
                    <a:pt x="222" y="181"/>
                    <a:pt x="172" y="181"/>
                  </a:cubicBezTo>
                  <a:cubicBezTo>
                    <a:pt x="100" y="181"/>
                    <a:pt x="96" y="128"/>
                    <a:pt x="25" y="128"/>
                  </a:cubicBezTo>
                  <a:cubicBezTo>
                    <a:pt x="4" y="128"/>
                    <a:pt x="4" y="128"/>
                    <a:pt x="4" y="128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1" y="23"/>
                    <a:pt x="121" y="23"/>
                    <a:pt x="121" y="23"/>
                  </a:cubicBezTo>
                  <a:cubicBezTo>
                    <a:pt x="43" y="102"/>
                    <a:pt x="43" y="102"/>
                    <a:pt x="43" y="102"/>
                  </a:cubicBezTo>
                  <a:cubicBezTo>
                    <a:pt x="102" y="102"/>
                    <a:pt x="117" y="156"/>
                    <a:pt x="176" y="156"/>
                  </a:cubicBezTo>
                  <a:cubicBezTo>
                    <a:pt x="212" y="156"/>
                    <a:pt x="241" y="131"/>
                    <a:pt x="251" y="1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F4A5467F-B632-4274-B2A9-A10B1753EE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86763" y="4799013"/>
              <a:ext cx="144463" cy="152400"/>
            </a:xfrm>
            <a:custGeom>
              <a:avLst/>
              <a:gdLst>
                <a:gd name="T0" fmla="*/ 74 w 127"/>
                <a:gd name="T1" fmla="*/ 0 h 134"/>
                <a:gd name="T2" fmla="*/ 0 w 127"/>
                <a:gd name="T3" fmla="*/ 81 h 134"/>
                <a:gd name="T4" fmla="*/ 52 w 127"/>
                <a:gd name="T5" fmla="*/ 134 h 134"/>
                <a:gd name="T6" fmla="*/ 127 w 127"/>
                <a:gd name="T7" fmla="*/ 53 h 134"/>
                <a:gd name="T8" fmla="*/ 74 w 127"/>
                <a:gd name="T9" fmla="*/ 0 h 134"/>
                <a:gd name="T10" fmla="*/ 56 w 127"/>
                <a:gd name="T11" fmla="*/ 110 h 134"/>
                <a:gd name="T12" fmla="*/ 31 w 127"/>
                <a:gd name="T13" fmla="*/ 80 h 134"/>
                <a:gd name="T14" fmla="*/ 70 w 127"/>
                <a:gd name="T15" fmla="*/ 24 h 134"/>
                <a:gd name="T16" fmla="*/ 95 w 127"/>
                <a:gd name="T17" fmla="*/ 53 h 134"/>
                <a:gd name="T18" fmla="*/ 56 w 127"/>
                <a:gd name="T19" fmla="*/ 11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7" h="134">
                  <a:moveTo>
                    <a:pt x="74" y="0"/>
                  </a:moveTo>
                  <a:cubicBezTo>
                    <a:pt x="30" y="0"/>
                    <a:pt x="0" y="38"/>
                    <a:pt x="0" y="81"/>
                  </a:cubicBezTo>
                  <a:cubicBezTo>
                    <a:pt x="0" y="112"/>
                    <a:pt x="20" y="134"/>
                    <a:pt x="52" y="134"/>
                  </a:cubicBezTo>
                  <a:cubicBezTo>
                    <a:pt x="96" y="134"/>
                    <a:pt x="127" y="97"/>
                    <a:pt x="127" y="53"/>
                  </a:cubicBezTo>
                  <a:cubicBezTo>
                    <a:pt x="127" y="25"/>
                    <a:pt x="108" y="0"/>
                    <a:pt x="74" y="0"/>
                  </a:cubicBezTo>
                  <a:close/>
                  <a:moveTo>
                    <a:pt x="56" y="110"/>
                  </a:moveTo>
                  <a:cubicBezTo>
                    <a:pt x="41" y="110"/>
                    <a:pt x="31" y="98"/>
                    <a:pt x="31" y="80"/>
                  </a:cubicBezTo>
                  <a:cubicBezTo>
                    <a:pt x="31" y="56"/>
                    <a:pt x="46" y="24"/>
                    <a:pt x="70" y="24"/>
                  </a:cubicBezTo>
                  <a:cubicBezTo>
                    <a:pt x="89" y="24"/>
                    <a:pt x="95" y="40"/>
                    <a:pt x="95" y="53"/>
                  </a:cubicBezTo>
                  <a:cubicBezTo>
                    <a:pt x="95" y="79"/>
                    <a:pt x="79" y="110"/>
                    <a:pt x="56" y="1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0EBEE7DF-A915-498B-A770-429639B672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48688" y="4799013"/>
              <a:ext cx="130175" cy="152400"/>
            </a:xfrm>
            <a:custGeom>
              <a:avLst/>
              <a:gdLst>
                <a:gd name="T0" fmla="*/ 114 w 114"/>
                <a:gd name="T1" fmla="*/ 36 h 134"/>
                <a:gd name="T2" fmla="*/ 73 w 114"/>
                <a:gd name="T3" fmla="*/ 0 h 134"/>
                <a:gd name="T4" fmla="*/ 0 w 114"/>
                <a:gd name="T5" fmla="*/ 81 h 134"/>
                <a:gd name="T6" fmla="*/ 53 w 114"/>
                <a:gd name="T7" fmla="*/ 134 h 134"/>
                <a:gd name="T8" fmla="*/ 98 w 114"/>
                <a:gd name="T9" fmla="*/ 124 h 134"/>
                <a:gd name="T10" fmla="*/ 95 w 114"/>
                <a:gd name="T11" fmla="*/ 101 h 134"/>
                <a:gd name="T12" fmla="*/ 60 w 114"/>
                <a:gd name="T13" fmla="*/ 110 h 134"/>
                <a:gd name="T14" fmla="*/ 33 w 114"/>
                <a:gd name="T15" fmla="*/ 97 h 134"/>
                <a:gd name="T16" fmla="*/ 30 w 114"/>
                <a:gd name="T17" fmla="*/ 78 h 134"/>
                <a:gd name="T18" fmla="*/ 114 w 114"/>
                <a:gd name="T19" fmla="*/ 36 h 134"/>
                <a:gd name="T20" fmla="*/ 69 w 114"/>
                <a:gd name="T21" fmla="*/ 23 h 134"/>
                <a:gd name="T22" fmla="*/ 85 w 114"/>
                <a:gd name="T23" fmla="*/ 36 h 134"/>
                <a:gd name="T24" fmla="*/ 85 w 114"/>
                <a:gd name="T25" fmla="*/ 36 h 134"/>
                <a:gd name="T26" fmla="*/ 33 w 114"/>
                <a:gd name="T27" fmla="*/ 56 h 134"/>
                <a:gd name="T28" fmla="*/ 69 w 114"/>
                <a:gd name="T29" fmla="*/ 23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4" h="134">
                  <a:moveTo>
                    <a:pt x="114" y="36"/>
                  </a:moveTo>
                  <a:cubicBezTo>
                    <a:pt x="114" y="15"/>
                    <a:pt x="98" y="0"/>
                    <a:pt x="73" y="0"/>
                  </a:cubicBezTo>
                  <a:cubicBezTo>
                    <a:pt x="28" y="0"/>
                    <a:pt x="0" y="42"/>
                    <a:pt x="0" y="81"/>
                  </a:cubicBezTo>
                  <a:cubicBezTo>
                    <a:pt x="0" y="112"/>
                    <a:pt x="17" y="134"/>
                    <a:pt x="53" y="134"/>
                  </a:cubicBezTo>
                  <a:cubicBezTo>
                    <a:pt x="68" y="134"/>
                    <a:pt x="85" y="130"/>
                    <a:pt x="98" y="124"/>
                  </a:cubicBezTo>
                  <a:cubicBezTo>
                    <a:pt x="95" y="101"/>
                    <a:pt x="95" y="101"/>
                    <a:pt x="95" y="101"/>
                  </a:cubicBezTo>
                  <a:cubicBezTo>
                    <a:pt x="84" y="107"/>
                    <a:pt x="72" y="110"/>
                    <a:pt x="60" y="110"/>
                  </a:cubicBezTo>
                  <a:cubicBezTo>
                    <a:pt x="47" y="110"/>
                    <a:pt x="38" y="105"/>
                    <a:pt x="33" y="97"/>
                  </a:cubicBezTo>
                  <a:cubicBezTo>
                    <a:pt x="30" y="92"/>
                    <a:pt x="29" y="83"/>
                    <a:pt x="30" y="78"/>
                  </a:cubicBezTo>
                  <a:cubicBezTo>
                    <a:pt x="79" y="80"/>
                    <a:pt x="114" y="69"/>
                    <a:pt x="114" y="36"/>
                  </a:cubicBezTo>
                  <a:close/>
                  <a:moveTo>
                    <a:pt x="69" y="23"/>
                  </a:moveTo>
                  <a:cubicBezTo>
                    <a:pt x="78" y="23"/>
                    <a:pt x="85" y="28"/>
                    <a:pt x="85" y="36"/>
                  </a:cubicBezTo>
                  <a:cubicBezTo>
                    <a:pt x="85" y="36"/>
                    <a:pt x="85" y="36"/>
                    <a:pt x="85" y="36"/>
                  </a:cubicBezTo>
                  <a:cubicBezTo>
                    <a:pt x="85" y="52"/>
                    <a:pt x="65" y="56"/>
                    <a:pt x="33" y="56"/>
                  </a:cubicBezTo>
                  <a:cubicBezTo>
                    <a:pt x="37" y="40"/>
                    <a:pt x="49" y="23"/>
                    <a:pt x="69" y="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3CC5D6B9-A1C6-4C3C-81E5-63E6229CC6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43963" y="4799013"/>
              <a:ext cx="112713" cy="152400"/>
            </a:xfrm>
            <a:custGeom>
              <a:avLst/>
              <a:gdLst>
                <a:gd name="T0" fmla="*/ 67 w 99"/>
                <a:gd name="T1" fmla="*/ 23 h 134"/>
                <a:gd name="T2" fmla="*/ 91 w 99"/>
                <a:gd name="T3" fmla="*/ 29 h 134"/>
                <a:gd name="T4" fmla="*/ 99 w 99"/>
                <a:gd name="T5" fmla="*/ 6 h 134"/>
                <a:gd name="T6" fmla="*/ 69 w 99"/>
                <a:gd name="T7" fmla="*/ 0 h 134"/>
                <a:gd name="T8" fmla="*/ 17 w 99"/>
                <a:gd name="T9" fmla="*/ 42 h 134"/>
                <a:gd name="T10" fmla="*/ 42 w 99"/>
                <a:gd name="T11" fmla="*/ 76 h 134"/>
                <a:gd name="T12" fmla="*/ 59 w 99"/>
                <a:gd name="T13" fmla="*/ 95 h 134"/>
                <a:gd name="T14" fmla="*/ 39 w 99"/>
                <a:gd name="T15" fmla="*/ 111 h 134"/>
                <a:gd name="T16" fmla="*/ 8 w 99"/>
                <a:gd name="T17" fmla="*/ 102 h 134"/>
                <a:gd name="T18" fmla="*/ 0 w 99"/>
                <a:gd name="T19" fmla="*/ 125 h 134"/>
                <a:gd name="T20" fmla="*/ 36 w 99"/>
                <a:gd name="T21" fmla="*/ 134 h 134"/>
                <a:gd name="T22" fmla="*/ 91 w 99"/>
                <a:gd name="T23" fmla="*/ 90 h 134"/>
                <a:gd name="T24" fmla="*/ 64 w 99"/>
                <a:gd name="T25" fmla="*/ 56 h 134"/>
                <a:gd name="T26" fmla="*/ 48 w 99"/>
                <a:gd name="T27" fmla="*/ 38 h 134"/>
                <a:gd name="T28" fmla="*/ 67 w 99"/>
                <a:gd name="T29" fmla="*/ 23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9" h="134">
                  <a:moveTo>
                    <a:pt x="67" y="23"/>
                  </a:moveTo>
                  <a:cubicBezTo>
                    <a:pt x="75" y="23"/>
                    <a:pt x="84" y="25"/>
                    <a:pt x="91" y="29"/>
                  </a:cubicBezTo>
                  <a:cubicBezTo>
                    <a:pt x="99" y="6"/>
                    <a:pt x="99" y="6"/>
                    <a:pt x="99" y="6"/>
                  </a:cubicBezTo>
                  <a:cubicBezTo>
                    <a:pt x="93" y="3"/>
                    <a:pt x="82" y="0"/>
                    <a:pt x="69" y="0"/>
                  </a:cubicBezTo>
                  <a:cubicBezTo>
                    <a:pt x="38" y="0"/>
                    <a:pt x="17" y="17"/>
                    <a:pt x="17" y="42"/>
                  </a:cubicBezTo>
                  <a:cubicBezTo>
                    <a:pt x="17" y="57"/>
                    <a:pt x="27" y="68"/>
                    <a:pt x="42" y="76"/>
                  </a:cubicBezTo>
                  <a:cubicBezTo>
                    <a:pt x="55" y="82"/>
                    <a:pt x="59" y="87"/>
                    <a:pt x="59" y="95"/>
                  </a:cubicBezTo>
                  <a:cubicBezTo>
                    <a:pt x="59" y="104"/>
                    <a:pt x="51" y="111"/>
                    <a:pt x="39" y="111"/>
                  </a:cubicBezTo>
                  <a:cubicBezTo>
                    <a:pt x="27" y="111"/>
                    <a:pt x="15" y="106"/>
                    <a:pt x="8" y="102"/>
                  </a:cubicBezTo>
                  <a:cubicBezTo>
                    <a:pt x="0" y="125"/>
                    <a:pt x="0" y="125"/>
                    <a:pt x="0" y="125"/>
                  </a:cubicBezTo>
                  <a:cubicBezTo>
                    <a:pt x="7" y="130"/>
                    <a:pt x="21" y="134"/>
                    <a:pt x="36" y="134"/>
                  </a:cubicBezTo>
                  <a:cubicBezTo>
                    <a:pt x="67" y="134"/>
                    <a:pt x="91" y="118"/>
                    <a:pt x="91" y="90"/>
                  </a:cubicBezTo>
                  <a:cubicBezTo>
                    <a:pt x="91" y="74"/>
                    <a:pt x="78" y="63"/>
                    <a:pt x="64" y="56"/>
                  </a:cubicBezTo>
                  <a:cubicBezTo>
                    <a:pt x="53" y="50"/>
                    <a:pt x="48" y="45"/>
                    <a:pt x="48" y="38"/>
                  </a:cubicBezTo>
                  <a:cubicBezTo>
                    <a:pt x="48" y="29"/>
                    <a:pt x="55" y="23"/>
                    <a:pt x="67" y="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0BDF4D74-121E-4F89-BF77-A3F6E94BD9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16975" y="4740275"/>
              <a:ext cx="41275" cy="39688"/>
            </a:xfrm>
            <a:custGeom>
              <a:avLst/>
              <a:gdLst>
                <a:gd name="T0" fmla="*/ 0 w 35"/>
                <a:gd name="T1" fmla="*/ 19 h 35"/>
                <a:gd name="T2" fmla="*/ 18 w 35"/>
                <a:gd name="T3" fmla="*/ 0 h 35"/>
                <a:gd name="T4" fmla="*/ 18 w 35"/>
                <a:gd name="T5" fmla="*/ 0 h 35"/>
                <a:gd name="T6" fmla="*/ 35 w 35"/>
                <a:gd name="T7" fmla="*/ 17 h 35"/>
                <a:gd name="T8" fmla="*/ 16 w 35"/>
                <a:gd name="T9" fmla="*/ 35 h 35"/>
                <a:gd name="T10" fmla="*/ 15 w 35"/>
                <a:gd name="T11" fmla="*/ 35 h 35"/>
                <a:gd name="T12" fmla="*/ 0 w 35"/>
                <a:gd name="T13" fmla="*/ 19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5">
                  <a:moveTo>
                    <a:pt x="0" y="19"/>
                  </a:moveTo>
                  <a:cubicBezTo>
                    <a:pt x="0" y="9"/>
                    <a:pt x="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8" y="0"/>
                    <a:pt x="35" y="7"/>
                    <a:pt x="35" y="17"/>
                  </a:cubicBezTo>
                  <a:cubicBezTo>
                    <a:pt x="34" y="28"/>
                    <a:pt x="26" y="35"/>
                    <a:pt x="16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6" y="35"/>
                    <a:pt x="0" y="28"/>
                    <a:pt x="0" y="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C3A8166B-32AE-43AE-8B7D-60BB9BA52C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785225" y="4802188"/>
              <a:ext cx="61913" cy="146050"/>
            </a:xfrm>
            <a:custGeom>
              <a:avLst/>
              <a:gdLst>
                <a:gd name="T0" fmla="*/ 0 w 39"/>
                <a:gd name="T1" fmla="*/ 92 h 92"/>
                <a:gd name="T2" fmla="*/ 22 w 39"/>
                <a:gd name="T3" fmla="*/ 92 h 92"/>
                <a:gd name="T4" fmla="*/ 39 w 39"/>
                <a:gd name="T5" fmla="*/ 0 h 92"/>
                <a:gd name="T6" fmla="*/ 18 w 39"/>
                <a:gd name="T7" fmla="*/ 0 h 92"/>
                <a:gd name="T8" fmla="*/ 0 w 39"/>
                <a:gd name="T9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92">
                  <a:moveTo>
                    <a:pt x="0" y="92"/>
                  </a:moveTo>
                  <a:lnTo>
                    <a:pt x="22" y="92"/>
                  </a:lnTo>
                  <a:lnTo>
                    <a:pt x="39" y="0"/>
                  </a:lnTo>
                  <a:lnTo>
                    <a:pt x="18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6D399AE1-992E-4751-8045-5C7ACEF7EA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4738" y="4764088"/>
              <a:ext cx="92075" cy="187325"/>
            </a:xfrm>
            <a:custGeom>
              <a:avLst/>
              <a:gdLst>
                <a:gd name="T0" fmla="*/ 46 w 81"/>
                <a:gd name="T1" fmla="*/ 140 h 164"/>
                <a:gd name="T2" fmla="*/ 35 w 81"/>
                <a:gd name="T3" fmla="*/ 122 h 164"/>
                <a:gd name="T4" fmla="*/ 48 w 81"/>
                <a:gd name="T5" fmla="*/ 56 h 164"/>
                <a:gd name="T6" fmla="*/ 77 w 81"/>
                <a:gd name="T7" fmla="*/ 56 h 164"/>
                <a:gd name="T8" fmla="*/ 81 w 81"/>
                <a:gd name="T9" fmla="*/ 33 h 164"/>
                <a:gd name="T10" fmla="*/ 52 w 81"/>
                <a:gd name="T11" fmla="*/ 33 h 164"/>
                <a:gd name="T12" fmla="*/ 59 w 81"/>
                <a:gd name="T13" fmla="*/ 0 h 164"/>
                <a:gd name="T14" fmla="*/ 27 w 81"/>
                <a:gd name="T15" fmla="*/ 9 h 164"/>
                <a:gd name="T16" fmla="*/ 22 w 81"/>
                <a:gd name="T17" fmla="*/ 33 h 164"/>
                <a:gd name="T18" fmla="*/ 4 w 81"/>
                <a:gd name="T19" fmla="*/ 33 h 164"/>
                <a:gd name="T20" fmla="*/ 0 w 81"/>
                <a:gd name="T21" fmla="*/ 56 h 164"/>
                <a:gd name="T22" fmla="*/ 18 w 81"/>
                <a:gd name="T23" fmla="*/ 56 h 164"/>
                <a:gd name="T24" fmla="*/ 4 w 81"/>
                <a:gd name="T25" fmla="*/ 124 h 164"/>
                <a:gd name="T26" fmla="*/ 40 w 81"/>
                <a:gd name="T27" fmla="*/ 164 h 164"/>
                <a:gd name="T28" fmla="*/ 60 w 81"/>
                <a:gd name="T29" fmla="*/ 161 h 164"/>
                <a:gd name="T30" fmla="*/ 61 w 81"/>
                <a:gd name="T31" fmla="*/ 137 h 164"/>
                <a:gd name="T32" fmla="*/ 46 w 81"/>
                <a:gd name="T33" fmla="*/ 14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1" h="164">
                  <a:moveTo>
                    <a:pt x="46" y="140"/>
                  </a:moveTo>
                  <a:cubicBezTo>
                    <a:pt x="37" y="140"/>
                    <a:pt x="32" y="134"/>
                    <a:pt x="35" y="122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81" y="33"/>
                    <a:pt x="81" y="33"/>
                    <a:pt x="81" y="33"/>
                  </a:cubicBezTo>
                  <a:cubicBezTo>
                    <a:pt x="52" y="33"/>
                    <a:pt x="52" y="33"/>
                    <a:pt x="52" y="33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18" y="56"/>
                    <a:pt x="18" y="56"/>
                    <a:pt x="18" y="56"/>
                  </a:cubicBezTo>
                  <a:cubicBezTo>
                    <a:pt x="4" y="124"/>
                    <a:pt x="4" y="124"/>
                    <a:pt x="4" y="124"/>
                  </a:cubicBezTo>
                  <a:cubicBezTo>
                    <a:pt x="0" y="149"/>
                    <a:pt x="12" y="164"/>
                    <a:pt x="40" y="164"/>
                  </a:cubicBezTo>
                  <a:cubicBezTo>
                    <a:pt x="47" y="164"/>
                    <a:pt x="54" y="163"/>
                    <a:pt x="60" y="161"/>
                  </a:cubicBezTo>
                  <a:cubicBezTo>
                    <a:pt x="61" y="137"/>
                    <a:pt x="61" y="137"/>
                    <a:pt x="61" y="137"/>
                  </a:cubicBezTo>
                  <a:cubicBezTo>
                    <a:pt x="56" y="139"/>
                    <a:pt x="51" y="139"/>
                    <a:pt x="46" y="1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29E6D64-5733-FFD1-3A86-F18A7474F2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3E30F7-D969-FA96-3486-009D1A5C06CF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04040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eatured Speaker Light Gra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7DDD9D-339B-47C3-ABD1-8D1284D7D37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8392" y="1080810"/>
            <a:ext cx="2788920" cy="2788920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on the icon to add a picture from your computer. Use the crop function to position the image.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0BD1B14-3AAC-694C-8F9C-2049F1A49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5" y="450165"/>
            <a:ext cx="4235146" cy="2447779"/>
          </a:xfrm>
        </p:spPr>
        <p:txBody>
          <a:bodyPr/>
          <a:lstStyle>
            <a:lvl1pPr>
              <a:defRPr sz="48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Speaker </a:t>
            </a:r>
            <a:r>
              <a:rPr lang="en-US" err="1"/>
              <a:t>Firstname</a:t>
            </a:r>
            <a:br>
              <a:rPr lang="en-US"/>
            </a:br>
            <a:r>
              <a:rPr lang="en-US" err="1"/>
              <a:t>Lastname</a:t>
            </a:r>
            <a:br>
              <a:rPr lang="en-US"/>
            </a:br>
            <a:r>
              <a:rPr lang="en-US"/>
              <a:t>Arial Bold 48pt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B917401-3984-6E49-B4D7-4571B51CE7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855" y="3091957"/>
            <a:ext cx="4235146" cy="859871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14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 (optional) in Arial Regular 14pt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F26A8A1-FCF7-4CF1-A118-AB88E58243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D11CA38-34F6-A334-CD02-80BA0ADFBDF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65312B-D4B1-AC47-C9D7-E3C3B7D4CF6E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58171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d Speaker Orange Swooping Z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E936ABF-D29F-C2E4-3EB7-E49B14F72B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1" y="0"/>
            <a:ext cx="9143998" cy="5143498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7DDD9D-339B-47C3-ABD1-8D1284D7D37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8392" y="1080810"/>
            <a:ext cx="2788920" cy="2788920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on the icon to add a picture from your computer. Use the crop function to position the image.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0BD1B14-3AAC-694C-8F9C-2049F1A49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5" y="443133"/>
            <a:ext cx="4235146" cy="2526778"/>
          </a:xfrm>
        </p:spPr>
        <p:txBody>
          <a:bodyPr/>
          <a:lstStyle>
            <a:lvl1pPr>
              <a:defRPr sz="4800" spc="-1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Speaker </a:t>
            </a:r>
            <a:br>
              <a:rPr lang="en-US"/>
            </a:br>
            <a:r>
              <a:rPr lang="en-US" err="1"/>
              <a:t>Firstname</a:t>
            </a:r>
            <a:br>
              <a:rPr lang="en-US"/>
            </a:br>
            <a:r>
              <a:rPr lang="en-US" err="1"/>
              <a:t>Lastname</a:t>
            </a:r>
            <a:br>
              <a:rPr lang="en-US"/>
            </a:br>
            <a:r>
              <a:rPr lang="en-US"/>
              <a:t>Arial Bold 48pt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B917401-3984-6E49-B4D7-4571B51CE7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855" y="3106025"/>
            <a:ext cx="4235146" cy="859871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1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 (optional) in Arial Regular 14pt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B93815D-C242-4387-90C8-3F7A417E2BB5}"/>
              </a:ext>
            </a:extLst>
          </p:cNvPr>
          <p:cNvGrpSpPr/>
          <p:nvPr userDrawn="1"/>
        </p:nvGrpSpPr>
        <p:grpSpPr>
          <a:xfrm>
            <a:off x="8245475" y="4740275"/>
            <a:ext cx="711201" cy="268288"/>
            <a:chOff x="8245475" y="4740275"/>
            <a:chExt cx="711201" cy="268288"/>
          </a:xfrm>
        </p:grpSpPr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78EAEF15-9D2A-4415-A3F3-BD2244442C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45475" y="4802188"/>
              <a:ext cx="303213" cy="206375"/>
            </a:xfrm>
            <a:custGeom>
              <a:avLst/>
              <a:gdLst>
                <a:gd name="T0" fmla="*/ 251 w 266"/>
                <a:gd name="T1" fmla="*/ 120 h 181"/>
                <a:gd name="T2" fmla="*/ 266 w 266"/>
                <a:gd name="T3" fmla="*/ 141 h 181"/>
                <a:gd name="T4" fmla="*/ 172 w 266"/>
                <a:gd name="T5" fmla="*/ 181 h 181"/>
                <a:gd name="T6" fmla="*/ 25 w 266"/>
                <a:gd name="T7" fmla="*/ 128 h 181"/>
                <a:gd name="T8" fmla="*/ 4 w 266"/>
                <a:gd name="T9" fmla="*/ 128 h 181"/>
                <a:gd name="T10" fmla="*/ 0 w 266"/>
                <a:gd name="T11" fmla="*/ 107 h 181"/>
                <a:gd name="T12" fmla="*/ 80 w 266"/>
                <a:gd name="T13" fmla="*/ 25 h 181"/>
                <a:gd name="T14" fmla="*/ 18 w 266"/>
                <a:gd name="T15" fmla="*/ 25 h 181"/>
                <a:gd name="T16" fmla="*/ 23 w 266"/>
                <a:gd name="T17" fmla="*/ 0 h 181"/>
                <a:gd name="T18" fmla="*/ 125 w 266"/>
                <a:gd name="T19" fmla="*/ 0 h 181"/>
                <a:gd name="T20" fmla="*/ 121 w 266"/>
                <a:gd name="T21" fmla="*/ 23 h 181"/>
                <a:gd name="T22" fmla="*/ 43 w 266"/>
                <a:gd name="T23" fmla="*/ 102 h 181"/>
                <a:gd name="T24" fmla="*/ 176 w 266"/>
                <a:gd name="T25" fmla="*/ 156 h 181"/>
                <a:gd name="T26" fmla="*/ 251 w 266"/>
                <a:gd name="T27" fmla="*/ 12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6" h="181">
                  <a:moveTo>
                    <a:pt x="251" y="120"/>
                  </a:moveTo>
                  <a:cubicBezTo>
                    <a:pt x="266" y="141"/>
                    <a:pt x="266" y="141"/>
                    <a:pt x="266" y="141"/>
                  </a:cubicBezTo>
                  <a:cubicBezTo>
                    <a:pt x="256" y="150"/>
                    <a:pt x="222" y="181"/>
                    <a:pt x="172" y="181"/>
                  </a:cubicBezTo>
                  <a:cubicBezTo>
                    <a:pt x="100" y="181"/>
                    <a:pt x="96" y="128"/>
                    <a:pt x="25" y="128"/>
                  </a:cubicBezTo>
                  <a:cubicBezTo>
                    <a:pt x="4" y="128"/>
                    <a:pt x="4" y="128"/>
                    <a:pt x="4" y="128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1" y="23"/>
                    <a:pt x="121" y="23"/>
                    <a:pt x="121" y="23"/>
                  </a:cubicBezTo>
                  <a:cubicBezTo>
                    <a:pt x="43" y="102"/>
                    <a:pt x="43" y="102"/>
                    <a:pt x="43" y="102"/>
                  </a:cubicBezTo>
                  <a:cubicBezTo>
                    <a:pt x="102" y="102"/>
                    <a:pt x="117" y="156"/>
                    <a:pt x="176" y="156"/>
                  </a:cubicBezTo>
                  <a:cubicBezTo>
                    <a:pt x="212" y="156"/>
                    <a:pt x="241" y="131"/>
                    <a:pt x="251" y="1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F4A5467F-B632-4274-B2A9-A10B1753EE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86763" y="4799013"/>
              <a:ext cx="144463" cy="152400"/>
            </a:xfrm>
            <a:custGeom>
              <a:avLst/>
              <a:gdLst>
                <a:gd name="T0" fmla="*/ 74 w 127"/>
                <a:gd name="T1" fmla="*/ 0 h 134"/>
                <a:gd name="T2" fmla="*/ 0 w 127"/>
                <a:gd name="T3" fmla="*/ 81 h 134"/>
                <a:gd name="T4" fmla="*/ 52 w 127"/>
                <a:gd name="T5" fmla="*/ 134 h 134"/>
                <a:gd name="T6" fmla="*/ 127 w 127"/>
                <a:gd name="T7" fmla="*/ 53 h 134"/>
                <a:gd name="T8" fmla="*/ 74 w 127"/>
                <a:gd name="T9" fmla="*/ 0 h 134"/>
                <a:gd name="T10" fmla="*/ 56 w 127"/>
                <a:gd name="T11" fmla="*/ 110 h 134"/>
                <a:gd name="T12" fmla="*/ 31 w 127"/>
                <a:gd name="T13" fmla="*/ 80 h 134"/>
                <a:gd name="T14" fmla="*/ 70 w 127"/>
                <a:gd name="T15" fmla="*/ 24 h 134"/>
                <a:gd name="T16" fmla="*/ 95 w 127"/>
                <a:gd name="T17" fmla="*/ 53 h 134"/>
                <a:gd name="T18" fmla="*/ 56 w 127"/>
                <a:gd name="T19" fmla="*/ 11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7" h="134">
                  <a:moveTo>
                    <a:pt x="74" y="0"/>
                  </a:moveTo>
                  <a:cubicBezTo>
                    <a:pt x="30" y="0"/>
                    <a:pt x="0" y="38"/>
                    <a:pt x="0" y="81"/>
                  </a:cubicBezTo>
                  <a:cubicBezTo>
                    <a:pt x="0" y="112"/>
                    <a:pt x="20" y="134"/>
                    <a:pt x="52" y="134"/>
                  </a:cubicBezTo>
                  <a:cubicBezTo>
                    <a:pt x="96" y="134"/>
                    <a:pt x="127" y="97"/>
                    <a:pt x="127" y="53"/>
                  </a:cubicBezTo>
                  <a:cubicBezTo>
                    <a:pt x="127" y="25"/>
                    <a:pt x="108" y="0"/>
                    <a:pt x="74" y="0"/>
                  </a:cubicBezTo>
                  <a:close/>
                  <a:moveTo>
                    <a:pt x="56" y="110"/>
                  </a:moveTo>
                  <a:cubicBezTo>
                    <a:pt x="41" y="110"/>
                    <a:pt x="31" y="98"/>
                    <a:pt x="31" y="80"/>
                  </a:cubicBezTo>
                  <a:cubicBezTo>
                    <a:pt x="31" y="56"/>
                    <a:pt x="46" y="24"/>
                    <a:pt x="70" y="24"/>
                  </a:cubicBezTo>
                  <a:cubicBezTo>
                    <a:pt x="89" y="24"/>
                    <a:pt x="95" y="40"/>
                    <a:pt x="95" y="53"/>
                  </a:cubicBezTo>
                  <a:cubicBezTo>
                    <a:pt x="95" y="79"/>
                    <a:pt x="79" y="110"/>
                    <a:pt x="56" y="1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0EBEE7DF-A915-498B-A770-429639B672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48688" y="4799013"/>
              <a:ext cx="130175" cy="152400"/>
            </a:xfrm>
            <a:custGeom>
              <a:avLst/>
              <a:gdLst>
                <a:gd name="T0" fmla="*/ 114 w 114"/>
                <a:gd name="T1" fmla="*/ 36 h 134"/>
                <a:gd name="T2" fmla="*/ 73 w 114"/>
                <a:gd name="T3" fmla="*/ 0 h 134"/>
                <a:gd name="T4" fmla="*/ 0 w 114"/>
                <a:gd name="T5" fmla="*/ 81 h 134"/>
                <a:gd name="T6" fmla="*/ 53 w 114"/>
                <a:gd name="T7" fmla="*/ 134 h 134"/>
                <a:gd name="T8" fmla="*/ 98 w 114"/>
                <a:gd name="T9" fmla="*/ 124 h 134"/>
                <a:gd name="T10" fmla="*/ 95 w 114"/>
                <a:gd name="T11" fmla="*/ 101 h 134"/>
                <a:gd name="T12" fmla="*/ 60 w 114"/>
                <a:gd name="T13" fmla="*/ 110 h 134"/>
                <a:gd name="T14" fmla="*/ 33 w 114"/>
                <a:gd name="T15" fmla="*/ 97 h 134"/>
                <a:gd name="T16" fmla="*/ 30 w 114"/>
                <a:gd name="T17" fmla="*/ 78 h 134"/>
                <a:gd name="T18" fmla="*/ 114 w 114"/>
                <a:gd name="T19" fmla="*/ 36 h 134"/>
                <a:gd name="T20" fmla="*/ 69 w 114"/>
                <a:gd name="T21" fmla="*/ 23 h 134"/>
                <a:gd name="T22" fmla="*/ 85 w 114"/>
                <a:gd name="T23" fmla="*/ 36 h 134"/>
                <a:gd name="T24" fmla="*/ 85 w 114"/>
                <a:gd name="T25" fmla="*/ 36 h 134"/>
                <a:gd name="T26" fmla="*/ 33 w 114"/>
                <a:gd name="T27" fmla="*/ 56 h 134"/>
                <a:gd name="T28" fmla="*/ 69 w 114"/>
                <a:gd name="T29" fmla="*/ 23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4" h="134">
                  <a:moveTo>
                    <a:pt x="114" y="36"/>
                  </a:moveTo>
                  <a:cubicBezTo>
                    <a:pt x="114" y="15"/>
                    <a:pt x="98" y="0"/>
                    <a:pt x="73" y="0"/>
                  </a:cubicBezTo>
                  <a:cubicBezTo>
                    <a:pt x="28" y="0"/>
                    <a:pt x="0" y="42"/>
                    <a:pt x="0" y="81"/>
                  </a:cubicBezTo>
                  <a:cubicBezTo>
                    <a:pt x="0" y="112"/>
                    <a:pt x="17" y="134"/>
                    <a:pt x="53" y="134"/>
                  </a:cubicBezTo>
                  <a:cubicBezTo>
                    <a:pt x="68" y="134"/>
                    <a:pt x="85" y="130"/>
                    <a:pt x="98" y="124"/>
                  </a:cubicBezTo>
                  <a:cubicBezTo>
                    <a:pt x="95" y="101"/>
                    <a:pt x="95" y="101"/>
                    <a:pt x="95" y="101"/>
                  </a:cubicBezTo>
                  <a:cubicBezTo>
                    <a:pt x="84" y="107"/>
                    <a:pt x="72" y="110"/>
                    <a:pt x="60" y="110"/>
                  </a:cubicBezTo>
                  <a:cubicBezTo>
                    <a:pt x="47" y="110"/>
                    <a:pt x="38" y="105"/>
                    <a:pt x="33" y="97"/>
                  </a:cubicBezTo>
                  <a:cubicBezTo>
                    <a:pt x="30" y="92"/>
                    <a:pt x="29" y="83"/>
                    <a:pt x="30" y="78"/>
                  </a:cubicBezTo>
                  <a:cubicBezTo>
                    <a:pt x="79" y="80"/>
                    <a:pt x="114" y="69"/>
                    <a:pt x="114" y="36"/>
                  </a:cubicBezTo>
                  <a:close/>
                  <a:moveTo>
                    <a:pt x="69" y="23"/>
                  </a:moveTo>
                  <a:cubicBezTo>
                    <a:pt x="78" y="23"/>
                    <a:pt x="85" y="28"/>
                    <a:pt x="85" y="36"/>
                  </a:cubicBezTo>
                  <a:cubicBezTo>
                    <a:pt x="85" y="36"/>
                    <a:pt x="85" y="36"/>
                    <a:pt x="85" y="36"/>
                  </a:cubicBezTo>
                  <a:cubicBezTo>
                    <a:pt x="85" y="52"/>
                    <a:pt x="65" y="56"/>
                    <a:pt x="33" y="56"/>
                  </a:cubicBezTo>
                  <a:cubicBezTo>
                    <a:pt x="37" y="40"/>
                    <a:pt x="49" y="23"/>
                    <a:pt x="69" y="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3CC5D6B9-A1C6-4C3C-81E5-63E6229CC6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43963" y="4799013"/>
              <a:ext cx="112713" cy="152400"/>
            </a:xfrm>
            <a:custGeom>
              <a:avLst/>
              <a:gdLst>
                <a:gd name="T0" fmla="*/ 67 w 99"/>
                <a:gd name="T1" fmla="*/ 23 h 134"/>
                <a:gd name="T2" fmla="*/ 91 w 99"/>
                <a:gd name="T3" fmla="*/ 29 h 134"/>
                <a:gd name="T4" fmla="*/ 99 w 99"/>
                <a:gd name="T5" fmla="*/ 6 h 134"/>
                <a:gd name="T6" fmla="*/ 69 w 99"/>
                <a:gd name="T7" fmla="*/ 0 h 134"/>
                <a:gd name="T8" fmla="*/ 17 w 99"/>
                <a:gd name="T9" fmla="*/ 42 h 134"/>
                <a:gd name="T10" fmla="*/ 42 w 99"/>
                <a:gd name="T11" fmla="*/ 76 h 134"/>
                <a:gd name="T12" fmla="*/ 59 w 99"/>
                <a:gd name="T13" fmla="*/ 95 h 134"/>
                <a:gd name="T14" fmla="*/ 39 w 99"/>
                <a:gd name="T15" fmla="*/ 111 h 134"/>
                <a:gd name="T16" fmla="*/ 8 w 99"/>
                <a:gd name="T17" fmla="*/ 102 h 134"/>
                <a:gd name="T18" fmla="*/ 0 w 99"/>
                <a:gd name="T19" fmla="*/ 125 h 134"/>
                <a:gd name="T20" fmla="*/ 36 w 99"/>
                <a:gd name="T21" fmla="*/ 134 h 134"/>
                <a:gd name="T22" fmla="*/ 91 w 99"/>
                <a:gd name="T23" fmla="*/ 90 h 134"/>
                <a:gd name="T24" fmla="*/ 64 w 99"/>
                <a:gd name="T25" fmla="*/ 56 h 134"/>
                <a:gd name="T26" fmla="*/ 48 w 99"/>
                <a:gd name="T27" fmla="*/ 38 h 134"/>
                <a:gd name="T28" fmla="*/ 67 w 99"/>
                <a:gd name="T29" fmla="*/ 23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9" h="134">
                  <a:moveTo>
                    <a:pt x="67" y="23"/>
                  </a:moveTo>
                  <a:cubicBezTo>
                    <a:pt x="75" y="23"/>
                    <a:pt x="84" y="25"/>
                    <a:pt x="91" y="29"/>
                  </a:cubicBezTo>
                  <a:cubicBezTo>
                    <a:pt x="99" y="6"/>
                    <a:pt x="99" y="6"/>
                    <a:pt x="99" y="6"/>
                  </a:cubicBezTo>
                  <a:cubicBezTo>
                    <a:pt x="93" y="3"/>
                    <a:pt x="82" y="0"/>
                    <a:pt x="69" y="0"/>
                  </a:cubicBezTo>
                  <a:cubicBezTo>
                    <a:pt x="38" y="0"/>
                    <a:pt x="17" y="17"/>
                    <a:pt x="17" y="42"/>
                  </a:cubicBezTo>
                  <a:cubicBezTo>
                    <a:pt x="17" y="57"/>
                    <a:pt x="27" y="68"/>
                    <a:pt x="42" y="76"/>
                  </a:cubicBezTo>
                  <a:cubicBezTo>
                    <a:pt x="55" y="82"/>
                    <a:pt x="59" y="87"/>
                    <a:pt x="59" y="95"/>
                  </a:cubicBezTo>
                  <a:cubicBezTo>
                    <a:pt x="59" y="104"/>
                    <a:pt x="51" y="111"/>
                    <a:pt x="39" y="111"/>
                  </a:cubicBezTo>
                  <a:cubicBezTo>
                    <a:pt x="27" y="111"/>
                    <a:pt x="15" y="106"/>
                    <a:pt x="8" y="102"/>
                  </a:cubicBezTo>
                  <a:cubicBezTo>
                    <a:pt x="0" y="125"/>
                    <a:pt x="0" y="125"/>
                    <a:pt x="0" y="125"/>
                  </a:cubicBezTo>
                  <a:cubicBezTo>
                    <a:pt x="7" y="130"/>
                    <a:pt x="21" y="134"/>
                    <a:pt x="36" y="134"/>
                  </a:cubicBezTo>
                  <a:cubicBezTo>
                    <a:pt x="67" y="134"/>
                    <a:pt x="91" y="118"/>
                    <a:pt x="91" y="90"/>
                  </a:cubicBezTo>
                  <a:cubicBezTo>
                    <a:pt x="91" y="74"/>
                    <a:pt x="78" y="63"/>
                    <a:pt x="64" y="56"/>
                  </a:cubicBezTo>
                  <a:cubicBezTo>
                    <a:pt x="53" y="50"/>
                    <a:pt x="48" y="45"/>
                    <a:pt x="48" y="38"/>
                  </a:cubicBezTo>
                  <a:cubicBezTo>
                    <a:pt x="48" y="29"/>
                    <a:pt x="55" y="23"/>
                    <a:pt x="67" y="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0BDF4D74-121E-4F89-BF77-A3F6E94BD9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16975" y="4740275"/>
              <a:ext cx="41275" cy="39688"/>
            </a:xfrm>
            <a:custGeom>
              <a:avLst/>
              <a:gdLst>
                <a:gd name="T0" fmla="*/ 0 w 35"/>
                <a:gd name="T1" fmla="*/ 19 h 35"/>
                <a:gd name="T2" fmla="*/ 18 w 35"/>
                <a:gd name="T3" fmla="*/ 0 h 35"/>
                <a:gd name="T4" fmla="*/ 18 w 35"/>
                <a:gd name="T5" fmla="*/ 0 h 35"/>
                <a:gd name="T6" fmla="*/ 35 w 35"/>
                <a:gd name="T7" fmla="*/ 17 h 35"/>
                <a:gd name="T8" fmla="*/ 16 w 35"/>
                <a:gd name="T9" fmla="*/ 35 h 35"/>
                <a:gd name="T10" fmla="*/ 15 w 35"/>
                <a:gd name="T11" fmla="*/ 35 h 35"/>
                <a:gd name="T12" fmla="*/ 0 w 35"/>
                <a:gd name="T13" fmla="*/ 19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5">
                  <a:moveTo>
                    <a:pt x="0" y="19"/>
                  </a:moveTo>
                  <a:cubicBezTo>
                    <a:pt x="0" y="9"/>
                    <a:pt x="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8" y="0"/>
                    <a:pt x="35" y="7"/>
                    <a:pt x="35" y="17"/>
                  </a:cubicBezTo>
                  <a:cubicBezTo>
                    <a:pt x="34" y="28"/>
                    <a:pt x="26" y="35"/>
                    <a:pt x="16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6" y="35"/>
                    <a:pt x="0" y="28"/>
                    <a:pt x="0" y="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C3A8166B-32AE-43AE-8B7D-60BB9BA52C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785225" y="4802188"/>
              <a:ext cx="61913" cy="146050"/>
            </a:xfrm>
            <a:custGeom>
              <a:avLst/>
              <a:gdLst>
                <a:gd name="T0" fmla="*/ 0 w 39"/>
                <a:gd name="T1" fmla="*/ 92 h 92"/>
                <a:gd name="T2" fmla="*/ 22 w 39"/>
                <a:gd name="T3" fmla="*/ 92 h 92"/>
                <a:gd name="T4" fmla="*/ 39 w 39"/>
                <a:gd name="T5" fmla="*/ 0 h 92"/>
                <a:gd name="T6" fmla="*/ 18 w 39"/>
                <a:gd name="T7" fmla="*/ 0 h 92"/>
                <a:gd name="T8" fmla="*/ 0 w 39"/>
                <a:gd name="T9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92">
                  <a:moveTo>
                    <a:pt x="0" y="92"/>
                  </a:moveTo>
                  <a:lnTo>
                    <a:pt x="22" y="92"/>
                  </a:lnTo>
                  <a:lnTo>
                    <a:pt x="39" y="0"/>
                  </a:lnTo>
                  <a:lnTo>
                    <a:pt x="18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6D399AE1-992E-4751-8045-5C7ACEF7EA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4738" y="4764088"/>
              <a:ext cx="92075" cy="187325"/>
            </a:xfrm>
            <a:custGeom>
              <a:avLst/>
              <a:gdLst>
                <a:gd name="T0" fmla="*/ 46 w 81"/>
                <a:gd name="T1" fmla="*/ 140 h 164"/>
                <a:gd name="T2" fmla="*/ 35 w 81"/>
                <a:gd name="T3" fmla="*/ 122 h 164"/>
                <a:gd name="T4" fmla="*/ 48 w 81"/>
                <a:gd name="T5" fmla="*/ 56 h 164"/>
                <a:gd name="T6" fmla="*/ 77 w 81"/>
                <a:gd name="T7" fmla="*/ 56 h 164"/>
                <a:gd name="T8" fmla="*/ 81 w 81"/>
                <a:gd name="T9" fmla="*/ 33 h 164"/>
                <a:gd name="T10" fmla="*/ 52 w 81"/>
                <a:gd name="T11" fmla="*/ 33 h 164"/>
                <a:gd name="T12" fmla="*/ 59 w 81"/>
                <a:gd name="T13" fmla="*/ 0 h 164"/>
                <a:gd name="T14" fmla="*/ 27 w 81"/>
                <a:gd name="T15" fmla="*/ 9 h 164"/>
                <a:gd name="T16" fmla="*/ 22 w 81"/>
                <a:gd name="T17" fmla="*/ 33 h 164"/>
                <a:gd name="T18" fmla="*/ 4 w 81"/>
                <a:gd name="T19" fmla="*/ 33 h 164"/>
                <a:gd name="T20" fmla="*/ 0 w 81"/>
                <a:gd name="T21" fmla="*/ 56 h 164"/>
                <a:gd name="T22" fmla="*/ 18 w 81"/>
                <a:gd name="T23" fmla="*/ 56 h 164"/>
                <a:gd name="T24" fmla="*/ 4 w 81"/>
                <a:gd name="T25" fmla="*/ 124 h 164"/>
                <a:gd name="T26" fmla="*/ 40 w 81"/>
                <a:gd name="T27" fmla="*/ 164 h 164"/>
                <a:gd name="T28" fmla="*/ 60 w 81"/>
                <a:gd name="T29" fmla="*/ 161 h 164"/>
                <a:gd name="T30" fmla="*/ 61 w 81"/>
                <a:gd name="T31" fmla="*/ 137 h 164"/>
                <a:gd name="T32" fmla="*/ 46 w 81"/>
                <a:gd name="T33" fmla="*/ 14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1" h="164">
                  <a:moveTo>
                    <a:pt x="46" y="140"/>
                  </a:moveTo>
                  <a:cubicBezTo>
                    <a:pt x="37" y="140"/>
                    <a:pt x="32" y="134"/>
                    <a:pt x="35" y="122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81" y="33"/>
                    <a:pt x="81" y="33"/>
                    <a:pt x="81" y="33"/>
                  </a:cubicBezTo>
                  <a:cubicBezTo>
                    <a:pt x="52" y="33"/>
                    <a:pt x="52" y="33"/>
                    <a:pt x="52" y="33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18" y="56"/>
                    <a:pt x="18" y="56"/>
                    <a:pt x="18" y="56"/>
                  </a:cubicBezTo>
                  <a:cubicBezTo>
                    <a:pt x="4" y="124"/>
                    <a:pt x="4" y="124"/>
                    <a:pt x="4" y="124"/>
                  </a:cubicBezTo>
                  <a:cubicBezTo>
                    <a:pt x="0" y="149"/>
                    <a:pt x="12" y="164"/>
                    <a:pt x="40" y="164"/>
                  </a:cubicBezTo>
                  <a:cubicBezTo>
                    <a:pt x="47" y="164"/>
                    <a:pt x="54" y="163"/>
                    <a:pt x="60" y="161"/>
                  </a:cubicBezTo>
                  <a:cubicBezTo>
                    <a:pt x="61" y="137"/>
                    <a:pt x="61" y="137"/>
                    <a:pt x="61" y="137"/>
                  </a:cubicBezTo>
                  <a:cubicBezTo>
                    <a:pt x="56" y="139"/>
                    <a:pt x="51" y="139"/>
                    <a:pt x="46" y="1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A5832FE-155C-8574-58AB-F0C5D3A19B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69CEF9-CFC5-BDC2-D0BE-DF42DA676022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9904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d Speaker Light Gray Swooping Z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8665EA0C-AFA1-E021-DE7F-CCCD7E4154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1" y="0"/>
            <a:ext cx="9143998" cy="5143498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7DDD9D-339B-47C3-ABD1-8D1284D7D37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8392" y="1080810"/>
            <a:ext cx="2788920" cy="2788920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on the icon to add a picture from your computer. Use the crop function to position the image.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0BD1B14-3AAC-694C-8F9C-2049F1A49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5" y="450165"/>
            <a:ext cx="4235146" cy="2447779"/>
          </a:xfrm>
        </p:spPr>
        <p:txBody>
          <a:bodyPr/>
          <a:lstStyle>
            <a:lvl1pPr>
              <a:defRPr sz="48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Speaker </a:t>
            </a:r>
            <a:r>
              <a:rPr lang="en-US" err="1"/>
              <a:t>Firstname</a:t>
            </a:r>
            <a:br>
              <a:rPr lang="en-US"/>
            </a:br>
            <a:r>
              <a:rPr lang="en-US" err="1"/>
              <a:t>Lastname</a:t>
            </a:r>
            <a:br>
              <a:rPr lang="en-US"/>
            </a:br>
            <a:r>
              <a:rPr lang="en-US"/>
              <a:t>Arial Bold 48pt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B917401-3984-6E49-B4D7-4571B51CE7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855" y="3091957"/>
            <a:ext cx="4235146" cy="859871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14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 (optional) in Arial Regular 14pt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F26A8A1-FCF7-4CF1-A118-AB88E582436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957826C-0423-2166-28D3-D43E9E7394B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8B3A8A-F73D-768C-0966-BCEBB8F74C92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65133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peaker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A085E36-D14C-4FBB-88C0-806587C35A6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8974" y="1644650"/>
            <a:ext cx="1435608" cy="143560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25C31A35-FE09-294F-864A-B52539B93E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854" y="250372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08E47A-1C17-C94D-9D44-2D5E8879C1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7" name="Title 7">
            <a:extLst>
              <a:ext uri="{FF2B5EF4-FFF2-40B4-BE49-F238E27FC236}">
                <a16:creationId xmlns:a16="http://schemas.microsoft.com/office/drawing/2014/main" id="{55D6CC5B-DB7C-A048-A30A-4A3013892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3" y="445961"/>
            <a:ext cx="8470293" cy="506940"/>
          </a:xfrm>
        </p:spPr>
        <p:txBody>
          <a:bodyPr>
            <a:noAutofit/>
          </a:bodyPr>
          <a:lstStyle/>
          <a:p>
            <a:r>
              <a:rPr lang="en-US"/>
              <a:t>Headline in Arial Bold 32pt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981A192-D119-4990-B9F7-7C92108CE0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461" y="3179558"/>
            <a:ext cx="1929384" cy="506940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226A4BBC-DFE8-4847-964A-3A7A4A65E2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461" y="3740640"/>
            <a:ext cx="1929384" cy="291410"/>
          </a:xfrm>
        </p:spPr>
        <p:txBody>
          <a:bodyPr/>
          <a:lstStyle>
            <a:lvl1pPr marL="0" indent="0" algn="ctr">
              <a:buNone/>
              <a:defRPr sz="1050" b="0">
                <a:solidFill>
                  <a:schemeClr val="bg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1E115F5B-A964-42D4-A60A-5EF258C022E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744153" y="1644650"/>
            <a:ext cx="1435608" cy="143560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466512E9-5807-4235-98F6-7C3EA9F4F23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92640" y="3179558"/>
            <a:ext cx="1929384" cy="506940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A76A4A-6582-4CB3-A281-7211E52F0B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92640" y="3740640"/>
            <a:ext cx="1929384" cy="291410"/>
          </a:xfrm>
        </p:spPr>
        <p:txBody>
          <a:bodyPr/>
          <a:lstStyle>
            <a:lvl1pPr marL="0" indent="0" algn="ctr">
              <a:buNone/>
              <a:defRPr sz="1050" b="0">
                <a:solidFill>
                  <a:schemeClr val="bg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5552E455-A7D3-4FA7-A10D-3966A6E5C93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799332" y="1644650"/>
            <a:ext cx="1435608" cy="143560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BEA2EB09-6F6D-4781-B5F6-3FD45FA97C2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47819" y="3179558"/>
            <a:ext cx="1929384" cy="506940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1D9DD4A0-0209-4781-AF83-C8149C2B5DD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47819" y="3740640"/>
            <a:ext cx="1929384" cy="291410"/>
          </a:xfrm>
        </p:spPr>
        <p:txBody>
          <a:bodyPr/>
          <a:lstStyle>
            <a:lvl1pPr marL="0" indent="0" algn="ctr">
              <a:buNone/>
              <a:defRPr sz="1050" b="0">
                <a:solidFill>
                  <a:schemeClr val="bg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35B7D9A9-4A10-44BE-B40E-C381DC314E6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54511" y="1644650"/>
            <a:ext cx="1435608" cy="143560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F4B3E081-6112-45E3-BFD6-DB1DBB249A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02998" y="3179558"/>
            <a:ext cx="1929384" cy="506940"/>
          </a:xfrm>
        </p:spPr>
        <p:txBody>
          <a:bodyPr/>
          <a:lstStyle>
            <a:lvl1pPr marL="0" indent="0" algn="ctr">
              <a:buNone/>
              <a:defRPr sz="1600" b="1">
                <a:solidFill>
                  <a:schemeClr val="tx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E8ED267F-F412-44C4-A0C6-37E77F4B4C8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02998" y="3740640"/>
            <a:ext cx="1929384" cy="291410"/>
          </a:xfrm>
        </p:spPr>
        <p:txBody>
          <a:bodyPr/>
          <a:lstStyle>
            <a:lvl1pPr marL="0" indent="0" algn="ctr">
              <a:buNone/>
              <a:defRPr sz="1050" b="0">
                <a:solidFill>
                  <a:schemeClr val="bg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A60A2537-F742-9F76-C121-43A84BC2848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F2BCCB-A59E-54DF-64C1-75BD2F851CB1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47097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4 Columns x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10EF64D-9175-44B7-9E7B-A832C7BFCB4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0964" y="1100315"/>
            <a:ext cx="2039112" cy="10994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10FEA499-CCB3-4D76-949E-A4D64C2AF5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73530" y="1100315"/>
            <a:ext cx="2039112" cy="10994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5B41F0CC-745A-46C5-B019-D5D25ECC8A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6096" y="1100315"/>
            <a:ext cx="2039112" cy="109942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ECB95669-CC78-4BA3-923A-0412B8ED5C8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58661" y="1100315"/>
            <a:ext cx="2039112" cy="10994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25C31A35-FE09-294F-864A-B52539B93E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854" y="250372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08E47A-1C17-C94D-9D44-2D5E8879C1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7" name="Title 7">
            <a:extLst>
              <a:ext uri="{FF2B5EF4-FFF2-40B4-BE49-F238E27FC236}">
                <a16:creationId xmlns:a16="http://schemas.microsoft.com/office/drawing/2014/main" id="{55D6CC5B-DB7C-A048-A30A-4A3013892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445961"/>
            <a:ext cx="8470293" cy="506940"/>
          </a:xfrm>
        </p:spPr>
        <p:txBody>
          <a:bodyPr>
            <a:noAutofit/>
          </a:bodyPr>
          <a:lstStyle/>
          <a:p>
            <a:r>
              <a:rPr lang="en-US"/>
              <a:t>Headline in Arial Bold 32pt</a:t>
            </a:r>
          </a:p>
        </p:txBody>
      </p: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9B94DC7F-5F29-94CC-D839-FAAD92CD795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30964" y="2296655"/>
            <a:ext cx="2039112" cy="1099425"/>
          </a:xfrm>
        </p:spPr>
        <p:txBody>
          <a:bodyPr/>
          <a:lstStyle/>
          <a:p>
            <a:endParaRPr lang="en-US"/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41C36FFC-F399-FD67-ED4E-040FE40DC17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473530" y="2296655"/>
            <a:ext cx="2039112" cy="1099425"/>
          </a:xfrm>
        </p:spPr>
        <p:txBody>
          <a:bodyPr/>
          <a:lstStyle/>
          <a:p>
            <a:endParaRPr lang="en-US"/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E305DDF8-C79F-5920-899E-F3C1A845E8F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616096" y="2296655"/>
            <a:ext cx="2039112" cy="1099425"/>
          </a:xfrm>
        </p:spPr>
        <p:txBody>
          <a:bodyPr/>
          <a:lstStyle/>
          <a:p>
            <a:endParaRPr lang="en-US"/>
          </a:p>
        </p:txBody>
      </p:sp>
      <p:sp>
        <p:nvSpPr>
          <p:cNvPr id="32" name="Picture Placeholder 8">
            <a:extLst>
              <a:ext uri="{FF2B5EF4-FFF2-40B4-BE49-F238E27FC236}">
                <a16:creationId xmlns:a16="http://schemas.microsoft.com/office/drawing/2014/main" id="{898E6C48-369F-7668-9EB5-5F8C58031BA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758661" y="2296655"/>
            <a:ext cx="2039112" cy="1099425"/>
          </a:xfrm>
        </p:spPr>
        <p:txBody>
          <a:bodyPr/>
          <a:lstStyle/>
          <a:p>
            <a:endParaRPr lang="en-US"/>
          </a:p>
        </p:txBody>
      </p:sp>
      <p:sp>
        <p:nvSpPr>
          <p:cNvPr id="33" name="Picture Placeholder 8">
            <a:extLst>
              <a:ext uri="{FF2B5EF4-FFF2-40B4-BE49-F238E27FC236}">
                <a16:creationId xmlns:a16="http://schemas.microsoft.com/office/drawing/2014/main" id="{77810396-5D8A-BA84-CA89-143961A4960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30964" y="3492995"/>
            <a:ext cx="2039112" cy="1099425"/>
          </a:xfrm>
        </p:spPr>
        <p:txBody>
          <a:bodyPr/>
          <a:lstStyle/>
          <a:p>
            <a:endParaRPr lang="en-US"/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0DEF930F-F157-F697-D827-F6D4C884AF1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473530" y="3492995"/>
            <a:ext cx="2039112" cy="1099425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8">
            <a:extLst>
              <a:ext uri="{FF2B5EF4-FFF2-40B4-BE49-F238E27FC236}">
                <a16:creationId xmlns:a16="http://schemas.microsoft.com/office/drawing/2014/main" id="{10EB64EF-3C81-74B6-86EB-D2480F7F913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616096" y="3492995"/>
            <a:ext cx="2039112" cy="1099425"/>
          </a:xfrm>
        </p:spPr>
        <p:txBody>
          <a:bodyPr/>
          <a:lstStyle/>
          <a:p>
            <a:endParaRPr lang="en-US"/>
          </a:p>
        </p:txBody>
      </p:sp>
      <p:sp>
        <p:nvSpPr>
          <p:cNvPr id="36" name="Picture Placeholder 8">
            <a:extLst>
              <a:ext uri="{FF2B5EF4-FFF2-40B4-BE49-F238E27FC236}">
                <a16:creationId xmlns:a16="http://schemas.microsoft.com/office/drawing/2014/main" id="{4A910619-83D2-9AFE-DA26-A8F71C0CB0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758661" y="3492995"/>
            <a:ext cx="2039112" cy="1099425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76E2B0-0F97-8DFA-6616-732EA8287C84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ABA00E-3885-B813-98FA-FB2EF5FC3ED7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81296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eature 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1DD6EA7-A41A-4961-9F66-E5C1E6AF0F7B}"/>
              </a:ext>
            </a:extLst>
          </p:cNvPr>
          <p:cNvSpPr/>
          <p:nvPr userDrawn="1"/>
        </p:nvSpPr>
        <p:spPr>
          <a:xfrm>
            <a:off x="336854" y="1828800"/>
            <a:ext cx="1965783" cy="2773680"/>
          </a:xfrm>
          <a:prstGeom prst="roundRect">
            <a:avLst>
              <a:gd name="adj" fmla="val 155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3BA0948-369F-4508-AE5B-7DA53E899E9C}"/>
              </a:ext>
            </a:extLst>
          </p:cNvPr>
          <p:cNvSpPr/>
          <p:nvPr userDrawn="1"/>
        </p:nvSpPr>
        <p:spPr>
          <a:xfrm>
            <a:off x="2505024" y="1828800"/>
            <a:ext cx="1965783" cy="2773680"/>
          </a:xfrm>
          <a:prstGeom prst="roundRect">
            <a:avLst>
              <a:gd name="adj" fmla="val 155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32AF2FD-3F42-425E-B5DF-4A2A50540DE3}"/>
              </a:ext>
            </a:extLst>
          </p:cNvPr>
          <p:cNvSpPr/>
          <p:nvPr userDrawn="1"/>
        </p:nvSpPr>
        <p:spPr>
          <a:xfrm>
            <a:off x="4670195" y="1828800"/>
            <a:ext cx="1965783" cy="2773680"/>
          </a:xfrm>
          <a:prstGeom prst="roundRect">
            <a:avLst>
              <a:gd name="adj" fmla="val 155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E5E6831-B85C-44FA-BDDB-0763BCF91BE9}"/>
              </a:ext>
            </a:extLst>
          </p:cNvPr>
          <p:cNvSpPr/>
          <p:nvPr userDrawn="1"/>
        </p:nvSpPr>
        <p:spPr>
          <a:xfrm>
            <a:off x="6835366" y="1828800"/>
            <a:ext cx="1965783" cy="2773680"/>
          </a:xfrm>
          <a:prstGeom prst="roundRect">
            <a:avLst>
              <a:gd name="adj" fmla="val 155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73B509CF-67CB-E74E-B0E3-8363C12D9A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6854" y="250372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733D5B-F89B-E945-B8D8-2E3894FB1D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142741E-FD3D-CC41-8E2A-FA36FF61A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3" y="445961"/>
            <a:ext cx="8470293" cy="506940"/>
          </a:xfrm>
        </p:spPr>
        <p:txBody>
          <a:bodyPr>
            <a:noAutofit/>
          </a:bodyPr>
          <a:lstStyle/>
          <a:p>
            <a:r>
              <a:rPr lang="en-US"/>
              <a:t>Headline in Arial Bold 32pt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F1039B8C-C352-CC4F-A86A-90D14E68C29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6853" y="962227"/>
            <a:ext cx="8470293" cy="432307"/>
          </a:xfr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 (optional) in Arial 20pt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22C809E-B2FB-4BC6-81E7-3AF21859EEA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7095" y="3101975"/>
            <a:ext cx="1624235" cy="167013"/>
          </a:xfrm>
        </p:spPr>
        <p:txBody>
          <a:bodyPr anchor="ctr"/>
          <a:lstStyle>
            <a:lvl1pPr marL="0" indent="0">
              <a:buNone/>
              <a:defRPr sz="7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OVERLINE TEXT HERE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56A92A22-F50C-4E5F-AEB7-58D47F8329E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07095" y="3299731"/>
            <a:ext cx="1624235" cy="639809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4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Product title here and can continue for four lines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CCAE1FC9-4F2A-4D0E-B238-502557A230D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07095" y="4052046"/>
            <a:ext cx="1624235" cy="305016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Summary text can be included here and can continue on up to four lines.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3DF40E83-3CAC-42FD-A3FC-952843AED38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678795" y="3101975"/>
            <a:ext cx="1624235" cy="167013"/>
          </a:xfrm>
        </p:spPr>
        <p:txBody>
          <a:bodyPr anchor="ctr"/>
          <a:lstStyle>
            <a:lvl1pPr marL="0" indent="0">
              <a:buNone/>
              <a:defRPr sz="7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OVERLINE TEXT HERE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F9B7DE75-864F-4315-AD5A-E93E075A737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678795" y="3299731"/>
            <a:ext cx="1624235" cy="639809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4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Product title here and can continue for four lines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6C2F431A-034C-4785-8D08-6ADCEA48BE3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678795" y="4052046"/>
            <a:ext cx="1624235" cy="305016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Summary text can be included here and can continue on up to four lines.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F82C721C-33C9-4BA9-A170-EE847CC00C5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840970" y="3101975"/>
            <a:ext cx="1624235" cy="167013"/>
          </a:xfrm>
        </p:spPr>
        <p:txBody>
          <a:bodyPr anchor="ctr"/>
          <a:lstStyle>
            <a:lvl1pPr marL="0" indent="0">
              <a:buNone/>
              <a:defRPr sz="7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OVERLINE TEXT HERE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7D44742B-A45C-47CB-B2B9-F81D06E7D1A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840970" y="3299731"/>
            <a:ext cx="1624235" cy="639809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4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Product title here and can continue for four lines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A0F2DED4-046A-41D0-9AEE-6420A50C3DA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840970" y="4052046"/>
            <a:ext cx="1624235" cy="305016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Summary text can be included here and can continue on up to four lines.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89FB0A70-73BC-4F7C-9198-69A0570332E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012670" y="3101975"/>
            <a:ext cx="1624235" cy="167013"/>
          </a:xfrm>
        </p:spPr>
        <p:txBody>
          <a:bodyPr anchor="ctr"/>
          <a:lstStyle>
            <a:lvl1pPr marL="0" indent="0">
              <a:buNone/>
              <a:defRPr sz="7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OVERLINE TEXT HERE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8ABA6A23-2F2D-46BA-A97D-6E88FCD0A06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012670" y="3299731"/>
            <a:ext cx="1624235" cy="639809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4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Product title here and can continue for four lines</a:t>
            </a:r>
          </a:p>
        </p:txBody>
      </p:sp>
      <p:sp>
        <p:nvSpPr>
          <p:cNvPr id="32" name="Text Placeholder 20">
            <a:extLst>
              <a:ext uri="{FF2B5EF4-FFF2-40B4-BE49-F238E27FC236}">
                <a16:creationId xmlns:a16="http://schemas.microsoft.com/office/drawing/2014/main" id="{AECC95D7-81D0-4C1B-B4C8-BFC3CE507AD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012670" y="4052046"/>
            <a:ext cx="1624235" cy="305016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sz="9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Summary text can be included here and can continue on up to four lines.</a:t>
            </a:r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1935E2B-4419-4CF2-B2C2-EBD36056E320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336550" y="1563839"/>
            <a:ext cx="1965325" cy="1425630"/>
          </a:xfrm>
          <a:solidFill>
            <a:schemeClr val="bg1">
              <a:lumMod val="85000"/>
            </a:schemeClr>
          </a:solidFill>
        </p:spPr>
        <p:txBody>
          <a:bodyPr tIns="274320" anchor="t"/>
          <a:lstStyle>
            <a:lvl1pPr marL="0" indent="0" algn="ctr">
              <a:buNone/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on icon to insert picture.</a:t>
            </a:r>
          </a:p>
        </p:txBody>
      </p:sp>
      <p:sp>
        <p:nvSpPr>
          <p:cNvPr id="39" name="Picture Placeholder 37">
            <a:extLst>
              <a:ext uri="{FF2B5EF4-FFF2-40B4-BE49-F238E27FC236}">
                <a16:creationId xmlns:a16="http://schemas.microsoft.com/office/drawing/2014/main" id="{2BF5EBDE-6162-4543-B824-380435BB8189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2505482" y="1563839"/>
            <a:ext cx="1965325" cy="1425630"/>
          </a:xfrm>
          <a:solidFill>
            <a:schemeClr val="bg1">
              <a:lumMod val="85000"/>
            </a:schemeClr>
          </a:solidFill>
        </p:spPr>
        <p:txBody>
          <a:bodyPr tIns="274320" anchor="t"/>
          <a:lstStyle>
            <a:lvl1pPr marL="0" indent="0" algn="ctr">
              <a:buNone/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on icon to insert picture.</a:t>
            </a:r>
          </a:p>
        </p:txBody>
      </p:sp>
      <p:sp>
        <p:nvSpPr>
          <p:cNvPr id="40" name="Picture Placeholder 37">
            <a:extLst>
              <a:ext uri="{FF2B5EF4-FFF2-40B4-BE49-F238E27FC236}">
                <a16:creationId xmlns:a16="http://schemas.microsoft.com/office/drawing/2014/main" id="{1A7B8B57-392D-415B-9625-20ABBA5CF421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4670195" y="1563839"/>
            <a:ext cx="1965325" cy="1425630"/>
          </a:xfrm>
          <a:solidFill>
            <a:schemeClr val="bg1">
              <a:lumMod val="85000"/>
            </a:schemeClr>
          </a:solidFill>
        </p:spPr>
        <p:txBody>
          <a:bodyPr tIns="274320" anchor="t"/>
          <a:lstStyle>
            <a:lvl1pPr marL="0" indent="0" algn="ctr">
              <a:buNone/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on icon to insert picture.</a:t>
            </a:r>
          </a:p>
        </p:txBody>
      </p:sp>
      <p:sp>
        <p:nvSpPr>
          <p:cNvPr id="41" name="Picture Placeholder 37">
            <a:extLst>
              <a:ext uri="{FF2B5EF4-FFF2-40B4-BE49-F238E27FC236}">
                <a16:creationId xmlns:a16="http://schemas.microsoft.com/office/drawing/2014/main" id="{9B04C5B9-35EE-4D0A-8D44-630617DD2961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6834908" y="1563839"/>
            <a:ext cx="1965325" cy="1425630"/>
          </a:xfrm>
          <a:solidFill>
            <a:schemeClr val="bg1">
              <a:lumMod val="85000"/>
            </a:schemeClr>
          </a:solidFill>
        </p:spPr>
        <p:txBody>
          <a:bodyPr tIns="274320" anchor="t"/>
          <a:lstStyle>
            <a:lvl1pPr marL="0" indent="0" algn="ctr">
              <a:buNone/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Click on icon to insert picture.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40E9994-3012-4987-041B-66A793F2B80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FD56B3-0C3B-D1B5-E7ED-603C68A65A53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19808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Bio - 4 -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CD883DD2-7E47-854D-A4FD-97D6ECAE8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854" y="250372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2C2FD738-4868-3242-9008-3256B601725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172046" y="964295"/>
            <a:ext cx="1463040" cy="1371600"/>
          </a:xfrm>
          <a:noFill/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Background Image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DD1A3011-F07B-2C4F-8FD5-279854FB396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58794" y="2390163"/>
            <a:ext cx="1508760" cy="251681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0" spc="-50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 Last name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2965E2DC-2148-5E41-90E3-D170497AEA5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58794" y="2651629"/>
            <a:ext cx="1508760" cy="22190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50" b="1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Company, Title</a:t>
            </a:r>
          </a:p>
        </p:txBody>
      </p:sp>
      <p:sp>
        <p:nvSpPr>
          <p:cNvPr id="41" name="Picture Placeholder 4">
            <a:extLst>
              <a:ext uri="{FF2B5EF4-FFF2-40B4-BE49-F238E27FC236}">
                <a16:creationId xmlns:a16="http://schemas.microsoft.com/office/drawing/2014/main" id="{7C8D64DC-2473-1C42-86AC-79F8FC4786C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853822" y="964295"/>
            <a:ext cx="1508760" cy="1371600"/>
          </a:xfrm>
          <a:noFill/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Background Image</a:t>
            </a:r>
          </a:p>
        </p:txBody>
      </p:sp>
      <p:sp>
        <p:nvSpPr>
          <p:cNvPr id="42" name="Picture Placeholder 4">
            <a:extLst>
              <a:ext uri="{FF2B5EF4-FFF2-40B4-BE49-F238E27FC236}">
                <a16:creationId xmlns:a16="http://schemas.microsoft.com/office/drawing/2014/main" id="{56C3C00F-500E-0542-A274-524DB9C95B00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5581318" y="964295"/>
            <a:ext cx="1508760" cy="1371600"/>
          </a:xfrm>
          <a:noFill/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Background Image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3E871ADE-2074-3441-BB79-4E9B152BFEDD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308815" y="964295"/>
            <a:ext cx="1508760" cy="1371600"/>
          </a:xfrm>
          <a:noFill/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Background Image</a:t>
            </a: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CBC70101-0AE1-5647-A382-86968FFD26E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158794" y="2980603"/>
            <a:ext cx="1508760" cy="163263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50" b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2EE5479D-05C1-0949-A031-548A50B23D8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853822" y="2390163"/>
            <a:ext cx="1508760" cy="251681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0" spc="-50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 Last name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0F3D2B7E-D576-034D-9E2D-FD70346C1F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53822" y="2651629"/>
            <a:ext cx="1508760" cy="22190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50" b="1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Company, Title</a:t>
            </a:r>
          </a:p>
        </p:txBody>
      </p: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E6DA0C0B-4BAE-7942-9BA6-9561FF04580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853822" y="2980603"/>
            <a:ext cx="1508760" cy="163263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50" b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>
            <a:extLst>
              <a:ext uri="{FF2B5EF4-FFF2-40B4-BE49-F238E27FC236}">
                <a16:creationId xmlns:a16="http://schemas.microsoft.com/office/drawing/2014/main" id="{8C0DE4EA-5396-0048-89EB-7A28D116FD3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581318" y="2390163"/>
            <a:ext cx="1508760" cy="251681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0" spc="-50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 Last name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8EA5FA90-2FE1-844D-9E44-ED3F8478B2C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581318" y="2651629"/>
            <a:ext cx="1508760" cy="22190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50" b="1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Company, Title</a:t>
            </a:r>
          </a:p>
        </p:txBody>
      </p: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28E6BB8B-F7DC-BF4B-AFB3-C5610E9BC24E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581318" y="2980603"/>
            <a:ext cx="1508760" cy="163263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50" b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>
            <a:extLst>
              <a:ext uri="{FF2B5EF4-FFF2-40B4-BE49-F238E27FC236}">
                <a16:creationId xmlns:a16="http://schemas.microsoft.com/office/drawing/2014/main" id="{662C177D-F2D2-474F-8EA8-EE5688E329B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308815" y="2390163"/>
            <a:ext cx="1508760" cy="251681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0" spc="-50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 Last name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58" name="Text Placeholder 5">
            <a:extLst>
              <a:ext uri="{FF2B5EF4-FFF2-40B4-BE49-F238E27FC236}">
                <a16:creationId xmlns:a16="http://schemas.microsoft.com/office/drawing/2014/main" id="{23354ED0-5E4D-2147-A8F9-8B86A9CDF5A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308815" y="2651629"/>
            <a:ext cx="1508760" cy="22190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50" b="1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Company, Title</a:t>
            </a:r>
          </a:p>
        </p:txBody>
      </p:sp>
      <p:sp>
        <p:nvSpPr>
          <p:cNvPr id="59" name="Text Placeholder 5">
            <a:extLst>
              <a:ext uri="{FF2B5EF4-FFF2-40B4-BE49-F238E27FC236}">
                <a16:creationId xmlns:a16="http://schemas.microsoft.com/office/drawing/2014/main" id="{9AC86887-AB69-FE44-88C0-7F2D6F32F30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308815" y="2980603"/>
            <a:ext cx="1508760" cy="163263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50" b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94290A-5150-124B-AAB7-D113835466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954142"/>
            <a:ext cx="1705179" cy="365909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Headline in Arial Bold 32pt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20C124A-CEFE-D041-B9DA-A1303F6E15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45475" y="4739835"/>
            <a:ext cx="711200" cy="268304"/>
          </a:xfrm>
          <a:prstGeom prst="rect">
            <a:avLst/>
          </a:prstGeom>
          <a:noFill/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DB638F7-CD72-60BF-E273-FF640C6956E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A8DBD7-737F-85D1-D66A-5BC4BCCC9DC2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57962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Bio - 4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CD883DD2-7E47-854D-A4FD-97D6ECAE8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854" y="250372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2C2FD738-4868-3242-9008-3256B601725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158794" y="964295"/>
            <a:ext cx="1508760" cy="1371600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>
              <a:buNone/>
              <a:defRPr sz="1100" i="1"/>
            </a:lvl1pPr>
          </a:lstStyle>
          <a:p>
            <a:r>
              <a:rPr lang="en-US"/>
              <a:t>Add image and adjust crop as needed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DD1A3011-F07B-2C4F-8FD5-279854FB396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58794" y="2390163"/>
            <a:ext cx="1508760" cy="251681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0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 Last name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2965E2DC-2148-5E41-90E3-D170497AEA5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58794" y="2651629"/>
            <a:ext cx="1508760" cy="22190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50" b="1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Company, Title</a:t>
            </a:r>
          </a:p>
        </p:txBody>
      </p:sp>
      <p:sp>
        <p:nvSpPr>
          <p:cNvPr id="41" name="Picture Placeholder 4">
            <a:extLst>
              <a:ext uri="{FF2B5EF4-FFF2-40B4-BE49-F238E27FC236}">
                <a16:creationId xmlns:a16="http://schemas.microsoft.com/office/drawing/2014/main" id="{7C8D64DC-2473-1C42-86AC-79F8FC4786C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853822" y="964295"/>
            <a:ext cx="1508760" cy="1371600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>
              <a:buNone/>
              <a:defRPr sz="1100" i="1"/>
            </a:lvl1pPr>
          </a:lstStyle>
          <a:p>
            <a:r>
              <a:rPr lang="en-US"/>
              <a:t>Add image and adjust crop as needed</a:t>
            </a:r>
          </a:p>
        </p:txBody>
      </p:sp>
      <p:sp>
        <p:nvSpPr>
          <p:cNvPr id="42" name="Picture Placeholder 4">
            <a:extLst>
              <a:ext uri="{FF2B5EF4-FFF2-40B4-BE49-F238E27FC236}">
                <a16:creationId xmlns:a16="http://schemas.microsoft.com/office/drawing/2014/main" id="{56C3C00F-500E-0542-A274-524DB9C95B00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5581318" y="964295"/>
            <a:ext cx="1508760" cy="1371600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>
              <a:buNone/>
              <a:defRPr sz="1100" i="1"/>
            </a:lvl1pPr>
          </a:lstStyle>
          <a:p>
            <a:r>
              <a:rPr lang="en-US"/>
              <a:t>Add image and adjust crop as needed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3E871ADE-2074-3441-BB79-4E9B152BFEDD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308815" y="964295"/>
            <a:ext cx="1508760" cy="1371600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>
              <a:buNone/>
              <a:defRPr sz="1100" i="1"/>
            </a:lvl1pPr>
          </a:lstStyle>
          <a:p>
            <a:r>
              <a:rPr lang="en-US"/>
              <a:t>Add image and adjust crop as needed</a:t>
            </a: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CBC70101-0AE1-5647-A382-86968FFD26E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158794" y="2980603"/>
            <a:ext cx="1508760" cy="163263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50" b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2EE5479D-05C1-0949-A031-548A50B23D8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853822" y="2390163"/>
            <a:ext cx="1508760" cy="251681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0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 Last name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0F3D2B7E-D576-034D-9E2D-FD70346C1F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53822" y="2651629"/>
            <a:ext cx="1508760" cy="22190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50" b="1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Company, Title</a:t>
            </a:r>
          </a:p>
        </p:txBody>
      </p: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E6DA0C0B-4BAE-7942-9BA6-9561FF04580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853822" y="2980603"/>
            <a:ext cx="1508760" cy="163263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50" b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>
            <a:extLst>
              <a:ext uri="{FF2B5EF4-FFF2-40B4-BE49-F238E27FC236}">
                <a16:creationId xmlns:a16="http://schemas.microsoft.com/office/drawing/2014/main" id="{8C0DE4EA-5396-0048-89EB-7A28D116FD3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581318" y="2390163"/>
            <a:ext cx="1508760" cy="251681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0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 Last name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8EA5FA90-2FE1-844D-9E44-ED3F8478B2C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581318" y="2651629"/>
            <a:ext cx="1508760" cy="22190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50" b="1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Company, Title</a:t>
            </a:r>
          </a:p>
        </p:txBody>
      </p: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28E6BB8B-F7DC-BF4B-AFB3-C5610E9BC24E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581318" y="2980603"/>
            <a:ext cx="1508760" cy="163263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50" b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>
            <a:extLst>
              <a:ext uri="{FF2B5EF4-FFF2-40B4-BE49-F238E27FC236}">
                <a16:creationId xmlns:a16="http://schemas.microsoft.com/office/drawing/2014/main" id="{662C177D-F2D2-474F-8EA8-EE5688E329B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308815" y="2390163"/>
            <a:ext cx="1508760" cy="251681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0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 Last name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58" name="Text Placeholder 5">
            <a:extLst>
              <a:ext uri="{FF2B5EF4-FFF2-40B4-BE49-F238E27FC236}">
                <a16:creationId xmlns:a16="http://schemas.microsoft.com/office/drawing/2014/main" id="{23354ED0-5E4D-2147-A8F9-8B86A9CDF5A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308815" y="2651629"/>
            <a:ext cx="1508760" cy="22190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50" b="1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Company, Title</a:t>
            </a:r>
          </a:p>
        </p:txBody>
      </p:sp>
      <p:sp>
        <p:nvSpPr>
          <p:cNvPr id="59" name="Text Placeholder 5">
            <a:extLst>
              <a:ext uri="{FF2B5EF4-FFF2-40B4-BE49-F238E27FC236}">
                <a16:creationId xmlns:a16="http://schemas.microsoft.com/office/drawing/2014/main" id="{9AC86887-AB69-FE44-88C0-7F2D6F32F30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308815" y="2980603"/>
            <a:ext cx="1508760" cy="163263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50" b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94290A-5150-124B-AAB7-D113835466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954142"/>
            <a:ext cx="1705179" cy="3659095"/>
          </a:xfrm>
        </p:spPr>
        <p:txBody>
          <a:bodyPr>
            <a:noAutofit/>
          </a:bodyPr>
          <a:lstStyle/>
          <a:p>
            <a:r>
              <a:rPr lang="en-US"/>
              <a:t>Headline in Arial Bold 32pt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2BD0B31-FC2E-6C46-ABBE-6968983428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BFCD676-2497-3490-DF8A-A6B05DAB2D7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1787F3-03F9-F572-3E21-9955F79BCED8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2741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Bio - 8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CD883DD2-7E47-854D-A4FD-97D6ECAE8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854" y="250372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2C2FD738-4868-3242-9008-3256B601725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172046" y="964295"/>
            <a:ext cx="1508760" cy="1234440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>
              <a:buNone/>
              <a:defRPr sz="1100" i="1"/>
            </a:lvl1pPr>
          </a:lstStyle>
          <a:p>
            <a:r>
              <a:rPr lang="en-US"/>
              <a:t>Add image and adjust crop as needed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DD1A3011-F07B-2C4F-8FD5-279854FB396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58794" y="2217887"/>
            <a:ext cx="1508760" cy="251681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0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 Last name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2965E2DC-2148-5E41-90E3-D170497AEA5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58794" y="2479353"/>
            <a:ext cx="1508760" cy="22190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50" b="1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Company, Title</a:t>
            </a:r>
          </a:p>
        </p:txBody>
      </p:sp>
      <p:sp>
        <p:nvSpPr>
          <p:cNvPr id="41" name="Picture Placeholder 4">
            <a:extLst>
              <a:ext uri="{FF2B5EF4-FFF2-40B4-BE49-F238E27FC236}">
                <a16:creationId xmlns:a16="http://schemas.microsoft.com/office/drawing/2014/main" id="{7C8D64DC-2473-1C42-86AC-79F8FC4786C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853822" y="964295"/>
            <a:ext cx="1508760" cy="1234440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>
              <a:buNone/>
              <a:defRPr sz="1100" i="1"/>
            </a:lvl1pPr>
          </a:lstStyle>
          <a:p>
            <a:r>
              <a:rPr lang="en-US"/>
              <a:t>Add image and adjust crop as needed</a:t>
            </a:r>
          </a:p>
        </p:txBody>
      </p:sp>
      <p:sp>
        <p:nvSpPr>
          <p:cNvPr id="42" name="Picture Placeholder 4">
            <a:extLst>
              <a:ext uri="{FF2B5EF4-FFF2-40B4-BE49-F238E27FC236}">
                <a16:creationId xmlns:a16="http://schemas.microsoft.com/office/drawing/2014/main" id="{56C3C00F-500E-0542-A274-524DB9C95B00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5581318" y="964295"/>
            <a:ext cx="1508760" cy="1234440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>
              <a:buNone/>
              <a:defRPr sz="1100" i="1"/>
            </a:lvl1pPr>
          </a:lstStyle>
          <a:p>
            <a:r>
              <a:rPr lang="en-US"/>
              <a:t>Add image and adjust crop as needed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3E871ADE-2074-3441-BB79-4E9B152BFEDD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308815" y="964295"/>
            <a:ext cx="1508760" cy="1234440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>
              <a:buNone/>
              <a:defRPr sz="1100" i="1"/>
            </a:lvl1pPr>
          </a:lstStyle>
          <a:p>
            <a:r>
              <a:rPr lang="en-US"/>
              <a:t>Add image and adjust crop as needed</a:t>
            </a:r>
          </a:p>
        </p:txBody>
      </p: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2EE5479D-05C1-0949-A031-548A50B23D8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853822" y="2217887"/>
            <a:ext cx="1508760" cy="251681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0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 Last name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0F3D2B7E-D576-034D-9E2D-FD70346C1F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53822" y="2479353"/>
            <a:ext cx="1508760" cy="22190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50" b="1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Company, Title</a:t>
            </a:r>
          </a:p>
        </p:txBody>
      </p:sp>
      <p:sp>
        <p:nvSpPr>
          <p:cNvPr id="54" name="Text Placeholder 12">
            <a:extLst>
              <a:ext uri="{FF2B5EF4-FFF2-40B4-BE49-F238E27FC236}">
                <a16:creationId xmlns:a16="http://schemas.microsoft.com/office/drawing/2014/main" id="{8C0DE4EA-5396-0048-89EB-7A28D116FD3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581318" y="2217887"/>
            <a:ext cx="1508760" cy="251681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0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 Last name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8EA5FA90-2FE1-844D-9E44-ED3F8478B2C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581318" y="2479353"/>
            <a:ext cx="1508760" cy="22190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50" b="1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Company, Title</a:t>
            </a:r>
          </a:p>
        </p:txBody>
      </p:sp>
      <p:sp>
        <p:nvSpPr>
          <p:cNvPr id="57" name="Text Placeholder 12">
            <a:extLst>
              <a:ext uri="{FF2B5EF4-FFF2-40B4-BE49-F238E27FC236}">
                <a16:creationId xmlns:a16="http://schemas.microsoft.com/office/drawing/2014/main" id="{662C177D-F2D2-474F-8EA8-EE5688E329B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308815" y="2217887"/>
            <a:ext cx="1508760" cy="251681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0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 Last name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58" name="Text Placeholder 5">
            <a:extLst>
              <a:ext uri="{FF2B5EF4-FFF2-40B4-BE49-F238E27FC236}">
                <a16:creationId xmlns:a16="http://schemas.microsoft.com/office/drawing/2014/main" id="{23354ED0-5E4D-2147-A8F9-8B86A9CDF5A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308815" y="2479353"/>
            <a:ext cx="1508760" cy="22190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50" b="1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Company, Title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94290A-5150-124B-AAB7-D113835466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954142"/>
            <a:ext cx="1705179" cy="3659095"/>
          </a:xfrm>
        </p:spPr>
        <p:txBody>
          <a:bodyPr>
            <a:noAutofit/>
          </a:bodyPr>
          <a:lstStyle/>
          <a:p>
            <a:r>
              <a:rPr lang="en-US"/>
              <a:t>Headline in Arial Bold 32pt</a:t>
            </a:r>
          </a:p>
        </p:txBody>
      </p:sp>
      <p:sp>
        <p:nvSpPr>
          <p:cNvPr id="48" name="Picture Placeholder 4">
            <a:extLst>
              <a:ext uri="{FF2B5EF4-FFF2-40B4-BE49-F238E27FC236}">
                <a16:creationId xmlns:a16="http://schemas.microsoft.com/office/drawing/2014/main" id="{6DE71005-F30C-7249-A846-E517B63AC7D7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2172046" y="2899111"/>
            <a:ext cx="1463040" cy="1234440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>
              <a:buNone/>
              <a:defRPr sz="1100" i="1"/>
            </a:lvl1pPr>
          </a:lstStyle>
          <a:p>
            <a:r>
              <a:rPr lang="en-US"/>
              <a:t>Add image and adjust crop as needed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0CF8F555-AADA-9040-AAC6-0B365EB306E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158794" y="4152703"/>
            <a:ext cx="1508760" cy="251681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0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 Last name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8A844426-3464-FF4A-A7DD-6B411CED5F5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158794" y="4414169"/>
            <a:ext cx="1508760" cy="22190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50" b="1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Company, Title</a:t>
            </a:r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5ACE3ECE-2B1E-4241-97F4-9BAA2F561295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3853822" y="2899111"/>
            <a:ext cx="1508760" cy="1234440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>
              <a:buNone/>
              <a:defRPr sz="1100" i="1"/>
            </a:lvl1pPr>
          </a:lstStyle>
          <a:p>
            <a:r>
              <a:rPr lang="en-US"/>
              <a:t>Add image and adjust crop as needed</a:t>
            </a:r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64440BE8-613A-8B48-8026-5784881B4C4C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5581318" y="2899111"/>
            <a:ext cx="1508760" cy="1234440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>
              <a:buNone/>
              <a:defRPr sz="1100" i="1"/>
            </a:lvl1pPr>
          </a:lstStyle>
          <a:p>
            <a:r>
              <a:rPr lang="en-US"/>
              <a:t>Add image and adjust crop as needed</a:t>
            </a:r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B887A33D-08F1-F142-90B4-C73158EE32C8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7308815" y="2899111"/>
            <a:ext cx="1508760" cy="1234440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 marL="0" indent="0">
              <a:buNone/>
              <a:defRPr sz="1100" i="1"/>
            </a:lvl1pPr>
          </a:lstStyle>
          <a:p>
            <a:r>
              <a:rPr lang="en-US"/>
              <a:t>Add image and adjust crop as needed</a:t>
            </a:r>
          </a:p>
        </p:txBody>
      </p:sp>
      <p:sp>
        <p:nvSpPr>
          <p:cNvPr id="62" name="Text Placeholder 12">
            <a:extLst>
              <a:ext uri="{FF2B5EF4-FFF2-40B4-BE49-F238E27FC236}">
                <a16:creationId xmlns:a16="http://schemas.microsoft.com/office/drawing/2014/main" id="{7AFC6281-71E3-234B-AFF7-D882EB7FFDF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853822" y="4152703"/>
            <a:ext cx="1508760" cy="251681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0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 Last name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63" name="Text Placeholder 5">
            <a:extLst>
              <a:ext uri="{FF2B5EF4-FFF2-40B4-BE49-F238E27FC236}">
                <a16:creationId xmlns:a16="http://schemas.microsoft.com/office/drawing/2014/main" id="{8DC8FFFA-E1ED-6C43-983E-2B5531DD21F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853822" y="4414169"/>
            <a:ext cx="1508760" cy="22190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50" b="1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Company, Title</a:t>
            </a:r>
          </a:p>
        </p:txBody>
      </p:sp>
      <p:sp>
        <p:nvSpPr>
          <p:cNvPr id="64" name="Text Placeholder 12">
            <a:extLst>
              <a:ext uri="{FF2B5EF4-FFF2-40B4-BE49-F238E27FC236}">
                <a16:creationId xmlns:a16="http://schemas.microsoft.com/office/drawing/2014/main" id="{270C43BF-0E3C-804A-9F17-CD85043F83A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581318" y="4152703"/>
            <a:ext cx="1508760" cy="251681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0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 Last name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65" name="Text Placeholder 5">
            <a:extLst>
              <a:ext uri="{FF2B5EF4-FFF2-40B4-BE49-F238E27FC236}">
                <a16:creationId xmlns:a16="http://schemas.microsoft.com/office/drawing/2014/main" id="{076100AF-F666-494B-BD94-26605B353CC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581318" y="4414169"/>
            <a:ext cx="1508760" cy="22190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50" b="1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Company, Title</a:t>
            </a:r>
          </a:p>
        </p:txBody>
      </p:sp>
      <p:sp>
        <p:nvSpPr>
          <p:cNvPr id="66" name="Text Placeholder 12">
            <a:extLst>
              <a:ext uri="{FF2B5EF4-FFF2-40B4-BE49-F238E27FC236}">
                <a16:creationId xmlns:a16="http://schemas.microsoft.com/office/drawing/2014/main" id="{5B16FDFA-7444-1141-9B53-CDE4B2614ED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308815" y="4152703"/>
            <a:ext cx="1508760" cy="251681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 b="0" spc="-5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Name Last name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67" name="Text Placeholder 5">
            <a:extLst>
              <a:ext uri="{FF2B5EF4-FFF2-40B4-BE49-F238E27FC236}">
                <a16:creationId xmlns:a16="http://schemas.microsoft.com/office/drawing/2014/main" id="{3098A008-3717-5B4D-8E9C-A11828CD7BF0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308815" y="4414169"/>
            <a:ext cx="1508760" cy="22190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50" b="1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Company, Title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6583E79-1016-724D-A492-4C7A3AD280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7E0D81C-F4D4-E464-7C1A-05D95D98B51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BC8EC2-40A6-37CD-0E2B-8A2942E3CD8D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67068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ta Highlights -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73B509CF-67CB-E74E-B0E3-8363C12D9A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6854" y="250372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733D5B-F89B-E945-B8D8-2E3894FB1D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142741E-FD3D-CC41-8E2A-FA36FF61A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445961"/>
            <a:ext cx="8470284" cy="506940"/>
          </a:xfrm>
        </p:spPr>
        <p:txBody>
          <a:bodyPr>
            <a:noAutofit/>
          </a:bodyPr>
          <a:lstStyle/>
          <a:p>
            <a:r>
              <a:rPr lang="en-US"/>
              <a:t>Headline in Arial Bold 32pt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F1039B8C-C352-CC4F-A86A-90D14E68C29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6854" y="962227"/>
            <a:ext cx="8470284" cy="432307"/>
          </a:xfr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 (optional) in Arial 20pt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3EB557-31D5-48DA-A4E5-7FA3A5020089}"/>
              </a:ext>
            </a:extLst>
          </p:cNvPr>
          <p:cNvSpPr/>
          <p:nvPr userDrawn="1"/>
        </p:nvSpPr>
        <p:spPr>
          <a:xfrm>
            <a:off x="336853" y="1394533"/>
            <a:ext cx="8470285" cy="32432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5760" rtlCol="0" anchor="t"/>
          <a:lstStyle/>
          <a:p>
            <a:pPr algn="ctr"/>
            <a:endParaRPr lang="en-US" sz="3200" b="1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4DAD8B-2D92-4C19-AFFB-0E8358D4C50D}"/>
              </a:ext>
            </a:extLst>
          </p:cNvPr>
          <p:cNvGrpSpPr/>
          <p:nvPr userDrawn="1"/>
        </p:nvGrpSpPr>
        <p:grpSpPr>
          <a:xfrm>
            <a:off x="3158287" y="1545264"/>
            <a:ext cx="2821433" cy="1311349"/>
            <a:chOff x="3158287" y="1394532"/>
            <a:chExt cx="2821433" cy="3227086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C3ADE0A-6559-403E-AEEF-C1A1D571B6DC}"/>
                </a:ext>
              </a:extLst>
            </p:cNvPr>
            <p:cNvCxnSpPr/>
            <p:nvPr/>
          </p:nvCxnSpPr>
          <p:spPr>
            <a:xfrm>
              <a:off x="3158287" y="1394532"/>
              <a:ext cx="0" cy="3227086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BAF4CCC-3488-45FC-B080-B709C6CBF3BA}"/>
                </a:ext>
              </a:extLst>
            </p:cNvPr>
            <p:cNvCxnSpPr/>
            <p:nvPr/>
          </p:nvCxnSpPr>
          <p:spPr>
            <a:xfrm>
              <a:off x="5979720" y="1394532"/>
              <a:ext cx="0" cy="3227086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096E37-785C-457D-8B41-981B8E272E07}"/>
              </a:ext>
            </a:extLst>
          </p:cNvPr>
          <p:cNvCxnSpPr/>
          <p:nvPr userDrawn="1"/>
        </p:nvCxnSpPr>
        <p:spPr>
          <a:xfrm>
            <a:off x="336854" y="3008075"/>
            <a:ext cx="8470292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1EE8CE0-5ABE-4A45-8898-4BE4D56A0F6C}"/>
              </a:ext>
            </a:extLst>
          </p:cNvPr>
          <p:cNvGrpSpPr/>
          <p:nvPr userDrawn="1"/>
        </p:nvGrpSpPr>
        <p:grpSpPr>
          <a:xfrm>
            <a:off x="3158287" y="3159171"/>
            <a:ext cx="2821433" cy="1311349"/>
            <a:chOff x="3158287" y="1394532"/>
            <a:chExt cx="2821433" cy="3227086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F25FBE6-907B-420A-982A-8951704670DC}"/>
                </a:ext>
              </a:extLst>
            </p:cNvPr>
            <p:cNvCxnSpPr/>
            <p:nvPr/>
          </p:nvCxnSpPr>
          <p:spPr>
            <a:xfrm>
              <a:off x="3158287" y="1394532"/>
              <a:ext cx="0" cy="3227086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0115346-0993-4242-83B2-1CB952093BE8}"/>
                </a:ext>
              </a:extLst>
            </p:cNvPr>
            <p:cNvCxnSpPr/>
            <p:nvPr/>
          </p:nvCxnSpPr>
          <p:spPr>
            <a:xfrm>
              <a:off x="5979720" y="1394532"/>
              <a:ext cx="0" cy="3227086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9FF0178D-02BA-4893-B094-DEDECC8FC25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7372" y="1670586"/>
            <a:ext cx="2040396" cy="530352"/>
          </a:xfrm>
        </p:spPr>
        <p:txBody>
          <a:bodyPr lIns="0" anchor="ctr"/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228600" indent="0">
              <a:buNone/>
              <a:defRPr sz="2800" b="1">
                <a:solidFill>
                  <a:schemeClr val="tx2"/>
                </a:solidFill>
              </a:defRPr>
            </a:lvl2pPr>
            <a:lvl3pPr marL="457200" indent="0">
              <a:buNone/>
              <a:defRPr sz="2800" b="1">
                <a:solidFill>
                  <a:schemeClr val="tx2"/>
                </a:solidFill>
              </a:defRPr>
            </a:lvl3pPr>
            <a:lvl4pPr marL="640080" indent="0">
              <a:buNone/>
              <a:defRPr sz="2800" b="1">
                <a:solidFill>
                  <a:schemeClr val="tx2"/>
                </a:solidFill>
              </a:defRPr>
            </a:lvl4pPr>
            <a:lvl5pPr marL="777240" indent="0">
              <a:buNone/>
              <a:defRPr sz="2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XXX,XXX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24BF2DEF-F52A-41C0-B2B4-A1E873FFA9C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27372" y="2216293"/>
            <a:ext cx="2040396" cy="530352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110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Summary of data point can be inserted here and can continue up to three lines.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367C9D2-30C2-491D-B71D-E51652E2EB6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548658" y="1670586"/>
            <a:ext cx="2040396" cy="530352"/>
          </a:xfrm>
        </p:spPr>
        <p:txBody>
          <a:bodyPr lIns="0" anchor="ctr"/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228600" indent="0">
              <a:buNone/>
              <a:defRPr sz="2800" b="1">
                <a:solidFill>
                  <a:schemeClr val="tx2"/>
                </a:solidFill>
              </a:defRPr>
            </a:lvl2pPr>
            <a:lvl3pPr marL="457200" indent="0">
              <a:buNone/>
              <a:defRPr sz="2800" b="1">
                <a:solidFill>
                  <a:schemeClr val="tx2"/>
                </a:solidFill>
              </a:defRPr>
            </a:lvl3pPr>
            <a:lvl4pPr marL="640080" indent="0">
              <a:buNone/>
              <a:defRPr sz="2800" b="1">
                <a:solidFill>
                  <a:schemeClr val="tx2"/>
                </a:solidFill>
              </a:defRPr>
            </a:lvl4pPr>
            <a:lvl5pPr marL="777240" indent="0">
              <a:buNone/>
              <a:defRPr sz="2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$XX Billion</a:t>
            </a:r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44E2648A-272D-4CBA-AD06-7D06ECC577E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548658" y="2216293"/>
            <a:ext cx="2040396" cy="530352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110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Summary of data point can be inserted here and can continue up to three lines.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2E9CCAB3-93CF-41CC-A6EF-C3749913B1D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376380" y="1670586"/>
            <a:ext cx="2040396" cy="530352"/>
          </a:xfrm>
        </p:spPr>
        <p:txBody>
          <a:bodyPr lIns="0" anchor="ctr"/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228600" indent="0">
              <a:buNone/>
              <a:defRPr sz="2800" b="1">
                <a:solidFill>
                  <a:schemeClr val="tx2"/>
                </a:solidFill>
              </a:defRPr>
            </a:lvl2pPr>
            <a:lvl3pPr marL="457200" indent="0">
              <a:buNone/>
              <a:defRPr sz="2800" b="1">
                <a:solidFill>
                  <a:schemeClr val="tx2"/>
                </a:solidFill>
              </a:defRPr>
            </a:lvl3pPr>
            <a:lvl4pPr marL="640080" indent="0">
              <a:buNone/>
              <a:defRPr sz="2800" b="1">
                <a:solidFill>
                  <a:schemeClr val="tx2"/>
                </a:solidFill>
              </a:defRPr>
            </a:lvl4pPr>
            <a:lvl5pPr marL="777240" indent="0">
              <a:buNone/>
              <a:defRPr sz="2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$XX Reais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CC46802F-2568-492C-9445-C2BF839A26D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376380" y="2216293"/>
            <a:ext cx="2040396" cy="530352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110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Summary of data point can be inserted here and can continue up to three lines.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6FAD97EE-3048-44FF-BA8F-D375EAC81DA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27372" y="3290947"/>
            <a:ext cx="2040396" cy="530352"/>
          </a:xfrm>
        </p:spPr>
        <p:txBody>
          <a:bodyPr lIns="0" anchor="ctr"/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228600" indent="0">
              <a:buNone/>
              <a:defRPr sz="2800" b="1">
                <a:solidFill>
                  <a:schemeClr val="tx2"/>
                </a:solidFill>
              </a:defRPr>
            </a:lvl2pPr>
            <a:lvl3pPr marL="457200" indent="0">
              <a:buNone/>
              <a:defRPr sz="2800" b="1">
                <a:solidFill>
                  <a:schemeClr val="tx2"/>
                </a:solidFill>
              </a:defRPr>
            </a:lvl3pPr>
            <a:lvl4pPr marL="640080" indent="0">
              <a:buNone/>
              <a:defRPr sz="2800" b="1">
                <a:solidFill>
                  <a:schemeClr val="tx2"/>
                </a:solidFill>
              </a:defRPr>
            </a:lvl4pPr>
            <a:lvl5pPr marL="777240" indent="0">
              <a:buNone/>
              <a:defRPr sz="2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¥XX </a:t>
            </a:r>
            <a:r>
              <a:rPr lang="en-US" err="1"/>
              <a:t>Rénmínbì</a:t>
            </a:r>
            <a:endParaRPr lang="en-US"/>
          </a:p>
        </p:txBody>
      </p:sp>
      <p:sp>
        <p:nvSpPr>
          <p:cNvPr id="34" name="Text Placeholder 21">
            <a:extLst>
              <a:ext uri="{FF2B5EF4-FFF2-40B4-BE49-F238E27FC236}">
                <a16:creationId xmlns:a16="http://schemas.microsoft.com/office/drawing/2014/main" id="{C2D219B9-B0B6-474C-935C-76015CBE6D7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27372" y="3836654"/>
            <a:ext cx="2040396" cy="530352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110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Summary of data point can be inserted here and can continue up to three lines.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7738C4AD-2396-4B35-A61D-622B7977107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48658" y="3290947"/>
            <a:ext cx="2040396" cy="530352"/>
          </a:xfrm>
        </p:spPr>
        <p:txBody>
          <a:bodyPr lIns="0" anchor="ctr"/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228600" indent="0">
              <a:buNone/>
              <a:defRPr sz="2800" b="1">
                <a:solidFill>
                  <a:schemeClr val="tx2"/>
                </a:solidFill>
              </a:defRPr>
            </a:lvl2pPr>
            <a:lvl3pPr marL="457200" indent="0">
              <a:buNone/>
              <a:defRPr sz="2800" b="1">
                <a:solidFill>
                  <a:schemeClr val="tx2"/>
                </a:solidFill>
              </a:defRPr>
            </a:lvl3pPr>
            <a:lvl4pPr marL="640080" indent="0">
              <a:buNone/>
              <a:defRPr sz="2800" b="1">
                <a:solidFill>
                  <a:schemeClr val="tx2"/>
                </a:solidFill>
              </a:defRPr>
            </a:lvl4pPr>
            <a:lvl5pPr marL="777240" indent="0">
              <a:buNone/>
              <a:defRPr sz="2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€XX Million</a:t>
            </a:r>
          </a:p>
        </p:txBody>
      </p:sp>
      <p:sp>
        <p:nvSpPr>
          <p:cNvPr id="36" name="Text Placeholder 21">
            <a:extLst>
              <a:ext uri="{FF2B5EF4-FFF2-40B4-BE49-F238E27FC236}">
                <a16:creationId xmlns:a16="http://schemas.microsoft.com/office/drawing/2014/main" id="{74259494-7343-470F-8E7D-CBA45F825C2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548658" y="3836654"/>
            <a:ext cx="2040396" cy="530352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110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Summary of data point can be inserted here and can continue up to three lines.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99BD71E9-0A8A-44C6-87DB-591589D8673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76380" y="3290947"/>
            <a:ext cx="2040396" cy="530352"/>
          </a:xfrm>
        </p:spPr>
        <p:txBody>
          <a:bodyPr lIns="0" anchor="ctr"/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228600" indent="0">
              <a:buNone/>
              <a:defRPr sz="2800" b="1">
                <a:solidFill>
                  <a:schemeClr val="tx2"/>
                </a:solidFill>
              </a:defRPr>
            </a:lvl2pPr>
            <a:lvl3pPr marL="457200" indent="0">
              <a:buNone/>
              <a:defRPr sz="2800" b="1">
                <a:solidFill>
                  <a:schemeClr val="tx2"/>
                </a:solidFill>
              </a:defRPr>
            </a:lvl3pPr>
            <a:lvl4pPr marL="640080" indent="0">
              <a:buNone/>
              <a:defRPr sz="2800" b="1">
                <a:solidFill>
                  <a:schemeClr val="tx2"/>
                </a:solidFill>
              </a:defRPr>
            </a:lvl4pPr>
            <a:lvl5pPr marL="777240" indent="0">
              <a:buNone/>
              <a:defRPr sz="2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XXX,XXX</a:t>
            </a:r>
          </a:p>
        </p:txBody>
      </p:sp>
      <p:sp>
        <p:nvSpPr>
          <p:cNvPr id="38" name="Text Placeholder 21">
            <a:extLst>
              <a:ext uri="{FF2B5EF4-FFF2-40B4-BE49-F238E27FC236}">
                <a16:creationId xmlns:a16="http://schemas.microsoft.com/office/drawing/2014/main" id="{7306A12D-0238-4D79-92C4-140F8E2BAE88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376380" y="3836654"/>
            <a:ext cx="2040396" cy="530352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110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Summary of data point can be inserted here and can continue up to three lines.</a:t>
            </a:r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904E0AF8-EDA3-EA14-53A9-40FECD489C7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E88394-B5EE-50AA-5AC2-045F11B3B792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11838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rge Stats Orange Illustra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Placeholder 18">
            <a:extLst>
              <a:ext uri="{FF2B5EF4-FFF2-40B4-BE49-F238E27FC236}">
                <a16:creationId xmlns:a16="http://schemas.microsoft.com/office/drawing/2014/main" id="{9667E96B-C97D-48A4-A51C-5FA300E8DE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9250" y="403861"/>
            <a:ext cx="8482013" cy="876299"/>
          </a:xfrm>
        </p:spPr>
        <p:txBody>
          <a:bodyPr lIns="0" tIns="0" anchor="t"/>
          <a:lstStyle>
            <a:lvl1pPr marL="0" indent="0" algn="ctr">
              <a:buNone/>
              <a:defRPr sz="6000" b="1" spc="-100" baseline="0">
                <a:solidFill>
                  <a:schemeClr val="bg1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40080" indent="0" algn="ctr">
              <a:buNone/>
              <a:defRPr/>
            </a:lvl4pPr>
            <a:lvl5pPr marL="777240" indent="0" algn="ctr">
              <a:buNone/>
              <a:defRPr/>
            </a:lvl5pPr>
          </a:lstStyle>
          <a:p>
            <a:pPr lvl="0"/>
            <a:r>
              <a:rPr lang="en-US"/>
              <a:t>123,456,789</a:t>
            </a:r>
          </a:p>
        </p:txBody>
      </p:sp>
      <p:sp>
        <p:nvSpPr>
          <p:cNvPr id="48" name="Text Placeholder 18">
            <a:extLst>
              <a:ext uri="{FF2B5EF4-FFF2-40B4-BE49-F238E27FC236}">
                <a16:creationId xmlns:a16="http://schemas.microsoft.com/office/drawing/2014/main" id="{C708A2B0-7F3E-4EDD-9E9B-2D6476641B4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9250" y="1280160"/>
            <a:ext cx="8482013" cy="370439"/>
          </a:xfrm>
        </p:spPr>
        <p:txBody>
          <a:bodyPr lIns="0" tIns="0" anchor="ctr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40080" indent="0" algn="ctr">
              <a:buNone/>
              <a:defRPr/>
            </a:lvl4pPr>
            <a:lvl5pPr marL="777240" indent="0" algn="ctr">
              <a:buNone/>
              <a:defRPr/>
            </a:lvl5pPr>
          </a:lstStyle>
          <a:p>
            <a:pPr lvl="0"/>
            <a:r>
              <a:rPr lang="en-US"/>
              <a:t>Data point summary here.</a:t>
            </a:r>
          </a:p>
        </p:txBody>
      </p:sp>
      <p:sp>
        <p:nvSpPr>
          <p:cNvPr id="49" name="Text Placeholder 18">
            <a:extLst>
              <a:ext uri="{FF2B5EF4-FFF2-40B4-BE49-F238E27FC236}">
                <a16:creationId xmlns:a16="http://schemas.microsoft.com/office/drawing/2014/main" id="{99EA47BD-DC8C-465E-9EA3-0CB50DCBBE1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9250" y="1653541"/>
            <a:ext cx="8482013" cy="876299"/>
          </a:xfrm>
        </p:spPr>
        <p:txBody>
          <a:bodyPr lIns="0" tIns="0" anchor="t"/>
          <a:lstStyle>
            <a:lvl1pPr marL="0" indent="0" algn="ctr">
              <a:buNone/>
              <a:defRPr sz="6000" b="1" spc="-100" baseline="0">
                <a:solidFill>
                  <a:schemeClr val="bg1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40080" indent="0" algn="ctr">
              <a:buNone/>
              <a:defRPr/>
            </a:lvl4pPr>
            <a:lvl5pPr marL="777240" indent="0" algn="ctr">
              <a:buNone/>
              <a:defRPr/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50" name="Text Placeholder 18">
            <a:extLst>
              <a:ext uri="{FF2B5EF4-FFF2-40B4-BE49-F238E27FC236}">
                <a16:creationId xmlns:a16="http://schemas.microsoft.com/office/drawing/2014/main" id="{8C7E7D6F-A800-442F-8146-39FC8295BB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9250" y="2529840"/>
            <a:ext cx="8482013" cy="370439"/>
          </a:xfrm>
        </p:spPr>
        <p:txBody>
          <a:bodyPr lIns="0" tIns="0" anchor="ctr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40080" indent="0" algn="ctr">
              <a:buNone/>
              <a:defRPr/>
            </a:lvl4pPr>
            <a:lvl5pPr marL="777240" indent="0" algn="ctr">
              <a:buNone/>
              <a:defRPr/>
            </a:lvl5pPr>
          </a:lstStyle>
          <a:p>
            <a:pPr lvl="0"/>
            <a:r>
              <a:rPr lang="en-US"/>
              <a:t>Data point summary here.</a:t>
            </a:r>
          </a:p>
        </p:txBody>
      </p:sp>
      <p:sp>
        <p:nvSpPr>
          <p:cNvPr id="51" name="Text Placeholder 18">
            <a:extLst>
              <a:ext uri="{FF2B5EF4-FFF2-40B4-BE49-F238E27FC236}">
                <a16:creationId xmlns:a16="http://schemas.microsoft.com/office/drawing/2014/main" id="{195DB897-499C-4CE9-90C1-4BBA10E467B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9250" y="2918462"/>
            <a:ext cx="8482013" cy="876299"/>
          </a:xfrm>
        </p:spPr>
        <p:txBody>
          <a:bodyPr lIns="0" tIns="0" anchor="t"/>
          <a:lstStyle>
            <a:lvl1pPr marL="0" indent="0" algn="ctr">
              <a:buNone/>
              <a:defRPr sz="6000" b="1" spc="-100" baseline="0">
                <a:solidFill>
                  <a:schemeClr val="bg1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40080" indent="0" algn="ctr">
              <a:buNone/>
              <a:defRPr/>
            </a:lvl4pPr>
            <a:lvl5pPr marL="777240" indent="0" algn="ctr">
              <a:buNone/>
              <a:defRPr/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52" name="Text Placeholder 18">
            <a:extLst>
              <a:ext uri="{FF2B5EF4-FFF2-40B4-BE49-F238E27FC236}">
                <a16:creationId xmlns:a16="http://schemas.microsoft.com/office/drawing/2014/main" id="{691817B2-D48E-46E8-B9DD-259F8EA769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9250" y="3794761"/>
            <a:ext cx="8482013" cy="370439"/>
          </a:xfrm>
        </p:spPr>
        <p:txBody>
          <a:bodyPr lIns="0" tIns="0" anchor="ctr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40080" indent="0" algn="ctr">
              <a:buNone/>
              <a:defRPr/>
            </a:lvl4pPr>
            <a:lvl5pPr marL="777240" indent="0" algn="ctr">
              <a:buNone/>
              <a:defRPr/>
            </a:lvl5pPr>
          </a:lstStyle>
          <a:p>
            <a:pPr lvl="0"/>
            <a:r>
              <a:rPr lang="en-US"/>
              <a:t>Data point summary here.</a:t>
            </a:r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71E8C0BE-7926-4AC9-B4AC-0A714C8736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486264">
            <a:off x="92930" y="745804"/>
            <a:ext cx="8923146" cy="362732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2822734-0A8E-4135-A6DA-CBEF8270880F}"/>
              </a:ext>
            </a:extLst>
          </p:cNvPr>
          <p:cNvGrpSpPr/>
          <p:nvPr userDrawn="1"/>
        </p:nvGrpSpPr>
        <p:grpSpPr>
          <a:xfrm>
            <a:off x="8245475" y="4740275"/>
            <a:ext cx="711201" cy="268288"/>
            <a:chOff x="8245475" y="4740275"/>
            <a:chExt cx="711201" cy="268288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E85513EC-2915-4B89-BD0D-D572FF58AE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45475" y="4802188"/>
              <a:ext cx="303213" cy="206375"/>
            </a:xfrm>
            <a:custGeom>
              <a:avLst/>
              <a:gdLst>
                <a:gd name="T0" fmla="*/ 251 w 266"/>
                <a:gd name="T1" fmla="*/ 120 h 181"/>
                <a:gd name="T2" fmla="*/ 266 w 266"/>
                <a:gd name="T3" fmla="*/ 141 h 181"/>
                <a:gd name="T4" fmla="*/ 172 w 266"/>
                <a:gd name="T5" fmla="*/ 181 h 181"/>
                <a:gd name="T6" fmla="*/ 25 w 266"/>
                <a:gd name="T7" fmla="*/ 128 h 181"/>
                <a:gd name="T8" fmla="*/ 4 w 266"/>
                <a:gd name="T9" fmla="*/ 128 h 181"/>
                <a:gd name="T10" fmla="*/ 0 w 266"/>
                <a:gd name="T11" fmla="*/ 107 h 181"/>
                <a:gd name="T12" fmla="*/ 80 w 266"/>
                <a:gd name="T13" fmla="*/ 25 h 181"/>
                <a:gd name="T14" fmla="*/ 18 w 266"/>
                <a:gd name="T15" fmla="*/ 25 h 181"/>
                <a:gd name="T16" fmla="*/ 23 w 266"/>
                <a:gd name="T17" fmla="*/ 0 h 181"/>
                <a:gd name="T18" fmla="*/ 125 w 266"/>
                <a:gd name="T19" fmla="*/ 0 h 181"/>
                <a:gd name="T20" fmla="*/ 121 w 266"/>
                <a:gd name="T21" fmla="*/ 23 h 181"/>
                <a:gd name="T22" fmla="*/ 43 w 266"/>
                <a:gd name="T23" fmla="*/ 102 h 181"/>
                <a:gd name="T24" fmla="*/ 176 w 266"/>
                <a:gd name="T25" fmla="*/ 156 h 181"/>
                <a:gd name="T26" fmla="*/ 251 w 266"/>
                <a:gd name="T27" fmla="*/ 12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6" h="181">
                  <a:moveTo>
                    <a:pt x="251" y="120"/>
                  </a:moveTo>
                  <a:cubicBezTo>
                    <a:pt x="266" y="141"/>
                    <a:pt x="266" y="141"/>
                    <a:pt x="266" y="141"/>
                  </a:cubicBezTo>
                  <a:cubicBezTo>
                    <a:pt x="256" y="150"/>
                    <a:pt x="222" y="181"/>
                    <a:pt x="172" y="181"/>
                  </a:cubicBezTo>
                  <a:cubicBezTo>
                    <a:pt x="100" y="181"/>
                    <a:pt x="96" y="128"/>
                    <a:pt x="25" y="128"/>
                  </a:cubicBezTo>
                  <a:cubicBezTo>
                    <a:pt x="4" y="128"/>
                    <a:pt x="4" y="128"/>
                    <a:pt x="4" y="128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1" y="23"/>
                    <a:pt x="121" y="23"/>
                    <a:pt x="121" y="23"/>
                  </a:cubicBezTo>
                  <a:cubicBezTo>
                    <a:pt x="43" y="102"/>
                    <a:pt x="43" y="102"/>
                    <a:pt x="43" y="102"/>
                  </a:cubicBezTo>
                  <a:cubicBezTo>
                    <a:pt x="102" y="102"/>
                    <a:pt x="117" y="156"/>
                    <a:pt x="176" y="156"/>
                  </a:cubicBezTo>
                  <a:cubicBezTo>
                    <a:pt x="212" y="156"/>
                    <a:pt x="241" y="131"/>
                    <a:pt x="251" y="1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151A203-6E28-4BF6-B971-6EEF039A8D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86763" y="4799013"/>
              <a:ext cx="144463" cy="152400"/>
            </a:xfrm>
            <a:custGeom>
              <a:avLst/>
              <a:gdLst>
                <a:gd name="T0" fmla="*/ 74 w 127"/>
                <a:gd name="T1" fmla="*/ 0 h 134"/>
                <a:gd name="T2" fmla="*/ 0 w 127"/>
                <a:gd name="T3" fmla="*/ 81 h 134"/>
                <a:gd name="T4" fmla="*/ 52 w 127"/>
                <a:gd name="T5" fmla="*/ 134 h 134"/>
                <a:gd name="T6" fmla="*/ 127 w 127"/>
                <a:gd name="T7" fmla="*/ 53 h 134"/>
                <a:gd name="T8" fmla="*/ 74 w 127"/>
                <a:gd name="T9" fmla="*/ 0 h 134"/>
                <a:gd name="T10" fmla="*/ 56 w 127"/>
                <a:gd name="T11" fmla="*/ 110 h 134"/>
                <a:gd name="T12" fmla="*/ 31 w 127"/>
                <a:gd name="T13" fmla="*/ 80 h 134"/>
                <a:gd name="T14" fmla="*/ 70 w 127"/>
                <a:gd name="T15" fmla="*/ 24 h 134"/>
                <a:gd name="T16" fmla="*/ 95 w 127"/>
                <a:gd name="T17" fmla="*/ 53 h 134"/>
                <a:gd name="T18" fmla="*/ 56 w 127"/>
                <a:gd name="T19" fmla="*/ 11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7" h="134">
                  <a:moveTo>
                    <a:pt x="74" y="0"/>
                  </a:moveTo>
                  <a:cubicBezTo>
                    <a:pt x="30" y="0"/>
                    <a:pt x="0" y="38"/>
                    <a:pt x="0" y="81"/>
                  </a:cubicBezTo>
                  <a:cubicBezTo>
                    <a:pt x="0" y="112"/>
                    <a:pt x="20" y="134"/>
                    <a:pt x="52" y="134"/>
                  </a:cubicBezTo>
                  <a:cubicBezTo>
                    <a:pt x="96" y="134"/>
                    <a:pt x="127" y="97"/>
                    <a:pt x="127" y="53"/>
                  </a:cubicBezTo>
                  <a:cubicBezTo>
                    <a:pt x="127" y="25"/>
                    <a:pt x="108" y="0"/>
                    <a:pt x="74" y="0"/>
                  </a:cubicBezTo>
                  <a:close/>
                  <a:moveTo>
                    <a:pt x="56" y="110"/>
                  </a:moveTo>
                  <a:cubicBezTo>
                    <a:pt x="41" y="110"/>
                    <a:pt x="31" y="98"/>
                    <a:pt x="31" y="80"/>
                  </a:cubicBezTo>
                  <a:cubicBezTo>
                    <a:pt x="31" y="56"/>
                    <a:pt x="46" y="24"/>
                    <a:pt x="70" y="24"/>
                  </a:cubicBezTo>
                  <a:cubicBezTo>
                    <a:pt x="89" y="24"/>
                    <a:pt x="95" y="40"/>
                    <a:pt x="95" y="53"/>
                  </a:cubicBezTo>
                  <a:cubicBezTo>
                    <a:pt x="95" y="79"/>
                    <a:pt x="79" y="110"/>
                    <a:pt x="56" y="1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060F23A6-3E22-40AC-BA59-3E87B9894C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48688" y="4799013"/>
              <a:ext cx="130175" cy="152400"/>
            </a:xfrm>
            <a:custGeom>
              <a:avLst/>
              <a:gdLst>
                <a:gd name="T0" fmla="*/ 114 w 114"/>
                <a:gd name="T1" fmla="*/ 36 h 134"/>
                <a:gd name="T2" fmla="*/ 73 w 114"/>
                <a:gd name="T3" fmla="*/ 0 h 134"/>
                <a:gd name="T4" fmla="*/ 0 w 114"/>
                <a:gd name="T5" fmla="*/ 81 h 134"/>
                <a:gd name="T6" fmla="*/ 53 w 114"/>
                <a:gd name="T7" fmla="*/ 134 h 134"/>
                <a:gd name="T8" fmla="*/ 98 w 114"/>
                <a:gd name="T9" fmla="*/ 124 h 134"/>
                <a:gd name="T10" fmla="*/ 95 w 114"/>
                <a:gd name="T11" fmla="*/ 101 h 134"/>
                <a:gd name="T12" fmla="*/ 60 w 114"/>
                <a:gd name="T13" fmla="*/ 110 h 134"/>
                <a:gd name="T14" fmla="*/ 33 w 114"/>
                <a:gd name="T15" fmla="*/ 97 h 134"/>
                <a:gd name="T16" fmla="*/ 30 w 114"/>
                <a:gd name="T17" fmla="*/ 78 h 134"/>
                <a:gd name="T18" fmla="*/ 114 w 114"/>
                <a:gd name="T19" fmla="*/ 36 h 134"/>
                <a:gd name="T20" fmla="*/ 69 w 114"/>
                <a:gd name="T21" fmla="*/ 23 h 134"/>
                <a:gd name="T22" fmla="*/ 85 w 114"/>
                <a:gd name="T23" fmla="*/ 36 h 134"/>
                <a:gd name="T24" fmla="*/ 85 w 114"/>
                <a:gd name="T25" fmla="*/ 36 h 134"/>
                <a:gd name="T26" fmla="*/ 33 w 114"/>
                <a:gd name="T27" fmla="*/ 56 h 134"/>
                <a:gd name="T28" fmla="*/ 69 w 114"/>
                <a:gd name="T29" fmla="*/ 23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4" h="134">
                  <a:moveTo>
                    <a:pt x="114" y="36"/>
                  </a:moveTo>
                  <a:cubicBezTo>
                    <a:pt x="114" y="15"/>
                    <a:pt x="98" y="0"/>
                    <a:pt x="73" y="0"/>
                  </a:cubicBezTo>
                  <a:cubicBezTo>
                    <a:pt x="28" y="0"/>
                    <a:pt x="0" y="42"/>
                    <a:pt x="0" y="81"/>
                  </a:cubicBezTo>
                  <a:cubicBezTo>
                    <a:pt x="0" y="112"/>
                    <a:pt x="17" y="134"/>
                    <a:pt x="53" y="134"/>
                  </a:cubicBezTo>
                  <a:cubicBezTo>
                    <a:pt x="68" y="134"/>
                    <a:pt x="85" y="130"/>
                    <a:pt x="98" y="124"/>
                  </a:cubicBezTo>
                  <a:cubicBezTo>
                    <a:pt x="95" y="101"/>
                    <a:pt x="95" y="101"/>
                    <a:pt x="95" y="101"/>
                  </a:cubicBezTo>
                  <a:cubicBezTo>
                    <a:pt x="84" y="107"/>
                    <a:pt x="72" y="110"/>
                    <a:pt x="60" y="110"/>
                  </a:cubicBezTo>
                  <a:cubicBezTo>
                    <a:pt x="47" y="110"/>
                    <a:pt x="38" y="105"/>
                    <a:pt x="33" y="97"/>
                  </a:cubicBezTo>
                  <a:cubicBezTo>
                    <a:pt x="30" y="92"/>
                    <a:pt x="29" y="83"/>
                    <a:pt x="30" y="78"/>
                  </a:cubicBezTo>
                  <a:cubicBezTo>
                    <a:pt x="79" y="80"/>
                    <a:pt x="114" y="69"/>
                    <a:pt x="114" y="36"/>
                  </a:cubicBezTo>
                  <a:close/>
                  <a:moveTo>
                    <a:pt x="69" y="23"/>
                  </a:moveTo>
                  <a:cubicBezTo>
                    <a:pt x="78" y="23"/>
                    <a:pt x="85" y="28"/>
                    <a:pt x="85" y="36"/>
                  </a:cubicBezTo>
                  <a:cubicBezTo>
                    <a:pt x="85" y="36"/>
                    <a:pt x="85" y="36"/>
                    <a:pt x="85" y="36"/>
                  </a:cubicBezTo>
                  <a:cubicBezTo>
                    <a:pt x="85" y="52"/>
                    <a:pt x="65" y="56"/>
                    <a:pt x="33" y="56"/>
                  </a:cubicBezTo>
                  <a:cubicBezTo>
                    <a:pt x="37" y="40"/>
                    <a:pt x="49" y="23"/>
                    <a:pt x="69" y="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671B7BBF-A23F-469D-9AC4-3730643718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43963" y="4799013"/>
              <a:ext cx="112713" cy="152400"/>
            </a:xfrm>
            <a:custGeom>
              <a:avLst/>
              <a:gdLst>
                <a:gd name="T0" fmla="*/ 67 w 99"/>
                <a:gd name="T1" fmla="*/ 23 h 134"/>
                <a:gd name="T2" fmla="*/ 91 w 99"/>
                <a:gd name="T3" fmla="*/ 29 h 134"/>
                <a:gd name="T4" fmla="*/ 99 w 99"/>
                <a:gd name="T5" fmla="*/ 6 h 134"/>
                <a:gd name="T6" fmla="*/ 69 w 99"/>
                <a:gd name="T7" fmla="*/ 0 h 134"/>
                <a:gd name="T8" fmla="*/ 17 w 99"/>
                <a:gd name="T9" fmla="*/ 42 h 134"/>
                <a:gd name="T10" fmla="*/ 42 w 99"/>
                <a:gd name="T11" fmla="*/ 76 h 134"/>
                <a:gd name="T12" fmla="*/ 59 w 99"/>
                <a:gd name="T13" fmla="*/ 95 h 134"/>
                <a:gd name="T14" fmla="*/ 39 w 99"/>
                <a:gd name="T15" fmla="*/ 111 h 134"/>
                <a:gd name="T16" fmla="*/ 8 w 99"/>
                <a:gd name="T17" fmla="*/ 102 h 134"/>
                <a:gd name="T18" fmla="*/ 0 w 99"/>
                <a:gd name="T19" fmla="*/ 125 h 134"/>
                <a:gd name="T20" fmla="*/ 36 w 99"/>
                <a:gd name="T21" fmla="*/ 134 h 134"/>
                <a:gd name="T22" fmla="*/ 91 w 99"/>
                <a:gd name="T23" fmla="*/ 90 h 134"/>
                <a:gd name="T24" fmla="*/ 64 w 99"/>
                <a:gd name="T25" fmla="*/ 56 h 134"/>
                <a:gd name="T26" fmla="*/ 48 w 99"/>
                <a:gd name="T27" fmla="*/ 38 h 134"/>
                <a:gd name="T28" fmla="*/ 67 w 99"/>
                <a:gd name="T29" fmla="*/ 23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9" h="134">
                  <a:moveTo>
                    <a:pt x="67" y="23"/>
                  </a:moveTo>
                  <a:cubicBezTo>
                    <a:pt x="75" y="23"/>
                    <a:pt x="84" y="25"/>
                    <a:pt x="91" y="29"/>
                  </a:cubicBezTo>
                  <a:cubicBezTo>
                    <a:pt x="99" y="6"/>
                    <a:pt x="99" y="6"/>
                    <a:pt x="99" y="6"/>
                  </a:cubicBezTo>
                  <a:cubicBezTo>
                    <a:pt x="93" y="3"/>
                    <a:pt x="82" y="0"/>
                    <a:pt x="69" y="0"/>
                  </a:cubicBezTo>
                  <a:cubicBezTo>
                    <a:pt x="38" y="0"/>
                    <a:pt x="17" y="17"/>
                    <a:pt x="17" y="42"/>
                  </a:cubicBezTo>
                  <a:cubicBezTo>
                    <a:pt x="17" y="57"/>
                    <a:pt x="27" y="68"/>
                    <a:pt x="42" y="76"/>
                  </a:cubicBezTo>
                  <a:cubicBezTo>
                    <a:pt x="55" y="82"/>
                    <a:pt x="59" y="87"/>
                    <a:pt x="59" y="95"/>
                  </a:cubicBezTo>
                  <a:cubicBezTo>
                    <a:pt x="59" y="104"/>
                    <a:pt x="51" y="111"/>
                    <a:pt x="39" y="111"/>
                  </a:cubicBezTo>
                  <a:cubicBezTo>
                    <a:pt x="27" y="111"/>
                    <a:pt x="15" y="106"/>
                    <a:pt x="8" y="102"/>
                  </a:cubicBezTo>
                  <a:cubicBezTo>
                    <a:pt x="0" y="125"/>
                    <a:pt x="0" y="125"/>
                    <a:pt x="0" y="125"/>
                  </a:cubicBezTo>
                  <a:cubicBezTo>
                    <a:pt x="7" y="130"/>
                    <a:pt x="21" y="134"/>
                    <a:pt x="36" y="134"/>
                  </a:cubicBezTo>
                  <a:cubicBezTo>
                    <a:pt x="67" y="134"/>
                    <a:pt x="91" y="118"/>
                    <a:pt x="91" y="90"/>
                  </a:cubicBezTo>
                  <a:cubicBezTo>
                    <a:pt x="91" y="74"/>
                    <a:pt x="78" y="63"/>
                    <a:pt x="64" y="56"/>
                  </a:cubicBezTo>
                  <a:cubicBezTo>
                    <a:pt x="53" y="50"/>
                    <a:pt x="48" y="45"/>
                    <a:pt x="48" y="38"/>
                  </a:cubicBezTo>
                  <a:cubicBezTo>
                    <a:pt x="48" y="29"/>
                    <a:pt x="55" y="23"/>
                    <a:pt x="67" y="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AB9414E7-5DBF-4B0E-9A71-9DF4D8580B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16975" y="4740275"/>
              <a:ext cx="41275" cy="39688"/>
            </a:xfrm>
            <a:custGeom>
              <a:avLst/>
              <a:gdLst>
                <a:gd name="T0" fmla="*/ 0 w 35"/>
                <a:gd name="T1" fmla="*/ 19 h 35"/>
                <a:gd name="T2" fmla="*/ 18 w 35"/>
                <a:gd name="T3" fmla="*/ 0 h 35"/>
                <a:gd name="T4" fmla="*/ 18 w 35"/>
                <a:gd name="T5" fmla="*/ 0 h 35"/>
                <a:gd name="T6" fmla="*/ 35 w 35"/>
                <a:gd name="T7" fmla="*/ 17 h 35"/>
                <a:gd name="T8" fmla="*/ 16 w 35"/>
                <a:gd name="T9" fmla="*/ 35 h 35"/>
                <a:gd name="T10" fmla="*/ 15 w 35"/>
                <a:gd name="T11" fmla="*/ 35 h 35"/>
                <a:gd name="T12" fmla="*/ 0 w 35"/>
                <a:gd name="T13" fmla="*/ 19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5">
                  <a:moveTo>
                    <a:pt x="0" y="19"/>
                  </a:moveTo>
                  <a:cubicBezTo>
                    <a:pt x="0" y="9"/>
                    <a:pt x="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8" y="0"/>
                    <a:pt x="35" y="7"/>
                    <a:pt x="35" y="17"/>
                  </a:cubicBezTo>
                  <a:cubicBezTo>
                    <a:pt x="34" y="28"/>
                    <a:pt x="26" y="35"/>
                    <a:pt x="16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6" y="35"/>
                    <a:pt x="0" y="28"/>
                    <a:pt x="0" y="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BB3FE8F7-617D-407D-ADB6-83F179C3BC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785225" y="4802188"/>
              <a:ext cx="61913" cy="146050"/>
            </a:xfrm>
            <a:custGeom>
              <a:avLst/>
              <a:gdLst>
                <a:gd name="T0" fmla="*/ 0 w 39"/>
                <a:gd name="T1" fmla="*/ 92 h 92"/>
                <a:gd name="T2" fmla="*/ 22 w 39"/>
                <a:gd name="T3" fmla="*/ 92 h 92"/>
                <a:gd name="T4" fmla="*/ 39 w 39"/>
                <a:gd name="T5" fmla="*/ 0 h 92"/>
                <a:gd name="T6" fmla="*/ 18 w 39"/>
                <a:gd name="T7" fmla="*/ 0 h 92"/>
                <a:gd name="T8" fmla="*/ 0 w 39"/>
                <a:gd name="T9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92">
                  <a:moveTo>
                    <a:pt x="0" y="92"/>
                  </a:moveTo>
                  <a:lnTo>
                    <a:pt x="22" y="92"/>
                  </a:lnTo>
                  <a:lnTo>
                    <a:pt x="39" y="0"/>
                  </a:lnTo>
                  <a:lnTo>
                    <a:pt x="18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6D59333E-E3AF-404A-BDCA-B4929F4331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4738" y="4764088"/>
              <a:ext cx="92075" cy="187325"/>
            </a:xfrm>
            <a:custGeom>
              <a:avLst/>
              <a:gdLst>
                <a:gd name="T0" fmla="*/ 46 w 81"/>
                <a:gd name="T1" fmla="*/ 140 h 164"/>
                <a:gd name="T2" fmla="*/ 35 w 81"/>
                <a:gd name="T3" fmla="*/ 122 h 164"/>
                <a:gd name="T4" fmla="*/ 48 w 81"/>
                <a:gd name="T5" fmla="*/ 56 h 164"/>
                <a:gd name="T6" fmla="*/ 77 w 81"/>
                <a:gd name="T7" fmla="*/ 56 h 164"/>
                <a:gd name="T8" fmla="*/ 81 w 81"/>
                <a:gd name="T9" fmla="*/ 33 h 164"/>
                <a:gd name="T10" fmla="*/ 52 w 81"/>
                <a:gd name="T11" fmla="*/ 33 h 164"/>
                <a:gd name="T12" fmla="*/ 59 w 81"/>
                <a:gd name="T13" fmla="*/ 0 h 164"/>
                <a:gd name="T14" fmla="*/ 27 w 81"/>
                <a:gd name="T15" fmla="*/ 9 h 164"/>
                <a:gd name="T16" fmla="*/ 22 w 81"/>
                <a:gd name="T17" fmla="*/ 33 h 164"/>
                <a:gd name="T18" fmla="*/ 4 w 81"/>
                <a:gd name="T19" fmla="*/ 33 h 164"/>
                <a:gd name="T20" fmla="*/ 0 w 81"/>
                <a:gd name="T21" fmla="*/ 56 h 164"/>
                <a:gd name="T22" fmla="*/ 18 w 81"/>
                <a:gd name="T23" fmla="*/ 56 h 164"/>
                <a:gd name="T24" fmla="*/ 4 w 81"/>
                <a:gd name="T25" fmla="*/ 124 h 164"/>
                <a:gd name="T26" fmla="*/ 40 w 81"/>
                <a:gd name="T27" fmla="*/ 164 h 164"/>
                <a:gd name="T28" fmla="*/ 60 w 81"/>
                <a:gd name="T29" fmla="*/ 161 h 164"/>
                <a:gd name="T30" fmla="*/ 61 w 81"/>
                <a:gd name="T31" fmla="*/ 137 h 164"/>
                <a:gd name="T32" fmla="*/ 46 w 81"/>
                <a:gd name="T33" fmla="*/ 14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1" h="164">
                  <a:moveTo>
                    <a:pt x="46" y="140"/>
                  </a:moveTo>
                  <a:cubicBezTo>
                    <a:pt x="37" y="140"/>
                    <a:pt x="32" y="134"/>
                    <a:pt x="35" y="122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81" y="33"/>
                    <a:pt x="81" y="33"/>
                    <a:pt x="81" y="33"/>
                  </a:cubicBezTo>
                  <a:cubicBezTo>
                    <a:pt x="52" y="33"/>
                    <a:pt x="52" y="33"/>
                    <a:pt x="52" y="33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18" y="56"/>
                    <a:pt x="18" y="56"/>
                    <a:pt x="18" y="56"/>
                  </a:cubicBezTo>
                  <a:cubicBezTo>
                    <a:pt x="4" y="124"/>
                    <a:pt x="4" y="124"/>
                    <a:pt x="4" y="124"/>
                  </a:cubicBezTo>
                  <a:cubicBezTo>
                    <a:pt x="0" y="149"/>
                    <a:pt x="12" y="164"/>
                    <a:pt x="40" y="164"/>
                  </a:cubicBezTo>
                  <a:cubicBezTo>
                    <a:pt x="47" y="164"/>
                    <a:pt x="54" y="163"/>
                    <a:pt x="60" y="161"/>
                  </a:cubicBezTo>
                  <a:cubicBezTo>
                    <a:pt x="61" y="137"/>
                    <a:pt x="61" y="137"/>
                    <a:pt x="61" y="137"/>
                  </a:cubicBezTo>
                  <a:cubicBezTo>
                    <a:pt x="56" y="139"/>
                    <a:pt x="51" y="139"/>
                    <a:pt x="46" y="1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273495D-F1E7-FB21-140D-AA9EE26EEC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68E701-34BC-D74A-8CC6-33006E7EE764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439BB7-420B-7F8B-7311-0FF0BA71C1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278605" y="3429000"/>
            <a:ext cx="276225" cy="5334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753081-0A14-09E3-0A33-4D85868653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151072" y="1117199"/>
            <a:ext cx="276225" cy="5334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081711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s Orange Swooping Z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93F0C9B-59EA-1986-56BA-226815DF74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1" y="0"/>
            <a:ext cx="9143998" cy="5143498"/>
          </a:xfrm>
          <a:prstGeom prst="rect">
            <a:avLst/>
          </a:prstGeom>
        </p:spPr>
      </p:pic>
      <p:sp>
        <p:nvSpPr>
          <p:cNvPr id="47" name="Text Placeholder 18">
            <a:extLst>
              <a:ext uri="{FF2B5EF4-FFF2-40B4-BE49-F238E27FC236}">
                <a16:creationId xmlns:a16="http://schemas.microsoft.com/office/drawing/2014/main" id="{9667E96B-C97D-48A4-A51C-5FA300E8DE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9250" y="403861"/>
            <a:ext cx="8482013" cy="876299"/>
          </a:xfrm>
        </p:spPr>
        <p:txBody>
          <a:bodyPr lIns="0" tIns="0" anchor="t"/>
          <a:lstStyle>
            <a:lvl1pPr marL="0" indent="0" algn="ctr">
              <a:buNone/>
              <a:defRPr sz="6000" b="1" spc="-100" baseline="0">
                <a:solidFill>
                  <a:schemeClr val="bg1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40080" indent="0" algn="ctr">
              <a:buNone/>
              <a:defRPr/>
            </a:lvl4pPr>
            <a:lvl5pPr marL="777240" indent="0" algn="ctr">
              <a:buNone/>
              <a:defRPr/>
            </a:lvl5pPr>
          </a:lstStyle>
          <a:p>
            <a:pPr lvl="0"/>
            <a:r>
              <a:rPr lang="en-US"/>
              <a:t>123,456,789</a:t>
            </a:r>
          </a:p>
        </p:txBody>
      </p:sp>
      <p:sp>
        <p:nvSpPr>
          <p:cNvPr id="48" name="Text Placeholder 18">
            <a:extLst>
              <a:ext uri="{FF2B5EF4-FFF2-40B4-BE49-F238E27FC236}">
                <a16:creationId xmlns:a16="http://schemas.microsoft.com/office/drawing/2014/main" id="{C708A2B0-7F3E-4EDD-9E9B-2D6476641B4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9250" y="1280160"/>
            <a:ext cx="8482013" cy="370439"/>
          </a:xfrm>
        </p:spPr>
        <p:txBody>
          <a:bodyPr lIns="0" tIns="0" anchor="ctr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40080" indent="0" algn="ctr">
              <a:buNone/>
              <a:defRPr/>
            </a:lvl4pPr>
            <a:lvl5pPr marL="777240" indent="0" algn="ctr">
              <a:buNone/>
              <a:defRPr/>
            </a:lvl5pPr>
          </a:lstStyle>
          <a:p>
            <a:pPr lvl="0"/>
            <a:r>
              <a:rPr lang="en-US"/>
              <a:t>Data point summary here.</a:t>
            </a:r>
          </a:p>
        </p:txBody>
      </p:sp>
      <p:sp>
        <p:nvSpPr>
          <p:cNvPr id="49" name="Text Placeholder 18">
            <a:extLst>
              <a:ext uri="{FF2B5EF4-FFF2-40B4-BE49-F238E27FC236}">
                <a16:creationId xmlns:a16="http://schemas.microsoft.com/office/drawing/2014/main" id="{99EA47BD-DC8C-465E-9EA3-0CB50DCBBE1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9250" y="1653541"/>
            <a:ext cx="8482013" cy="876299"/>
          </a:xfrm>
        </p:spPr>
        <p:txBody>
          <a:bodyPr lIns="0" tIns="0" anchor="t"/>
          <a:lstStyle>
            <a:lvl1pPr marL="0" indent="0" algn="ctr">
              <a:buNone/>
              <a:defRPr sz="6000" b="1" spc="-100" baseline="0">
                <a:solidFill>
                  <a:schemeClr val="bg1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40080" indent="0" algn="ctr">
              <a:buNone/>
              <a:defRPr/>
            </a:lvl4pPr>
            <a:lvl5pPr marL="777240" indent="0" algn="ctr">
              <a:buNone/>
              <a:defRPr/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50" name="Text Placeholder 18">
            <a:extLst>
              <a:ext uri="{FF2B5EF4-FFF2-40B4-BE49-F238E27FC236}">
                <a16:creationId xmlns:a16="http://schemas.microsoft.com/office/drawing/2014/main" id="{8C7E7D6F-A800-442F-8146-39FC8295BB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9250" y="2529840"/>
            <a:ext cx="8482013" cy="370439"/>
          </a:xfrm>
        </p:spPr>
        <p:txBody>
          <a:bodyPr lIns="0" tIns="0" anchor="ctr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40080" indent="0" algn="ctr">
              <a:buNone/>
              <a:defRPr/>
            </a:lvl4pPr>
            <a:lvl5pPr marL="777240" indent="0" algn="ctr">
              <a:buNone/>
              <a:defRPr/>
            </a:lvl5pPr>
          </a:lstStyle>
          <a:p>
            <a:pPr lvl="0"/>
            <a:r>
              <a:rPr lang="en-US"/>
              <a:t>Data point summary here.</a:t>
            </a:r>
          </a:p>
        </p:txBody>
      </p:sp>
      <p:sp>
        <p:nvSpPr>
          <p:cNvPr id="51" name="Text Placeholder 18">
            <a:extLst>
              <a:ext uri="{FF2B5EF4-FFF2-40B4-BE49-F238E27FC236}">
                <a16:creationId xmlns:a16="http://schemas.microsoft.com/office/drawing/2014/main" id="{195DB897-499C-4CE9-90C1-4BBA10E467B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9250" y="2918462"/>
            <a:ext cx="8482013" cy="876299"/>
          </a:xfrm>
        </p:spPr>
        <p:txBody>
          <a:bodyPr lIns="0" tIns="0" anchor="t"/>
          <a:lstStyle>
            <a:lvl1pPr marL="0" indent="0" algn="ctr">
              <a:buNone/>
              <a:defRPr sz="6000" b="1" spc="-100" baseline="0">
                <a:solidFill>
                  <a:schemeClr val="bg1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40080" indent="0" algn="ctr">
              <a:buNone/>
              <a:defRPr/>
            </a:lvl4pPr>
            <a:lvl5pPr marL="777240" indent="0" algn="ctr">
              <a:buNone/>
              <a:defRPr/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52" name="Text Placeholder 18">
            <a:extLst>
              <a:ext uri="{FF2B5EF4-FFF2-40B4-BE49-F238E27FC236}">
                <a16:creationId xmlns:a16="http://schemas.microsoft.com/office/drawing/2014/main" id="{691817B2-D48E-46E8-B9DD-259F8EA769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9250" y="3794761"/>
            <a:ext cx="8482013" cy="370439"/>
          </a:xfrm>
        </p:spPr>
        <p:txBody>
          <a:bodyPr lIns="0" tIns="0" anchor="ctr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40080" indent="0" algn="ctr">
              <a:buNone/>
              <a:defRPr/>
            </a:lvl4pPr>
            <a:lvl5pPr marL="777240" indent="0" algn="ctr">
              <a:buNone/>
              <a:defRPr/>
            </a:lvl5pPr>
          </a:lstStyle>
          <a:p>
            <a:pPr lvl="0"/>
            <a:r>
              <a:rPr lang="en-US"/>
              <a:t>Data point summary here.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2822734-0A8E-4135-A6DA-CBEF8270880F}"/>
              </a:ext>
            </a:extLst>
          </p:cNvPr>
          <p:cNvGrpSpPr/>
          <p:nvPr userDrawn="1"/>
        </p:nvGrpSpPr>
        <p:grpSpPr>
          <a:xfrm>
            <a:off x="8245475" y="4740275"/>
            <a:ext cx="711201" cy="268288"/>
            <a:chOff x="8245475" y="4740275"/>
            <a:chExt cx="711201" cy="268288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E85513EC-2915-4B89-BD0D-D572FF58AE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45475" y="4802188"/>
              <a:ext cx="303213" cy="206375"/>
            </a:xfrm>
            <a:custGeom>
              <a:avLst/>
              <a:gdLst>
                <a:gd name="T0" fmla="*/ 251 w 266"/>
                <a:gd name="T1" fmla="*/ 120 h 181"/>
                <a:gd name="T2" fmla="*/ 266 w 266"/>
                <a:gd name="T3" fmla="*/ 141 h 181"/>
                <a:gd name="T4" fmla="*/ 172 w 266"/>
                <a:gd name="T5" fmla="*/ 181 h 181"/>
                <a:gd name="T6" fmla="*/ 25 w 266"/>
                <a:gd name="T7" fmla="*/ 128 h 181"/>
                <a:gd name="T8" fmla="*/ 4 w 266"/>
                <a:gd name="T9" fmla="*/ 128 h 181"/>
                <a:gd name="T10" fmla="*/ 0 w 266"/>
                <a:gd name="T11" fmla="*/ 107 h 181"/>
                <a:gd name="T12" fmla="*/ 80 w 266"/>
                <a:gd name="T13" fmla="*/ 25 h 181"/>
                <a:gd name="T14" fmla="*/ 18 w 266"/>
                <a:gd name="T15" fmla="*/ 25 h 181"/>
                <a:gd name="T16" fmla="*/ 23 w 266"/>
                <a:gd name="T17" fmla="*/ 0 h 181"/>
                <a:gd name="T18" fmla="*/ 125 w 266"/>
                <a:gd name="T19" fmla="*/ 0 h 181"/>
                <a:gd name="T20" fmla="*/ 121 w 266"/>
                <a:gd name="T21" fmla="*/ 23 h 181"/>
                <a:gd name="T22" fmla="*/ 43 w 266"/>
                <a:gd name="T23" fmla="*/ 102 h 181"/>
                <a:gd name="T24" fmla="*/ 176 w 266"/>
                <a:gd name="T25" fmla="*/ 156 h 181"/>
                <a:gd name="T26" fmla="*/ 251 w 266"/>
                <a:gd name="T27" fmla="*/ 12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6" h="181">
                  <a:moveTo>
                    <a:pt x="251" y="120"/>
                  </a:moveTo>
                  <a:cubicBezTo>
                    <a:pt x="266" y="141"/>
                    <a:pt x="266" y="141"/>
                    <a:pt x="266" y="141"/>
                  </a:cubicBezTo>
                  <a:cubicBezTo>
                    <a:pt x="256" y="150"/>
                    <a:pt x="222" y="181"/>
                    <a:pt x="172" y="181"/>
                  </a:cubicBezTo>
                  <a:cubicBezTo>
                    <a:pt x="100" y="181"/>
                    <a:pt x="96" y="128"/>
                    <a:pt x="25" y="128"/>
                  </a:cubicBezTo>
                  <a:cubicBezTo>
                    <a:pt x="4" y="128"/>
                    <a:pt x="4" y="128"/>
                    <a:pt x="4" y="128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25" y="0"/>
                    <a:pt x="125" y="0"/>
                    <a:pt x="125" y="0"/>
                  </a:cubicBezTo>
                  <a:cubicBezTo>
                    <a:pt x="121" y="23"/>
                    <a:pt x="121" y="23"/>
                    <a:pt x="121" y="23"/>
                  </a:cubicBezTo>
                  <a:cubicBezTo>
                    <a:pt x="43" y="102"/>
                    <a:pt x="43" y="102"/>
                    <a:pt x="43" y="102"/>
                  </a:cubicBezTo>
                  <a:cubicBezTo>
                    <a:pt x="102" y="102"/>
                    <a:pt x="117" y="156"/>
                    <a:pt x="176" y="156"/>
                  </a:cubicBezTo>
                  <a:cubicBezTo>
                    <a:pt x="212" y="156"/>
                    <a:pt x="241" y="131"/>
                    <a:pt x="251" y="1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151A203-6E28-4BF6-B971-6EEF039A8D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86763" y="4799013"/>
              <a:ext cx="144463" cy="152400"/>
            </a:xfrm>
            <a:custGeom>
              <a:avLst/>
              <a:gdLst>
                <a:gd name="T0" fmla="*/ 74 w 127"/>
                <a:gd name="T1" fmla="*/ 0 h 134"/>
                <a:gd name="T2" fmla="*/ 0 w 127"/>
                <a:gd name="T3" fmla="*/ 81 h 134"/>
                <a:gd name="T4" fmla="*/ 52 w 127"/>
                <a:gd name="T5" fmla="*/ 134 h 134"/>
                <a:gd name="T6" fmla="*/ 127 w 127"/>
                <a:gd name="T7" fmla="*/ 53 h 134"/>
                <a:gd name="T8" fmla="*/ 74 w 127"/>
                <a:gd name="T9" fmla="*/ 0 h 134"/>
                <a:gd name="T10" fmla="*/ 56 w 127"/>
                <a:gd name="T11" fmla="*/ 110 h 134"/>
                <a:gd name="T12" fmla="*/ 31 w 127"/>
                <a:gd name="T13" fmla="*/ 80 h 134"/>
                <a:gd name="T14" fmla="*/ 70 w 127"/>
                <a:gd name="T15" fmla="*/ 24 h 134"/>
                <a:gd name="T16" fmla="*/ 95 w 127"/>
                <a:gd name="T17" fmla="*/ 53 h 134"/>
                <a:gd name="T18" fmla="*/ 56 w 127"/>
                <a:gd name="T19" fmla="*/ 11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7" h="134">
                  <a:moveTo>
                    <a:pt x="74" y="0"/>
                  </a:moveTo>
                  <a:cubicBezTo>
                    <a:pt x="30" y="0"/>
                    <a:pt x="0" y="38"/>
                    <a:pt x="0" y="81"/>
                  </a:cubicBezTo>
                  <a:cubicBezTo>
                    <a:pt x="0" y="112"/>
                    <a:pt x="20" y="134"/>
                    <a:pt x="52" y="134"/>
                  </a:cubicBezTo>
                  <a:cubicBezTo>
                    <a:pt x="96" y="134"/>
                    <a:pt x="127" y="97"/>
                    <a:pt x="127" y="53"/>
                  </a:cubicBezTo>
                  <a:cubicBezTo>
                    <a:pt x="127" y="25"/>
                    <a:pt x="108" y="0"/>
                    <a:pt x="74" y="0"/>
                  </a:cubicBezTo>
                  <a:close/>
                  <a:moveTo>
                    <a:pt x="56" y="110"/>
                  </a:moveTo>
                  <a:cubicBezTo>
                    <a:pt x="41" y="110"/>
                    <a:pt x="31" y="98"/>
                    <a:pt x="31" y="80"/>
                  </a:cubicBezTo>
                  <a:cubicBezTo>
                    <a:pt x="31" y="56"/>
                    <a:pt x="46" y="24"/>
                    <a:pt x="70" y="24"/>
                  </a:cubicBezTo>
                  <a:cubicBezTo>
                    <a:pt x="89" y="24"/>
                    <a:pt x="95" y="40"/>
                    <a:pt x="95" y="53"/>
                  </a:cubicBezTo>
                  <a:cubicBezTo>
                    <a:pt x="95" y="79"/>
                    <a:pt x="79" y="110"/>
                    <a:pt x="56" y="1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060F23A6-3E22-40AC-BA59-3E87B9894C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48688" y="4799013"/>
              <a:ext cx="130175" cy="152400"/>
            </a:xfrm>
            <a:custGeom>
              <a:avLst/>
              <a:gdLst>
                <a:gd name="T0" fmla="*/ 114 w 114"/>
                <a:gd name="T1" fmla="*/ 36 h 134"/>
                <a:gd name="T2" fmla="*/ 73 w 114"/>
                <a:gd name="T3" fmla="*/ 0 h 134"/>
                <a:gd name="T4" fmla="*/ 0 w 114"/>
                <a:gd name="T5" fmla="*/ 81 h 134"/>
                <a:gd name="T6" fmla="*/ 53 w 114"/>
                <a:gd name="T7" fmla="*/ 134 h 134"/>
                <a:gd name="T8" fmla="*/ 98 w 114"/>
                <a:gd name="T9" fmla="*/ 124 h 134"/>
                <a:gd name="T10" fmla="*/ 95 w 114"/>
                <a:gd name="T11" fmla="*/ 101 h 134"/>
                <a:gd name="T12" fmla="*/ 60 w 114"/>
                <a:gd name="T13" fmla="*/ 110 h 134"/>
                <a:gd name="T14" fmla="*/ 33 w 114"/>
                <a:gd name="T15" fmla="*/ 97 h 134"/>
                <a:gd name="T16" fmla="*/ 30 w 114"/>
                <a:gd name="T17" fmla="*/ 78 h 134"/>
                <a:gd name="T18" fmla="*/ 114 w 114"/>
                <a:gd name="T19" fmla="*/ 36 h 134"/>
                <a:gd name="T20" fmla="*/ 69 w 114"/>
                <a:gd name="T21" fmla="*/ 23 h 134"/>
                <a:gd name="T22" fmla="*/ 85 w 114"/>
                <a:gd name="T23" fmla="*/ 36 h 134"/>
                <a:gd name="T24" fmla="*/ 85 w 114"/>
                <a:gd name="T25" fmla="*/ 36 h 134"/>
                <a:gd name="T26" fmla="*/ 33 w 114"/>
                <a:gd name="T27" fmla="*/ 56 h 134"/>
                <a:gd name="T28" fmla="*/ 69 w 114"/>
                <a:gd name="T29" fmla="*/ 23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4" h="134">
                  <a:moveTo>
                    <a:pt x="114" y="36"/>
                  </a:moveTo>
                  <a:cubicBezTo>
                    <a:pt x="114" y="15"/>
                    <a:pt x="98" y="0"/>
                    <a:pt x="73" y="0"/>
                  </a:cubicBezTo>
                  <a:cubicBezTo>
                    <a:pt x="28" y="0"/>
                    <a:pt x="0" y="42"/>
                    <a:pt x="0" y="81"/>
                  </a:cubicBezTo>
                  <a:cubicBezTo>
                    <a:pt x="0" y="112"/>
                    <a:pt x="17" y="134"/>
                    <a:pt x="53" y="134"/>
                  </a:cubicBezTo>
                  <a:cubicBezTo>
                    <a:pt x="68" y="134"/>
                    <a:pt x="85" y="130"/>
                    <a:pt x="98" y="124"/>
                  </a:cubicBezTo>
                  <a:cubicBezTo>
                    <a:pt x="95" y="101"/>
                    <a:pt x="95" y="101"/>
                    <a:pt x="95" y="101"/>
                  </a:cubicBezTo>
                  <a:cubicBezTo>
                    <a:pt x="84" y="107"/>
                    <a:pt x="72" y="110"/>
                    <a:pt x="60" y="110"/>
                  </a:cubicBezTo>
                  <a:cubicBezTo>
                    <a:pt x="47" y="110"/>
                    <a:pt x="38" y="105"/>
                    <a:pt x="33" y="97"/>
                  </a:cubicBezTo>
                  <a:cubicBezTo>
                    <a:pt x="30" y="92"/>
                    <a:pt x="29" y="83"/>
                    <a:pt x="30" y="78"/>
                  </a:cubicBezTo>
                  <a:cubicBezTo>
                    <a:pt x="79" y="80"/>
                    <a:pt x="114" y="69"/>
                    <a:pt x="114" y="36"/>
                  </a:cubicBezTo>
                  <a:close/>
                  <a:moveTo>
                    <a:pt x="69" y="23"/>
                  </a:moveTo>
                  <a:cubicBezTo>
                    <a:pt x="78" y="23"/>
                    <a:pt x="85" y="28"/>
                    <a:pt x="85" y="36"/>
                  </a:cubicBezTo>
                  <a:cubicBezTo>
                    <a:pt x="85" y="36"/>
                    <a:pt x="85" y="36"/>
                    <a:pt x="85" y="36"/>
                  </a:cubicBezTo>
                  <a:cubicBezTo>
                    <a:pt x="85" y="52"/>
                    <a:pt x="65" y="56"/>
                    <a:pt x="33" y="56"/>
                  </a:cubicBezTo>
                  <a:cubicBezTo>
                    <a:pt x="37" y="40"/>
                    <a:pt x="49" y="23"/>
                    <a:pt x="69" y="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671B7BBF-A23F-469D-9AC4-3730643718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43963" y="4799013"/>
              <a:ext cx="112713" cy="152400"/>
            </a:xfrm>
            <a:custGeom>
              <a:avLst/>
              <a:gdLst>
                <a:gd name="T0" fmla="*/ 67 w 99"/>
                <a:gd name="T1" fmla="*/ 23 h 134"/>
                <a:gd name="T2" fmla="*/ 91 w 99"/>
                <a:gd name="T3" fmla="*/ 29 h 134"/>
                <a:gd name="T4" fmla="*/ 99 w 99"/>
                <a:gd name="T5" fmla="*/ 6 h 134"/>
                <a:gd name="T6" fmla="*/ 69 w 99"/>
                <a:gd name="T7" fmla="*/ 0 h 134"/>
                <a:gd name="T8" fmla="*/ 17 w 99"/>
                <a:gd name="T9" fmla="*/ 42 h 134"/>
                <a:gd name="T10" fmla="*/ 42 w 99"/>
                <a:gd name="T11" fmla="*/ 76 h 134"/>
                <a:gd name="T12" fmla="*/ 59 w 99"/>
                <a:gd name="T13" fmla="*/ 95 h 134"/>
                <a:gd name="T14" fmla="*/ 39 w 99"/>
                <a:gd name="T15" fmla="*/ 111 h 134"/>
                <a:gd name="T16" fmla="*/ 8 w 99"/>
                <a:gd name="T17" fmla="*/ 102 h 134"/>
                <a:gd name="T18" fmla="*/ 0 w 99"/>
                <a:gd name="T19" fmla="*/ 125 h 134"/>
                <a:gd name="T20" fmla="*/ 36 w 99"/>
                <a:gd name="T21" fmla="*/ 134 h 134"/>
                <a:gd name="T22" fmla="*/ 91 w 99"/>
                <a:gd name="T23" fmla="*/ 90 h 134"/>
                <a:gd name="T24" fmla="*/ 64 w 99"/>
                <a:gd name="T25" fmla="*/ 56 h 134"/>
                <a:gd name="T26" fmla="*/ 48 w 99"/>
                <a:gd name="T27" fmla="*/ 38 h 134"/>
                <a:gd name="T28" fmla="*/ 67 w 99"/>
                <a:gd name="T29" fmla="*/ 23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9" h="134">
                  <a:moveTo>
                    <a:pt x="67" y="23"/>
                  </a:moveTo>
                  <a:cubicBezTo>
                    <a:pt x="75" y="23"/>
                    <a:pt x="84" y="25"/>
                    <a:pt x="91" y="29"/>
                  </a:cubicBezTo>
                  <a:cubicBezTo>
                    <a:pt x="99" y="6"/>
                    <a:pt x="99" y="6"/>
                    <a:pt x="99" y="6"/>
                  </a:cubicBezTo>
                  <a:cubicBezTo>
                    <a:pt x="93" y="3"/>
                    <a:pt x="82" y="0"/>
                    <a:pt x="69" y="0"/>
                  </a:cubicBezTo>
                  <a:cubicBezTo>
                    <a:pt x="38" y="0"/>
                    <a:pt x="17" y="17"/>
                    <a:pt x="17" y="42"/>
                  </a:cubicBezTo>
                  <a:cubicBezTo>
                    <a:pt x="17" y="57"/>
                    <a:pt x="27" y="68"/>
                    <a:pt x="42" y="76"/>
                  </a:cubicBezTo>
                  <a:cubicBezTo>
                    <a:pt x="55" y="82"/>
                    <a:pt x="59" y="87"/>
                    <a:pt x="59" y="95"/>
                  </a:cubicBezTo>
                  <a:cubicBezTo>
                    <a:pt x="59" y="104"/>
                    <a:pt x="51" y="111"/>
                    <a:pt x="39" y="111"/>
                  </a:cubicBezTo>
                  <a:cubicBezTo>
                    <a:pt x="27" y="111"/>
                    <a:pt x="15" y="106"/>
                    <a:pt x="8" y="102"/>
                  </a:cubicBezTo>
                  <a:cubicBezTo>
                    <a:pt x="0" y="125"/>
                    <a:pt x="0" y="125"/>
                    <a:pt x="0" y="125"/>
                  </a:cubicBezTo>
                  <a:cubicBezTo>
                    <a:pt x="7" y="130"/>
                    <a:pt x="21" y="134"/>
                    <a:pt x="36" y="134"/>
                  </a:cubicBezTo>
                  <a:cubicBezTo>
                    <a:pt x="67" y="134"/>
                    <a:pt x="91" y="118"/>
                    <a:pt x="91" y="90"/>
                  </a:cubicBezTo>
                  <a:cubicBezTo>
                    <a:pt x="91" y="74"/>
                    <a:pt x="78" y="63"/>
                    <a:pt x="64" y="56"/>
                  </a:cubicBezTo>
                  <a:cubicBezTo>
                    <a:pt x="53" y="50"/>
                    <a:pt x="48" y="45"/>
                    <a:pt x="48" y="38"/>
                  </a:cubicBezTo>
                  <a:cubicBezTo>
                    <a:pt x="48" y="29"/>
                    <a:pt x="55" y="23"/>
                    <a:pt x="67" y="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AB9414E7-5DBF-4B0E-9A71-9DF4D8580B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16975" y="4740275"/>
              <a:ext cx="41275" cy="39688"/>
            </a:xfrm>
            <a:custGeom>
              <a:avLst/>
              <a:gdLst>
                <a:gd name="T0" fmla="*/ 0 w 35"/>
                <a:gd name="T1" fmla="*/ 19 h 35"/>
                <a:gd name="T2" fmla="*/ 18 w 35"/>
                <a:gd name="T3" fmla="*/ 0 h 35"/>
                <a:gd name="T4" fmla="*/ 18 w 35"/>
                <a:gd name="T5" fmla="*/ 0 h 35"/>
                <a:gd name="T6" fmla="*/ 35 w 35"/>
                <a:gd name="T7" fmla="*/ 17 h 35"/>
                <a:gd name="T8" fmla="*/ 16 w 35"/>
                <a:gd name="T9" fmla="*/ 35 h 35"/>
                <a:gd name="T10" fmla="*/ 15 w 35"/>
                <a:gd name="T11" fmla="*/ 35 h 35"/>
                <a:gd name="T12" fmla="*/ 0 w 35"/>
                <a:gd name="T13" fmla="*/ 19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5">
                  <a:moveTo>
                    <a:pt x="0" y="19"/>
                  </a:moveTo>
                  <a:cubicBezTo>
                    <a:pt x="0" y="9"/>
                    <a:pt x="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8" y="0"/>
                    <a:pt x="35" y="7"/>
                    <a:pt x="35" y="17"/>
                  </a:cubicBezTo>
                  <a:cubicBezTo>
                    <a:pt x="34" y="28"/>
                    <a:pt x="26" y="35"/>
                    <a:pt x="16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6" y="35"/>
                    <a:pt x="0" y="28"/>
                    <a:pt x="0" y="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BB3FE8F7-617D-407D-ADB6-83F179C3BC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785225" y="4802188"/>
              <a:ext cx="61913" cy="146050"/>
            </a:xfrm>
            <a:custGeom>
              <a:avLst/>
              <a:gdLst>
                <a:gd name="T0" fmla="*/ 0 w 39"/>
                <a:gd name="T1" fmla="*/ 92 h 92"/>
                <a:gd name="T2" fmla="*/ 22 w 39"/>
                <a:gd name="T3" fmla="*/ 92 h 92"/>
                <a:gd name="T4" fmla="*/ 39 w 39"/>
                <a:gd name="T5" fmla="*/ 0 h 92"/>
                <a:gd name="T6" fmla="*/ 18 w 39"/>
                <a:gd name="T7" fmla="*/ 0 h 92"/>
                <a:gd name="T8" fmla="*/ 0 w 39"/>
                <a:gd name="T9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92">
                  <a:moveTo>
                    <a:pt x="0" y="92"/>
                  </a:moveTo>
                  <a:lnTo>
                    <a:pt x="22" y="92"/>
                  </a:lnTo>
                  <a:lnTo>
                    <a:pt x="39" y="0"/>
                  </a:lnTo>
                  <a:lnTo>
                    <a:pt x="18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6D59333E-E3AF-404A-BDCA-B4929F4331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4738" y="4764088"/>
              <a:ext cx="92075" cy="187325"/>
            </a:xfrm>
            <a:custGeom>
              <a:avLst/>
              <a:gdLst>
                <a:gd name="T0" fmla="*/ 46 w 81"/>
                <a:gd name="T1" fmla="*/ 140 h 164"/>
                <a:gd name="T2" fmla="*/ 35 w 81"/>
                <a:gd name="T3" fmla="*/ 122 h 164"/>
                <a:gd name="T4" fmla="*/ 48 w 81"/>
                <a:gd name="T5" fmla="*/ 56 h 164"/>
                <a:gd name="T6" fmla="*/ 77 w 81"/>
                <a:gd name="T7" fmla="*/ 56 h 164"/>
                <a:gd name="T8" fmla="*/ 81 w 81"/>
                <a:gd name="T9" fmla="*/ 33 h 164"/>
                <a:gd name="T10" fmla="*/ 52 w 81"/>
                <a:gd name="T11" fmla="*/ 33 h 164"/>
                <a:gd name="T12" fmla="*/ 59 w 81"/>
                <a:gd name="T13" fmla="*/ 0 h 164"/>
                <a:gd name="T14" fmla="*/ 27 w 81"/>
                <a:gd name="T15" fmla="*/ 9 h 164"/>
                <a:gd name="T16" fmla="*/ 22 w 81"/>
                <a:gd name="T17" fmla="*/ 33 h 164"/>
                <a:gd name="T18" fmla="*/ 4 w 81"/>
                <a:gd name="T19" fmla="*/ 33 h 164"/>
                <a:gd name="T20" fmla="*/ 0 w 81"/>
                <a:gd name="T21" fmla="*/ 56 h 164"/>
                <a:gd name="T22" fmla="*/ 18 w 81"/>
                <a:gd name="T23" fmla="*/ 56 h 164"/>
                <a:gd name="T24" fmla="*/ 4 w 81"/>
                <a:gd name="T25" fmla="*/ 124 h 164"/>
                <a:gd name="T26" fmla="*/ 40 w 81"/>
                <a:gd name="T27" fmla="*/ 164 h 164"/>
                <a:gd name="T28" fmla="*/ 60 w 81"/>
                <a:gd name="T29" fmla="*/ 161 h 164"/>
                <a:gd name="T30" fmla="*/ 61 w 81"/>
                <a:gd name="T31" fmla="*/ 137 h 164"/>
                <a:gd name="T32" fmla="*/ 46 w 81"/>
                <a:gd name="T33" fmla="*/ 14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1" h="164">
                  <a:moveTo>
                    <a:pt x="46" y="140"/>
                  </a:moveTo>
                  <a:cubicBezTo>
                    <a:pt x="37" y="140"/>
                    <a:pt x="32" y="134"/>
                    <a:pt x="35" y="122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81" y="33"/>
                    <a:pt x="81" y="33"/>
                    <a:pt x="81" y="33"/>
                  </a:cubicBezTo>
                  <a:cubicBezTo>
                    <a:pt x="52" y="33"/>
                    <a:pt x="52" y="33"/>
                    <a:pt x="52" y="33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18" y="56"/>
                    <a:pt x="18" y="56"/>
                    <a:pt x="18" y="56"/>
                  </a:cubicBezTo>
                  <a:cubicBezTo>
                    <a:pt x="4" y="124"/>
                    <a:pt x="4" y="124"/>
                    <a:pt x="4" y="124"/>
                  </a:cubicBezTo>
                  <a:cubicBezTo>
                    <a:pt x="0" y="149"/>
                    <a:pt x="12" y="164"/>
                    <a:pt x="40" y="164"/>
                  </a:cubicBezTo>
                  <a:cubicBezTo>
                    <a:pt x="47" y="164"/>
                    <a:pt x="54" y="163"/>
                    <a:pt x="60" y="161"/>
                  </a:cubicBezTo>
                  <a:cubicBezTo>
                    <a:pt x="61" y="137"/>
                    <a:pt x="61" y="137"/>
                    <a:pt x="61" y="137"/>
                  </a:cubicBezTo>
                  <a:cubicBezTo>
                    <a:pt x="56" y="139"/>
                    <a:pt x="51" y="139"/>
                    <a:pt x="46" y="1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9D7EBDE-C836-F8D2-EEE2-2DBDEDE54D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346CF9-4079-FBCA-021D-395A7911FB62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1492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rge Stats Light Gray Illustrati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DE9D7E4C-C2F0-DECA-A43B-7F47395536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486264">
            <a:off x="92930" y="745804"/>
            <a:ext cx="8923146" cy="36273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733D5B-F89B-E945-B8D8-2E3894FB1D6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47" name="Text Placeholder 18">
            <a:extLst>
              <a:ext uri="{FF2B5EF4-FFF2-40B4-BE49-F238E27FC236}">
                <a16:creationId xmlns:a16="http://schemas.microsoft.com/office/drawing/2014/main" id="{9667E96B-C97D-48A4-A51C-5FA300E8DE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9250" y="403861"/>
            <a:ext cx="8482013" cy="876299"/>
          </a:xfrm>
        </p:spPr>
        <p:txBody>
          <a:bodyPr lIns="0" tIns="0" anchor="t"/>
          <a:lstStyle>
            <a:lvl1pPr marL="0" indent="0" algn="ctr">
              <a:buNone/>
              <a:defRPr sz="6000" b="1" spc="-100" baseline="0">
                <a:solidFill>
                  <a:schemeClr val="tx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40080" indent="0" algn="ctr">
              <a:buNone/>
              <a:defRPr/>
            </a:lvl4pPr>
            <a:lvl5pPr marL="777240" indent="0" algn="ctr">
              <a:buNone/>
              <a:defRPr/>
            </a:lvl5pPr>
          </a:lstStyle>
          <a:p>
            <a:pPr lvl="0"/>
            <a:r>
              <a:rPr lang="en-US"/>
              <a:t>123,456,789</a:t>
            </a:r>
          </a:p>
        </p:txBody>
      </p:sp>
      <p:sp>
        <p:nvSpPr>
          <p:cNvPr id="48" name="Text Placeholder 18">
            <a:extLst>
              <a:ext uri="{FF2B5EF4-FFF2-40B4-BE49-F238E27FC236}">
                <a16:creationId xmlns:a16="http://schemas.microsoft.com/office/drawing/2014/main" id="{C708A2B0-7F3E-4EDD-9E9B-2D6476641B4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9250" y="1280160"/>
            <a:ext cx="8482013" cy="370439"/>
          </a:xfrm>
        </p:spPr>
        <p:txBody>
          <a:bodyPr lIns="0" tIns="0" anchor="ctr"/>
          <a:lstStyle>
            <a:lvl1pPr marL="0" indent="0" algn="ctr">
              <a:buNone/>
              <a:defRPr sz="1200" b="0">
                <a:solidFill>
                  <a:schemeClr val="bg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40080" indent="0" algn="ctr">
              <a:buNone/>
              <a:defRPr/>
            </a:lvl4pPr>
            <a:lvl5pPr marL="777240" indent="0" algn="ctr">
              <a:buNone/>
              <a:defRPr/>
            </a:lvl5pPr>
          </a:lstStyle>
          <a:p>
            <a:pPr lvl="0"/>
            <a:r>
              <a:rPr lang="en-US"/>
              <a:t>Data point summary here.</a:t>
            </a:r>
          </a:p>
        </p:txBody>
      </p:sp>
      <p:sp>
        <p:nvSpPr>
          <p:cNvPr id="49" name="Text Placeholder 18">
            <a:extLst>
              <a:ext uri="{FF2B5EF4-FFF2-40B4-BE49-F238E27FC236}">
                <a16:creationId xmlns:a16="http://schemas.microsoft.com/office/drawing/2014/main" id="{99EA47BD-DC8C-465E-9EA3-0CB50DCBBE1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9250" y="1653541"/>
            <a:ext cx="8482013" cy="876299"/>
          </a:xfrm>
        </p:spPr>
        <p:txBody>
          <a:bodyPr lIns="0" tIns="0" anchor="t"/>
          <a:lstStyle>
            <a:lvl1pPr marL="0" indent="0" algn="ctr">
              <a:buNone/>
              <a:defRPr sz="6000" b="1" spc="-100" baseline="0">
                <a:solidFill>
                  <a:schemeClr val="tx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40080" indent="0" algn="ctr">
              <a:buNone/>
              <a:defRPr/>
            </a:lvl4pPr>
            <a:lvl5pPr marL="777240" indent="0" algn="ctr">
              <a:buNone/>
              <a:defRPr/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50" name="Text Placeholder 18">
            <a:extLst>
              <a:ext uri="{FF2B5EF4-FFF2-40B4-BE49-F238E27FC236}">
                <a16:creationId xmlns:a16="http://schemas.microsoft.com/office/drawing/2014/main" id="{8C7E7D6F-A800-442F-8146-39FC8295BB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9250" y="2529840"/>
            <a:ext cx="8482013" cy="370439"/>
          </a:xfrm>
        </p:spPr>
        <p:txBody>
          <a:bodyPr lIns="0" tIns="0" anchor="ctr"/>
          <a:lstStyle>
            <a:lvl1pPr marL="0" indent="0" algn="ctr">
              <a:buNone/>
              <a:defRPr sz="1200" b="0">
                <a:solidFill>
                  <a:schemeClr val="bg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40080" indent="0" algn="ctr">
              <a:buNone/>
              <a:defRPr/>
            </a:lvl4pPr>
            <a:lvl5pPr marL="777240" indent="0" algn="ctr">
              <a:buNone/>
              <a:defRPr/>
            </a:lvl5pPr>
          </a:lstStyle>
          <a:p>
            <a:pPr lvl="0"/>
            <a:r>
              <a:rPr lang="en-US"/>
              <a:t>Data point summary here.</a:t>
            </a:r>
          </a:p>
        </p:txBody>
      </p:sp>
      <p:sp>
        <p:nvSpPr>
          <p:cNvPr id="51" name="Text Placeholder 18">
            <a:extLst>
              <a:ext uri="{FF2B5EF4-FFF2-40B4-BE49-F238E27FC236}">
                <a16:creationId xmlns:a16="http://schemas.microsoft.com/office/drawing/2014/main" id="{195DB897-499C-4CE9-90C1-4BBA10E467B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9250" y="2918462"/>
            <a:ext cx="8482013" cy="876299"/>
          </a:xfrm>
        </p:spPr>
        <p:txBody>
          <a:bodyPr lIns="0" tIns="0" anchor="t"/>
          <a:lstStyle>
            <a:lvl1pPr marL="0" indent="0" algn="ctr">
              <a:buNone/>
              <a:defRPr sz="6000" b="1" spc="-100" baseline="0">
                <a:solidFill>
                  <a:schemeClr val="tx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40080" indent="0" algn="ctr">
              <a:buNone/>
              <a:defRPr/>
            </a:lvl4pPr>
            <a:lvl5pPr marL="777240" indent="0" algn="ctr">
              <a:buNone/>
              <a:defRPr/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52" name="Text Placeholder 18">
            <a:extLst>
              <a:ext uri="{FF2B5EF4-FFF2-40B4-BE49-F238E27FC236}">
                <a16:creationId xmlns:a16="http://schemas.microsoft.com/office/drawing/2014/main" id="{691817B2-D48E-46E8-B9DD-259F8EA769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9250" y="3794761"/>
            <a:ext cx="8482013" cy="370439"/>
          </a:xfrm>
        </p:spPr>
        <p:txBody>
          <a:bodyPr lIns="0" tIns="0" anchor="ctr"/>
          <a:lstStyle>
            <a:lvl1pPr marL="0" indent="0" algn="ctr">
              <a:buNone/>
              <a:defRPr sz="1200" b="0">
                <a:solidFill>
                  <a:schemeClr val="bg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40080" indent="0" algn="ctr">
              <a:buNone/>
              <a:defRPr/>
            </a:lvl4pPr>
            <a:lvl5pPr marL="777240" indent="0" algn="ctr">
              <a:buNone/>
              <a:defRPr/>
            </a:lvl5pPr>
          </a:lstStyle>
          <a:p>
            <a:pPr lvl="0"/>
            <a:r>
              <a:rPr lang="en-US"/>
              <a:t>Data point summary here.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D532A41-6A95-A365-4CEC-C000A5AFC2B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223521-C8ED-A5B6-1BB1-07562B000A20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01DBBC-AB08-4040-AAEC-B29500B97A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278605" y="3429000"/>
            <a:ext cx="276225" cy="5334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F029BF-8B2C-947A-1673-AA664B39D6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151072" y="1117199"/>
            <a:ext cx="276225" cy="5334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6262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s Light Gray Swooping Z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BEF489E-3866-C5EC-3E07-B55A8BDBBB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1" y="0"/>
            <a:ext cx="9143998" cy="5143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733D5B-F89B-E945-B8D8-2E3894FB1D6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47" name="Text Placeholder 18">
            <a:extLst>
              <a:ext uri="{FF2B5EF4-FFF2-40B4-BE49-F238E27FC236}">
                <a16:creationId xmlns:a16="http://schemas.microsoft.com/office/drawing/2014/main" id="{9667E96B-C97D-48A4-A51C-5FA300E8DE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9250" y="403861"/>
            <a:ext cx="8482013" cy="876299"/>
          </a:xfrm>
        </p:spPr>
        <p:txBody>
          <a:bodyPr lIns="0" tIns="0" anchor="t"/>
          <a:lstStyle>
            <a:lvl1pPr marL="0" indent="0" algn="ctr">
              <a:buNone/>
              <a:defRPr sz="6000" b="1" spc="-100" baseline="0">
                <a:solidFill>
                  <a:schemeClr val="tx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40080" indent="0" algn="ctr">
              <a:buNone/>
              <a:defRPr/>
            </a:lvl4pPr>
            <a:lvl5pPr marL="777240" indent="0" algn="ctr">
              <a:buNone/>
              <a:defRPr/>
            </a:lvl5pPr>
          </a:lstStyle>
          <a:p>
            <a:pPr lvl="0"/>
            <a:r>
              <a:rPr lang="en-US"/>
              <a:t>123,456,789</a:t>
            </a:r>
          </a:p>
        </p:txBody>
      </p:sp>
      <p:sp>
        <p:nvSpPr>
          <p:cNvPr id="48" name="Text Placeholder 18">
            <a:extLst>
              <a:ext uri="{FF2B5EF4-FFF2-40B4-BE49-F238E27FC236}">
                <a16:creationId xmlns:a16="http://schemas.microsoft.com/office/drawing/2014/main" id="{C708A2B0-7F3E-4EDD-9E9B-2D6476641B4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9250" y="1280160"/>
            <a:ext cx="8482013" cy="370439"/>
          </a:xfrm>
        </p:spPr>
        <p:txBody>
          <a:bodyPr lIns="0" tIns="0" anchor="ctr"/>
          <a:lstStyle>
            <a:lvl1pPr marL="0" indent="0" algn="ctr">
              <a:buNone/>
              <a:defRPr sz="1200" b="0">
                <a:solidFill>
                  <a:schemeClr val="bg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40080" indent="0" algn="ctr">
              <a:buNone/>
              <a:defRPr/>
            </a:lvl4pPr>
            <a:lvl5pPr marL="777240" indent="0" algn="ctr">
              <a:buNone/>
              <a:defRPr/>
            </a:lvl5pPr>
          </a:lstStyle>
          <a:p>
            <a:pPr lvl="0"/>
            <a:r>
              <a:rPr lang="en-US"/>
              <a:t>Data point summary here.</a:t>
            </a:r>
          </a:p>
        </p:txBody>
      </p:sp>
      <p:sp>
        <p:nvSpPr>
          <p:cNvPr id="49" name="Text Placeholder 18">
            <a:extLst>
              <a:ext uri="{FF2B5EF4-FFF2-40B4-BE49-F238E27FC236}">
                <a16:creationId xmlns:a16="http://schemas.microsoft.com/office/drawing/2014/main" id="{99EA47BD-DC8C-465E-9EA3-0CB50DCBBE1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9250" y="1653541"/>
            <a:ext cx="8482013" cy="876299"/>
          </a:xfrm>
        </p:spPr>
        <p:txBody>
          <a:bodyPr lIns="0" tIns="0" anchor="t"/>
          <a:lstStyle>
            <a:lvl1pPr marL="0" indent="0" algn="ctr">
              <a:buNone/>
              <a:defRPr sz="6000" b="1" spc="-100" baseline="0">
                <a:solidFill>
                  <a:schemeClr val="tx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40080" indent="0" algn="ctr">
              <a:buNone/>
              <a:defRPr/>
            </a:lvl4pPr>
            <a:lvl5pPr marL="777240" indent="0" algn="ctr">
              <a:buNone/>
              <a:defRPr/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50" name="Text Placeholder 18">
            <a:extLst>
              <a:ext uri="{FF2B5EF4-FFF2-40B4-BE49-F238E27FC236}">
                <a16:creationId xmlns:a16="http://schemas.microsoft.com/office/drawing/2014/main" id="{8C7E7D6F-A800-442F-8146-39FC8295BB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9250" y="2529840"/>
            <a:ext cx="8482013" cy="370439"/>
          </a:xfrm>
        </p:spPr>
        <p:txBody>
          <a:bodyPr lIns="0" tIns="0" anchor="ctr"/>
          <a:lstStyle>
            <a:lvl1pPr marL="0" indent="0" algn="ctr">
              <a:buNone/>
              <a:defRPr sz="1200" b="0">
                <a:solidFill>
                  <a:schemeClr val="bg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40080" indent="0" algn="ctr">
              <a:buNone/>
              <a:defRPr/>
            </a:lvl4pPr>
            <a:lvl5pPr marL="777240" indent="0" algn="ctr">
              <a:buNone/>
              <a:defRPr/>
            </a:lvl5pPr>
          </a:lstStyle>
          <a:p>
            <a:pPr lvl="0"/>
            <a:r>
              <a:rPr lang="en-US"/>
              <a:t>Data point summary here.</a:t>
            </a:r>
          </a:p>
        </p:txBody>
      </p:sp>
      <p:sp>
        <p:nvSpPr>
          <p:cNvPr id="51" name="Text Placeholder 18">
            <a:extLst>
              <a:ext uri="{FF2B5EF4-FFF2-40B4-BE49-F238E27FC236}">
                <a16:creationId xmlns:a16="http://schemas.microsoft.com/office/drawing/2014/main" id="{195DB897-499C-4CE9-90C1-4BBA10E467B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9250" y="2918462"/>
            <a:ext cx="8482013" cy="876299"/>
          </a:xfrm>
        </p:spPr>
        <p:txBody>
          <a:bodyPr lIns="0" tIns="0" anchor="t"/>
          <a:lstStyle>
            <a:lvl1pPr marL="0" indent="0" algn="ctr">
              <a:buNone/>
              <a:defRPr sz="6000" b="1" spc="-100" baseline="0">
                <a:solidFill>
                  <a:schemeClr val="tx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40080" indent="0" algn="ctr">
              <a:buNone/>
              <a:defRPr/>
            </a:lvl4pPr>
            <a:lvl5pPr marL="777240" indent="0" algn="ctr">
              <a:buNone/>
              <a:defRPr/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52" name="Text Placeholder 18">
            <a:extLst>
              <a:ext uri="{FF2B5EF4-FFF2-40B4-BE49-F238E27FC236}">
                <a16:creationId xmlns:a16="http://schemas.microsoft.com/office/drawing/2014/main" id="{691817B2-D48E-46E8-B9DD-259F8EA769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9250" y="3794761"/>
            <a:ext cx="8482013" cy="370439"/>
          </a:xfrm>
        </p:spPr>
        <p:txBody>
          <a:bodyPr lIns="0" tIns="0" anchor="ctr"/>
          <a:lstStyle>
            <a:lvl1pPr marL="0" indent="0" algn="ctr">
              <a:buNone/>
              <a:defRPr sz="1200" b="0">
                <a:solidFill>
                  <a:schemeClr val="bg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40080" indent="0" algn="ctr">
              <a:buNone/>
              <a:defRPr/>
            </a:lvl4pPr>
            <a:lvl5pPr marL="777240" indent="0" algn="ctr">
              <a:buNone/>
              <a:defRPr/>
            </a:lvl5pPr>
          </a:lstStyle>
          <a:p>
            <a:pPr lvl="0"/>
            <a:r>
              <a:rPr lang="en-US"/>
              <a:t>Data point summary here.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9E80904E-EE17-974B-1571-9024014E8B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458DFE-164B-5140-88CA-47D40A8974F3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77356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spir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1E7299D8-B722-C64B-A7C0-31030CFDE4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6" y="4739836"/>
            <a:ext cx="711200" cy="268305"/>
          </a:xfrm>
          <a:prstGeom prst="rect">
            <a:avLst/>
          </a:prstGeom>
          <a:noFill/>
        </p:spPr>
      </p:pic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543B8BDA-53F0-1E43-A586-89E39F4B81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855" y="250373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27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892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55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783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sp>
        <p:nvSpPr>
          <p:cNvPr id="23" name="Title 7">
            <a:extLst>
              <a:ext uri="{FF2B5EF4-FFF2-40B4-BE49-F238E27FC236}">
                <a16:creationId xmlns:a16="http://schemas.microsoft.com/office/drawing/2014/main" id="{AF63C45D-5D9C-0940-BD6F-ECE8D1D31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445961"/>
            <a:ext cx="8470291" cy="5069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Aspirations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E78148A5-A78C-D240-8617-E30B5202047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6854" y="962228"/>
            <a:ext cx="8470291" cy="432307"/>
          </a:xfr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 (optional) in Arial 20pt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29D04-0F4C-41F2-B530-E70335B725C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40965" y="1536700"/>
            <a:ext cx="2662238" cy="396875"/>
          </a:xfrm>
        </p:spPr>
        <p:txBody>
          <a:bodyPr lIns="0" anchor="ctr"/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tx2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/>
            </a:lvl2pPr>
            <a:lvl3pPr marL="457200" indent="0">
              <a:buFont typeface="Arial" panose="020B0604020202020204" pitchFamily="34" charset="0"/>
              <a:buNone/>
              <a:defRPr/>
            </a:lvl3pPr>
            <a:lvl4pPr marL="640080" indent="0">
              <a:buFont typeface="Arial" panose="020B0604020202020204" pitchFamily="34" charset="0"/>
              <a:buNone/>
              <a:defRPr/>
            </a:lvl4pPr>
            <a:lvl5pPr marL="77724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B12E608A-EF13-4D97-AA8B-C28AA3B9739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345421" y="2095042"/>
            <a:ext cx="978408" cy="978408"/>
          </a:xfrm>
        </p:spPr>
        <p:txBody>
          <a:bodyPr lIns="0" anchor="ctr"/>
          <a:lstStyle>
            <a:lvl1pPr marL="0" indent="0" algn="ctr">
              <a:buFont typeface="Arial" panose="020B0604020202020204" pitchFamily="34" charset="0"/>
              <a:buNone/>
              <a:defRPr sz="2400" b="1">
                <a:solidFill>
                  <a:schemeClr val="bg2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/>
            </a:lvl2pPr>
            <a:lvl3pPr marL="457200" indent="0">
              <a:buFont typeface="Arial" panose="020B0604020202020204" pitchFamily="34" charset="0"/>
              <a:buNone/>
              <a:defRPr/>
            </a:lvl3pPr>
            <a:lvl4pPr marL="640080" indent="0">
              <a:buFont typeface="Arial" panose="020B0604020202020204" pitchFamily="34" charset="0"/>
              <a:buNone/>
              <a:defRPr/>
            </a:lvl4pPr>
            <a:lvl5pPr marL="77724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EB76C2C-1EDA-4EC5-9C64-3F17A969C61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15812" y="2095042"/>
            <a:ext cx="978408" cy="978408"/>
          </a:xfrm>
          <a:prstGeom prst="ellipse">
            <a:avLst/>
          </a:prstGeom>
          <a:solidFill>
            <a:schemeClr val="tx2"/>
          </a:solidFill>
        </p:spPr>
        <p:txBody>
          <a:bodyPr lIns="0" anchor="ctr"/>
          <a:lstStyle>
            <a:lvl1pPr marL="0" indent="0" algn="ctr">
              <a:buFont typeface="Arial" panose="020B0604020202020204" pitchFamily="34" charset="0"/>
              <a:buNone/>
              <a:defRPr sz="2400" b="1">
                <a:solidFill>
                  <a:schemeClr val="bg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/>
            </a:lvl2pPr>
            <a:lvl3pPr marL="457200" indent="0">
              <a:buFont typeface="Arial" panose="020B0604020202020204" pitchFamily="34" charset="0"/>
              <a:buNone/>
              <a:defRPr/>
            </a:lvl3pPr>
            <a:lvl4pPr marL="640080" indent="0">
              <a:buFont typeface="Arial" panose="020B0604020202020204" pitchFamily="34" charset="0"/>
              <a:buNone/>
              <a:defRPr/>
            </a:lvl4pPr>
            <a:lvl5pPr marL="77724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7B0B7F7B-7452-4B4C-AF30-5AA7F310F097}"/>
              </a:ext>
            </a:extLst>
          </p:cNvPr>
          <p:cNvSpPr/>
          <p:nvPr userDrawn="1"/>
        </p:nvSpPr>
        <p:spPr>
          <a:xfrm>
            <a:off x="4330360" y="2451891"/>
            <a:ext cx="373075" cy="264709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8CDAF140-5053-4215-B65D-143BA23ACF4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40662" y="3194892"/>
            <a:ext cx="2662238" cy="344402"/>
          </a:xfrm>
        </p:spPr>
        <p:txBody>
          <a:bodyPr lIns="0" anchor="ctr"/>
          <a:lstStyle>
            <a:lvl1pPr marL="0" indent="0">
              <a:buFont typeface="Arial" panose="020B0604020202020204" pitchFamily="34" charset="0"/>
              <a:buNone/>
              <a:defRPr sz="1400" b="1">
                <a:solidFill>
                  <a:schemeClr val="bg2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/>
            </a:lvl2pPr>
            <a:lvl3pPr marL="457200" indent="0">
              <a:buFont typeface="Arial" panose="020B0604020202020204" pitchFamily="34" charset="0"/>
              <a:buNone/>
              <a:defRPr/>
            </a:lvl3pPr>
            <a:lvl4pPr marL="640080" indent="0">
              <a:buFont typeface="Arial" panose="020B0604020202020204" pitchFamily="34" charset="0"/>
              <a:buNone/>
              <a:defRPr/>
            </a:lvl4pPr>
            <a:lvl5pPr marL="77724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Aspiration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7033271-706C-4976-BF93-B457771412C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240662" y="3545144"/>
            <a:ext cx="2662238" cy="786575"/>
          </a:xfrm>
        </p:spPr>
        <p:txBody>
          <a:bodyPr lIns="0" tIns="0" bIns="0" anchor="t"/>
          <a:lstStyle>
            <a:lvl1pPr marL="0" indent="0">
              <a:buFont typeface="Arial" panose="020B0604020202020204" pitchFamily="34" charset="0"/>
              <a:buNone/>
              <a:defRPr sz="1200" b="0">
                <a:solidFill>
                  <a:schemeClr val="bg2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/>
            </a:lvl2pPr>
            <a:lvl3pPr marL="457200" indent="0">
              <a:buFont typeface="Arial" panose="020B0604020202020204" pitchFamily="34" charset="0"/>
              <a:buNone/>
              <a:defRPr/>
            </a:lvl3pPr>
            <a:lvl4pPr marL="640080" indent="0">
              <a:buFont typeface="Arial" panose="020B0604020202020204" pitchFamily="34" charset="0"/>
              <a:buNone/>
              <a:defRPr/>
            </a:lvl4pPr>
            <a:lvl5pPr marL="77724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Summary text here.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34FD8F4C-988E-4AD0-8AF1-BA58BBDFA80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240662" y="4330804"/>
            <a:ext cx="2662238" cy="344402"/>
          </a:xfrm>
        </p:spPr>
        <p:txBody>
          <a:bodyPr lIns="0" anchor="ctr"/>
          <a:lstStyle>
            <a:lvl1pPr marL="0" indent="0">
              <a:buFont typeface="Arial" panose="020B0604020202020204" pitchFamily="34" charset="0"/>
              <a:buNone/>
              <a:defRPr sz="1200" b="1">
                <a:solidFill>
                  <a:schemeClr val="tx2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/>
            </a:lvl2pPr>
            <a:lvl3pPr marL="457200" indent="0">
              <a:buFont typeface="Arial" panose="020B0604020202020204" pitchFamily="34" charset="0"/>
              <a:buNone/>
              <a:defRPr/>
            </a:lvl3pPr>
            <a:lvl4pPr marL="640080" indent="0">
              <a:buFont typeface="Arial" panose="020B0604020202020204" pitchFamily="34" charset="0"/>
              <a:buNone/>
              <a:defRPr/>
            </a:lvl4pPr>
            <a:lvl5pPr marL="77724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Progress: XX%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ED886D24-5DC5-41E3-872B-54A3D47786D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32056" y="1536700"/>
            <a:ext cx="2662238" cy="396875"/>
          </a:xfrm>
        </p:spPr>
        <p:txBody>
          <a:bodyPr lIns="0" anchor="ctr"/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tx2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/>
            </a:lvl2pPr>
            <a:lvl3pPr marL="457200" indent="0">
              <a:buFont typeface="Arial" panose="020B0604020202020204" pitchFamily="34" charset="0"/>
              <a:buNone/>
              <a:defRPr/>
            </a:lvl3pPr>
            <a:lvl4pPr marL="640080" indent="0">
              <a:buFont typeface="Arial" panose="020B0604020202020204" pitchFamily="34" charset="0"/>
              <a:buNone/>
              <a:defRPr/>
            </a:lvl4pPr>
            <a:lvl5pPr marL="77724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321CF67F-2F62-453F-8136-30B237D95D3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6512" y="2095042"/>
            <a:ext cx="978408" cy="978408"/>
          </a:xfrm>
        </p:spPr>
        <p:txBody>
          <a:bodyPr lIns="0" anchor="ctr"/>
          <a:lstStyle>
            <a:lvl1pPr marL="0" indent="0" algn="ctr">
              <a:buFont typeface="Arial" panose="020B0604020202020204" pitchFamily="34" charset="0"/>
              <a:buNone/>
              <a:defRPr sz="2400" b="1">
                <a:solidFill>
                  <a:schemeClr val="bg2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/>
            </a:lvl2pPr>
            <a:lvl3pPr marL="457200" indent="0">
              <a:buFont typeface="Arial" panose="020B0604020202020204" pitchFamily="34" charset="0"/>
              <a:buNone/>
              <a:defRPr/>
            </a:lvl3pPr>
            <a:lvl4pPr marL="640080" indent="0">
              <a:buFont typeface="Arial" panose="020B0604020202020204" pitchFamily="34" charset="0"/>
              <a:buNone/>
              <a:defRPr/>
            </a:lvl4pPr>
            <a:lvl5pPr marL="77724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EC53C66B-9713-48A4-8A4E-4C0AED037C4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06903" y="2095042"/>
            <a:ext cx="978408" cy="978408"/>
          </a:xfrm>
          <a:prstGeom prst="ellipse">
            <a:avLst/>
          </a:prstGeom>
          <a:solidFill>
            <a:schemeClr val="tx2"/>
          </a:solidFill>
        </p:spPr>
        <p:txBody>
          <a:bodyPr lIns="0" anchor="ctr"/>
          <a:lstStyle>
            <a:lvl1pPr marL="0" indent="0" algn="ctr">
              <a:buFont typeface="Arial" panose="020B0604020202020204" pitchFamily="34" charset="0"/>
              <a:buNone/>
              <a:defRPr sz="2400" b="1">
                <a:solidFill>
                  <a:schemeClr val="bg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/>
            </a:lvl2pPr>
            <a:lvl3pPr marL="457200" indent="0">
              <a:buFont typeface="Arial" panose="020B0604020202020204" pitchFamily="34" charset="0"/>
              <a:buNone/>
              <a:defRPr/>
            </a:lvl3pPr>
            <a:lvl4pPr marL="640080" indent="0">
              <a:buFont typeface="Arial" panose="020B0604020202020204" pitchFamily="34" charset="0"/>
              <a:buNone/>
              <a:defRPr/>
            </a:lvl4pPr>
            <a:lvl5pPr marL="77724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450F9DA3-E300-49DA-95D4-67EB1B352942}"/>
              </a:ext>
            </a:extLst>
          </p:cNvPr>
          <p:cNvSpPr/>
          <p:nvPr userDrawn="1"/>
        </p:nvSpPr>
        <p:spPr>
          <a:xfrm>
            <a:off x="1421451" y="2451891"/>
            <a:ext cx="373075" cy="264709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01A3B32A-0F0A-4785-8DFD-383F34E6740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1753" y="3194892"/>
            <a:ext cx="2662238" cy="344402"/>
          </a:xfrm>
        </p:spPr>
        <p:txBody>
          <a:bodyPr lIns="0" anchor="ctr"/>
          <a:lstStyle>
            <a:lvl1pPr marL="0" indent="0">
              <a:buFont typeface="Arial" panose="020B0604020202020204" pitchFamily="34" charset="0"/>
              <a:buNone/>
              <a:defRPr sz="1400" b="1">
                <a:solidFill>
                  <a:schemeClr val="bg2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/>
            </a:lvl2pPr>
            <a:lvl3pPr marL="457200" indent="0">
              <a:buFont typeface="Arial" panose="020B0604020202020204" pitchFamily="34" charset="0"/>
              <a:buNone/>
              <a:defRPr/>
            </a:lvl3pPr>
            <a:lvl4pPr marL="640080" indent="0">
              <a:buFont typeface="Arial" panose="020B0604020202020204" pitchFamily="34" charset="0"/>
              <a:buNone/>
              <a:defRPr/>
            </a:lvl4pPr>
            <a:lvl5pPr marL="77724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Aspiration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7A0416C7-E40B-4DD2-A0DF-D302A0FF94E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31753" y="3545144"/>
            <a:ext cx="2662238" cy="786575"/>
          </a:xfrm>
        </p:spPr>
        <p:txBody>
          <a:bodyPr lIns="0" tIns="0" bIns="0" anchor="t"/>
          <a:lstStyle>
            <a:lvl1pPr marL="0" indent="0">
              <a:buFont typeface="Arial" panose="020B0604020202020204" pitchFamily="34" charset="0"/>
              <a:buNone/>
              <a:defRPr sz="1200" b="0">
                <a:solidFill>
                  <a:schemeClr val="bg2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/>
            </a:lvl2pPr>
            <a:lvl3pPr marL="457200" indent="0">
              <a:buFont typeface="Arial" panose="020B0604020202020204" pitchFamily="34" charset="0"/>
              <a:buNone/>
              <a:defRPr/>
            </a:lvl3pPr>
            <a:lvl4pPr marL="640080" indent="0">
              <a:buFont typeface="Arial" panose="020B0604020202020204" pitchFamily="34" charset="0"/>
              <a:buNone/>
              <a:defRPr/>
            </a:lvl4pPr>
            <a:lvl5pPr marL="77724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Summary text here.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D25B6B93-B4B4-458F-92BA-431BD679DA4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31753" y="4330804"/>
            <a:ext cx="2662238" cy="344402"/>
          </a:xfrm>
        </p:spPr>
        <p:txBody>
          <a:bodyPr lIns="0" anchor="ctr"/>
          <a:lstStyle>
            <a:lvl1pPr marL="0" indent="0">
              <a:buFont typeface="Arial" panose="020B0604020202020204" pitchFamily="34" charset="0"/>
              <a:buNone/>
              <a:defRPr sz="1200" b="1">
                <a:solidFill>
                  <a:schemeClr val="tx2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/>
            </a:lvl2pPr>
            <a:lvl3pPr marL="457200" indent="0">
              <a:buFont typeface="Arial" panose="020B0604020202020204" pitchFamily="34" charset="0"/>
              <a:buNone/>
              <a:defRPr/>
            </a:lvl3pPr>
            <a:lvl4pPr marL="640080" indent="0">
              <a:buFont typeface="Arial" panose="020B0604020202020204" pitchFamily="34" charset="0"/>
              <a:buNone/>
              <a:defRPr/>
            </a:lvl4pPr>
            <a:lvl5pPr marL="77724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Progress: XX%</a:t>
            </a:r>
          </a:p>
        </p:txBody>
      </p: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0BFD7B15-70CE-4C4D-B4EF-5CA95C1586AF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157081" y="1536700"/>
            <a:ext cx="2662238" cy="396875"/>
          </a:xfrm>
        </p:spPr>
        <p:txBody>
          <a:bodyPr lIns="0" anchor="ctr"/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tx2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/>
            </a:lvl2pPr>
            <a:lvl3pPr marL="457200" indent="0">
              <a:buFont typeface="Arial" panose="020B0604020202020204" pitchFamily="34" charset="0"/>
              <a:buNone/>
              <a:defRPr/>
            </a:lvl3pPr>
            <a:lvl4pPr marL="640080" indent="0">
              <a:buFont typeface="Arial" panose="020B0604020202020204" pitchFamily="34" charset="0"/>
              <a:buNone/>
              <a:defRPr/>
            </a:lvl4pPr>
            <a:lvl5pPr marL="77724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F296A66-DD57-4DDA-849A-3E226C88943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61537" y="2095042"/>
            <a:ext cx="978408" cy="978408"/>
          </a:xfrm>
        </p:spPr>
        <p:txBody>
          <a:bodyPr lIns="0" anchor="ctr"/>
          <a:lstStyle>
            <a:lvl1pPr marL="0" indent="0" algn="ctr">
              <a:buFont typeface="Arial" panose="020B0604020202020204" pitchFamily="34" charset="0"/>
              <a:buNone/>
              <a:defRPr sz="2400" b="1">
                <a:solidFill>
                  <a:schemeClr val="bg2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/>
            </a:lvl2pPr>
            <a:lvl3pPr marL="457200" indent="0">
              <a:buFont typeface="Arial" panose="020B0604020202020204" pitchFamily="34" charset="0"/>
              <a:buNone/>
              <a:defRPr/>
            </a:lvl3pPr>
            <a:lvl4pPr marL="640080" indent="0">
              <a:buFont typeface="Arial" panose="020B0604020202020204" pitchFamily="34" charset="0"/>
              <a:buNone/>
              <a:defRPr/>
            </a:lvl4pPr>
            <a:lvl5pPr marL="77724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ABDCC3C-DE6A-4626-8110-B8B2859E7CAA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731928" y="2095042"/>
            <a:ext cx="978408" cy="978408"/>
          </a:xfrm>
          <a:prstGeom prst="ellipse">
            <a:avLst/>
          </a:prstGeom>
          <a:solidFill>
            <a:schemeClr val="tx2"/>
          </a:solidFill>
        </p:spPr>
        <p:txBody>
          <a:bodyPr lIns="0" anchor="ctr"/>
          <a:lstStyle>
            <a:lvl1pPr marL="0" indent="0" algn="ctr">
              <a:buFont typeface="Arial" panose="020B0604020202020204" pitchFamily="34" charset="0"/>
              <a:buNone/>
              <a:defRPr sz="2400" b="1">
                <a:solidFill>
                  <a:schemeClr val="bg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/>
            </a:lvl2pPr>
            <a:lvl3pPr marL="457200" indent="0">
              <a:buFont typeface="Arial" panose="020B0604020202020204" pitchFamily="34" charset="0"/>
              <a:buNone/>
              <a:defRPr/>
            </a:lvl3pPr>
            <a:lvl4pPr marL="640080" indent="0">
              <a:buFont typeface="Arial" panose="020B0604020202020204" pitchFamily="34" charset="0"/>
              <a:buNone/>
              <a:defRPr/>
            </a:lvl4pPr>
            <a:lvl5pPr marL="77724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E4224F6B-EF61-413F-909A-D810CC697619}"/>
              </a:ext>
            </a:extLst>
          </p:cNvPr>
          <p:cNvSpPr/>
          <p:nvPr userDrawn="1"/>
        </p:nvSpPr>
        <p:spPr>
          <a:xfrm>
            <a:off x="7246476" y="2451891"/>
            <a:ext cx="373075" cy="264709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56" name="Text Placeholder 3">
            <a:extLst>
              <a:ext uri="{FF2B5EF4-FFF2-40B4-BE49-F238E27FC236}">
                <a16:creationId xmlns:a16="http://schemas.microsoft.com/office/drawing/2014/main" id="{C1BB225B-C99D-47FE-9DB2-FF996AF505E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156778" y="3194892"/>
            <a:ext cx="2662238" cy="344402"/>
          </a:xfrm>
        </p:spPr>
        <p:txBody>
          <a:bodyPr lIns="0" anchor="ctr"/>
          <a:lstStyle>
            <a:lvl1pPr marL="0" indent="0">
              <a:buFont typeface="Arial" panose="020B0604020202020204" pitchFamily="34" charset="0"/>
              <a:buNone/>
              <a:defRPr sz="1400" b="1">
                <a:solidFill>
                  <a:schemeClr val="bg2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/>
            </a:lvl2pPr>
            <a:lvl3pPr marL="457200" indent="0">
              <a:buFont typeface="Arial" panose="020B0604020202020204" pitchFamily="34" charset="0"/>
              <a:buNone/>
              <a:defRPr/>
            </a:lvl3pPr>
            <a:lvl4pPr marL="640080" indent="0">
              <a:buFont typeface="Arial" panose="020B0604020202020204" pitchFamily="34" charset="0"/>
              <a:buNone/>
              <a:defRPr/>
            </a:lvl4pPr>
            <a:lvl5pPr marL="77724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Aspiration</a:t>
            </a:r>
          </a:p>
        </p:txBody>
      </p:sp>
      <p:sp>
        <p:nvSpPr>
          <p:cNvPr id="57" name="Text Placeholder 3">
            <a:extLst>
              <a:ext uri="{FF2B5EF4-FFF2-40B4-BE49-F238E27FC236}">
                <a16:creationId xmlns:a16="http://schemas.microsoft.com/office/drawing/2014/main" id="{19AB4527-842C-4C9A-9F56-FF65A5E44F33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156778" y="3545144"/>
            <a:ext cx="2662238" cy="786575"/>
          </a:xfrm>
        </p:spPr>
        <p:txBody>
          <a:bodyPr lIns="0" tIns="0" bIns="0" anchor="t"/>
          <a:lstStyle>
            <a:lvl1pPr marL="0" indent="0">
              <a:buFont typeface="Arial" panose="020B0604020202020204" pitchFamily="34" charset="0"/>
              <a:buNone/>
              <a:defRPr sz="1200" b="0">
                <a:solidFill>
                  <a:schemeClr val="bg2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/>
            </a:lvl2pPr>
            <a:lvl3pPr marL="457200" indent="0">
              <a:buFont typeface="Arial" panose="020B0604020202020204" pitchFamily="34" charset="0"/>
              <a:buNone/>
              <a:defRPr/>
            </a:lvl3pPr>
            <a:lvl4pPr marL="640080" indent="0">
              <a:buFont typeface="Arial" panose="020B0604020202020204" pitchFamily="34" charset="0"/>
              <a:buNone/>
              <a:defRPr/>
            </a:lvl4pPr>
            <a:lvl5pPr marL="77724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Summary text here.</a:t>
            </a:r>
          </a:p>
        </p:txBody>
      </p:sp>
      <p:sp>
        <p:nvSpPr>
          <p:cNvPr id="58" name="Text Placeholder 3">
            <a:extLst>
              <a:ext uri="{FF2B5EF4-FFF2-40B4-BE49-F238E27FC236}">
                <a16:creationId xmlns:a16="http://schemas.microsoft.com/office/drawing/2014/main" id="{FA83B3CF-FA86-462A-87C3-70C8AC8F715D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156778" y="4330804"/>
            <a:ext cx="2662238" cy="344402"/>
          </a:xfrm>
        </p:spPr>
        <p:txBody>
          <a:bodyPr lIns="0" anchor="ctr"/>
          <a:lstStyle>
            <a:lvl1pPr marL="0" indent="0">
              <a:buFont typeface="Arial" panose="020B0604020202020204" pitchFamily="34" charset="0"/>
              <a:buNone/>
              <a:defRPr sz="1200" b="1">
                <a:solidFill>
                  <a:schemeClr val="tx2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/>
            </a:lvl2pPr>
            <a:lvl3pPr marL="457200" indent="0">
              <a:buFont typeface="Arial" panose="020B0604020202020204" pitchFamily="34" charset="0"/>
              <a:buNone/>
              <a:defRPr/>
            </a:lvl3pPr>
            <a:lvl4pPr marL="640080" indent="0">
              <a:buFont typeface="Arial" panose="020B0604020202020204" pitchFamily="34" charset="0"/>
              <a:buNone/>
              <a:defRPr/>
            </a:lvl4pPr>
            <a:lvl5pPr marL="77724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Progress: XX%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D56FB93-38CB-4148-A1ED-0FC3D2C7C64D}"/>
              </a:ext>
            </a:extLst>
          </p:cNvPr>
          <p:cNvCxnSpPr/>
          <p:nvPr userDrawn="1"/>
        </p:nvCxnSpPr>
        <p:spPr>
          <a:xfrm>
            <a:off x="3124200" y="1536700"/>
            <a:ext cx="0" cy="313850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335D19D-DDBA-460D-ABDE-BBCF62B9087E}"/>
              </a:ext>
            </a:extLst>
          </p:cNvPr>
          <p:cNvCxnSpPr/>
          <p:nvPr userDrawn="1"/>
        </p:nvCxnSpPr>
        <p:spPr>
          <a:xfrm>
            <a:off x="6017359" y="1536700"/>
            <a:ext cx="0" cy="313850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7765233-449A-802F-24BC-24A83A18BAB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88ABF7-F1BE-D170-74C9-87E885181AEE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80620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 Six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73B509CF-67CB-E74E-B0E3-8363C12D9A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6854" y="250372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733D5B-F89B-E945-B8D8-2E3894FB1D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142741E-FD3D-CC41-8E2A-FA36FF61A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3" y="445961"/>
            <a:ext cx="8470293" cy="506940"/>
          </a:xfrm>
        </p:spPr>
        <p:txBody>
          <a:bodyPr>
            <a:noAutofit/>
          </a:bodyPr>
          <a:lstStyle/>
          <a:p>
            <a:r>
              <a:rPr lang="en-US"/>
              <a:t>6 Column Scorecard and Legend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F687F221-42DE-FE8D-380B-A926FA62F73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34C063-70B6-87AE-193E-7471D1900EF7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45F366-5F1E-E56C-398F-89039459123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05363104"/>
              </p:ext>
            </p:extLst>
          </p:nvPr>
        </p:nvGraphicFramePr>
        <p:xfrm>
          <a:off x="4422321" y="4732501"/>
          <a:ext cx="868087" cy="2302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727">
                  <a:extLst>
                    <a:ext uri="{9D8B030D-6E8A-4147-A177-3AD203B41FA5}">
                      <a16:colId xmlns:a16="http://schemas.microsoft.com/office/drawing/2014/main" val="266599247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1794092573"/>
                    </a:ext>
                  </a:extLst>
                </a:gridCol>
              </a:tblGrid>
              <a:tr h="23026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Arial" panose="020B0604020202020204" pitchFamily="34" charset="0"/>
                        </a:rPr>
                        <a:t>n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spc="-10" baseline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Not on track</a:t>
                      </a:r>
                    </a:p>
                  </a:txBody>
                  <a:tcPr marL="36576" marR="0" marT="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C00000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54361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CBF747E-7E3C-6C74-039F-8647CCF32C0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772418996"/>
              </p:ext>
            </p:extLst>
          </p:nvPr>
        </p:nvGraphicFramePr>
        <p:xfrm>
          <a:off x="5290408" y="4732501"/>
          <a:ext cx="868680" cy="2302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66599247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1794092573"/>
                    </a:ext>
                  </a:extLst>
                </a:gridCol>
              </a:tblGrid>
              <a:tr h="23026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Arial" panose="020B0604020202020204" pitchFamily="34" charset="0"/>
                        </a:rPr>
                        <a:t>n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Completed</a:t>
                      </a:r>
                    </a:p>
                  </a:txBody>
                  <a:tcPr marL="36576" marR="0" marT="0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70C0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54361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ECB92F-EA8B-61BC-C725-746CCDA0342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44127070"/>
              </p:ext>
            </p:extLst>
          </p:nvPr>
        </p:nvGraphicFramePr>
        <p:xfrm>
          <a:off x="6159088" y="4732501"/>
          <a:ext cx="868087" cy="2302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727">
                  <a:extLst>
                    <a:ext uri="{9D8B030D-6E8A-4147-A177-3AD203B41FA5}">
                      <a16:colId xmlns:a16="http://schemas.microsoft.com/office/drawing/2014/main" val="266599247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1794092573"/>
                    </a:ext>
                  </a:extLst>
                </a:gridCol>
              </a:tblGrid>
              <a:tr h="23026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Arial" panose="020B0604020202020204" pitchFamily="34" charset="0"/>
                        </a:rPr>
                        <a:t>n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Not started</a:t>
                      </a:r>
                    </a:p>
                  </a:txBody>
                  <a:tcPr marL="36576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54361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36422A5-70D7-A735-B236-70CAC88446E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92326547"/>
              </p:ext>
            </p:extLst>
          </p:nvPr>
        </p:nvGraphicFramePr>
        <p:xfrm>
          <a:off x="3553937" y="4732501"/>
          <a:ext cx="868087" cy="2302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727">
                  <a:extLst>
                    <a:ext uri="{9D8B030D-6E8A-4147-A177-3AD203B41FA5}">
                      <a16:colId xmlns:a16="http://schemas.microsoft.com/office/drawing/2014/main" val="266599247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1794092573"/>
                    </a:ext>
                  </a:extLst>
                </a:gridCol>
              </a:tblGrid>
              <a:tr h="23026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Arial" panose="020B0604020202020204" pitchFamily="34" charset="0"/>
                        </a:rPr>
                        <a:t>n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At risk</a:t>
                      </a:r>
                    </a:p>
                  </a:txBody>
                  <a:tcPr marL="36576" marR="0" marT="0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C000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54361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B4688FC-C54E-C408-8754-16142CAE6ED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37816081"/>
              </p:ext>
            </p:extLst>
          </p:nvPr>
        </p:nvGraphicFramePr>
        <p:xfrm>
          <a:off x="2685257" y="4732501"/>
          <a:ext cx="868680" cy="2302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66599247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1794092573"/>
                    </a:ext>
                  </a:extLst>
                </a:gridCol>
              </a:tblGrid>
              <a:tr h="23026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Arial" panose="020B0604020202020204" pitchFamily="34" charset="0"/>
                        </a:rPr>
                        <a:t>n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On track</a:t>
                      </a:r>
                    </a:p>
                  </a:txBody>
                  <a:tcPr marL="36576" marR="0" marT="0" marB="0"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92D050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543613"/>
                  </a:ext>
                </a:extLst>
              </a:tr>
            </a:tbl>
          </a:graphicData>
        </a:graphic>
      </p:graphicFrame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E10F81FE-804E-2D7C-54D7-2CBED4E79F3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6853" y="962227"/>
            <a:ext cx="8470293" cy="432307"/>
          </a:xfr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 (optional) in Arial 20pt</a:t>
            </a:r>
          </a:p>
        </p:txBody>
      </p:sp>
    </p:spTree>
    <p:extLst>
      <p:ext uri="{BB962C8B-B14F-4D97-AF65-F5344CB8AC3E}">
        <p14:creationId xmlns:p14="http://schemas.microsoft.com/office/powerpoint/2010/main" val="185337558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 w Categories Six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73B509CF-67CB-E74E-B0E3-8363C12D9A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6854" y="250372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733D5B-F89B-E945-B8D8-2E3894FB1D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142741E-FD3D-CC41-8E2A-FA36FF61A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3" y="445961"/>
            <a:ext cx="8470293" cy="506940"/>
          </a:xfrm>
        </p:spPr>
        <p:txBody>
          <a:bodyPr>
            <a:noAutofit/>
          </a:bodyPr>
          <a:lstStyle/>
          <a:p>
            <a:r>
              <a:rPr lang="en-US"/>
              <a:t>Headline in Arial Bold 32pt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F687F221-42DE-FE8D-380B-A926FA62F73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34C063-70B6-87AE-193E-7471D1900EF7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45F366-5F1E-E56C-398F-89039459123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05363104"/>
              </p:ext>
            </p:extLst>
          </p:nvPr>
        </p:nvGraphicFramePr>
        <p:xfrm>
          <a:off x="4422321" y="4732501"/>
          <a:ext cx="868087" cy="2302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727">
                  <a:extLst>
                    <a:ext uri="{9D8B030D-6E8A-4147-A177-3AD203B41FA5}">
                      <a16:colId xmlns:a16="http://schemas.microsoft.com/office/drawing/2014/main" val="266599247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1794092573"/>
                    </a:ext>
                  </a:extLst>
                </a:gridCol>
              </a:tblGrid>
              <a:tr h="23026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Arial" panose="020B0604020202020204" pitchFamily="34" charset="0"/>
                        </a:rPr>
                        <a:t>n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spc="-10" baseline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Not on track</a:t>
                      </a:r>
                    </a:p>
                  </a:txBody>
                  <a:tcPr marL="36576" marR="0" marT="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C00000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54361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CBF747E-7E3C-6C74-039F-8647CCF32C0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772418996"/>
              </p:ext>
            </p:extLst>
          </p:nvPr>
        </p:nvGraphicFramePr>
        <p:xfrm>
          <a:off x="5290408" y="4732501"/>
          <a:ext cx="868680" cy="2302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66599247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1794092573"/>
                    </a:ext>
                  </a:extLst>
                </a:gridCol>
              </a:tblGrid>
              <a:tr h="23026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Arial" panose="020B0604020202020204" pitchFamily="34" charset="0"/>
                        </a:rPr>
                        <a:t>n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Completed</a:t>
                      </a:r>
                    </a:p>
                  </a:txBody>
                  <a:tcPr marL="36576" marR="0" marT="0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70C0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54361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ECB92F-EA8B-61BC-C725-746CCDA0342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44127070"/>
              </p:ext>
            </p:extLst>
          </p:nvPr>
        </p:nvGraphicFramePr>
        <p:xfrm>
          <a:off x="6159088" y="4732501"/>
          <a:ext cx="868087" cy="2302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727">
                  <a:extLst>
                    <a:ext uri="{9D8B030D-6E8A-4147-A177-3AD203B41FA5}">
                      <a16:colId xmlns:a16="http://schemas.microsoft.com/office/drawing/2014/main" val="266599247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1794092573"/>
                    </a:ext>
                  </a:extLst>
                </a:gridCol>
              </a:tblGrid>
              <a:tr h="23026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Arial" panose="020B0604020202020204" pitchFamily="34" charset="0"/>
                        </a:rPr>
                        <a:t>n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Not started</a:t>
                      </a:r>
                    </a:p>
                  </a:txBody>
                  <a:tcPr marL="36576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54361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36422A5-70D7-A735-B236-70CAC88446E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92326547"/>
              </p:ext>
            </p:extLst>
          </p:nvPr>
        </p:nvGraphicFramePr>
        <p:xfrm>
          <a:off x="3553937" y="4732501"/>
          <a:ext cx="868087" cy="2302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727">
                  <a:extLst>
                    <a:ext uri="{9D8B030D-6E8A-4147-A177-3AD203B41FA5}">
                      <a16:colId xmlns:a16="http://schemas.microsoft.com/office/drawing/2014/main" val="266599247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1794092573"/>
                    </a:ext>
                  </a:extLst>
                </a:gridCol>
              </a:tblGrid>
              <a:tr h="23026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Arial" panose="020B0604020202020204" pitchFamily="34" charset="0"/>
                        </a:rPr>
                        <a:t>n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At risk</a:t>
                      </a:r>
                    </a:p>
                  </a:txBody>
                  <a:tcPr marL="36576" marR="0" marT="0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C000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54361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B4688FC-C54E-C408-8754-16142CAE6ED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37816081"/>
              </p:ext>
            </p:extLst>
          </p:nvPr>
        </p:nvGraphicFramePr>
        <p:xfrm>
          <a:off x="2685257" y="4732501"/>
          <a:ext cx="868680" cy="2302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66599247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1794092573"/>
                    </a:ext>
                  </a:extLst>
                </a:gridCol>
              </a:tblGrid>
              <a:tr h="23026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Arial" panose="020B0604020202020204" pitchFamily="34" charset="0"/>
                        </a:rPr>
                        <a:t>n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On track</a:t>
                      </a:r>
                    </a:p>
                  </a:txBody>
                  <a:tcPr marL="36576" marR="0" marT="0" marB="0"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92D050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543613"/>
                  </a:ext>
                </a:extLst>
              </a:tr>
            </a:tbl>
          </a:graphicData>
        </a:graphic>
      </p:graphicFrame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8615278-2BCD-05C8-7DE5-7CFCF374B113}"/>
              </a:ext>
            </a:extLst>
          </p:cNvPr>
          <p:cNvSpPr/>
          <p:nvPr userDrawn="1"/>
        </p:nvSpPr>
        <p:spPr>
          <a:xfrm>
            <a:off x="336855" y="1221214"/>
            <a:ext cx="1308151" cy="1850260"/>
          </a:xfrm>
          <a:prstGeom prst="roundRect">
            <a:avLst>
              <a:gd name="adj" fmla="val 4112"/>
            </a:avLst>
          </a:prstGeom>
          <a:solidFill>
            <a:schemeClr val="bg1">
              <a:lumMod val="95000"/>
              <a:alpha val="3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274320" rIns="91440" rtlCol="0" anchor="t"/>
          <a:lstStyle/>
          <a:p>
            <a:pPr marL="0" marR="0" lvl="0" indent="0" algn="ctr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D9EF020-4E17-B09E-5A11-D63276BBF0D4}"/>
              </a:ext>
            </a:extLst>
          </p:cNvPr>
          <p:cNvSpPr/>
          <p:nvPr userDrawn="1"/>
        </p:nvSpPr>
        <p:spPr>
          <a:xfrm>
            <a:off x="1769283" y="1221214"/>
            <a:ext cx="1308151" cy="1850260"/>
          </a:xfrm>
          <a:prstGeom prst="roundRect">
            <a:avLst>
              <a:gd name="adj" fmla="val 4112"/>
            </a:avLst>
          </a:prstGeom>
          <a:solidFill>
            <a:schemeClr val="bg1">
              <a:lumMod val="95000"/>
              <a:alpha val="3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274320" rIns="91440" rtlCol="0" anchor="t"/>
          <a:lstStyle/>
          <a:p>
            <a:pPr marL="0" marR="0" lvl="0" indent="0" algn="ctr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C4D001F-CF28-94E8-962C-73DE65B1F260}"/>
              </a:ext>
            </a:extLst>
          </p:cNvPr>
          <p:cNvSpPr/>
          <p:nvPr userDrawn="1"/>
        </p:nvSpPr>
        <p:spPr>
          <a:xfrm>
            <a:off x="3201711" y="1221214"/>
            <a:ext cx="1308151" cy="1850260"/>
          </a:xfrm>
          <a:prstGeom prst="roundRect">
            <a:avLst>
              <a:gd name="adj" fmla="val 3510"/>
            </a:avLst>
          </a:prstGeom>
          <a:solidFill>
            <a:schemeClr val="bg1">
              <a:lumMod val="95000"/>
              <a:alpha val="3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274320" rIns="91440" rtlCol="0" anchor="t"/>
          <a:lstStyle/>
          <a:p>
            <a:pPr marL="0" marR="0" lvl="0" indent="0" algn="ctr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F7A4F93-7E3A-EFD1-6550-9096D492FCDF}"/>
              </a:ext>
            </a:extLst>
          </p:cNvPr>
          <p:cNvSpPr/>
          <p:nvPr userDrawn="1"/>
        </p:nvSpPr>
        <p:spPr>
          <a:xfrm>
            <a:off x="4634139" y="1221214"/>
            <a:ext cx="1308151" cy="1850260"/>
          </a:xfrm>
          <a:prstGeom prst="roundRect">
            <a:avLst>
              <a:gd name="adj" fmla="val 3510"/>
            </a:avLst>
          </a:prstGeom>
          <a:solidFill>
            <a:schemeClr val="bg1">
              <a:lumMod val="95000"/>
              <a:alpha val="3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274320" rIns="91440" rtlCol="0" anchor="t"/>
          <a:lstStyle/>
          <a:p>
            <a:pPr marL="0" marR="0" lvl="0" indent="0" algn="ctr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B34E862-D037-20DA-1101-0F893DA52F38}"/>
              </a:ext>
            </a:extLst>
          </p:cNvPr>
          <p:cNvSpPr/>
          <p:nvPr userDrawn="1"/>
        </p:nvSpPr>
        <p:spPr>
          <a:xfrm>
            <a:off x="6066567" y="1221214"/>
            <a:ext cx="1308151" cy="1850260"/>
          </a:xfrm>
          <a:prstGeom prst="roundRect">
            <a:avLst>
              <a:gd name="adj" fmla="val 4112"/>
            </a:avLst>
          </a:prstGeom>
          <a:solidFill>
            <a:schemeClr val="bg1">
              <a:lumMod val="95000"/>
              <a:alpha val="3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274320" rIns="91440" rtlCol="0" anchor="t"/>
          <a:lstStyle/>
          <a:p>
            <a:pPr marL="0" marR="0" lvl="0" indent="0" algn="ctr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9C35C2A-FF1B-A05B-061E-F4D270601A21}"/>
              </a:ext>
            </a:extLst>
          </p:cNvPr>
          <p:cNvSpPr/>
          <p:nvPr userDrawn="1"/>
        </p:nvSpPr>
        <p:spPr>
          <a:xfrm>
            <a:off x="7498995" y="1221214"/>
            <a:ext cx="1308151" cy="1850260"/>
          </a:xfrm>
          <a:prstGeom prst="roundRect">
            <a:avLst>
              <a:gd name="adj" fmla="val 4713"/>
            </a:avLst>
          </a:prstGeom>
          <a:solidFill>
            <a:schemeClr val="bg1">
              <a:lumMod val="95000"/>
              <a:alpha val="3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274320" rIns="91440" rtlCol="0" anchor="t"/>
          <a:lstStyle/>
          <a:p>
            <a:pPr marL="0" marR="0" lvl="0" indent="0" algn="ctr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2C892BA-B16A-81FC-5346-2EC488B1A0BA}"/>
              </a:ext>
            </a:extLst>
          </p:cNvPr>
          <p:cNvSpPr/>
          <p:nvPr userDrawn="1"/>
        </p:nvSpPr>
        <p:spPr>
          <a:xfrm>
            <a:off x="772102" y="1002385"/>
            <a:ext cx="437657" cy="437657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93DCC8F-D279-0CB8-F063-C65394886F22}"/>
              </a:ext>
            </a:extLst>
          </p:cNvPr>
          <p:cNvSpPr/>
          <p:nvPr userDrawn="1"/>
        </p:nvSpPr>
        <p:spPr>
          <a:xfrm>
            <a:off x="2204530" y="1002385"/>
            <a:ext cx="437657" cy="437657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8A6487-D61E-DE59-CF65-4D4A791AB8F6}"/>
              </a:ext>
            </a:extLst>
          </p:cNvPr>
          <p:cNvSpPr/>
          <p:nvPr userDrawn="1"/>
        </p:nvSpPr>
        <p:spPr>
          <a:xfrm>
            <a:off x="3636958" y="1002385"/>
            <a:ext cx="437657" cy="437657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18B9322-FEE4-2678-01DB-270AA49FE78E}"/>
              </a:ext>
            </a:extLst>
          </p:cNvPr>
          <p:cNvSpPr/>
          <p:nvPr userDrawn="1"/>
        </p:nvSpPr>
        <p:spPr>
          <a:xfrm>
            <a:off x="5069386" y="1002385"/>
            <a:ext cx="437657" cy="437657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AF8DBB3-27C2-0E74-ACF3-5E85B02F1BE4}"/>
              </a:ext>
            </a:extLst>
          </p:cNvPr>
          <p:cNvSpPr/>
          <p:nvPr userDrawn="1"/>
        </p:nvSpPr>
        <p:spPr>
          <a:xfrm>
            <a:off x="6501814" y="1002385"/>
            <a:ext cx="437657" cy="437657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5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B8072D3-E271-00C2-0970-8D028B14AB81}"/>
              </a:ext>
            </a:extLst>
          </p:cNvPr>
          <p:cNvSpPr/>
          <p:nvPr userDrawn="1"/>
        </p:nvSpPr>
        <p:spPr>
          <a:xfrm>
            <a:off x="7934242" y="1002385"/>
            <a:ext cx="437657" cy="437657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6</a:t>
            </a:r>
          </a:p>
        </p:txBody>
      </p:sp>
      <p:sp>
        <p:nvSpPr>
          <p:cNvPr id="25" name="Text Placeholder 25">
            <a:extLst>
              <a:ext uri="{FF2B5EF4-FFF2-40B4-BE49-F238E27FC236}">
                <a16:creationId xmlns:a16="http://schemas.microsoft.com/office/drawing/2014/main" id="{61361EF8-81BD-23E2-8EED-69E42FB9E70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69334" y="1489525"/>
            <a:ext cx="1308100" cy="1582287"/>
          </a:xfrm>
        </p:spPr>
        <p:txBody>
          <a:bodyPr lIns="45720" tIns="45720" rIns="45720" bIns="45720"/>
          <a:lstStyle>
            <a:lvl1pPr marL="0" indent="0" algn="ctr">
              <a:buNone/>
              <a:defRPr sz="1100"/>
            </a:lvl1pPr>
            <a:lvl2pPr marL="228600" indent="0" algn="ctr">
              <a:buNone/>
              <a:defRPr sz="1100"/>
            </a:lvl2pPr>
            <a:lvl3pPr marL="457200" indent="0" algn="ctr">
              <a:buNone/>
              <a:defRPr sz="1100"/>
            </a:lvl3pPr>
            <a:lvl4pPr marL="640080" indent="0" algn="ctr">
              <a:buNone/>
              <a:defRPr sz="1100"/>
            </a:lvl4pPr>
            <a:lvl5pPr marL="777240" indent="0" algn="ctr">
              <a:buNone/>
              <a:defRPr sz="1100"/>
            </a:lvl5pPr>
          </a:lstStyle>
          <a:p>
            <a:pPr marL="0" marR="0" lvl="0" indent="0" algn="ctr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Summary point or body copy here set in Arial Regular 11pt, select text and type to replace. 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A075369D-732A-49D7-27CF-3CF8965F50F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01558" y="1489525"/>
            <a:ext cx="1308100" cy="1582287"/>
          </a:xfrm>
        </p:spPr>
        <p:txBody>
          <a:bodyPr lIns="45720" tIns="45720" rIns="45720" bIns="45720"/>
          <a:lstStyle>
            <a:lvl1pPr marL="0" indent="0" algn="ctr">
              <a:buNone/>
              <a:defRPr sz="1100"/>
            </a:lvl1pPr>
            <a:lvl2pPr marL="228600" indent="0" algn="ctr">
              <a:buNone/>
              <a:defRPr sz="1100"/>
            </a:lvl2pPr>
            <a:lvl3pPr marL="457200" indent="0" algn="ctr">
              <a:buNone/>
              <a:defRPr sz="1100"/>
            </a:lvl3pPr>
            <a:lvl4pPr marL="640080" indent="0" algn="ctr">
              <a:buNone/>
              <a:defRPr sz="1100"/>
            </a:lvl4pPr>
            <a:lvl5pPr marL="777240" indent="0" algn="ctr">
              <a:buNone/>
              <a:defRPr sz="1100"/>
            </a:lvl5pPr>
          </a:lstStyle>
          <a:p>
            <a:pPr marL="0" marR="0" lvl="0" indent="0" algn="ctr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Summary point or body copy here set in Arial Regular 11pt, select text and type to replace. 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739CFE7D-E1B2-BB9D-5F76-DFFD91D2192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634342" y="1489525"/>
            <a:ext cx="1308100" cy="1582287"/>
          </a:xfrm>
        </p:spPr>
        <p:txBody>
          <a:bodyPr lIns="45720" tIns="45720" rIns="45720" bIns="45720"/>
          <a:lstStyle>
            <a:lvl1pPr marL="0" indent="0" algn="ctr">
              <a:buNone/>
              <a:defRPr sz="1100"/>
            </a:lvl1pPr>
            <a:lvl2pPr marL="228600" indent="0" algn="ctr">
              <a:buNone/>
              <a:defRPr sz="1100"/>
            </a:lvl2pPr>
            <a:lvl3pPr marL="457200" indent="0" algn="ctr">
              <a:buNone/>
              <a:defRPr sz="1100"/>
            </a:lvl3pPr>
            <a:lvl4pPr marL="640080" indent="0" algn="ctr">
              <a:buNone/>
              <a:defRPr sz="1100"/>
            </a:lvl4pPr>
            <a:lvl5pPr marL="777240" indent="0" algn="ctr">
              <a:buNone/>
              <a:defRPr sz="1100"/>
            </a:lvl5pPr>
          </a:lstStyle>
          <a:p>
            <a:pPr marL="0" marR="0" lvl="0" indent="0" algn="ctr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Summary point or body copy here set in Arial Regular 11pt, select text and type to replace. </a:t>
            </a:r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809F944C-B8E1-EF40-BF51-56945B8CB2D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66566" y="1489525"/>
            <a:ext cx="1308100" cy="1582287"/>
          </a:xfrm>
        </p:spPr>
        <p:txBody>
          <a:bodyPr lIns="45720" tIns="45720" rIns="45720" bIns="45720"/>
          <a:lstStyle>
            <a:lvl1pPr marL="0" indent="0" algn="ctr">
              <a:buNone/>
              <a:defRPr sz="1100"/>
            </a:lvl1pPr>
            <a:lvl2pPr marL="228600" indent="0" algn="ctr">
              <a:buNone/>
              <a:defRPr sz="1100"/>
            </a:lvl2pPr>
            <a:lvl3pPr marL="457200" indent="0" algn="ctr">
              <a:buNone/>
              <a:defRPr sz="1100"/>
            </a:lvl3pPr>
            <a:lvl4pPr marL="640080" indent="0" algn="ctr">
              <a:buNone/>
              <a:defRPr sz="1100"/>
            </a:lvl4pPr>
            <a:lvl5pPr marL="777240" indent="0" algn="ctr">
              <a:buNone/>
              <a:defRPr sz="1100"/>
            </a:lvl5pPr>
          </a:lstStyle>
          <a:p>
            <a:pPr marL="0" marR="0" lvl="0" indent="0" algn="ctr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Summary point or body copy here set in Arial Regular 11pt, select text and type to replace. </a:t>
            </a:r>
          </a:p>
        </p:txBody>
      </p:sp>
      <p:sp>
        <p:nvSpPr>
          <p:cNvPr id="29" name="Text Placeholder 25">
            <a:extLst>
              <a:ext uri="{FF2B5EF4-FFF2-40B4-BE49-F238E27FC236}">
                <a16:creationId xmlns:a16="http://schemas.microsoft.com/office/drawing/2014/main" id="{6B4FCA75-6497-FD07-046F-F79A4821BB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99350" y="1489525"/>
            <a:ext cx="1308100" cy="1582287"/>
          </a:xfrm>
        </p:spPr>
        <p:txBody>
          <a:bodyPr lIns="45720" tIns="45720" rIns="45720" bIns="45720"/>
          <a:lstStyle>
            <a:lvl1pPr marL="0" indent="0" algn="ctr">
              <a:buNone/>
              <a:defRPr sz="1100"/>
            </a:lvl1pPr>
            <a:lvl2pPr marL="228600" indent="0" algn="ctr">
              <a:buNone/>
              <a:defRPr sz="1100"/>
            </a:lvl2pPr>
            <a:lvl3pPr marL="457200" indent="0" algn="ctr">
              <a:buNone/>
              <a:defRPr sz="1100"/>
            </a:lvl3pPr>
            <a:lvl4pPr marL="640080" indent="0" algn="ctr">
              <a:buNone/>
              <a:defRPr sz="1100"/>
            </a:lvl4pPr>
            <a:lvl5pPr marL="777240" indent="0" algn="ctr">
              <a:buNone/>
              <a:defRPr sz="1100"/>
            </a:lvl5pPr>
          </a:lstStyle>
          <a:p>
            <a:pPr marL="0" marR="0" lvl="0" indent="0" algn="ctr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Summary point or body copy here set in Arial Regular 11pt, select text and type to replace. 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BAC87294-5363-F6A9-8CCE-3343209FE5B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6499" y="1489525"/>
            <a:ext cx="1308100" cy="1582287"/>
          </a:xfrm>
        </p:spPr>
        <p:txBody>
          <a:bodyPr lIns="45720" tIns="45720" rIns="45720" bIns="45720"/>
          <a:lstStyle>
            <a:lvl1pPr marL="0" indent="0" algn="ctr">
              <a:buNone/>
              <a:defRPr sz="1100"/>
            </a:lvl1pPr>
            <a:lvl2pPr marL="228600" indent="0" algn="ctr">
              <a:buNone/>
              <a:defRPr sz="1100"/>
            </a:lvl2pPr>
            <a:lvl3pPr marL="457200" indent="0" algn="ctr">
              <a:buNone/>
              <a:defRPr sz="1100"/>
            </a:lvl3pPr>
            <a:lvl4pPr marL="640080" indent="0" algn="ctr">
              <a:buNone/>
              <a:defRPr sz="1100"/>
            </a:lvl4pPr>
            <a:lvl5pPr marL="777240" indent="0" algn="ctr">
              <a:buNone/>
              <a:defRPr sz="1100"/>
            </a:lvl5pPr>
          </a:lstStyle>
          <a:p>
            <a:pPr marL="0" marR="0" lvl="0" indent="0" algn="ctr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Summary point or body copy here set in Arial Regular 11pt, select text and type to replace. </a:t>
            </a:r>
          </a:p>
        </p:txBody>
      </p:sp>
    </p:spTree>
    <p:extLst>
      <p:ext uri="{BB962C8B-B14F-4D97-AF65-F5344CB8AC3E}">
        <p14:creationId xmlns:p14="http://schemas.microsoft.com/office/powerpoint/2010/main" val="17339774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 w Categories Fiv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223038EE-DBB9-2176-1D94-CD9B74530485}"/>
              </a:ext>
            </a:extLst>
          </p:cNvPr>
          <p:cNvSpPr/>
          <p:nvPr userDrawn="1"/>
        </p:nvSpPr>
        <p:spPr>
          <a:xfrm>
            <a:off x="2059666" y="1221214"/>
            <a:ext cx="1573474" cy="1647694"/>
          </a:xfrm>
          <a:prstGeom prst="round2SameRect">
            <a:avLst>
              <a:gd name="adj1" fmla="val 4282"/>
              <a:gd name="adj2" fmla="val 0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>
              <a:solidFill>
                <a:schemeClr val="bg1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9CC5096-9896-C274-689F-224F77EB5FBE}"/>
              </a:ext>
            </a:extLst>
          </p:cNvPr>
          <p:cNvCxnSpPr>
            <a:cxnSpLocks/>
          </p:cNvCxnSpPr>
          <p:nvPr userDrawn="1"/>
        </p:nvCxnSpPr>
        <p:spPr>
          <a:xfrm>
            <a:off x="2059667" y="2868908"/>
            <a:ext cx="1574401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Top Corners Rounded 31">
            <a:extLst>
              <a:ext uri="{FF2B5EF4-FFF2-40B4-BE49-F238E27FC236}">
                <a16:creationId xmlns:a16="http://schemas.microsoft.com/office/drawing/2014/main" id="{67E337B0-71C8-A656-9FC1-FA76ED29CD5B}"/>
              </a:ext>
            </a:extLst>
          </p:cNvPr>
          <p:cNvSpPr/>
          <p:nvPr userDrawn="1"/>
        </p:nvSpPr>
        <p:spPr>
          <a:xfrm>
            <a:off x="3784333" y="1221214"/>
            <a:ext cx="1573474" cy="1647694"/>
          </a:xfrm>
          <a:prstGeom prst="round2SameRect">
            <a:avLst>
              <a:gd name="adj1" fmla="val 4282"/>
              <a:gd name="adj2" fmla="val 0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>
              <a:solidFill>
                <a:schemeClr val="bg1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A62757B-3E44-B305-725E-016F5ED2101A}"/>
              </a:ext>
            </a:extLst>
          </p:cNvPr>
          <p:cNvCxnSpPr>
            <a:cxnSpLocks/>
          </p:cNvCxnSpPr>
          <p:nvPr userDrawn="1"/>
        </p:nvCxnSpPr>
        <p:spPr>
          <a:xfrm>
            <a:off x="3784334" y="2868908"/>
            <a:ext cx="1574401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Top Corners Rounded 33">
            <a:extLst>
              <a:ext uri="{FF2B5EF4-FFF2-40B4-BE49-F238E27FC236}">
                <a16:creationId xmlns:a16="http://schemas.microsoft.com/office/drawing/2014/main" id="{B4922834-F063-7685-B553-7ABB305B78E1}"/>
              </a:ext>
            </a:extLst>
          </p:cNvPr>
          <p:cNvSpPr/>
          <p:nvPr userDrawn="1"/>
        </p:nvSpPr>
        <p:spPr>
          <a:xfrm>
            <a:off x="5507380" y="1221214"/>
            <a:ext cx="1573474" cy="1647694"/>
          </a:xfrm>
          <a:prstGeom prst="round2SameRect">
            <a:avLst>
              <a:gd name="adj1" fmla="val 4282"/>
              <a:gd name="adj2" fmla="val 0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>
              <a:solidFill>
                <a:schemeClr val="bg1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EBBB28A-8E86-B995-5366-6F2F5B4A5744}"/>
              </a:ext>
            </a:extLst>
          </p:cNvPr>
          <p:cNvCxnSpPr>
            <a:cxnSpLocks/>
          </p:cNvCxnSpPr>
          <p:nvPr userDrawn="1"/>
        </p:nvCxnSpPr>
        <p:spPr>
          <a:xfrm>
            <a:off x="5507381" y="2868908"/>
            <a:ext cx="1574401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7F6B9D9B-88BC-65A8-06AC-CD39EFD53C65}"/>
              </a:ext>
            </a:extLst>
          </p:cNvPr>
          <p:cNvSpPr/>
          <p:nvPr userDrawn="1"/>
        </p:nvSpPr>
        <p:spPr>
          <a:xfrm>
            <a:off x="7231353" y="1221214"/>
            <a:ext cx="1573474" cy="1647694"/>
          </a:xfrm>
          <a:prstGeom prst="round2SameRect">
            <a:avLst>
              <a:gd name="adj1" fmla="val 4282"/>
              <a:gd name="adj2" fmla="val 0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>
              <a:solidFill>
                <a:schemeClr val="bg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3A54FE2-263B-BE04-806A-169F3CE2CB44}"/>
              </a:ext>
            </a:extLst>
          </p:cNvPr>
          <p:cNvCxnSpPr>
            <a:cxnSpLocks/>
          </p:cNvCxnSpPr>
          <p:nvPr userDrawn="1"/>
        </p:nvCxnSpPr>
        <p:spPr>
          <a:xfrm>
            <a:off x="7231354" y="2868908"/>
            <a:ext cx="1574401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Top Corners Rounded 37">
            <a:extLst>
              <a:ext uri="{FF2B5EF4-FFF2-40B4-BE49-F238E27FC236}">
                <a16:creationId xmlns:a16="http://schemas.microsoft.com/office/drawing/2014/main" id="{6176B42A-0043-D3DD-DA39-F97A4380653F}"/>
              </a:ext>
            </a:extLst>
          </p:cNvPr>
          <p:cNvSpPr/>
          <p:nvPr userDrawn="1"/>
        </p:nvSpPr>
        <p:spPr>
          <a:xfrm>
            <a:off x="336853" y="1221214"/>
            <a:ext cx="1573474" cy="1647694"/>
          </a:xfrm>
          <a:prstGeom prst="round2SameRect">
            <a:avLst>
              <a:gd name="adj1" fmla="val 4282"/>
              <a:gd name="adj2" fmla="val 0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>
              <a:solidFill>
                <a:schemeClr val="bg1"/>
              </a:solidFill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06E420C-74D2-641A-4FA1-F1D0C3A3EC8C}"/>
              </a:ext>
            </a:extLst>
          </p:cNvPr>
          <p:cNvCxnSpPr>
            <a:cxnSpLocks/>
          </p:cNvCxnSpPr>
          <p:nvPr userDrawn="1"/>
        </p:nvCxnSpPr>
        <p:spPr>
          <a:xfrm>
            <a:off x="336854" y="2868908"/>
            <a:ext cx="1574401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193D31E-3749-07E4-523B-BC7CF5325788}"/>
              </a:ext>
            </a:extLst>
          </p:cNvPr>
          <p:cNvSpPr/>
          <p:nvPr userDrawn="1"/>
        </p:nvSpPr>
        <p:spPr>
          <a:xfrm>
            <a:off x="336854" y="1221214"/>
            <a:ext cx="1574401" cy="3136060"/>
          </a:xfrm>
          <a:prstGeom prst="roundRect">
            <a:avLst>
              <a:gd name="adj" fmla="val 4112"/>
            </a:avLst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274320" rIns="91440" rtlCol="0" anchor="t"/>
          <a:lstStyle/>
          <a:p>
            <a:pPr marL="0" marR="0" lvl="0" indent="0" algn="ctr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DF496BAE-E09D-947D-D38B-BDCE9D7D2738}"/>
              </a:ext>
            </a:extLst>
          </p:cNvPr>
          <p:cNvSpPr/>
          <p:nvPr userDrawn="1"/>
        </p:nvSpPr>
        <p:spPr>
          <a:xfrm>
            <a:off x="2060826" y="1221214"/>
            <a:ext cx="1574401" cy="3136060"/>
          </a:xfrm>
          <a:prstGeom prst="roundRect">
            <a:avLst>
              <a:gd name="adj" fmla="val 4112"/>
            </a:avLst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274320" rIns="91440" rtlCol="0" anchor="t"/>
          <a:lstStyle/>
          <a:p>
            <a:pPr marL="0" marR="0" lvl="0" indent="0" algn="ctr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5526ACB-854D-C871-D180-A45A45DF5B93}"/>
              </a:ext>
            </a:extLst>
          </p:cNvPr>
          <p:cNvSpPr/>
          <p:nvPr userDrawn="1"/>
        </p:nvSpPr>
        <p:spPr>
          <a:xfrm>
            <a:off x="3784799" y="1221214"/>
            <a:ext cx="1574401" cy="3136060"/>
          </a:xfrm>
          <a:prstGeom prst="roundRect">
            <a:avLst>
              <a:gd name="adj" fmla="val 3510"/>
            </a:avLst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274320" rIns="91440" rtlCol="0" anchor="t"/>
          <a:lstStyle/>
          <a:p>
            <a:pPr marL="0" marR="0" lvl="0" indent="0" algn="ctr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2C6FA5C6-802D-D31B-B177-04AC894295D1}"/>
              </a:ext>
            </a:extLst>
          </p:cNvPr>
          <p:cNvSpPr/>
          <p:nvPr userDrawn="1"/>
        </p:nvSpPr>
        <p:spPr>
          <a:xfrm>
            <a:off x="5508771" y="1221214"/>
            <a:ext cx="1574401" cy="3136060"/>
          </a:xfrm>
          <a:prstGeom prst="roundRect">
            <a:avLst>
              <a:gd name="adj" fmla="val 3510"/>
            </a:avLst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274320" rIns="91440" rtlCol="0" anchor="t"/>
          <a:lstStyle/>
          <a:p>
            <a:pPr marL="0" marR="0" lvl="0" indent="0" algn="ctr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C58CB616-C55A-31E0-FA42-DAB0F45C36D6}"/>
              </a:ext>
            </a:extLst>
          </p:cNvPr>
          <p:cNvSpPr/>
          <p:nvPr userDrawn="1"/>
        </p:nvSpPr>
        <p:spPr>
          <a:xfrm>
            <a:off x="7232744" y="1221214"/>
            <a:ext cx="1574401" cy="3136060"/>
          </a:xfrm>
          <a:prstGeom prst="roundRect">
            <a:avLst>
              <a:gd name="adj" fmla="val 4112"/>
            </a:avLst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274320" rIns="91440" rtlCol="0" anchor="t"/>
          <a:lstStyle/>
          <a:p>
            <a:pPr marL="0" marR="0" lvl="0" indent="0" algn="ctr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01CD6B5-670C-EB96-8808-273DD99B68B8}"/>
              </a:ext>
            </a:extLst>
          </p:cNvPr>
          <p:cNvSpPr/>
          <p:nvPr userDrawn="1"/>
        </p:nvSpPr>
        <p:spPr>
          <a:xfrm>
            <a:off x="905225" y="1002385"/>
            <a:ext cx="437657" cy="437657"/>
          </a:xfrm>
          <a:prstGeom prst="ellipse">
            <a:avLst/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E68A5DF-0675-D436-F925-2B6C2FD49A19}"/>
              </a:ext>
            </a:extLst>
          </p:cNvPr>
          <p:cNvSpPr/>
          <p:nvPr userDrawn="1"/>
        </p:nvSpPr>
        <p:spPr>
          <a:xfrm>
            <a:off x="2628966" y="1002385"/>
            <a:ext cx="437657" cy="437657"/>
          </a:xfrm>
          <a:prstGeom prst="ellipse">
            <a:avLst/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4CC72EE-F79E-4CD7-4C2C-ED25486E48FF}"/>
              </a:ext>
            </a:extLst>
          </p:cNvPr>
          <p:cNvSpPr/>
          <p:nvPr userDrawn="1"/>
        </p:nvSpPr>
        <p:spPr>
          <a:xfrm>
            <a:off x="4352707" y="1002385"/>
            <a:ext cx="437657" cy="437657"/>
          </a:xfrm>
          <a:prstGeom prst="ellipse">
            <a:avLst/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2AAC67F-F756-1F1E-4E02-7650208CC87D}"/>
              </a:ext>
            </a:extLst>
          </p:cNvPr>
          <p:cNvSpPr/>
          <p:nvPr userDrawn="1"/>
        </p:nvSpPr>
        <p:spPr>
          <a:xfrm>
            <a:off x="6076448" y="1002385"/>
            <a:ext cx="437657" cy="437657"/>
          </a:xfrm>
          <a:prstGeom prst="ellipse">
            <a:avLst/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EA53705-ED58-F0D0-6D25-47A51D603603}"/>
              </a:ext>
            </a:extLst>
          </p:cNvPr>
          <p:cNvSpPr/>
          <p:nvPr userDrawn="1"/>
        </p:nvSpPr>
        <p:spPr>
          <a:xfrm>
            <a:off x="7800188" y="1002385"/>
            <a:ext cx="437657" cy="437657"/>
          </a:xfrm>
          <a:prstGeom prst="ellipse">
            <a:avLst/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5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73B509CF-67CB-E74E-B0E3-8363C12D9A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6854" y="250372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733D5B-F89B-E945-B8D8-2E3894FB1D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142741E-FD3D-CC41-8E2A-FA36FF61A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3" y="445961"/>
            <a:ext cx="8470293" cy="506940"/>
          </a:xfrm>
        </p:spPr>
        <p:txBody>
          <a:bodyPr>
            <a:noAutofit/>
          </a:bodyPr>
          <a:lstStyle/>
          <a:p>
            <a:r>
              <a:rPr lang="en-US"/>
              <a:t>5 Column Summaries and Scorecards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F687F221-42DE-FE8D-380B-A926FA62F73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34C063-70B6-87AE-193E-7471D1900EF7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45F366-5F1E-E56C-398F-89039459123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05363104"/>
              </p:ext>
            </p:extLst>
          </p:nvPr>
        </p:nvGraphicFramePr>
        <p:xfrm>
          <a:off x="4422321" y="4732501"/>
          <a:ext cx="868087" cy="2302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727">
                  <a:extLst>
                    <a:ext uri="{9D8B030D-6E8A-4147-A177-3AD203B41FA5}">
                      <a16:colId xmlns:a16="http://schemas.microsoft.com/office/drawing/2014/main" val="266599247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1794092573"/>
                    </a:ext>
                  </a:extLst>
                </a:gridCol>
              </a:tblGrid>
              <a:tr h="23026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Arial" panose="020B0604020202020204" pitchFamily="34" charset="0"/>
                        </a:rPr>
                        <a:t>n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spc="-10" baseline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Not on track</a:t>
                      </a:r>
                    </a:p>
                  </a:txBody>
                  <a:tcPr marL="36576" marR="0" marT="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C00000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54361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CBF747E-7E3C-6C74-039F-8647CCF32C0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772418996"/>
              </p:ext>
            </p:extLst>
          </p:nvPr>
        </p:nvGraphicFramePr>
        <p:xfrm>
          <a:off x="5290408" y="4732501"/>
          <a:ext cx="868680" cy="2302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66599247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1794092573"/>
                    </a:ext>
                  </a:extLst>
                </a:gridCol>
              </a:tblGrid>
              <a:tr h="23026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Arial" panose="020B0604020202020204" pitchFamily="34" charset="0"/>
                        </a:rPr>
                        <a:t>n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Completed</a:t>
                      </a:r>
                    </a:p>
                  </a:txBody>
                  <a:tcPr marL="36576" marR="0" marT="0" marB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0070C0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54361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ECB92F-EA8B-61BC-C725-746CCDA0342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44127070"/>
              </p:ext>
            </p:extLst>
          </p:nvPr>
        </p:nvGraphicFramePr>
        <p:xfrm>
          <a:off x="6159088" y="4732501"/>
          <a:ext cx="868087" cy="2302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727">
                  <a:extLst>
                    <a:ext uri="{9D8B030D-6E8A-4147-A177-3AD203B41FA5}">
                      <a16:colId xmlns:a16="http://schemas.microsoft.com/office/drawing/2014/main" val="266599247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1794092573"/>
                    </a:ext>
                  </a:extLst>
                </a:gridCol>
              </a:tblGrid>
              <a:tr h="23026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Arial" panose="020B0604020202020204" pitchFamily="34" charset="0"/>
                        </a:rPr>
                        <a:t>n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Not started</a:t>
                      </a:r>
                    </a:p>
                  </a:txBody>
                  <a:tcPr marL="36576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54361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36422A5-70D7-A735-B236-70CAC88446E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92326547"/>
              </p:ext>
            </p:extLst>
          </p:nvPr>
        </p:nvGraphicFramePr>
        <p:xfrm>
          <a:off x="3553937" y="4732501"/>
          <a:ext cx="868087" cy="2302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727">
                  <a:extLst>
                    <a:ext uri="{9D8B030D-6E8A-4147-A177-3AD203B41FA5}">
                      <a16:colId xmlns:a16="http://schemas.microsoft.com/office/drawing/2014/main" val="266599247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1794092573"/>
                    </a:ext>
                  </a:extLst>
                </a:gridCol>
              </a:tblGrid>
              <a:tr h="23026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Arial" panose="020B0604020202020204" pitchFamily="34" charset="0"/>
                        </a:rPr>
                        <a:t>n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At risk</a:t>
                      </a:r>
                    </a:p>
                  </a:txBody>
                  <a:tcPr marL="36576" marR="0" marT="0" marB="0"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C000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54361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B4688FC-C54E-C408-8754-16142CAE6ED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37816081"/>
              </p:ext>
            </p:extLst>
          </p:nvPr>
        </p:nvGraphicFramePr>
        <p:xfrm>
          <a:off x="2685257" y="4732501"/>
          <a:ext cx="868680" cy="2302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66599247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1794092573"/>
                    </a:ext>
                  </a:extLst>
                </a:gridCol>
              </a:tblGrid>
              <a:tr h="23026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Webdings" panose="05030102010509060703" pitchFamily="18" charset="2"/>
                          <a:ea typeface="+mn-ea"/>
                          <a:cs typeface="Arial" panose="020B0604020202020204" pitchFamily="34" charset="0"/>
                        </a:rPr>
                        <a:t>n</a:t>
                      </a: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On track</a:t>
                      </a:r>
                    </a:p>
                  </a:txBody>
                  <a:tcPr marL="36576" marR="0" marT="0" marB="0" anchor="ctr">
                    <a:lnL w="127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92D050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543613"/>
                  </a:ext>
                </a:extLst>
              </a:tr>
            </a:tbl>
          </a:graphicData>
        </a:graphic>
      </p:graphicFrame>
      <p:sp>
        <p:nvSpPr>
          <p:cNvPr id="55" name="Text Placeholder 25">
            <a:extLst>
              <a:ext uri="{FF2B5EF4-FFF2-40B4-BE49-F238E27FC236}">
                <a16:creationId xmlns:a16="http://schemas.microsoft.com/office/drawing/2014/main" id="{D6160195-2ED9-5F45-D596-D3AB79B1270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6499" y="1472238"/>
            <a:ext cx="1573474" cy="1396670"/>
          </a:xfrm>
        </p:spPr>
        <p:txBody>
          <a:bodyPr lIns="45720" tIns="45720" rIns="45720" bIns="45720"/>
          <a:lstStyle>
            <a:lvl1pPr marL="0" indent="0" algn="ctr">
              <a:buNone/>
              <a:defRPr sz="1100"/>
            </a:lvl1pPr>
            <a:lvl2pPr marL="228600" indent="0" algn="ctr">
              <a:buNone/>
              <a:defRPr sz="1100"/>
            </a:lvl2pPr>
            <a:lvl3pPr marL="457200" indent="0" algn="ctr">
              <a:buNone/>
              <a:defRPr sz="1100"/>
            </a:lvl3pPr>
            <a:lvl4pPr marL="640080" indent="0" algn="ctr">
              <a:buNone/>
              <a:defRPr sz="1100"/>
            </a:lvl4pPr>
            <a:lvl5pPr marL="777240" indent="0" algn="ctr">
              <a:buNone/>
              <a:defRPr sz="1100"/>
            </a:lvl5pPr>
          </a:lstStyle>
          <a:p>
            <a:pPr marL="0" marR="0" lvl="0" indent="0" algn="ctr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Summary point or body copy here set in Arial Regular 11pt, select text and type to replace. </a:t>
            </a:r>
          </a:p>
        </p:txBody>
      </p:sp>
      <p:sp>
        <p:nvSpPr>
          <p:cNvPr id="58" name="Text Placeholder 25">
            <a:extLst>
              <a:ext uri="{FF2B5EF4-FFF2-40B4-BE49-F238E27FC236}">
                <a16:creationId xmlns:a16="http://schemas.microsoft.com/office/drawing/2014/main" id="{B6D6B0B7-47BA-8FD8-9482-B9107CAE68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059666" y="1472238"/>
            <a:ext cx="1573474" cy="1396670"/>
          </a:xfrm>
        </p:spPr>
        <p:txBody>
          <a:bodyPr lIns="45720" tIns="45720" rIns="45720" bIns="45720"/>
          <a:lstStyle>
            <a:lvl1pPr marL="0" indent="0" algn="ctr">
              <a:buNone/>
              <a:defRPr sz="1100"/>
            </a:lvl1pPr>
            <a:lvl2pPr marL="228600" indent="0" algn="ctr">
              <a:buNone/>
              <a:defRPr sz="1100"/>
            </a:lvl2pPr>
            <a:lvl3pPr marL="457200" indent="0" algn="ctr">
              <a:buNone/>
              <a:defRPr sz="1100"/>
            </a:lvl3pPr>
            <a:lvl4pPr marL="640080" indent="0" algn="ctr">
              <a:buNone/>
              <a:defRPr sz="1100"/>
            </a:lvl4pPr>
            <a:lvl5pPr marL="777240" indent="0" algn="ctr">
              <a:buNone/>
              <a:defRPr sz="1100"/>
            </a:lvl5pPr>
          </a:lstStyle>
          <a:p>
            <a:pPr marL="0" marR="0" lvl="0" indent="0" algn="ctr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Summary point or body copy here set in Arial Regular 11pt, select text and type to replace. </a:t>
            </a:r>
          </a:p>
        </p:txBody>
      </p:sp>
      <p:sp>
        <p:nvSpPr>
          <p:cNvPr id="59" name="Text Placeholder 25">
            <a:extLst>
              <a:ext uri="{FF2B5EF4-FFF2-40B4-BE49-F238E27FC236}">
                <a16:creationId xmlns:a16="http://schemas.microsoft.com/office/drawing/2014/main" id="{AB8CF6FD-D541-DF01-D451-F96CCBE34A9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81320" y="1472238"/>
            <a:ext cx="1573474" cy="1396670"/>
          </a:xfrm>
        </p:spPr>
        <p:txBody>
          <a:bodyPr lIns="45720" tIns="45720" rIns="45720" bIns="45720"/>
          <a:lstStyle>
            <a:lvl1pPr marL="0" indent="0" algn="ctr">
              <a:buNone/>
              <a:defRPr sz="1100"/>
            </a:lvl1pPr>
            <a:lvl2pPr marL="228600" indent="0" algn="ctr">
              <a:buNone/>
              <a:defRPr sz="1100"/>
            </a:lvl2pPr>
            <a:lvl3pPr marL="457200" indent="0" algn="ctr">
              <a:buNone/>
              <a:defRPr sz="1100"/>
            </a:lvl3pPr>
            <a:lvl4pPr marL="640080" indent="0" algn="ctr">
              <a:buNone/>
              <a:defRPr sz="1100"/>
            </a:lvl4pPr>
            <a:lvl5pPr marL="777240" indent="0" algn="ctr">
              <a:buNone/>
              <a:defRPr sz="1100"/>
            </a:lvl5pPr>
          </a:lstStyle>
          <a:p>
            <a:pPr marL="0" marR="0" lvl="0" indent="0" algn="ctr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Summary point or body copy here set in Arial Regular 11pt, select text and type to replace. </a:t>
            </a:r>
          </a:p>
        </p:txBody>
      </p:sp>
      <p:sp>
        <p:nvSpPr>
          <p:cNvPr id="60" name="Text Placeholder 25">
            <a:extLst>
              <a:ext uri="{FF2B5EF4-FFF2-40B4-BE49-F238E27FC236}">
                <a16:creationId xmlns:a16="http://schemas.microsoft.com/office/drawing/2014/main" id="{D3B46C6E-0657-DE49-C30B-138498396C4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507380" y="1472238"/>
            <a:ext cx="1573474" cy="1396670"/>
          </a:xfrm>
        </p:spPr>
        <p:txBody>
          <a:bodyPr lIns="45720" tIns="45720" rIns="45720" bIns="45720"/>
          <a:lstStyle>
            <a:lvl1pPr marL="0" indent="0" algn="ctr">
              <a:buNone/>
              <a:defRPr sz="1100"/>
            </a:lvl1pPr>
            <a:lvl2pPr marL="228600" indent="0" algn="ctr">
              <a:buNone/>
              <a:defRPr sz="1100"/>
            </a:lvl2pPr>
            <a:lvl3pPr marL="457200" indent="0" algn="ctr">
              <a:buNone/>
              <a:defRPr sz="1100"/>
            </a:lvl3pPr>
            <a:lvl4pPr marL="640080" indent="0" algn="ctr">
              <a:buNone/>
              <a:defRPr sz="1100"/>
            </a:lvl4pPr>
            <a:lvl5pPr marL="777240" indent="0" algn="ctr">
              <a:buNone/>
              <a:defRPr sz="1100"/>
            </a:lvl5pPr>
          </a:lstStyle>
          <a:p>
            <a:pPr marL="0" marR="0" lvl="0" indent="0" algn="ctr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Summary point or body copy here set in Arial Regular 11pt, select text and type to replace. </a:t>
            </a:r>
          </a:p>
        </p:txBody>
      </p:sp>
      <p:sp>
        <p:nvSpPr>
          <p:cNvPr id="61" name="Text Placeholder 25">
            <a:extLst>
              <a:ext uri="{FF2B5EF4-FFF2-40B4-BE49-F238E27FC236}">
                <a16:creationId xmlns:a16="http://schemas.microsoft.com/office/drawing/2014/main" id="{AE8C6081-AFDC-7E18-550A-7CA1A31537E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229034" y="1472238"/>
            <a:ext cx="1573474" cy="1396670"/>
          </a:xfrm>
        </p:spPr>
        <p:txBody>
          <a:bodyPr lIns="45720" tIns="45720" rIns="45720" bIns="45720"/>
          <a:lstStyle>
            <a:lvl1pPr marL="0" indent="0" algn="ctr">
              <a:buNone/>
              <a:defRPr sz="1100"/>
            </a:lvl1pPr>
            <a:lvl2pPr marL="228600" indent="0" algn="ctr">
              <a:buNone/>
              <a:defRPr sz="1100"/>
            </a:lvl2pPr>
            <a:lvl3pPr marL="457200" indent="0" algn="ctr">
              <a:buNone/>
              <a:defRPr sz="1100"/>
            </a:lvl3pPr>
            <a:lvl4pPr marL="640080" indent="0" algn="ctr">
              <a:buNone/>
              <a:defRPr sz="1100"/>
            </a:lvl4pPr>
            <a:lvl5pPr marL="777240" indent="0" algn="ctr">
              <a:buNone/>
              <a:defRPr sz="1100"/>
            </a:lvl5pPr>
          </a:lstStyle>
          <a:p>
            <a:pPr marL="0" marR="0" lvl="0" indent="0" algn="ctr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Summary point or body copy here set in Arial Regular 11pt, select text and type to replace. </a:t>
            </a:r>
          </a:p>
        </p:txBody>
      </p:sp>
    </p:spTree>
    <p:extLst>
      <p:ext uri="{BB962C8B-B14F-4D97-AF65-F5344CB8AC3E}">
        <p14:creationId xmlns:p14="http://schemas.microsoft.com/office/powerpoint/2010/main" val="74217502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icture Placeholder 60">
            <a:extLst>
              <a:ext uri="{FF2B5EF4-FFF2-40B4-BE49-F238E27FC236}">
                <a16:creationId xmlns:a16="http://schemas.microsoft.com/office/drawing/2014/main" id="{2F833BE4-99AB-F6EA-13B6-FAF493D2BF05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358883" y="3536127"/>
            <a:ext cx="1490663" cy="901701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Add Image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690522F-9C57-0D40-AA23-D8959DECD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5" y="445961"/>
            <a:ext cx="8470292" cy="5069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Timeline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0A9C089A-1AF8-A147-8956-6641C8A538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855" y="250373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27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892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55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783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3406CE-F2B3-6B46-AEAA-2B50F21E6C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6" y="4739836"/>
            <a:ext cx="711200" cy="268305"/>
          </a:xfrm>
          <a:prstGeom prst="rect">
            <a:avLst/>
          </a:prstGeom>
          <a:noFill/>
        </p:spPr>
      </p:pic>
      <p:cxnSp>
        <p:nvCxnSpPr>
          <p:cNvPr id="7" name="Straight Connector 6" descr="timeline">
            <a:extLst>
              <a:ext uri="{FF2B5EF4-FFF2-40B4-BE49-F238E27FC236}">
                <a16:creationId xmlns:a16="http://schemas.microsoft.com/office/drawing/2014/main" id="{23178A29-EA28-6CB1-F014-DC40C915DE7A}"/>
              </a:ext>
            </a:extLst>
          </p:cNvPr>
          <p:cNvCxnSpPr>
            <a:cxnSpLocks/>
          </p:cNvCxnSpPr>
          <p:nvPr userDrawn="1"/>
        </p:nvCxnSpPr>
        <p:spPr>
          <a:xfrm flipH="1">
            <a:off x="368587" y="2720960"/>
            <a:ext cx="8562195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 descr="timeline">
            <a:extLst>
              <a:ext uri="{FF2B5EF4-FFF2-40B4-BE49-F238E27FC236}">
                <a16:creationId xmlns:a16="http://schemas.microsoft.com/office/drawing/2014/main" id="{655AF683-08B0-E6ED-138E-D7CE17C12ED5}"/>
              </a:ext>
            </a:extLst>
          </p:cNvPr>
          <p:cNvCxnSpPr>
            <a:cxnSpLocks/>
          </p:cNvCxnSpPr>
          <p:nvPr userDrawn="1"/>
        </p:nvCxnSpPr>
        <p:spPr>
          <a:xfrm flipV="1">
            <a:off x="368587" y="2609533"/>
            <a:ext cx="0" cy="222855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 descr="timeline">
            <a:extLst>
              <a:ext uri="{FF2B5EF4-FFF2-40B4-BE49-F238E27FC236}">
                <a16:creationId xmlns:a16="http://schemas.microsoft.com/office/drawing/2014/main" id="{38BFB5BD-9961-52C4-FC70-DE7BAAED8174}"/>
              </a:ext>
            </a:extLst>
          </p:cNvPr>
          <p:cNvCxnSpPr>
            <a:cxnSpLocks/>
          </p:cNvCxnSpPr>
          <p:nvPr userDrawn="1"/>
        </p:nvCxnSpPr>
        <p:spPr>
          <a:xfrm flipV="1">
            <a:off x="8930782" y="2609533"/>
            <a:ext cx="0" cy="222855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61C9294B-FA99-F974-4506-1CAA047014F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48854" y="1966847"/>
            <a:ext cx="1482248" cy="281910"/>
          </a:xfrm>
        </p:spPr>
        <p:txBody>
          <a:bodyPr/>
          <a:lstStyle>
            <a:lvl1pPr marL="0" indent="0" algn="l">
              <a:lnSpc>
                <a:spcPct val="85000"/>
              </a:lnSpc>
              <a:spcAft>
                <a:spcPts val="450"/>
              </a:spcAft>
              <a:buNone/>
              <a:defRPr sz="998"/>
            </a:lvl1pPr>
            <a:lvl2pPr marL="228595" indent="0">
              <a:buNone/>
              <a:defRPr sz="998"/>
            </a:lvl2pPr>
            <a:lvl3pPr marL="457189" indent="0">
              <a:buNone/>
              <a:defRPr sz="998"/>
            </a:lvl3pPr>
            <a:lvl4pPr marL="640064" indent="0">
              <a:buNone/>
              <a:defRPr sz="998"/>
            </a:lvl4pPr>
            <a:lvl5pPr marL="777221" indent="0">
              <a:buNone/>
              <a:defRPr sz="998"/>
            </a:lvl5pPr>
          </a:lstStyle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 for timeline, up to two lines of copy</a:t>
            </a:r>
          </a:p>
        </p:txBody>
      </p:sp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61BE1835-7CE9-2835-08FF-DCD5A2949B27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348853" y="1003698"/>
            <a:ext cx="1490663" cy="901701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Add Image</a:t>
            </a:r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7BC6D799-9AD9-AA92-F2FE-224FDF590B2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39255" y="2404978"/>
            <a:ext cx="841597" cy="166769"/>
          </a:xfrm>
        </p:spPr>
        <p:txBody>
          <a:bodyPr/>
          <a:lstStyle>
            <a:lvl1pPr marL="0" indent="0">
              <a:buNone/>
              <a:defRPr sz="1050" b="1">
                <a:solidFill>
                  <a:schemeClr val="tx2"/>
                </a:solidFill>
              </a:defRPr>
            </a:lvl1pPr>
            <a:lvl2pPr marL="228595" indent="0">
              <a:buNone/>
              <a:defRPr>
                <a:solidFill>
                  <a:schemeClr val="tx2"/>
                </a:solidFill>
              </a:defRPr>
            </a:lvl2pPr>
            <a:lvl3pPr marL="457189" indent="0">
              <a:buNone/>
              <a:defRPr>
                <a:solidFill>
                  <a:schemeClr val="tx2"/>
                </a:solidFill>
              </a:defRPr>
            </a:lvl3pPr>
            <a:lvl4pPr marL="640064" indent="0">
              <a:buNone/>
              <a:defRPr>
                <a:solidFill>
                  <a:schemeClr val="tx2"/>
                </a:solidFill>
              </a:defRPr>
            </a:lvl4pPr>
            <a:lvl5pPr marL="777221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XXXX (Year)</a:t>
            </a:r>
          </a:p>
        </p:txBody>
      </p:sp>
      <p:sp>
        <p:nvSpPr>
          <p:cNvPr id="65" name="Text Placeholder 58">
            <a:extLst>
              <a:ext uri="{FF2B5EF4-FFF2-40B4-BE49-F238E27FC236}">
                <a16:creationId xmlns:a16="http://schemas.microsoft.com/office/drawing/2014/main" id="{2EF9A23C-A53F-28DE-688E-9519C92B6E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6229" y="3189621"/>
            <a:ext cx="1482248" cy="281910"/>
          </a:xfrm>
        </p:spPr>
        <p:txBody>
          <a:bodyPr/>
          <a:lstStyle>
            <a:lvl1pPr marL="0" indent="0" algn="l">
              <a:lnSpc>
                <a:spcPct val="85000"/>
              </a:lnSpc>
              <a:spcAft>
                <a:spcPts val="450"/>
              </a:spcAft>
              <a:buNone/>
              <a:defRPr sz="998"/>
            </a:lvl1pPr>
            <a:lvl2pPr marL="228595" indent="0">
              <a:buNone/>
              <a:defRPr sz="998"/>
            </a:lvl2pPr>
            <a:lvl3pPr marL="457189" indent="0">
              <a:buNone/>
              <a:defRPr sz="998"/>
            </a:lvl3pPr>
            <a:lvl4pPr marL="640064" indent="0">
              <a:buNone/>
              <a:defRPr sz="998"/>
            </a:lvl4pPr>
            <a:lvl5pPr marL="777221" indent="0">
              <a:buNone/>
              <a:defRPr sz="998"/>
            </a:lvl5pPr>
          </a:lstStyle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 for timeline, up to two lines of copy</a:t>
            </a:r>
          </a:p>
        </p:txBody>
      </p:sp>
      <p:sp>
        <p:nvSpPr>
          <p:cNvPr id="67" name="Text Placeholder 63">
            <a:extLst>
              <a:ext uri="{FF2B5EF4-FFF2-40B4-BE49-F238E27FC236}">
                <a16:creationId xmlns:a16="http://schemas.microsoft.com/office/drawing/2014/main" id="{6CBA0F49-91B2-2EDF-715C-86D373B3A70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82670" y="2906722"/>
            <a:ext cx="498182" cy="148039"/>
          </a:xfrm>
        </p:spPr>
        <p:txBody>
          <a:bodyPr/>
          <a:lstStyle>
            <a:lvl1pPr marL="0" indent="0">
              <a:buNone/>
              <a:defRPr sz="1050" b="1">
                <a:solidFill>
                  <a:schemeClr val="tx2"/>
                </a:solidFill>
              </a:defRPr>
            </a:lvl1pPr>
            <a:lvl2pPr marL="228595" indent="0">
              <a:buNone/>
              <a:defRPr>
                <a:solidFill>
                  <a:schemeClr val="tx2"/>
                </a:solidFill>
              </a:defRPr>
            </a:lvl2pPr>
            <a:lvl3pPr marL="457189" indent="0">
              <a:buNone/>
              <a:defRPr>
                <a:solidFill>
                  <a:schemeClr val="tx2"/>
                </a:solidFill>
              </a:defRPr>
            </a:lvl3pPr>
            <a:lvl4pPr marL="640064" indent="0">
              <a:buNone/>
              <a:defRPr>
                <a:solidFill>
                  <a:schemeClr val="tx2"/>
                </a:solidFill>
              </a:defRPr>
            </a:lvl4pPr>
            <a:lvl5pPr marL="777221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XXXX</a:t>
            </a:r>
          </a:p>
        </p:txBody>
      </p:sp>
      <p:sp>
        <p:nvSpPr>
          <p:cNvPr id="68" name="Text Placeholder 63">
            <a:extLst>
              <a:ext uri="{FF2B5EF4-FFF2-40B4-BE49-F238E27FC236}">
                <a16:creationId xmlns:a16="http://schemas.microsoft.com/office/drawing/2014/main" id="{73A7247C-5249-98E1-1457-96DED0C5E63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656636" y="2405220"/>
            <a:ext cx="498182" cy="148039"/>
          </a:xfrm>
        </p:spPr>
        <p:txBody>
          <a:bodyPr/>
          <a:lstStyle>
            <a:lvl1pPr marL="0" indent="0">
              <a:buNone/>
              <a:defRPr sz="1050" b="1">
                <a:solidFill>
                  <a:schemeClr val="tx2"/>
                </a:solidFill>
              </a:defRPr>
            </a:lvl1pPr>
            <a:lvl2pPr marL="228595" indent="0">
              <a:buNone/>
              <a:defRPr>
                <a:solidFill>
                  <a:schemeClr val="tx2"/>
                </a:solidFill>
              </a:defRPr>
            </a:lvl2pPr>
            <a:lvl3pPr marL="457189" indent="0">
              <a:buNone/>
              <a:defRPr>
                <a:solidFill>
                  <a:schemeClr val="tx2"/>
                </a:solidFill>
              </a:defRPr>
            </a:lvl3pPr>
            <a:lvl4pPr marL="640064" indent="0">
              <a:buNone/>
              <a:defRPr>
                <a:solidFill>
                  <a:schemeClr val="tx2"/>
                </a:solidFill>
              </a:defRPr>
            </a:lvl4pPr>
            <a:lvl5pPr marL="777221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XXXX</a:t>
            </a:r>
          </a:p>
        </p:txBody>
      </p:sp>
      <p:sp>
        <p:nvSpPr>
          <p:cNvPr id="81" name="Text Placeholder 63">
            <a:extLst>
              <a:ext uri="{FF2B5EF4-FFF2-40B4-BE49-F238E27FC236}">
                <a16:creationId xmlns:a16="http://schemas.microsoft.com/office/drawing/2014/main" id="{A93F23EB-7C33-551C-CE2E-C8E8DE280D4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289626" y="2906721"/>
            <a:ext cx="498182" cy="148039"/>
          </a:xfrm>
        </p:spPr>
        <p:txBody>
          <a:bodyPr/>
          <a:lstStyle>
            <a:lvl1pPr marL="0" indent="0">
              <a:buNone/>
              <a:defRPr sz="1050" b="1">
                <a:solidFill>
                  <a:schemeClr val="tx2"/>
                </a:solidFill>
              </a:defRPr>
            </a:lvl1pPr>
            <a:lvl2pPr marL="228595" indent="0">
              <a:buNone/>
              <a:defRPr>
                <a:solidFill>
                  <a:schemeClr val="tx2"/>
                </a:solidFill>
              </a:defRPr>
            </a:lvl2pPr>
            <a:lvl3pPr marL="457189" indent="0">
              <a:buNone/>
              <a:defRPr>
                <a:solidFill>
                  <a:schemeClr val="tx2"/>
                </a:solidFill>
              </a:defRPr>
            </a:lvl3pPr>
            <a:lvl4pPr marL="640064" indent="0">
              <a:buNone/>
              <a:defRPr>
                <a:solidFill>
                  <a:schemeClr val="tx2"/>
                </a:solidFill>
              </a:defRPr>
            </a:lvl4pPr>
            <a:lvl5pPr marL="777221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XXXX</a:t>
            </a:r>
          </a:p>
        </p:txBody>
      </p:sp>
      <p:sp>
        <p:nvSpPr>
          <p:cNvPr id="91" name="Text Placeholder 63">
            <a:extLst>
              <a:ext uri="{FF2B5EF4-FFF2-40B4-BE49-F238E27FC236}">
                <a16:creationId xmlns:a16="http://schemas.microsoft.com/office/drawing/2014/main" id="{2973DD93-307E-ECCE-254A-45AF81B5FF1B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267573" y="2405795"/>
            <a:ext cx="498182" cy="148039"/>
          </a:xfrm>
        </p:spPr>
        <p:txBody>
          <a:bodyPr/>
          <a:lstStyle>
            <a:lvl1pPr marL="0" indent="0">
              <a:buNone/>
              <a:defRPr sz="1050" b="1">
                <a:solidFill>
                  <a:schemeClr val="tx2"/>
                </a:solidFill>
              </a:defRPr>
            </a:lvl1pPr>
            <a:lvl2pPr marL="228595" indent="0">
              <a:buNone/>
              <a:defRPr>
                <a:solidFill>
                  <a:schemeClr val="tx2"/>
                </a:solidFill>
              </a:defRPr>
            </a:lvl2pPr>
            <a:lvl3pPr marL="457189" indent="0">
              <a:buNone/>
              <a:defRPr>
                <a:solidFill>
                  <a:schemeClr val="tx2"/>
                </a:solidFill>
              </a:defRPr>
            </a:lvl3pPr>
            <a:lvl4pPr marL="640064" indent="0">
              <a:buNone/>
              <a:defRPr>
                <a:solidFill>
                  <a:schemeClr val="tx2"/>
                </a:solidFill>
              </a:defRPr>
            </a:lvl4pPr>
            <a:lvl5pPr marL="777221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XXXX</a:t>
            </a:r>
          </a:p>
        </p:txBody>
      </p:sp>
      <p:sp>
        <p:nvSpPr>
          <p:cNvPr id="103" name="Text Placeholder 63">
            <a:extLst>
              <a:ext uri="{FF2B5EF4-FFF2-40B4-BE49-F238E27FC236}">
                <a16:creationId xmlns:a16="http://schemas.microsoft.com/office/drawing/2014/main" id="{4582DEB4-72F9-038E-3524-F5E7CAFA88E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734833" y="2405219"/>
            <a:ext cx="498182" cy="148039"/>
          </a:xfrm>
        </p:spPr>
        <p:txBody>
          <a:bodyPr/>
          <a:lstStyle>
            <a:lvl1pPr marL="0" indent="0">
              <a:buNone/>
              <a:defRPr sz="1050" b="1">
                <a:solidFill>
                  <a:schemeClr val="tx2"/>
                </a:solidFill>
              </a:defRPr>
            </a:lvl1pPr>
            <a:lvl2pPr marL="228595" indent="0">
              <a:buNone/>
              <a:defRPr>
                <a:solidFill>
                  <a:schemeClr val="tx2"/>
                </a:solidFill>
              </a:defRPr>
            </a:lvl2pPr>
            <a:lvl3pPr marL="457189" indent="0">
              <a:buNone/>
              <a:defRPr>
                <a:solidFill>
                  <a:schemeClr val="tx2"/>
                </a:solidFill>
              </a:defRPr>
            </a:lvl3pPr>
            <a:lvl4pPr marL="640064" indent="0">
              <a:buNone/>
              <a:defRPr>
                <a:solidFill>
                  <a:schemeClr val="tx2"/>
                </a:solidFill>
              </a:defRPr>
            </a:lvl4pPr>
            <a:lvl5pPr marL="777221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XXXX</a:t>
            </a:r>
          </a:p>
        </p:txBody>
      </p:sp>
      <p:sp>
        <p:nvSpPr>
          <p:cNvPr id="109" name="Text Placeholder 63">
            <a:extLst>
              <a:ext uri="{FF2B5EF4-FFF2-40B4-BE49-F238E27FC236}">
                <a16:creationId xmlns:a16="http://schemas.microsoft.com/office/drawing/2014/main" id="{E69E4DC1-0EF5-27FD-CD6F-1C84AFF6A50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908635" y="2906721"/>
            <a:ext cx="498182" cy="148039"/>
          </a:xfrm>
        </p:spPr>
        <p:txBody>
          <a:bodyPr/>
          <a:lstStyle>
            <a:lvl1pPr marL="0" indent="0">
              <a:buNone/>
              <a:defRPr sz="1050" b="1">
                <a:solidFill>
                  <a:schemeClr val="tx2"/>
                </a:solidFill>
              </a:defRPr>
            </a:lvl1pPr>
            <a:lvl2pPr marL="228595" indent="0">
              <a:buNone/>
              <a:defRPr>
                <a:solidFill>
                  <a:schemeClr val="tx2"/>
                </a:solidFill>
              </a:defRPr>
            </a:lvl2pPr>
            <a:lvl3pPr marL="457189" indent="0">
              <a:buNone/>
              <a:defRPr>
                <a:solidFill>
                  <a:schemeClr val="tx2"/>
                </a:solidFill>
              </a:defRPr>
            </a:lvl3pPr>
            <a:lvl4pPr marL="640064" indent="0">
              <a:buNone/>
              <a:defRPr>
                <a:solidFill>
                  <a:schemeClr val="tx2"/>
                </a:solidFill>
              </a:defRPr>
            </a:lvl4pPr>
            <a:lvl5pPr marL="777221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XXXX</a:t>
            </a:r>
          </a:p>
        </p:txBody>
      </p:sp>
      <p:sp>
        <p:nvSpPr>
          <p:cNvPr id="43" name="Picture Placeholder 60">
            <a:extLst>
              <a:ext uri="{FF2B5EF4-FFF2-40B4-BE49-F238E27FC236}">
                <a16:creationId xmlns:a16="http://schemas.microsoft.com/office/drawing/2014/main" id="{B981471D-BB9A-4F69-95AF-823885E60298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2144561" y="3536127"/>
            <a:ext cx="1490663" cy="901701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Add Image</a:t>
            </a:r>
          </a:p>
        </p:txBody>
      </p:sp>
      <p:sp>
        <p:nvSpPr>
          <p:cNvPr id="44" name="Text Placeholder 58">
            <a:extLst>
              <a:ext uri="{FF2B5EF4-FFF2-40B4-BE49-F238E27FC236}">
                <a16:creationId xmlns:a16="http://schemas.microsoft.com/office/drawing/2014/main" id="{F3DCB38E-8394-415F-9BF5-AB32EF3B5E3A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34532" y="1966847"/>
            <a:ext cx="1482248" cy="281910"/>
          </a:xfrm>
        </p:spPr>
        <p:txBody>
          <a:bodyPr/>
          <a:lstStyle>
            <a:lvl1pPr marL="0" indent="0" algn="l">
              <a:lnSpc>
                <a:spcPct val="85000"/>
              </a:lnSpc>
              <a:spcAft>
                <a:spcPts val="450"/>
              </a:spcAft>
              <a:buNone/>
              <a:defRPr sz="998"/>
            </a:lvl1pPr>
            <a:lvl2pPr marL="228595" indent="0">
              <a:buNone/>
              <a:defRPr sz="998"/>
            </a:lvl2pPr>
            <a:lvl3pPr marL="457189" indent="0">
              <a:buNone/>
              <a:defRPr sz="998"/>
            </a:lvl3pPr>
            <a:lvl4pPr marL="640064" indent="0">
              <a:buNone/>
              <a:defRPr sz="998"/>
            </a:lvl4pPr>
            <a:lvl5pPr marL="777221" indent="0">
              <a:buNone/>
              <a:defRPr sz="998"/>
            </a:lvl5pPr>
          </a:lstStyle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 for timeline, up to two lines of copy</a:t>
            </a:r>
          </a:p>
        </p:txBody>
      </p:sp>
      <p:sp>
        <p:nvSpPr>
          <p:cNvPr id="45" name="Picture Placeholder 60">
            <a:extLst>
              <a:ext uri="{FF2B5EF4-FFF2-40B4-BE49-F238E27FC236}">
                <a16:creationId xmlns:a16="http://schemas.microsoft.com/office/drawing/2014/main" id="{910CF430-14D7-4D0F-92D7-05F92AB20C42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2134531" y="1003698"/>
            <a:ext cx="1490663" cy="901701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Add Image</a:t>
            </a:r>
          </a:p>
        </p:txBody>
      </p:sp>
      <p:sp>
        <p:nvSpPr>
          <p:cNvPr id="46" name="Text Placeholder 58">
            <a:extLst>
              <a:ext uri="{FF2B5EF4-FFF2-40B4-BE49-F238E27FC236}">
                <a16:creationId xmlns:a16="http://schemas.microsoft.com/office/drawing/2014/main" id="{459934BA-2CB8-434B-9B6A-0870B68E365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151907" y="3189621"/>
            <a:ext cx="1482248" cy="281910"/>
          </a:xfrm>
        </p:spPr>
        <p:txBody>
          <a:bodyPr/>
          <a:lstStyle>
            <a:lvl1pPr marL="0" indent="0" algn="l">
              <a:lnSpc>
                <a:spcPct val="85000"/>
              </a:lnSpc>
              <a:spcAft>
                <a:spcPts val="450"/>
              </a:spcAft>
              <a:buNone/>
              <a:defRPr sz="998"/>
            </a:lvl1pPr>
            <a:lvl2pPr marL="228595" indent="0">
              <a:buNone/>
              <a:defRPr sz="998"/>
            </a:lvl2pPr>
            <a:lvl3pPr marL="457189" indent="0">
              <a:buNone/>
              <a:defRPr sz="998"/>
            </a:lvl3pPr>
            <a:lvl4pPr marL="640064" indent="0">
              <a:buNone/>
              <a:defRPr sz="998"/>
            </a:lvl4pPr>
            <a:lvl5pPr marL="777221" indent="0">
              <a:buNone/>
              <a:defRPr sz="998"/>
            </a:lvl5pPr>
          </a:lstStyle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 for timeline, up to two lines of copy</a:t>
            </a:r>
          </a:p>
        </p:txBody>
      </p:sp>
      <p:sp>
        <p:nvSpPr>
          <p:cNvPr id="47" name="Picture Placeholder 60">
            <a:extLst>
              <a:ext uri="{FF2B5EF4-FFF2-40B4-BE49-F238E27FC236}">
                <a16:creationId xmlns:a16="http://schemas.microsoft.com/office/drawing/2014/main" id="{0F069622-5E9D-4C0B-8C06-2FB6C097104B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3914948" y="3536127"/>
            <a:ext cx="1490663" cy="901701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Add Image</a:t>
            </a:r>
          </a:p>
        </p:txBody>
      </p:sp>
      <p:sp>
        <p:nvSpPr>
          <p:cNvPr id="49" name="Text Placeholder 58">
            <a:extLst>
              <a:ext uri="{FF2B5EF4-FFF2-40B4-BE49-F238E27FC236}">
                <a16:creationId xmlns:a16="http://schemas.microsoft.com/office/drawing/2014/main" id="{9468F369-334A-417D-95DC-1DD03F8E50E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3904919" y="1966847"/>
            <a:ext cx="1482248" cy="281910"/>
          </a:xfrm>
        </p:spPr>
        <p:txBody>
          <a:bodyPr/>
          <a:lstStyle>
            <a:lvl1pPr marL="0" indent="0" algn="l">
              <a:lnSpc>
                <a:spcPct val="85000"/>
              </a:lnSpc>
              <a:spcAft>
                <a:spcPts val="450"/>
              </a:spcAft>
              <a:buNone/>
              <a:defRPr sz="998"/>
            </a:lvl1pPr>
            <a:lvl2pPr marL="228595" indent="0">
              <a:buNone/>
              <a:defRPr sz="998"/>
            </a:lvl2pPr>
            <a:lvl3pPr marL="457189" indent="0">
              <a:buNone/>
              <a:defRPr sz="998"/>
            </a:lvl3pPr>
            <a:lvl4pPr marL="640064" indent="0">
              <a:buNone/>
              <a:defRPr sz="998"/>
            </a:lvl4pPr>
            <a:lvl5pPr marL="777221" indent="0">
              <a:buNone/>
              <a:defRPr sz="998"/>
            </a:lvl5pPr>
          </a:lstStyle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 for timeline, up to two lines of copy</a:t>
            </a:r>
          </a:p>
        </p:txBody>
      </p:sp>
      <p:sp>
        <p:nvSpPr>
          <p:cNvPr id="50" name="Picture Placeholder 60">
            <a:extLst>
              <a:ext uri="{FF2B5EF4-FFF2-40B4-BE49-F238E27FC236}">
                <a16:creationId xmlns:a16="http://schemas.microsoft.com/office/drawing/2014/main" id="{E0C95E07-FD49-410B-AB1C-B6FD7ADA8856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904918" y="1003698"/>
            <a:ext cx="1490663" cy="901701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Add Image</a:t>
            </a:r>
          </a:p>
        </p:txBody>
      </p:sp>
      <p:sp>
        <p:nvSpPr>
          <p:cNvPr id="51" name="Text Placeholder 58">
            <a:extLst>
              <a:ext uri="{FF2B5EF4-FFF2-40B4-BE49-F238E27FC236}">
                <a16:creationId xmlns:a16="http://schemas.microsoft.com/office/drawing/2014/main" id="{C164FCE4-6FDA-4437-A35C-CF2C7468C1A4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3922294" y="3189621"/>
            <a:ext cx="1482248" cy="281910"/>
          </a:xfrm>
        </p:spPr>
        <p:txBody>
          <a:bodyPr/>
          <a:lstStyle>
            <a:lvl1pPr marL="0" indent="0" algn="l">
              <a:lnSpc>
                <a:spcPct val="85000"/>
              </a:lnSpc>
              <a:spcAft>
                <a:spcPts val="450"/>
              </a:spcAft>
              <a:buNone/>
              <a:defRPr sz="998"/>
            </a:lvl1pPr>
            <a:lvl2pPr marL="228595" indent="0">
              <a:buNone/>
              <a:defRPr sz="998"/>
            </a:lvl2pPr>
            <a:lvl3pPr marL="457189" indent="0">
              <a:buNone/>
              <a:defRPr sz="998"/>
            </a:lvl3pPr>
            <a:lvl4pPr marL="640064" indent="0">
              <a:buNone/>
              <a:defRPr sz="998"/>
            </a:lvl4pPr>
            <a:lvl5pPr marL="777221" indent="0">
              <a:buNone/>
              <a:defRPr sz="998"/>
            </a:lvl5pPr>
          </a:lstStyle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 for timeline, up to two lines of copy</a:t>
            </a:r>
          </a:p>
        </p:txBody>
      </p:sp>
      <p:sp>
        <p:nvSpPr>
          <p:cNvPr id="52" name="Picture Placeholder 60">
            <a:extLst>
              <a:ext uri="{FF2B5EF4-FFF2-40B4-BE49-F238E27FC236}">
                <a16:creationId xmlns:a16="http://schemas.microsoft.com/office/drawing/2014/main" id="{75E29121-A1A6-4C4A-BB98-313F76A85415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5685335" y="3536127"/>
            <a:ext cx="1490663" cy="901701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Add Image</a:t>
            </a:r>
          </a:p>
        </p:txBody>
      </p:sp>
      <p:sp>
        <p:nvSpPr>
          <p:cNvPr id="53" name="Text Placeholder 58">
            <a:extLst>
              <a:ext uri="{FF2B5EF4-FFF2-40B4-BE49-F238E27FC236}">
                <a16:creationId xmlns:a16="http://schemas.microsoft.com/office/drawing/2014/main" id="{93D3536C-4101-4237-AFD9-2D9DEB3E81C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5675306" y="1966847"/>
            <a:ext cx="1482248" cy="281910"/>
          </a:xfrm>
        </p:spPr>
        <p:txBody>
          <a:bodyPr/>
          <a:lstStyle>
            <a:lvl1pPr marL="0" indent="0" algn="l">
              <a:lnSpc>
                <a:spcPct val="85000"/>
              </a:lnSpc>
              <a:spcAft>
                <a:spcPts val="450"/>
              </a:spcAft>
              <a:buNone/>
              <a:defRPr sz="998"/>
            </a:lvl1pPr>
            <a:lvl2pPr marL="228595" indent="0">
              <a:buNone/>
              <a:defRPr sz="998"/>
            </a:lvl2pPr>
            <a:lvl3pPr marL="457189" indent="0">
              <a:buNone/>
              <a:defRPr sz="998"/>
            </a:lvl3pPr>
            <a:lvl4pPr marL="640064" indent="0">
              <a:buNone/>
              <a:defRPr sz="998"/>
            </a:lvl4pPr>
            <a:lvl5pPr marL="777221" indent="0">
              <a:buNone/>
              <a:defRPr sz="998"/>
            </a:lvl5pPr>
          </a:lstStyle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 for timeline, up to two lines of copy</a:t>
            </a:r>
          </a:p>
        </p:txBody>
      </p:sp>
      <p:sp>
        <p:nvSpPr>
          <p:cNvPr id="54" name="Picture Placeholder 60">
            <a:extLst>
              <a:ext uri="{FF2B5EF4-FFF2-40B4-BE49-F238E27FC236}">
                <a16:creationId xmlns:a16="http://schemas.microsoft.com/office/drawing/2014/main" id="{E022E3B2-F20A-4C5A-A753-6D7FF7025B7E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5675305" y="1003698"/>
            <a:ext cx="1490663" cy="901701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Add Image</a:t>
            </a:r>
          </a:p>
        </p:txBody>
      </p:sp>
      <p:sp>
        <p:nvSpPr>
          <p:cNvPr id="55" name="Text Placeholder 58">
            <a:extLst>
              <a:ext uri="{FF2B5EF4-FFF2-40B4-BE49-F238E27FC236}">
                <a16:creationId xmlns:a16="http://schemas.microsoft.com/office/drawing/2014/main" id="{C222347F-D5F1-47E0-954B-F15B03CA1274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692681" y="3189621"/>
            <a:ext cx="1482248" cy="281910"/>
          </a:xfrm>
        </p:spPr>
        <p:txBody>
          <a:bodyPr/>
          <a:lstStyle>
            <a:lvl1pPr marL="0" indent="0" algn="l">
              <a:lnSpc>
                <a:spcPct val="85000"/>
              </a:lnSpc>
              <a:spcAft>
                <a:spcPts val="450"/>
              </a:spcAft>
              <a:buNone/>
              <a:defRPr sz="998"/>
            </a:lvl1pPr>
            <a:lvl2pPr marL="228595" indent="0">
              <a:buNone/>
              <a:defRPr sz="998"/>
            </a:lvl2pPr>
            <a:lvl3pPr marL="457189" indent="0">
              <a:buNone/>
              <a:defRPr sz="998"/>
            </a:lvl3pPr>
            <a:lvl4pPr marL="640064" indent="0">
              <a:buNone/>
              <a:defRPr sz="998"/>
            </a:lvl4pPr>
            <a:lvl5pPr marL="777221" indent="0">
              <a:buNone/>
              <a:defRPr sz="998"/>
            </a:lvl5pPr>
          </a:lstStyle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 for timeline, up to two lines of copy</a:t>
            </a:r>
          </a:p>
        </p:txBody>
      </p:sp>
      <p:sp>
        <p:nvSpPr>
          <p:cNvPr id="56" name="Picture Placeholder 60">
            <a:extLst>
              <a:ext uri="{FF2B5EF4-FFF2-40B4-BE49-F238E27FC236}">
                <a16:creationId xmlns:a16="http://schemas.microsoft.com/office/drawing/2014/main" id="{99ED5A38-E420-4AD2-B843-89E52E70831D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7462669" y="3536127"/>
            <a:ext cx="1490663" cy="901701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Add Image</a:t>
            </a:r>
          </a:p>
        </p:txBody>
      </p:sp>
      <p:sp>
        <p:nvSpPr>
          <p:cNvPr id="57" name="Text Placeholder 58">
            <a:extLst>
              <a:ext uri="{FF2B5EF4-FFF2-40B4-BE49-F238E27FC236}">
                <a16:creationId xmlns:a16="http://schemas.microsoft.com/office/drawing/2014/main" id="{9CB7CE92-11FF-4A68-A5BD-E2AC1902985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7452640" y="1966847"/>
            <a:ext cx="1482248" cy="281910"/>
          </a:xfrm>
        </p:spPr>
        <p:txBody>
          <a:bodyPr/>
          <a:lstStyle>
            <a:lvl1pPr marL="0" indent="0" algn="l">
              <a:lnSpc>
                <a:spcPct val="85000"/>
              </a:lnSpc>
              <a:spcAft>
                <a:spcPts val="450"/>
              </a:spcAft>
              <a:buNone/>
              <a:defRPr sz="998"/>
            </a:lvl1pPr>
            <a:lvl2pPr marL="228595" indent="0">
              <a:buNone/>
              <a:defRPr sz="998"/>
            </a:lvl2pPr>
            <a:lvl3pPr marL="457189" indent="0">
              <a:buNone/>
              <a:defRPr sz="998"/>
            </a:lvl3pPr>
            <a:lvl4pPr marL="640064" indent="0">
              <a:buNone/>
              <a:defRPr sz="998"/>
            </a:lvl4pPr>
            <a:lvl5pPr marL="777221" indent="0">
              <a:buNone/>
              <a:defRPr sz="998"/>
            </a:lvl5pPr>
          </a:lstStyle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 for timeline, up to two lines of copy</a:t>
            </a:r>
          </a:p>
        </p:txBody>
      </p:sp>
      <p:sp>
        <p:nvSpPr>
          <p:cNvPr id="58" name="Picture Placeholder 60">
            <a:extLst>
              <a:ext uri="{FF2B5EF4-FFF2-40B4-BE49-F238E27FC236}">
                <a16:creationId xmlns:a16="http://schemas.microsoft.com/office/drawing/2014/main" id="{66A4E3BA-27C1-40CF-B56E-C22139211904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7452639" y="1003698"/>
            <a:ext cx="1490663" cy="901701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Add Image</a:t>
            </a:r>
          </a:p>
        </p:txBody>
      </p:sp>
      <p:sp>
        <p:nvSpPr>
          <p:cNvPr id="60" name="Text Placeholder 58">
            <a:extLst>
              <a:ext uri="{FF2B5EF4-FFF2-40B4-BE49-F238E27FC236}">
                <a16:creationId xmlns:a16="http://schemas.microsoft.com/office/drawing/2014/main" id="{EB360DE4-232A-498C-A375-2F9E3B829CAB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7470015" y="3189621"/>
            <a:ext cx="1482248" cy="281910"/>
          </a:xfrm>
        </p:spPr>
        <p:txBody>
          <a:bodyPr/>
          <a:lstStyle>
            <a:lvl1pPr marL="0" indent="0" algn="l">
              <a:lnSpc>
                <a:spcPct val="85000"/>
              </a:lnSpc>
              <a:spcAft>
                <a:spcPts val="450"/>
              </a:spcAft>
              <a:buNone/>
              <a:defRPr sz="998"/>
            </a:lvl1pPr>
            <a:lvl2pPr marL="228595" indent="0">
              <a:buNone/>
              <a:defRPr sz="998"/>
            </a:lvl2pPr>
            <a:lvl3pPr marL="457189" indent="0">
              <a:buNone/>
              <a:defRPr sz="998"/>
            </a:lvl3pPr>
            <a:lvl4pPr marL="640064" indent="0">
              <a:buNone/>
              <a:defRPr sz="998"/>
            </a:lvl4pPr>
            <a:lvl5pPr marL="777221" indent="0">
              <a:buNone/>
              <a:defRPr sz="998"/>
            </a:lvl5pPr>
          </a:lstStyle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 for timeline, up to two lines of copy</a:t>
            </a:r>
          </a:p>
        </p:txBody>
      </p:sp>
      <p:sp>
        <p:nvSpPr>
          <p:cNvPr id="62" name="Text Placeholder 63">
            <a:extLst>
              <a:ext uri="{FF2B5EF4-FFF2-40B4-BE49-F238E27FC236}">
                <a16:creationId xmlns:a16="http://schemas.microsoft.com/office/drawing/2014/main" id="{9F51C91F-CE72-4010-9878-3F68B05242E1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6181575" y="2906721"/>
            <a:ext cx="498182" cy="148039"/>
          </a:xfrm>
        </p:spPr>
        <p:txBody>
          <a:bodyPr/>
          <a:lstStyle>
            <a:lvl1pPr marL="0" indent="0">
              <a:buNone/>
              <a:defRPr sz="1050" b="1">
                <a:solidFill>
                  <a:schemeClr val="tx2"/>
                </a:solidFill>
              </a:defRPr>
            </a:lvl1pPr>
            <a:lvl2pPr marL="228595" indent="0">
              <a:buNone/>
              <a:defRPr>
                <a:solidFill>
                  <a:schemeClr val="tx2"/>
                </a:solidFill>
              </a:defRPr>
            </a:lvl2pPr>
            <a:lvl3pPr marL="457189" indent="0">
              <a:buNone/>
              <a:defRPr>
                <a:solidFill>
                  <a:schemeClr val="tx2"/>
                </a:solidFill>
              </a:defRPr>
            </a:lvl3pPr>
            <a:lvl4pPr marL="640064" indent="0">
              <a:buNone/>
              <a:defRPr>
                <a:solidFill>
                  <a:schemeClr val="tx2"/>
                </a:solidFill>
              </a:defRPr>
            </a:lvl4pPr>
            <a:lvl5pPr marL="777221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XXXX</a:t>
            </a:r>
          </a:p>
        </p:txBody>
      </p:sp>
      <p:sp>
        <p:nvSpPr>
          <p:cNvPr id="63" name="Text Placeholder 63">
            <a:extLst>
              <a:ext uri="{FF2B5EF4-FFF2-40B4-BE49-F238E27FC236}">
                <a16:creationId xmlns:a16="http://schemas.microsoft.com/office/drawing/2014/main" id="{8A1B9AD8-08BC-4D1F-A8A3-37F9BFF42C01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7452639" y="2405219"/>
            <a:ext cx="498182" cy="148039"/>
          </a:xfrm>
        </p:spPr>
        <p:txBody>
          <a:bodyPr/>
          <a:lstStyle>
            <a:lvl1pPr marL="0" indent="0">
              <a:buNone/>
              <a:defRPr sz="1050" b="1">
                <a:solidFill>
                  <a:schemeClr val="tx2"/>
                </a:solidFill>
              </a:defRPr>
            </a:lvl1pPr>
            <a:lvl2pPr marL="228595" indent="0">
              <a:buNone/>
              <a:defRPr>
                <a:solidFill>
                  <a:schemeClr val="tx2"/>
                </a:solidFill>
              </a:defRPr>
            </a:lvl2pPr>
            <a:lvl3pPr marL="457189" indent="0">
              <a:buNone/>
              <a:defRPr>
                <a:solidFill>
                  <a:schemeClr val="tx2"/>
                </a:solidFill>
              </a:defRPr>
            </a:lvl3pPr>
            <a:lvl4pPr marL="640064" indent="0">
              <a:buNone/>
              <a:defRPr>
                <a:solidFill>
                  <a:schemeClr val="tx2"/>
                </a:solidFill>
              </a:defRPr>
            </a:lvl4pPr>
            <a:lvl5pPr marL="777221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XXXX</a:t>
            </a:r>
          </a:p>
        </p:txBody>
      </p:sp>
      <p:sp>
        <p:nvSpPr>
          <p:cNvPr id="71" name="Text Placeholder 63">
            <a:extLst>
              <a:ext uri="{FF2B5EF4-FFF2-40B4-BE49-F238E27FC236}">
                <a16:creationId xmlns:a16="http://schemas.microsoft.com/office/drawing/2014/main" id="{8FD8AEB4-768F-40CB-A8B6-3ACFA80AC110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7899381" y="2906721"/>
            <a:ext cx="498182" cy="148039"/>
          </a:xfrm>
        </p:spPr>
        <p:txBody>
          <a:bodyPr/>
          <a:lstStyle>
            <a:lvl1pPr marL="0" indent="0">
              <a:buNone/>
              <a:defRPr sz="1050" b="1">
                <a:solidFill>
                  <a:schemeClr val="tx2"/>
                </a:solidFill>
              </a:defRPr>
            </a:lvl1pPr>
            <a:lvl2pPr marL="228595" indent="0">
              <a:buNone/>
              <a:defRPr>
                <a:solidFill>
                  <a:schemeClr val="tx2"/>
                </a:solidFill>
              </a:defRPr>
            </a:lvl2pPr>
            <a:lvl3pPr marL="457189" indent="0">
              <a:buNone/>
              <a:defRPr>
                <a:solidFill>
                  <a:schemeClr val="tx2"/>
                </a:solidFill>
              </a:defRPr>
            </a:lvl3pPr>
            <a:lvl4pPr marL="640064" indent="0">
              <a:buNone/>
              <a:defRPr>
                <a:solidFill>
                  <a:schemeClr val="tx2"/>
                </a:solidFill>
              </a:defRPr>
            </a:lvl4pPr>
            <a:lvl5pPr marL="777221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XXXX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DB28E37-4F7A-242C-6E7A-27B38021E2B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6BD9F1-87CE-BFE5-4EE6-175CEFD86443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02409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oject Road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Placeholder 9">
            <a:extLst>
              <a:ext uri="{FF2B5EF4-FFF2-40B4-BE49-F238E27FC236}">
                <a16:creationId xmlns:a16="http://schemas.microsoft.com/office/drawing/2014/main" id="{4CB4631F-CF9E-42F4-86AC-E8D8579C8B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6551" y="2455053"/>
            <a:ext cx="1323999" cy="545862"/>
          </a:xfrm>
        </p:spPr>
        <p:txBody>
          <a:bodyPr lIns="91440" anchor="ctr"/>
          <a:lstStyle>
            <a:lvl1pPr marL="0" indent="0" algn="l">
              <a:buNone/>
              <a:defRPr sz="1100" b="1"/>
            </a:lvl1pPr>
          </a:lstStyle>
          <a:p>
            <a:pPr lvl="0"/>
            <a:r>
              <a:rPr lang="en-US"/>
              <a:t>Category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E7299D8-B722-C64B-A7C0-31030CFDE4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6" y="4739836"/>
            <a:ext cx="711200" cy="268305"/>
          </a:xfrm>
          <a:prstGeom prst="rect">
            <a:avLst/>
          </a:prstGeom>
          <a:noFill/>
        </p:spPr>
      </p:pic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543B8BDA-53F0-1E43-A586-89E39F4B8164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36855" y="250373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27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892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55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783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sp>
        <p:nvSpPr>
          <p:cNvPr id="23" name="Title 7">
            <a:extLst>
              <a:ext uri="{FF2B5EF4-FFF2-40B4-BE49-F238E27FC236}">
                <a16:creationId xmlns:a16="http://schemas.microsoft.com/office/drawing/2014/main" id="{AF63C45D-5D9C-0940-BD6F-ECE8D1D313B3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36855" y="445961"/>
            <a:ext cx="8470292" cy="5069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Project Roadmap</a:t>
            </a:r>
          </a:p>
        </p:txBody>
      </p:sp>
      <p:sp>
        <p:nvSpPr>
          <p:cNvPr id="74" name="Text Placeholder 9">
            <a:extLst>
              <a:ext uri="{FF2B5EF4-FFF2-40B4-BE49-F238E27FC236}">
                <a16:creationId xmlns:a16="http://schemas.microsoft.com/office/drawing/2014/main" id="{62F58471-5B81-49E9-954B-670FCEEFE6A0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660550" y="1066799"/>
            <a:ext cx="607162" cy="293827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7" name="Text Placeholder 9">
            <a:extLst>
              <a:ext uri="{FF2B5EF4-FFF2-40B4-BE49-F238E27FC236}">
                <a16:creationId xmlns:a16="http://schemas.microsoft.com/office/drawing/2014/main" id="{CBFF9887-A691-46B0-9E6C-A5E269533474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8349508" y="1066799"/>
            <a:ext cx="607161" cy="293827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6" name="Text Placeholder 9">
            <a:extLst>
              <a:ext uri="{FF2B5EF4-FFF2-40B4-BE49-F238E27FC236}">
                <a16:creationId xmlns:a16="http://schemas.microsoft.com/office/drawing/2014/main" id="{9A16499F-B3BA-4A4B-95EB-4C520B55EBAD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2267712" y="1066799"/>
            <a:ext cx="607162" cy="293827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7" name="Text Placeholder 9">
            <a:extLst>
              <a:ext uri="{FF2B5EF4-FFF2-40B4-BE49-F238E27FC236}">
                <a16:creationId xmlns:a16="http://schemas.microsoft.com/office/drawing/2014/main" id="{1765587B-761D-431B-B1CC-2370CB15C9DA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2874874" y="1066799"/>
            <a:ext cx="607162" cy="293827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8" name="Text Placeholder 9">
            <a:extLst>
              <a:ext uri="{FF2B5EF4-FFF2-40B4-BE49-F238E27FC236}">
                <a16:creationId xmlns:a16="http://schemas.microsoft.com/office/drawing/2014/main" id="{7B9FA29D-59D3-47B9-B26D-9AE0AEC8E859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3482036" y="1066799"/>
            <a:ext cx="607162" cy="293827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9" name="Text Placeholder 9">
            <a:extLst>
              <a:ext uri="{FF2B5EF4-FFF2-40B4-BE49-F238E27FC236}">
                <a16:creationId xmlns:a16="http://schemas.microsoft.com/office/drawing/2014/main" id="{7F1C7D19-33C7-4124-8E2C-26E8B4A88016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4089198" y="1066799"/>
            <a:ext cx="607162" cy="293827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0" name="Text Placeholder 9">
            <a:extLst>
              <a:ext uri="{FF2B5EF4-FFF2-40B4-BE49-F238E27FC236}">
                <a16:creationId xmlns:a16="http://schemas.microsoft.com/office/drawing/2014/main" id="{90F05DDD-8D79-4102-B7E9-EDB414F91792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4696360" y="1066799"/>
            <a:ext cx="607162" cy="293827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1" name="Text Placeholder 9">
            <a:extLst>
              <a:ext uri="{FF2B5EF4-FFF2-40B4-BE49-F238E27FC236}">
                <a16:creationId xmlns:a16="http://schemas.microsoft.com/office/drawing/2014/main" id="{3133C907-BEE6-4430-B438-5BC3144559E0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5303522" y="1066799"/>
            <a:ext cx="607162" cy="293827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2" name="Text Placeholder 9">
            <a:extLst>
              <a:ext uri="{FF2B5EF4-FFF2-40B4-BE49-F238E27FC236}">
                <a16:creationId xmlns:a16="http://schemas.microsoft.com/office/drawing/2014/main" id="{6BDADBA1-53C6-4361-BB77-0137123003B4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5910684" y="1066799"/>
            <a:ext cx="607162" cy="293827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3" name="Text Placeholder 9">
            <a:extLst>
              <a:ext uri="{FF2B5EF4-FFF2-40B4-BE49-F238E27FC236}">
                <a16:creationId xmlns:a16="http://schemas.microsoft.com/office/drawing/2014/main" id="{99DF9D71-0F43-4800-8470-CBE84D92D500}"/>
              </a:ext>
            </a:extLst>
          </p:cNvPr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6517846" y="1066799"/>
            <a:ext cx="617338" cy="293827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4" name="Text Placeholder 9">
            <a:extLst>
              <a:ext uri="{FF2B5EF4-FFF2-40B4-BE49-F238E27FC236}">
                <a16:creationId xmlns:a16="http://schemas.microsoft.com/office/drawing/2014/main" id="{EB534C8D-2AE8-4897-A61C-026E16922F78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7135184" y="1066799"/>
            <a:ext cx="607162" cy="293827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5" name="Text Placeholder 9">
            <a:extLst>
              <a:ext uri="{FF2B5EF4-FFF2-40B4-BE49-F238E27FC236}">
                <a16:creationId xmlns:a16="http://schemas.microsoft.com/office/drawing/2014/main" id="{CF16D2B0-FB0E-494C-9A9F-08E7AE3DA04A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7742346" y="1066799"/>
            <a:ext cx="607162" cy="293827"/>
          </a:xfrm>
          <a:solidFill>
            <a:schemeClr val="tx2"/>
          </a:solidFill>
        </p:spPr>
        <p:txBody>
          <a:bodyPr lIns="0" anchor="ctr"/>
          <a:lstStyle>
            <a:lvl1pPr marL="0" indent="0" algn="ctr">
              <a:buNone/>
              <a:defRPr sz="1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7" name="Text Placeholder 9">
            <a:extLst>
              <a:ext uri="{FF2B5EF4-FFF2-40B4-BE49-F238E27FC236}">
                <a16:creationId xmlns:a16="http://schemas.microsoft.com/office/drawing/2014/main" id="{CEE14280-D02A-4387-9174-D85340A89D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6551" y="1366988"/>
            <a:ext cx="1323999" cy="545862"/>
          </a:xfrm>
        </p:spPr>
        <p:txBody>
          <a:bodyPr lIns="91440" anchor="ctr"/>
          <a:lstStyle>
            <a:lvl1pPr marL="0" indent="0" algn="l">
              <a:buNone/>
              <a:defRPr sz="1100" b="1"/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118" name="Text Placeholder 9">
            <a:extLst>
              <a:ext uri="{FF2B5EF4-FFF2-40B4-BE49-F238E27FC236}">
                <a16:creationId xmlns:a16="http://schemas.microsoft.com/office/drawing/2014/main" id="{706E0466-FAD6-40C6-9D14-9FCBD084E6A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6551" y="1920980"/>
            <a:ext cx="1323999" cy="534616"/>
          </a:xfrm>
        </p:spPr>
        <p:txBody>
          <a:bodyPr lIns="91440" anchor="ctr"/>
          <a:lstStyle>
            <a:lvl1pPr marL="0" indent="0" algn="l">
              <a:buNone/>
              <a:defRPr sz="1100" b="1"/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120" name="Text Placeholder 9">
            <a:extLst>
              <a:ext uri="{FF2B5EF4-FFF2-40B4-BE49-F238E27FC236}">
                <a16:creationId xmlns:a16="http://schemas.microsoft.com/office/drawing/2014/main" id="{1909C30B-7214-4E71-B1E4-E82DAC537C5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6551" y="3003503"/>
            <a:ext cx="1323999" cy="545862"/>
          </a:xfrm>
        </p:spPr>
        <p:txBody>
          <a:bodyPr lIns="91440" anchor="ctr"/>
          <a:lstStyle>
            <a:lvl1pPr marL="0" indent="0" algn="l">
              <a:buNone/>
              <a:defRPr sz="1100" b="1"/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121" name="Text Placeholder 9">
            <a:extLst>
              <a:ext uri="{FF2B5EF4-FFF2-40B4-BE49-F238E27FC236}">
                <a16:creationId xmlns:a16="http://schemas.microsoft.com/office/drawing/2014/main" id="{5B03E3AD-7142-4BDA-A31C-4D88A1BA9AB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6551" y="3557495"/>
            <a:ext cx="1323999" cy="545862"/>
          </a:xfrm>
        </p:spPr>
        <p:txBody>
          <a:bodyPr lIns="91440" anchor="ctr"/>
          <a:lstStyle>
            <a:lvl1pPr marL="0" indent="0" algn="l">
              <a:buNone/>
              <a:defRPr sz="1100" b="1"/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122" name="Text Placeholder 9">
            <a:extLst>
              <a:ext uri="{FF2B5EF4-FFF2-40B4-BE49-F238E27FC236}">
                <a16:creationId xmlns:a16="http://schemas.microsoft.com/office/drawing/2014/main" id="{0B13E059-7A90-4BAD-97A8-EFE5453EF41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6551" y="4091568"/>
            <a:ext cx="1323999" cy="545862"/>
          </a:xfrm>
        </p:spPr>
        <p:txBody>
          <a:bodyPr lIns="91440" anchor="ctr"/>
          <a:lstStyle>
            <a:lvl1pPr marL="0" indent="0" algn="l">
              <a:buNone/>
              <a:defRPr sz="1100" b="1"/>
            </a:lvl1pPr>
          </a:lstStyle>
          <a:p>
            <a:pPr lvl="0"/>
            <a:r>
              <a:rPr lang="en-US"/>
              <a:t>Category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E5A463A-CB5B-A078-6343-1D89368119B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8A35F5-79EC-3F79-9162-4A5A82B4DE8B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38645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Timeline Six-Ste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73B509CF-67CB-E74E-B0E3-8363C12D9A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6854" y="250372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733D5B-F89B-E945-B8D8-2E3894FB1D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142741E-FD3D-CC41-8E2A-FA36FF61A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3" y="445961"/>
            <a:ext cx="8470293" cy="506940"/>
          </a:xfrm>
        </p:spPr>
        <p:txBody>
          <a:bodyPr>
            <a:noAutofit/>
          </a:bodyPr>
          <a:lstStyle/>
          <a:p>
            <a:r>
              <a:rPr lang="en-US"/>
              <a:t>Headline in Arial Bold 32pt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F1039B8C-C352-CC4F-A86A-90D14E68C29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6853" y="962227"/>
            <a:ext cx="8470293" cy="432307"/>
          </a:xfr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 (optional) in Arial 20pt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F687F221-42DE-FE8D-380B-A926FA62F73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34C063-70B6-87AE-193E-7471D1900EF7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FA95A2-0C95-C2BB-E759-A53FAC33AD29}"/>
              </a:ext>
            </a:extLst>
          </p:cNvPr>
          <p:cNvSpPr txBox="1"/>
          <p:nvPr userDrawn="1"/>
        </p:nvSpPr>
        <p:spPr>
          <a:xfrm>
            <a:off x="1714153" y="1867637"/>
            <a:ext cx="1404689" cy="2741838"/>
          </a:xfrm>
          <a:prstGeom prst="rect">
            <a:avLst/>
          </a:prstGeom>
          <a:solidFill>
            <a:schemeClr val="tx2">
              <a:lumMod val="20000"/>
              <a:lumOff val="80000"/>
              <a:alpha val="25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sz="1400" b="0" i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FF40BB-3CE5-E7F5-5E28-1DA139E4D70C}"/>
              </a:ext>
            </a:extLst>
          </p:cNvPr>
          <p:cNvSpPr txBox="1"/>
          <p:nvPr userDrawn="1"/>
        </p:nvSpPr>
        <p:spPr>
          <a:xfrm>
            <a:off x="4628235" y="1867637"/>
            <a:ext cx="1404689" cy="2741838"/>
          </a:xfrm>
          <a:prstGeom prst="rect">
            <a:avLst/>
          </a:prstGeom>
          <a:solidFill>
            <a:schemeClr val="tx2">
              <a:lumMod val="20000"/>
              <a:lumOff val="80000"/>
              <a:alpha val="25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sz="1400" b="0" i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3DBD1A-077D-1E4C-C7D5-879B09EE67CE}"/>
              </a:ext>
            </a:extLst>
          </p:cNvPr>
          <p:cNvSpPr txBox="1"/>
          <p:nvPr userDrawn="1"/>
        </p:nvSpPr>
        <p:spPr>
          <a:xfrm>
            <a:off x="7542318" y="1867637"/>
            <a:ext cx="1404689" cy="2741838"/>
          </a:xfrm>
          <a:prstGeom prst="rect">
            <a:avLst/>
          </a:prstGeom>
          <a:solidFill>
            <a:schemeClr val="tx2">
              <a:lumMod val="20000"/>
              <a:lumOff val="80000"/>
              <a:alpha val="25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sz="1400" b="0" i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508A3AB-38AE-2C60-A893-2DE397946358}"/>
              </a:ext>
            </a:extLst>
          </p:cNvPr>
          <p:cNvGrpSpPr/>
          <p:nvPr userDrawn="1"/>
        </p:nvGrpSpPr>
        <p:grpSpPr>
          <a:xfrm>
            <a:off x="289228" y="1738590"/>
            <a:ext cx="8657779" cy="222855"/>
            <a:chOff x="368587" y="2609533"/>
            <a:chExt cx="8562195" cy="222855"/>
          </a:xfrm>
        </p:grpSpPr>
        <p:cxnSp>
          <p:nvCxnSpPr>
            <p:cNvPr id="9" name="Straight Connector 8" descr="timeline">
              <a:extLst>
                <a:ext uri="{FF2B5EF4-FFF2-40B4-BE49-F238E27FC236}">
                  <a16:creationId xmlns:a16="http://schemas.microsoft.com/office/drawing/2014/main" id="{CE459E8E-E688-7B72-5545-4B7BFEE39E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8587" y="2720960"/>
              <a:ext cx="8562195" cy="0"/>
            </a:xfrm>
            <a:prstGeom prst="line">
              <a:avLst/>
            </a:prstGeom>
            <a:ln w="28575">
              <a:solidFill>
                <a:schemeClr val="bg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" name="Straight Connector 10" descr="timeline">
              <a:extLst>
                <a:ext uri="{FF2B5EF4-FFF2-40B4-BE49-F238E27FC236}">
                  <a16:creationId xmlns:a16="http://schemas.microsoft.com/office/drawing/2014/main" id="{2BEA1176-8C98-3960-7F94-6C03CC6163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587" y="2609533"/>
              <a:ext cx="0" cy="222855"/>
            </a:xfrm>
            <a:prstGeom prst="line">
              <a:avLst/>
            </a:prstGeom>
            <a:ln w="28575">
              <a:solidFill>
                <a:schemeClr val="bg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Straight Connector 13" descr="timeline">
              <a:extLst>
                <a:ext uri="{FF2B5EF4-FFF2-40B4-BE49-F238E27FC236}">
                  <a16:creationId xmlns:a16="http://schemas.microsoft.com/office/drawing/2014/main" id="{0A1DA749-E383-23C9-4C8B-3D1038F3CD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30782" y="2609533"/>
              <a:ext cx="0" cy="222855"/>
            </a:xfrm>
            <a:prstGeom prst="line">
              <a:avLst/>
            </a:prstGeom>
            <a:ln w="28575">
              <a:solidFill>
                <a:schemeClr val="bg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C38ACA14-ABBF-1448-FAFB-122B1F0864D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777528" y="2193925"/>
            <a:ext cx="1277938" cy="287338"/>
          </a:xfrm>
          <a:noFill/>
        </p:spPr>
        <p:txBody>
          <a:bodyPr wrap="square" lIns="45720" tIns="45720" rIns="45720" bIns="45720" rtlCol="0">
            <a:noAutofit/>
          </a:bodyPr>
          <a:lstStyle>
            <a:lvl1pPr marL="0" indent="0">
              <a:buNone/>
              <a:defRPr lang="en-US" sz="1000" b="1" smtClean="0">
                <a:latin typeface="+mn-lt"/>
                <a:cs typeface="+mn-cs"/>
              </a:defRPr>
            </a:lvl1pPr>
            <a:lvl2pPr>
              <a:defRPr lang="en-US" sz="1350" smtClean="0">
                <a:solidFill>
                  <a:schemeClr val="tx1"/>
                </a:solidFill>
                <a:latin typeface="+mn-lt"/>
                <a:cs typeface="+mn-cs"/>
              </a:defRPr>
            </a:lvl2pPr>
            <a:lvl3pPr>
              <a:defRPr lang="en-US" sz="1350" smtClean="0">
                <a:solidFill>
                  <a:schemeClr val="tx1"/>
                </a:solidFill>
                <a:latin typeface="+mn-lt"/>
                <a:cs typeface="+mn-cs"/>
              </a:defRPr>
            </a:lvl3pPr>
            <a:lvl4pPr>
              <a:defRPr lang="en-US" sz="1350" smtClean="0">
                <a:solidFill>
                  <a:schemeClr val="tx1"/>
                </a:solidFill>
                <a:latin typeface="+mn-lt"/>
                <a:cs typeface="+mn-cs"/>
              </a:defRPr>
            </a:lvl4pPr>
            <a:lvl5pPr>
              <a:defRPr lang="en-US" sz="1350">
                <a:solidFill>
                  <a:schemeClr val="tx1"/>
                </a:solidFill>
                <a:latin typeface="+mn-lt"/>
                <a:cs typeface="+mn-cs"/>
              </a:defRPr>
            </a:lvl5pPr>
          </a:lstStyle>
          <a:p>
            <a:pPr marL="0" lvl="0">
              <a:lnSpc>
                <a:spcPct val="105000"/>
              </a:lnSpc>
              <a:spcAft>
                <a:spcPts val="300"/>
              </a:spcAft>
            </a:pPr>
            <a:r>
              <a:rPr lang="en-US"/>
              <a:t>Step Two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C4A05CB2-621E-0951-333F-FE5BD12FBE6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234085" y="2193925"/>
            <a:ext cx="1277938" cy="287338"/>
          </a:xfrm>
          <a:noFill/>
        </p:spPr>
        <p:txBody>
          <a:bodyPr wrap="square" lIns="45720" tIns="45720" rIns="45720" bIns="45720" rtlCol="0">
            <a:noAutofit/>
          </a:bodyPr>
          <a:lstStyle>
            <a:lvl1pPr marL="0" indent="0">
              <a:buNone/>
              <a:defRPr lang="en-US" sz="1000" b="1" smtClean="0">
                <a:latin typeface="+mn-lt"/>
                <a:cs typeface="+mn-cs"/>
              </a:defRPr>
            </a:lvl1pPr>
            <a:lvl2pPr>
              <a:defRPr lang="en-US" sz="1350" smtClean="0">
                <a:solidFill>
                  <a:schemeClr val="tx1"/>
                </a:solidFill>
                <a:latin typeface="+mn-lt"/>
                <a:cs typeface="+mn-cs"/>
              </a:defRPr>
            </a:lvl2pPr>
            <a:lvl3pPr>
              <a:defRPr lang="en-US" sz="1350" smtClean="0">
                <a:solidFill>
                  <a:schemeClr val="tx1"/>
                </a:solidFill>
                <a:latin typeface="+mn-lt"/>
                <a:cs typeface="+mn-cs"/>
              </a:defRPr>
            </a:lvl3pPr>
            <a:lvl4pPr>
              <a:defRPr lang="en-US" sz="1350" smtClean="0">
                <a:solidFill>
                  <a:schemeClr val="tx1"/>
                </a:solidFill>
                <a:latin typeface="+mn-lt"/>
                <a:cs typeface="+mn-cs"/>
              </a:defRPr>
            </a:lvl4pPr>
            <a:lvl5pPr>
              <a:defRPr lang="en-US" sz="1350">
                <a:solidFill>
                  <a:schemeClr val="tx1"/>
                </a:solidFill>
                <a:latin typeface="+mn-lt"/>
                <a:cs typeface="+mn-cs"/>
              </a:defRPr>
            </a:lvl5pPr>
          </a:lstStyle>
          <a:p>
            <a:pPr marL="0" lvl="0">
              <a:lnSpc>
                <a:spcPct val="105000"/>
              </a:lnSpc>
              <a:spcAft>
                <a:spcPts val="300"/>
              </a:spcAft>
            </a:pPr>
            <a:r>
              <a:rPr lang="en-US"/>
              <a:t>Step Three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29D88907-B1E3-BB60-E485-52E49F29CAF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690938" y="2193925"/>
            <a:ext cx="1277938" cy="287338"/>
          </a:xfrm>
          <a:noFill/>
        </p:spPr>
        <p:txBody>
          <a:bodyPr wrap="square" lIns="45720" tIns="45720" rIns="45720" bIns="45720" rtlCol="0">
            <a:noAutofit/>
          </a:bodyPr>
          <a:lstStyle>
            <a:lvl1pPr marL="0" indent="0">
              <a:buNone/>
              <a:defRPr lang="en-US" sz="1000" b="1" smtClean="0">
                <a:latin typeface="+mn-lt"/>
                <a:cs typeface="+mn-cs"/>
              </a:defRPr>
            </a:lvl1pPr>
            <a:lvl2pPr>
              <a:defRPr lang="en-US" sz="1350" smtClean="0">
                <a:solidFill>
                  <a:schemeClr val="tx1"/>
                </a:solidFill>
                <a:latin typeface="+mn-lt"/>
                <a:cs typeface="+mn-cs"/>
              </a:defRPr>
            </a:lvl2pPr>
            <a:lvl3pPr>
              <a:defRPr lang="en-US" sz="1350" smtClean="0">
                <a:solidFill>
                  <a:schemeClr val="tx1"/>
                </a:solidFill>
                <a:latin typeface="+mn-lt"/>
                <a:cs typeface="+mn-cs"/>
              </a:defRPr>
            </a:lvl3pPr>
            <a:lvl4pPr>
              <a:defRPr lang="en-US" sz="1350" smtClean="0">
                <a:solidFill>
                  <a:schemeClr val="tx1"/>
                </a:solidFill>
                <a:latin typeface="+mn-lt"/>
                <a:cs typeface="+mn-cs"/>
              </a:defRPr>
            </a:lvl4pPr>
            <a:lvl5pPr>
              <a:defRPr lang="en-US" sz="1350">
                <a:solidFill>
                  <a:schemeClr val="tx1"/>
                </a:solidFill>
                <a:latin typeface="+mn-lt"/>
                <a:cs typeface="+mn-cs"/>
              </a:defRPr>
            </a:lvl5pPr>
          </a:lstStyle>
          <a:p>
            <a:pPr marL="0" lvl="0">
              <a:lnSpc>
                <a:spcPct val="105000"/>
              </a:lnSpc>
              <a:spcAft>
                <a:spcPts val="300"/>
              </a:spcAft>
            </a:pPr>
            <a:r>
              <a:rPr lang="en-US"/>
              <a:t>Step Four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A975FFAA-7A17-85D5-908E-C5003B73938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47791" y="2193925"/>
            <a:ext cx="1277938" cy="287338"/>
          </a:xfrm>
          <a:noFill/>
        </p:spPr>
        <p:txBody>
          <a:bodyPr wrap="square" lIns="45720" tIns="45720" rIns="45720" bIns="45720" rtlCol="0">
            <a:noAutofit/>
          </a:bodyPr>
          <a:lstStyle>
            <a:lvl1pPr marL="0" indent="0">
              <a:buNone/>
              <a:defRPr lang="en-US" sz="1000" b="1" smtClean="0">
                <a:latin typeface="+mn-lt"/>
                <a:cs typeface="+mn-cs"/>
              </a:defRPr>
            </a:lvl1pPr>
            <a:lvl2pPr>
              <a:defRPr lang="en-US" sz="1350" smtClean="0">
                <a:solidFill>
                  <a:schemeClr val="tx1"/>
                </a:solidFill>
                <a:latin typeface="+mn-lt"/>
                <a:cs typeface="+mn-cs"/>
              </a:defRPr>
            </a:lvl2pPr>
            <a:lvl3pPr>
              <a:defRPr lang="en-US" sz="1350" smtClean="0">
                <a:solidFill>
                  <a:schemeClr val="tx1"/>
                </a:solidFill>
                <a:latin typeface="+mn-lt"/>
                <a:cs typeface="+mn-cs"/>
              </a:defRPr>
            </a:lvl3pPr>
            <a:lvl4pPr>
              <a:defRPr lang="en-US" sz="1350" smtClean="0">
                <a:solidFill>
                  <a:schemeClr val="tx1"/>
                </a:solidFill>
                <a:latin typeface="+mn-lt"/>
                <a:cs typeface="+mn-cs"/>
              </a:defRPr>
            </a:lvl4pPr>
            <a:lvl5pPr>
              <a:defRPr lang="en-US" sz="1350">
                <a:solidFill>
                  <a:schemeClr val="tx1"/>
                </a:solidFill>
                <a:latin typeface="+mn-lt"/>
                <a:cs typeface="+mn-cs"/>
              </a:defRPr>
            </a:lvl5pPr>
          </a:lstStyle>
          <a:p>
            <a:pPr marL="0" lvl="0">
              <a:lnSpc>
                <a:spcPct val="105000"/>
              </a:lnSpc>
              <a:spcAft>
                <a:spcPts val="300"/>
              </a:spcAft>
            </a:pPr>
            <a:r>
              <a:rPr lang="en-US"/>
              <a:t>Step Five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601E05E3-EBD7-9557-42A4-8ADAC84DA2F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604644" y="2193925"/>
            <a:ext cx="1277938" cy="287338"/>
          </a:xfrm>
          <a:noFill/>
        </p:spPr>
        <p:txBody>
          <a:bodyPr wrap="square" lIns="45720" tIns="45720" rIns="45720" bIns="45720" rtlCol="0">
            <a:noAutofit/>
          </a:bodyPr>
          <a:lstStyle>
            <a:lvl1pPr marL="0" indent="0">
              <a:buNone/>
              <a:defRPr lang="en-US" sz="1000" b="1" smtClean="0">
                <a:latin typeface="+mn-lt"/>
                <a:cs typeface="+mn-cs"/>
              </a:defRPr>
            </a:lvl1pPr>
            <a:lvl2pPr>
              <a:defRPr lang="en-US" sz="1350" smtClean="0">
                <a:solidFill>
                  <a:schemeClr val="tx1"/>
                </a:solidFill>
                <a:latin typeface="+mn-lt"/>
                <a:cs typeface="+mn-cs"/>
              </a:defRPr>
            </a:lvl2pPr>
            <a:lvl3pPr>
              <a:defRPr lang="en-US" sz="1350" smtClean="0">
                <a:solidFill>
                  <a:schemeClr val="tx1"/>
                </a:solidFill>
                <a:latin typeface="+mn-lt"/>
                <a:cs typeface="+mn-cs"/>
              </a:defRPr>
            </a:lvl3pPr>
            <a:lvl4pPr>
              <a:defRPr lang="en-US" sz="1350" smtClean="0">
                <a:solidFill>
                  <a:schemeClr val="tx1"/>
                </a:solidFill>
                <a:latin typeface="+mn-lt"/>
                <a:cs typeface="+mn-cs"/>
              </a:defRPr>
            </a:lvl4pPr>
            <a:lvl5pPr>
              <a:defRPr lang="en-US" sz="1350">
                <a:solidFill>
                  <a:schemeClr val="tx1"/>
                </a:solidFill>
                <a:latin typeface="+mn-lt"/>
                <a:cs typeface="+mn-cs"/>
              </a:defRPr>
            </a:lvl5pPr>
          </a:lstStyle>
          <a:p>
            <a:pPr marL="0" lvl="0">
              <a:lnSpc>
                <a:spcPct val="105000"/>
              </a:lnSpc>
              <a:spcAft>
                <a:spcPts val="300"/>
              </a:spcAft>
            </a:pPr>
            <a:r>
              <a:rPr lang="en-US"/>
              <a:t>Step Six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882A5CA-FDE0-569D-3AF9-4D90C4CB899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18897" y="2193925"/>
            <a:ext cx="1277938" cy="287338"/>
          </a:xfrm>
          <a:noFill/>
        </p:spPr>
        <p:txBody>
          <a:bodyPr wrap="square" lIns="45720" tIns="45720" rIns="45720" bIns="45720" rtlCol="0">
            <a:noAutofit/>
          </a:bodyPr>
          <a:lstStyle>
            <a:lvl1pPr marL="0" indent="0">
              <a:buNone/>
              <a:defRPr lang="en-US" sz="1000" b="1" smtClean="0">
                <a:latin typeface="+mn-lt"/>
                <a:cs typeface="+mn-cs"/>
              </a:defRPr>
            </a:lvl1pPr>
            <a:lvl2pPr>
              <a:defRPr lang="en-US" sz="1350" smtClean="0">
                <a:solidFill>
                  <a:schemeClr val="tx1"/>
                </a:solidFill>
                <a:latin typeface="+mn-lt"/>
                <a:cs typeface="+mn-cs"/>
              </a:defRPr>
            </a:lvl2pPr>
            <a:lvl3pPr>
              <a:defRPr lang="en-US" sz="1350" smtClean="0">
                <a:solidFill>
                  <a:schemeClr val="tx1"/>
                </a:solidFill>
                <a:latin typeface="+mn-lt"/>
                <a:cs typeface="+mn-cs"/>
              </a:defRPr>
            </a:lvl3pPr>
            <a:lvl4pPr>
              <a:defRPr lang="en-US" sz="1350" smtClean="0">
                <a:solidFill>
                  <a:schemeClr val="tx1"/>
                </a:solidFill>
                <a:latin typeface="+mn-lt"/>
                <a:cs typeface="+mn-cs"/>
              </a:defRPr>
            </a:lvl4pPr>
            <a:lvl5pPr>
              <a:defRPr lang="en-US" sz="1350">
                <a:solidFill>
                  <a:schemeClr val="tx1"/>
                </a:solidFill>
                <a:latin typeface="+mn-lt"/>
                <a:cs typeface="+mn-cs"/>
              </a:defRPr>
            </a:lvl5pPr>
          </a:lstStyle>
          <a:p>
            <a:pPr marL="0" lvl="0">
              <a:lnSpc>
                <a:spcPct val="105000"/>
              </a:lnSpc>
              <a:spcAft>
                <a:spcPts val="300"/>
              </a:spcAft>
            </a:pPr>
            <a:r>
              <a:rPr lang="en-US"/>
              <a:t>Step One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6C9BF06F-0ECC-78B3-42F0-96CB3ADFF8F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19088" y="2481263"/>
            <a:ext cx="1276350" cy="2128837"/>
          </a:xfrm>
        </p:spPr>
        <p:txBody>
          <a:bodyPr rIns="18288"/>
          <a:lstStyle>
            <a:lvl1pPr>
              <a:spcAft>
                <a:spcPts val="300"/>
              </a:spcAft>
              <a:defRPr sz="800"/>
            </a:lvl1pPr>
          </a:lstStyle>
          <a:p>
            <a:pPr lvl="0"/>
            <a:r>
              <a:rPr lang="en-US"/>
              <a:t>Bullet point or body copy here set in Arial Regular 12pt, select text and type to replace. </a:t>
            </a:r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3850FCE7-C332-F56E-4F46-DE45D7E0747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776127" y="2481263"/>
            <a:ext cx="1276350" cy="2128837"/>
          </a:xfrm>
        </p:spPr>
        <p:txBody>
          <a:bodyPr rIns="18288"/>
          <a:lstStyle>
            <a:lvl1pPr>
              <a:spcAft>
                <a:spcPts val="300"/>
              </a:spcAft>
              <a:defRPr sz="800"/>
            </a:lvl1pPr>
          </a:lstStyle>
          <a:p>
            <a:pPr lvl="0"/>
            <a:r>
              <a:rPr lang="en-US"/>
              <a:t>Bullet point or body copy here set in Arial Regular 12pt, select text and type to replace. </a:t>
            </a:r>
          </a:p>
        </p:txBody>
      </p:sp>
      <p:sp>
        <p:nvSpPr>
          <p:cNvPr id="46" name="Text Placeholder 43">
            <a:extLst>
              <a:ext uri="{FF2B5EF4-FFF2-40B4-BE49-F238E27FC236}">
                <a16:creationId xmlns:a16="http://schemas.microsoft.com/office/drawing/2014/main" id="{641D6B54-9FF9-7CA5-4898-E5C6A23A2CD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26334" y="2481263"/>
            <a:ext cx="1276350" cy="2128837"/>
          </a:xfrm>
        </p:spPr>
        <p:txBody>
          <a:bodyPr rIns="18288"/>
          <a:lstStyle>
            <a:lvl1pPr>
              <a:spcAft>
                <a:spcPts val="300"/>
              </a:spcAft>
              <a:defRPr sz="800"/>
            </a:lvl1pPr>
          </a:lstStyle>
          <a:p>
            <a:pPr lvl="0"/>
            <a:r>
              <a:rPr lang="en-US"/>
              <a:t>Bullet point or body copy here set in Arial Regular 12pt, select text and type to replace. </a:t>
            </a:r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5B81AE6F-A1FC-5FE6-7553-09F5EB5CBDF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683373" y="2481263"/>
            <a:ext cx="1276350" cy="2128837"/>
          </a:xfrm>
        </p:spPr>
        <p:txBody>
          <a:bodyPr rIns="18288"/>
          <a:lstStyle>
            <a:lvl1pPr>
              <a:spcAft>
                <a:spcPts val="300"/>
              </a:spcAft>
              <a:defRPr sz="800"/>
            </a:lvl1pPr>
          </a:lstStyle>
          <a:p>
            <a:pPr lvl="0"/>
            <a:r>
              <a:rPr lang="en-US"/>
              <a:t>Bullet point or body copy here set in Arial Regular 12pt, select text and type to replace. </a:t>
            </a:r>
          </a:p>
        </p:txBody>
      </p:sp>
      <p:sp>
        <p:nvSpPr>
          <p:cNvPr id="48" name="Text Placeholder 43">
            <a:extLst>
              <a:ext uri="{FF2B5EF4-FFF2-40B4-BE49-F238E27FC236}">
                <a16:creationId xmlns:a16="http://schemas.microsoft.com/office/drawing/2014/main" id="{DD361776-5E8B-B232-96DE-8DC9D342D31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149193" y="2481263"/>
            <a:ext cx="1276350" cy="2128837"/>
          </a:xfrm>
        </p:spPr>
        <p:txBody>
          <a:bodyPr rIns="18288"/>
          <a:lstStyle>
            <a:lvl1pPr>
              <a:spcAft>
                <a:spcPts val="300"/>
              </a:spcAft>
              <a:defRPr sz="800"/>
            </a:lvl1pPr>
          </a:lstStyle>
          <a:p>
            <a:pPr lvl="0"/>
            <a:r>
              <a:rPr lang="en-US"/>
              <a:t>Bullet point or body copy here set in Arial Regular 12pt, select text and type to replace. </a:t>
            </a:r>
          </a:p>
        </p:txBody>
      </p:sp>
      <p:sp>
        <p:nvSpPr>
          <p:cNvPr id="49" name="Text Placeholder 43">
            <a:extLst>
              <a:ext uri="{FF2B5EF4-FFF2-40B4-BE49-F238E27FC236}">
                <a16:creationId xmlns:a16="http://schemas.microsoft.com/office/drawing/2014/main" id="{F7A0526A-D8B7-37D5-FED4-F613595695B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06232" y="2481263"/>
            <a:ext cx="1276350" cy="2128837"/>
          </a:xfrm>
        </p:spPr>
        <p:txBody>
          <a:bodyPr rIns="18288"/>
          <a:lstStyle>
            <a:lvl1pPr>
              <a:spcAft>
                <a:spcPts val="300"/>
              </a:spcAft>
              <a:defRPr sz="800"/>
            </a:lvl1pPr>
          </a:lstStyle>
          <a:p>
            <a:pPr lvl="0"/>
            <a:r>
              <a:rPr lang="en-US"/>
              <a:t>Bullet point or body copy here set in Arial Regular 12pt, select text and type to replace. </a:t>
            </a:r>
          </a:p>
        </p:txBody>
      </p:sp>
    </p:spTree>
    <p:extLst>
      <p:ext uri="{BB962C8B-B14F-4D97-AF65-F5344CB8AC3E}">
        <p14:creationId xmlns:p14="http://schemas.microsoft.com/office/powerpoint/2010/main" val="158588846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Timeline w Summaries and Score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93">
            <a:extLst>
              <a:ext uri="{FF2B5EF4-FFF2-40B4-BE49-F238E27FC236}">
                <a16:creationId xmlns:a16="http://schemas.microsoft.com/office/drawing/2014/main" id="{DC7C520D-3BCE-412D-3789-130F96D884E2}"/>
              </a:ext>
            </a:extLst>
          </p:cNvPr>
          <p:cNvSpPr txBox="1"/>
          <p:nvPr/>
        </p:nvSpPr>
        <p:spPr>
          <a:xfrm>
            <a:off x="1804588" y="1867637"/>
            <a:ext cx="1258551" cy="2741838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sz="1400" b="0" i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86748A7-9359-7D49-39E1-0D5B86AF8AEC}"/>
              </a:ext>
            </a:extLst>
          </p:cNvPr>
          <p:cNvSpPr txBox="1"/>
          <p:nvPr/>
        </p:nvSpPr>
        <p:spPr>
          <a:xfrm>
            <a:off x="4676591" y="1751853"/>
            <a:ext cx="1258551" cy="2857622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sz="1400" b="0" i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Rectangle: Top Corners Rounded 96">
            <a:extLst>
              <a:ext uri="{FF2B5EF4-FFF2-40B4-BE49-F238E27FC236}">
                <a16:creationId xmlns:a16="http://schemas.microsoft.com/office/drawing/2014/main" id="{2A7CEC23-3C63-C60F-21B1-8548AD86C187}"/>
              </a:ext>
            </a:extLst>
          </p:cNvPr>
          <p:cNvSpPr/>
          <p:nvPr/>
        </p:nvSpPr>
        <p:spPr>
          <a:xfrm>
            <a:off x="3236836" y="1424668"/>
            <a:ext cx="1258546" cy="1147080"/>
          </a:xfrm>
          <a:prstGeom prst="round2SameRect">
            <a:avLst>
              <a:gd name="adj1" fmla="val 8219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98" name="Rectangle: Top Corners Rounded 97">
            <a:extLst>
              <a:ext uri="{FF2B5EF4-FFF2-40B4-BE49-F238E27FC236}">
                <a16:creationId xmlns:a16="http://schemas.microsoft.com/office/drawing/2014/main" id="{ACC6E19B-7181-B04A-7FF7-E6E761CCC89B}"/>
              </a:ext>
            </a:extLst>
          </p:cNvPr>
          <p:cNvSpPr/>
          <p:nvPr/>
        </p:nvSpPr>
        <p:spPr>
          <a:xfrm>
            <a:off x="4670961" y="1424668"/>
            <a:ext cx="1258546" cy="1147080"/>
          </a:xfrm>
          <a:prstGeom prst="round2SameRect">
            <a:avLst>
              <a:gd name="adj1" fmla="val 8219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99" name="Rectangle: Top Corners Rounded 98">
            <a:extLst>
              <a:ext uri="{FF2B5EF4-FFF2-40B4-BE49-F238E27FC236}">
                <a16:creationId xmlns:a16="http://schemas.microsoft.com/office/drawing/2014/main" id="{A45F838B-5D51-0361-3862-EB4D1E7642D7}"/>
              </a:ext>
            </a:extLst>
          </p:cNvPr>
          <p:cNvSpPr/>
          <p:nvPr/>
        </p:nvSpPr>
        <p:spPr>
          <a:xfrm>
            <a:off x="6105086" y="1424668"/>
            <a:ext cx="1258546" cy="1147080"/>
          </a:xfrm>
          <a:prstGeom prst="round2SameRect">
            <a:avLst>
              <a:gd name="adj1" fmla="val 8219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87EAB56-C64D-9083-A956-37760BC09377}"/>
              </a:ext>
            </a:extLst>
          </p:cNvPr>
          <p:cNvSpPr txBox="1"/>
          <p:nvPr/>
        </p:nvSpPr>
        <p:spPr>
          <a:xfrm>
            <a:off x="7545465" y="1781987"/>
            <a:ext cx="1258551" cy="2827488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sz="1400" b="0" i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Rectangle: Top Corners Rounded 99">
            <a:extLst>
              <a:ext uri="{FF2B5EF4-FFF2-40B4-BE49-F238E27FC236}">
                <a16:creationId xmlns:a16="http://schemas.microsoft.com/office/drawing/2014/main" id="{DAA118F8-BC13-6F79-C7C0-5BA8A6B09E6E}"/>
              </a:ext>
            </a:extLst>
          </p:cNvPr>
          <p:cNvSpPr/>
          <p:nvPr/>
        </p:nvSpPr>
        <p:spPr>
          <a:xfrm>
            <a:off x="7539210" y="1424668"/>
            <a:ext cx="1258546" cy="1147080"/>
          </a:xfrm>
          <a:prstGeom prst="round2SameRect">
            <a:avLst>
              <a:gd name="adj1" fmla="val 8219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01" name="Rectangle: Top Corners Rounded 100">
            <a:extLst>
              <a:ext uri="{FF2B5EF4-FFF2-40B4-BE49-F238E27FC236}">
                <a16:creationId xmlns:a16="http://schemas.microsoft.com/office/drawing/2014/main" id="{2402FBCF-9DD7-607C-9CCB-37E02A73585E}"/>
              </a:ext>
            </a:extLst>
          </p:cNvPr>
          <p:cNvSpPr/>
          <p:nvPr userDrawn="1"/>
        </p:nvSpPr>
        <p:spPr>
          <a:xfrm>
            <a:off x="368586" y="1424668"/>
            <a:ext cx="1258546" cy="1147080"/>
          </a:xfrm>
          <a:prstGeom prst="round2SameRect">
            <a:avLst>
              <a:gd name="adj1" fmla="val 8219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02" name="Rectangle: Top Corners Rounded 101">
            <a:extLst>
              <a:ext uri="{FF2B5EF4-FFF2-40B4-BE49-F238E27FC236}">
                <a16:creationId xmlns:a16="http://schemas.microsoft.com/office/drawing/2014/main" id="{0C1E6292-852F-F987-0FD4-0A538DB52C58}"/>
              </a:ext>
            </a:extLst>
          </p:cNvPr>
          <p:cNvSpPr/>
          <p:nvPr userDrawn="1"/>
        </p:nvSpPr>
        <p:spPr>
          <a:xfrm>
            <a:off x="1802711" y="1424668"/>
            <a:ext cx="1258546" cy="1147080"/>
          </a:xfrm>
          <a:prstGeom prst="round2SameRect">
            <a:avLst>
              <a:gd name="adj1" fmla="val 8219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73B509CF-67CB-E74E-B0E3-8363C12D9A26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336854" y="250372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733D5B-F89B-E945-B8D8-2E3894FB1D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142741E-FD3D-CC41-8E2A-FA36FF61AC2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36853" y="445961"/>
            <a:ext cx="8470293" cy="506940"/>
          </a:xfrm>
        </p:spPr>
        <p:txBody>
          <a:bodyPr>
            <a:noAutofit/>
          </a:bodyPr>
          <a:lstStyle/>
          <a:p>
            <a:r>
              <a:rPr lang="en-US"/>
              <a:t>Headline in Arial Bold 32pt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F1039B8C-C352-CC4F-A86A-90D14E68C292}"/>
              </a:ext>
            </a:extLst>
          </p:cNvPr>
          <p:cNvSpPr>
            <a:spLocks noGrp="1"/>
          </p:cNvSpPr>
          <p:nvPr userDrawn="1">
            <p:ph type="body" sz="quarter" idx="35" hasCustomPrompt="1"/>
          </p:nvPr>
        </p:nvSpPr>
        <p:spPr>
          <a:xfrm>
            <a:off x="336853" y="962227"/>
            <a:ext cx="8470293" cy="432307"/>
          </a:xfr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 (optional) in Arial 20pt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F687F221-42DE-FE8D-380B-A926FA62F734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34C063-70B6-87AE-193E-7471D1900EF7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Straight Connector 23" descr="timeline">
            <a:extLst>
              <a:ext uri="{FF2B5EF4-FFF2-40B4-BE49-F238E27FC236}">
                <a16:creationId xmlns:a16="http://schemas.microsoft.com/office/drawing/2014/main" id="{E2300AD3-82C0-6482-55EE-2FAA2FEFA278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781986"/>
            <a:ext cx="9144000" cy="0"/>
          </a:xfrm>
          <a:prstGeom prst="line">
            <a:avLst/>
          </a:prstGeom>
          <a:ln w="285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8" name="Text Placeholder 127">
            <a:extLst>
              <a:ext uri="{FF2B5EF4-FFF2-40B4-BE49-F238E27FC236}">
                <a16:creationId xmlns:a16="http://schemas.microsoft.com/office/drawing/2014/main" id="{9AF5EAE8-7910-22A6-BFC3-4B52DE779F13}"/>
              </a:ext>
            </a:extLst>
          </p:cNvPr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368300" y="1812120"/>
            <a:ext cx="1258888" cy="759630"/>
          </a:xfrm>
          <a:noFill/>
        </p:spPr>
        <p:txBody>
          <a:bodyPr wrap="square" lIns="45720" tIns="45720" rIns="45720" bIns="45720" rtlCol="0" anchor="ctr">
            <a:noAutofit/>
          </a:bodyPr>
          <a:lstStyle>
            <a:lvl1pPr marL="0" indent="0" algn="ctr">
              <a:buNone/>
              <a:defRPr lang="en-US" sz="110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0" lvl="0" algn="ctr">
              <a:lnSpc>
                <a:spcPct val="105000"/>
              </a:lnSpc>
              <a:spcAft>
                <a:spcPts val="300"/>
              </a:spcAft>
            </a:pPr>
            <a:r>
              <a:rPr lang="en-US"/>
              <a:t>Step One</a:t>
            </a:r>
          </a:p>
        </p:txBody>
      </p:sp>
      <p:sp>
        <p:nvSpPr>
          <p:cNvPr id="130" name="Text Placeholder 127">
            <a:extLst>
              <a:ext uri="{FF2B5EF4-FFF2-40B4-BE49-F238E27FC236}">
                <a16:creationId xmlns:a16="http://schemas.microsoft.com/office/drawing/2014/main" id="{D219F792-89E8-0697-4890-015F03746812}"/>
              </a:ext>
            </a:extLst>
          </p:cNvPr>
          <p:cNvSpPr>
            <a:spLocks noGrp="1"/>
          </p:cNvSpPr>
          <p:nvPr userDrawn="1">
            <p:ph type="body" sz="quarter" idx="38" hasCustomPrompt="1"/>
          </p:nvPr>
        </p:nvSpPr>
        <p:spPr>
          <a:xfrm>
            <a:off x="3237848" y="1812120"/>
            <a:ext cx="1258888" cy="759630"/>
          </a:xfrm>
          <a:noFill/>
        </p:spPr>
        <p:txBody>
          <a:bodyPr wrap="square" lIns="45720" tIns="45720" rIns="45720" bIns="45720" rtlCol="0" anchor="ctr">
            <a:noAutofit/>
          </a:bodyPr>
          <a:lstStyle>
            <a:lvl1pPr marL="0" indent="0" algn="ctr">
              <a:buNone/>
              <a:defRPr lang="en-US" sz="110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0" lvl="0" algn="ctr">
              <a:lnSpc>
                <a:spcPct val="105000"/>
              </a:lnSpc>
              <a:spcAft>
                <a:spcPts val="300"/>
              </a:spcAft>
            </a:pPr>
            <a:r>
              <a:rPr lang="en-US"/>
              <a:t>Step One</a:t>
            </a:r>
          </a:p>
        </p:txBody>
      </p:sp>
      <p:sp>
        <p:nvSpPr>
          <p:cNvPr id="160" name="Text Placeholder 127">
            <a:extLst>
              <a:ext uri="{FF2B5EF4-FFF2-40B4-BE49-F238E27FC236}">
                <a16:creationId xmlns:a16="http://schemas.microsoft.com/office/drawing/2014/main" id="{C4C0C743-8459-274B-7C57-497744D13708}"/>
              </a:ext>
            </a:extLst>
          </p:cNvPr>
          <p:cNvSpPr>
            <a:spLocks noGrp="1"/>
          </p:cNvSpPr>
          <p:nvPr userDrawn="1">
            <p:ph type="body" sz="quarter" idx="39" hasCustomPrompt="1"/>
          </p:nvPr>
        </p:nvSpPr>
        <p:spPr>
          <a:xfrm>
            <a:off x="4672622" y="1812120"/>
            <a:ext cx="1258888" cy="759630"/>
          </a:xfrm>
          <a:noFill/>
        </p:spPr>
        <p:txBody>
          <a:bodyPr wrap="square" lIns="45720" tIns="45720" rIns="45720" bIns="45720" rtlCol="0" anchor="ctr">
            <a:noAutofit/>
          </a:bodyPr>
          <a:lstStyle>
            <a:lvl1pPr marL="0" indent="0" algn="ctr">
              <a:buNone/>
              <a:defRPr lang="en-US" sz="110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0" lvl="0" algn="ctr">
              <a:lnSpc>
                <a:spcPct val="105000"/>
              </a:lnSpc>
              <a:spcAft>
                <a:spcPts val="300"/>
              </a:spcAft>
            </a:pPr>
            <a:r>
              <a:rPr lang="en-US"/>
              <a:t>Step One</a:t>
            </a:r>
          </a:p>
        </p:txBody>
      </p:sp>
      <p:sp>
        <p:nvSpPr>
          <p:cNvPr id="161" name="Text Placeholder 127">
            <a:extLst>
              <a:ext uri="{FF2B5EF4-FFF2-40B4-BE49-F238E27FC236}">
                <a16:creationId xmlns:a16="http://schemas.microsoft.com/office/drawing/2014/main" id="{387E2EDC-68CD-E5F0-D255-C3C1F1EB15F0}"/>
              </a:ext>
            </a:extLst>
          </p:cNvPr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7542169" y="1812120"/>
            <a:ext cx="1258888" cy="759630"/>
          </a:xfrm>
          <a:noFill/>
        </p:spPr>
        <p:txBody>
          <a:bodyPr wrap="square" lIns="45720" tIns="45720" rIns="45720" bIns="45720" rtlCol="0" anchor="ctr">
            <a:noAutofit/>
          </a:bodyPr>
          <a:lstStyle>
            <a:lvl1pPr marL="0" indent="0" algn="ctr">
              <a:buNone/>
              <a:defRPr lang="en-US" sz="110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0" lvl="0" algn="ctr">
              <a:lnSpc>
                <a:spcPct val="105000"/>
              </a:lnSpc>
              <a:spcAft>
                <a:spcPts val="300"/>
              </a:spcAft>
            </a:pPr>
            <a:r>
              <a:rPr lang="en-US"/>
              <a:t>Step One</a:t>
            </a:r>
          </a:p>
        </p:txBody>
      </p:sp>
      <p:sp>
        <p:nvSpPr>
          <p:cNvPr id="162" name="Text Placeholder 127">
            <a:extLst>
              <a:ext uri="{FF2B5EF4-FFF2-40B4-BE49-F238E27FC236}">
                <a16:creationId xmlns:a16="http://schemas.microsoft.com/office/drawing/2014/main" id="{A2065866-ECBF-19B1-F5A3-405449EFC531}"/>
              </a:ext>
            </a:extLst>
          </p:cNvPr>
          <p:cNvSpPr>
            <a:spLocks noGrp="1"/>
          </p:cNvSpPr>
          <p:nvPr userDrawn="1">
            <p:ph type="body" sz="quarter" idx="41" hasCustomPrompt="1"/>
          </p:nvPr>
        </p:nvSpPr>
        <p:spPr>
          <a:xfrm>
            <a:off x="6107396" y="1812120"/>
            <a:ext cx="1258888" cy="759630"/>
          </a:xfrm>
          <a:noFill/>
        </p:spPr>
        <p:txBody>
          <a:bodyPr wrap="square" lIns="45720" tIns="45720" rIns="45720" bIns="45720" rtlCol="0" anchor="ctr">
            <a:noAutofit/>
          </a:bodyPr>
          <a:lstStyle>
            <a:lvl1pPr marL="0" indent="0" algn="ctr">
              <a:buNone/>
              <a:defRPr lang="en-US" sz="110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0" lvl="0" algn="ctr">
              <a:lnSpc>
                <a:spcPct val="105000"/>
              </a:lnSpc>
              <a:spcAft>
                <a:spcPts val="300"/>
              </a:spcAft>
            </a:pPr>
            <a:r>
              <a:rPr lang="en-US"/>
              <a:t>Step One</a:t>
            </a:r>
          </a:p>
        </p:txBody>
      </p:sp>
      <p:sp>
        <p:nvSpPr>
          <p:cNvPr id="166" name="Text Placeholder 164">
            <a:extLst>
              <a:ext uri="{FF2B5EF4-FFF2-40B4-BE49-F238E27FC236}">
                <a16:creationId xmlns:a16="http://schemas.microsoft.com/office/drawing/2014/main" id="{5EAD429C-119C-7434-15FB-F549A589172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2180" y="2598372"/>
            <a:ext cx="1264952" cy="669925"/>
          </a:xfrm>
          <a:noFill/>
        </p:spPr>
        <p:txBody>
          <a:bodyPr vert="horz" wrap="square" lIns="45720" tIns="45720" rIns="45720" bIns="45720" rtlCol="0" anchor="t">
            <a:noAutofit/>
          </a:bodyPr>
          <a:lstStyle>
            <a:lvl1pPr marL="0" indent="0" algn="ctr">
              <a:buNone/>
              <a:defRPr lang="en-US" sz="800" dirty="0" smtClean="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 marL="115888" lvl="0" indent="-115888" algn="ctr">
              <a:lnSpc>
                <a:spcPct val="105000"/>
              </a:lnSpc>
              <a:spcAft>
                <a:spcPts val="300"/>
              </a:spcAft>
            </a:pPr>
            <a:r>
              <a:rPr lang="en-US"/>
              <a:t>Bullet point or body copy here set in Arial Regular 8pt, select text and type to replace.</a:t>
            </a:r>
          </a:p>
        </p:txBody>
      </p:sp>
      <p:sp>
        <p:nvSpPr>
          <p:cNvPr id="173" name="Text Placeholder 164">
            <a:extLst>
              <a:ext uri="{FF2B5EF4-FFF2-40B4-BE49-F238E27FC236}">
                <a16:creationId xmlns:a16="http://schemas.microsoft.com/office/drawing/2014/main" id="{BDDB5B13-BA5A-5C19-49CA-9ACEE0AF357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62180" y="3616691"/>
            <a:ext cx="1264952" cy="335861"/>
          </a:xfrm>
          <a:noFill/>
        </p:spPr>
        <p:txBody>
          <a:bodyPr wrap="square" lIns="45720" tIns="45720" rIns="45720" bIns="45720" rtlCol="0" anchor="t">
            <a:noAutofit/>
          </a:bodyPr>
          <a:lstStyle>
            <a:lvl1pPr marL="0" indent="0">
              <a:buNone/>
              <a:defRPr lang="en-US" sz="800" dirty="0" smtClean="0">
                <a:latin typeface="+mn-lt"/>
                <a:cs typeface="+mn-cs"/>
              </a:defRPr>
            </a:lvl1pPr>
          </a:lstStyle>
          <a:p>
            <a:pPr marL="0" lvl="0" algn="ctr">
              <a:lnSpc>
                <a:spcPct val="105000"/>
              </a:lnSpc>
              <a:spcAft>
                <a:spcPts val="300"/>
              </a:spcAft>
            </a:pPr>
            <a:r>
              <a:rPr lang="en-US"/>
              <a:t>Bullet point or body copy set in Arial Regular 8pt.</a:t>
            </a:r>
          </a:p>
        </p:txBody>
      </p:sp>
      <p:sp>
        <p:nvSpPr>
          <p:cNvPr id="174" name="Text Placeholder 164">
            <a:extLst>
              <a:ext uri="{FF2B5EF4-FFF2-40B4-BE49-F238E27FC236}">
                <a16:creationId xmlns:a16="http://schemas.microsoft.com/office/drawing/2014/main" id="{B93B68C0-54F6-BE56-8843-E87ED48C8CC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796305" y="3616691"/>
            <a:ext cx="1264952" cy="335861"/>
          </a:xfrm>
          <a:noFill/>
        </p:spPr>
        <p:txBody>
          <a:bodyPr wrap="square" lIns="45720" tIns="45720" rIns="45720" bIns="45720" rtlCol="0" anchor="t">
            <a:noAutofit/>
          </a:bodyPr>
          <a:lstStyle>
            <a:lvl1pPr marL="0" indent="0">
              <a:buNone/>
              <a:defRPr lang="en-US" sz="800" dirty="0" smtClean="0">
                <a:latin typeface="+mn-lt"/>
                <a:cs typeface="+mn-cs"/>
              </a:defRPr>
            </a:lvl1pPr>
          </a:lstStyle>
          <a:p>
            <a:pPr marL="0" lvl="0" algn="ctr">
              <a:lnSpc>
                <a:spcPct val="105000"/>
              </a:lnSpc>
              <a:spcAft>
                <a:spcPts val="300"/>
              </a:spcAft>
            </a:pPr>
            <a:r>
              <a:rPr lang="en-US"/>
              <a:t>Bullet point or body copy set in Arial Regular 8pt.</a:t>
            </a:r>
          </a:p>
        </p:txBody>
      </p:sp>
      <p:sp>
        <p:nvSpPr>
          <p:cNvPr id="175" name="Text Placeholder 164">
            <a:extLst>
              <a:ext uri="{FF2B5EF4-FFF2-40B4-BE49-F238E27FC236}">
                <a16:creationId xmlns:a16="http://schemas.microsoft.com/office/drawing/2014/main" id="{8AE8EF24-90EB-F0AC-9862-872B0F01338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239361" y="3616691"/>
            <a:ext cx="1264952" cy="335861"/>
          </a:xfrm>
          <a:noFill/>
        </p:spPr>
        <p:txBody>
          <a:bodyPr wrap="square" lIns="45720" tIns="45720" rIns="45720" bIns="45720" rtlCol="0" anchor="t">
            <a:noAutofit/>
          </a:bodyPr>
          <a:lstStyle>
            <a:lvl1pPr marL="0" indent="0">
              <a:buNone/>
              <a:defRPr lang="en-US" sz="800" dirty="0" smtClean="0">
                <a:latin typeface="+mn-lt"/>
                <a:cs typeface="+mn-cs"/>
              </a:defRPr>
            </a:lvl1pPr>
          </a:lstStyle>
          <a:p>
            <a:pPr marL="0" lvl="0" algn="ctr">
              <a:lnSpc>
                <a:spcPct val="105000"/>
              </a:lnSpc>
              <a:spcAft>
                <a:spcPts val="300"/>
              </a:spcAft>
            </a:pPr>
            <a:r>
              <a:rPr lang="en-US"/>
              <a:t>Bullet point or body copy set in Arial Regular 8pt.</a:t>
            </a:r>
          </a:p>
        </p:txBody>
      </p:sp>
      <p:sp>
        <p:nvSpPr>
          <p:cNvPr id="176" name="Text Placeholder 164">
            <a:extLst>
              <a:ext uri="{FF2B5EF4-FFF2-40B4-BE49-F238E27FC236}">
                <a16:creationId xmlns:a16="http://schemas.microsoft.com/office/drawing/2014/main" id="{E859F3D8-77A6-54B1-CE3A-9A19AAF667F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673486" y="3616691"/>
            <a:ext cx="1264952" cy="335861"/>
          </a:xfrm>
          <a:noFill/>
        </p:spPr>
        <p:txBody>
          <a:bodyPr wrap="square" lIns="45720" tIns="45720" rIns="45720" bIns="45720" rtlCol="0" anchor="t">
            <a:noAutofit/>
          </a:bodyPr>
          <a:lstStyle>
            <a:lvl1pPr marL="0" indent="0">
              <a:buNone/>
              <a:defRPr lang="en-US" sz="800" dirty="0" smtClean="0">
                <a:latin typeface="+mn-lt"/>
                <a:cs typeface="+mn-cs"/>
              </a:defRPr>
            </a:lvl1pPr>
          </a:lstStyle>
          <a:p>
            <a:pPr marL="0" lvl="0" algn="ctr">
              <a:lnSpc>
                <a:spcPct val="105000"/>
              </a:lnSpc>
              <a:spcAft>
                <a:spcPts val="300"/>
              </a:spcAft>
            </a:pPr>
            <a:r>
              <a:rPr lang="en-US"/>
              <a:t>Bullet point or body copy set in Arial Regular 8pt.</a:t>
            </a:r>
          </a:p>
        </p:txBody>
      </p:sp>
      <p:sp>
        <p:nvSpPr>
          <p:cNvPr id="177" name="Text Placeholder 164">
            <a:extLst>
              <a:ext uri="{FF2B5EF4-FFF2-40B4-BE49-F238E27FC236}">
                <a16:creationId xmlns:a16="http://schemas.microsoft.com/office/drawing/2014/main" id="{B802CD5E-4110-D286-C143-84C183D0B93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098680" y="3616691"/>
            <a:ext cx="1264952" cy="335861"/>
          </a:xfrm>
          <a:noFill/>
        </p:spPr>
        <p:txBody>
          <a:bodyPr wrap="square" lIns="45720" tIns="45720" rIns="45720" bIns="45720" rtlCol="0" anchor="t">
            <a:noAutofit/>
          </a:bodyPr>
          <a:lstStyle>
            <a:lvl1pPr marL="0" indent="0">
              <a:buNone/>
              <a:defRPr lang="en-US" sz="800" dirty="0" smtClean="0">
                <a:latin typeface="+mn-lt"/>
                <a:cs typeface="+mn-cs"/>
              </a:defRPr>
            </a:lvl1pPr>
          </a:lstStyle>
          <a:p>
            <a:pPr marL="0" lvl="0" algn="ctr">
              <a:lnSpc>
                <a:spcPct val="105000"/>
              </a:lnSpc>
              <a:spcAft>
                <a:spcPts val="300"/>
              </a:spcAft>
            </a:pPr>
            <a:r>
              <a:rPr lang="en-US"/>
              <a:t>Bullet point or body copy set in Arial Regular 8pt.</a:t>
            </a:r>
          </a:p>
        </p:txBody>
      </p:sp>
      <p:sp>
        <p:nvSpPr>
          <p:cNvPr id="178" name="Text Placeholder 164">
            <a:extLst>
              <a:ext uri="{FF2B5EF4-FFF2-40B4-BE49-F238E27FC236}">
                <a16:creationId xmlns:a16="http://schemas.microsoft.com/office/drawing/2014/main" id="{15481993-6EFF-C865-29AF-CF85A8A5DAE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545636" y="3616691"/>
            <a:ext cx="1264952" cy="335861"/>
          </a:xfrm>
          <a:noFill/>
        </p:spPr>
        <p:txBody>
          <a:bodyPr wrap="square" lIns="45720" tIns="45720" rIns="45720" bIns="45720" rtlCol="0" anchor="t">
            <a:noAutofit/>
          </a:bodyPr>
          <a:lstStyle>
            <a:lvl1pPr marL="0" indent="0">
              <a:buNone/>
              <a:defRPr lang="en-US" sz="800" dirty="0" smtClean="0">
                <a:latin typeface="+mn-lt"/>
                <a:cs typeface="+mn-cs"/>
              </a:defRPr>
            </a:lvl1pPr>
          </a:lstStyle>
          <a:p>
            <a:pPr marL="0" lvl="0" algn="ctr">
              <a:lnSpc>
                <a:spcPct val="105000"/>
              </a:lnSpc>
              <a:spcAft>
                <a:spcPts val="300"/>
              </a:spcAft>
            </a:pPr>
            <a:r>
              <a:rPr lang="en-US"/>
              <a:t>Bullet point or body copy set in Arial Regular 8pt.</a:t>
            </a:r>
          </a:p>
        </p:txBody>
      </p:sp>
      <p:sp>
        <p:nvSpPr>
          <p:cNvPr id="184" name="Text Placeholder 164">
            <a:extLst>
              <a:ext uri="{FF2B5EF4-FFF2-40B4-BE49-F238E27FC236}">
                <a16:creationId xmlns:a16="http://schemas.microsoft.com/office/drawing/2014/main" id="{00E90ACE-B607-DC56-DEAE-6B03FFE6BB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62180" y="4162153"/>
            <a:ext cx="1264952" cy="335861"/>
          </a:xfrm>
          <a:noFill/>
        </p:spPr>
        <p:txBody>
          <a:bodyPr wrap="square" lIns="45720" tIns="45720" rIns="45720" bIns="45720" rtlCol="0" anchor="t">
            <a:noAutofit/>
          </a:bodyPr>
          <a:lstStyle>
            <a:lvl1pPr marL="0" indent="0">
              <a:buNone/>
              <a:defRPr lang="en-US" sz="800" dirty="0" smtClean="0">
                <a:latin typeface="+mn-lt"/>
                <a:cs typeface="+mn-cs"/>
              </a:defRPr>
            </a:lvl1pPr>
          </a:lstStyle>
          <a:p>
            <a:pPr marL="0" lvl="0" algn="ctr">
              <a:lnSpc>
                <a:spcPct val="105000"/>
              </a:lnSpc>
              <a:spcAft>
                <a:spcPts val="300"/>
              </a:spcAft>
            </a:pPr>
            <a:r>
              <a:rPr lang="en-US"/>
              <a:t>Bullet point or body copy set in Arial Regular 8pt.</a:t>
            </a:r>
          </a:p>
        </p:txBody>
      </p:sp>
      <p:sp>
        <p:nvSpPr>
          <p:cNvPr id="185" name="Text Placeholder 164">
            <a:extLst>
              <a:ext uri="{FF2B5EF4-FFF2-40B4-BE49-F238E27FC236}">
                <a16:creationId xmlns:a16="http://schemas.microsoft.com/office/drawing/2014/main" id="{2B7F5E97-F0EB-1924-B208-AEAD47B95D6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796305" y="4162153"/>
            <a:ext cx="1264952" cy="335861"/>
          </a:xfrm>
          <a:noFill/>
        </p:spPr>
        <p:txBody>
          <a:bodyPr wrap="square" lIns="45720" tIns="45720" rIns="45720" bIns="45720" rtlCol="0" anchor="t">
            <a:noAutofit/>
          </a:bodyPr>
          <a:lstStyle>
            <a:lvl1pPr marL="0" indent="0">
              <a:buNone/>
              <a:defRPr lang="en-US" sz="800" dirty="0" smtClean="0">
                <a:latin typeface="+mn-lt"/>
                <a:cs typeface="+mn-cs"/>
              </a:defRPr>
            </a:lvl1pPr>
          </a:lstStyle>
          <a:p>
            <a:pPr marL="0" lvl="0" algn="ctr">
              <a:lnSpc>
                <a:spcPct val="105000"/>
              </a:lnSpc>
              <a:spcAft>
                <a:spcPts val="300"/>
              </a:spcAft>
            </a:pPr>
            <a:r>
              <a:rPr lang="en-US"/>
              <a:t>Bullet point or body copy set in Arial Regular 8pt.</a:t>
            </a:r>
          </a:p>
        </p:txBody>
      </p:sp>
      <p:sp>
        <p:nvSpPr>
          <p:cNvPr id="186" name="Text Placeholder 164">
            <a:extLst>
              <a:ext uri="{FF2B5EF4-FFF2-40B4-BE49-F238E27FC236}">
                <a16:creationId xmlns:a16="http://schemas.microsoft.com/office/drawing/2014/main" id="{743A5EF3-2430-FD91-D7E5-C6858236AF80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239361" y="4162153"/>
            <a:ext cx="1264952" cy="335861"/>
          </a:xfrm>
          <a:noFill/>
        </p:spPr>
        <p:txBody>
          <a:bodyPr wrap="square" lIns="45720" tIns="45720" rIns="45720" bIns="45720" rtlCol="0" anchor="t">
            <a:noAutofit/>
          </a:bodyPr>
          <a:lstStyle>
            <a:lvl1pPr marL="0" indent="0">
              <a:buNone/>
              <a:defRPr lang="en-US" sz="800" dirty="0" smtClean="0">
                <a:latin typeface="+mn-lt"/>
                <a:cs typeface="+mn-cs"/>
              </a:defRPr>
            </a:lvl1pPr>
          </a:lstStyle>
          <a:p>
            <a:pPr marL="0" lvl="0" algn="ctr">
              <a:lnSpc>
                <a:spcPct val="105000"/>
              </a:lnSpc>
              <a:spcAft>
                <a:spcPts val="300"/>
              </a:spcAft>
            </a:pPr>
            <a:r>
              <a:rPr lang="en-US"/>
              <a:t>Bullet point or body copy set in Arial Regular 8pt.</a:t>
            </a:r>
          </a:p>
        </p:txBody>
      </p:sp>
      <p:sp>
        <p:nvSpPr>
          <p:cNvPr id="187" name="Text Placeholder 164">
            <a:extLst>
              <a:ext uri="{FF2B5EF4-FFF2-40B4-BE49-F238E27FC236}">
                <a16:creationId xmlns:a16="http://schemas.microsoft.com/office/drawing/2014/main" id="{3D8263D3-5425-293A-E90E-F9B664E25EDA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673486" y="4162153"/>
            <a:ext cx="1264952" cy="335861"/>
          </a:xfrm>
          <a:noFill/>
        </p:spPr>
        <p:txBody>
          <a:bodyPr wrap="square" lIns="45720" tIns="45720" rIns="45720" bIns="45720" rtlCol="0" anchor="t">
            <a:noAutofit/>
          </a:bodyPr>
          <a:lstStyle>
            <a:lvl1pPr marL="0" indent="0">
              <a:buNone/>
              <a:defRPr lang="en-US" sz="800" dirty="0" smtClean="0">
                <a:latin typeface="+mn-lt"/>
                <a:cs typeface="+mn-cs"/>
              </a:defRPr>
            </a:lvl1pPr>
          </a:lstStyle>
          <a:p>
            <a:pPr marL="0" lvl="0" algn="ctr">
              <a:lnSpc>
                <a:spcPct val="105000"/>
              </a:lnSpc>
              <a:spcAft>
                <a:spcPts val="300"/>
              </a:spcAft>
            </a:pPr>
            <a:r>
              <a:rPr lang="en-US"/>
              <a:t>Bullet point or body copy set in Arial Regular 8pt.</a:t>
            </a:r>
          </a:p>
        </p:txBody>
      </p:sp>
      <p:sp>
        <p:nvSpPr>
          <p:cNvPr id="188" name="Text Placeholder 164">
            <a:extLst>
              <a:ext uri="{FF2B5EF4-FFF2-40B4-BE49-F238E27FC236}">
                <a16:creationId xmlns:a16="http://schemas.microsoft.com/office/drawing/2014/main" id="{5F5D6D1D-9A31-C76A-CC43-F9D73AE3029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098680" y="4162153"/>
            <a:ext cx="1264952" cy="335861"/>
          </a:xfrm>
          <a:noFill/>
        </p:spPr>
        <p:txBody>
          <a:bodyPr wrap="square" lIns="45720" tIns="45720" rIns="45720" bIns="45720" rtlCol="0" anchor="t">
            <a:noAutofit/>
          </a:bodyPr>
          <a:lstStyle>
            <a:lvl1pPr marL="0" indent="0">
              <a:buNone/>
              <a:defRPr lang="en-US" sz="800" dirty="0" smtClean="0">
                <a:latin typeface="+mn-lt"/>
                <a:cs typeface="+mn-cs"/>
              </a:defRPr>
            </a:lvl1pPr>
          </a:lstStyle>
          <a:p>
            <a:pPr marL="0" lvl="0" algn="ctr">
              <a:lnSpc>
                <a:spcPct val="105000"/>
              </a:lnSpc>
              <a:spcAft>
                <a:spcPts val="300"/>
              </a:spcAft>
            </a:pPr>
            <a:r>
              <a:rPr lang="en-US"/>
              <a:t>Bullet point or body copy set in Arial Regular 8pt.</a:t>
            </a:r>
          </a:p>
        </p:txBody>
      </p:sp>
      <p:sp>
        <p:nvSpPr>
          <p:cNvPr id="189" name="Text Placeholder 164">
            <a:extLst>
              <a:ext uri="{FF2B5EF4-FFF2-40B4-BE49-F238E27FC236}">
                <a16:creationId xmlns:a16="http://schemas.microsoft.com/office/drawing/2014/main" id="{1F614C47-E464-4320-BA07-49039C787E51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545636" y="4162153"/>
            <a:ext cx="1264952" cy="335861"/>
          </a:xfrm>
          <a:noFill/>
        </p:spPr>
        <p:txBody>
          <a:bodyPr wrap="square" lIns="45720" tIns="45720" rIns="45720" bIns="45720" rtlCol="0" anchor="t">
            <a:noAutofit/>
          </a:bodyPr>
          <a:lstStyle>
            <a:lvl1pPr marL="0" indent="0">
              <a:buNone/>
              <a:defRPr lang="en-US" sz="800" dirty="0" smtClean="0">
                <a:latin typeface="+mn-lt"/>
                <a:cs typeface="+mn-cs"/>
              </a:defRPr>
            </a:lvl1pPr>
          </a:lstStyle>
          <a:p>
            <a:pPr marL="0" lvl="0" algn="ctr">
              <a:lnSpc>
                <a:spcPct val="105000"/>
              </a:lnSpc>
              <a:spcAft>
                <a:spcPts val="300"/>
              </a:spcAft>
            </a:pPr>
            <a:r>
              <a:rPr lang="en-US"/>
              <a:t>Bullet point or body copy set in Arial Regular 8pt.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785AD396-2BCD-1137-9549-EEFDA5BB0E40}"/>
              </a:ext>
            </a:extLst>
          </p:cNvPr>
          <p:cNvCxnSpPr/>
          <p:nvPr/>
        </p:nvCxnSpPr>
        <p:spPr>
          <a:xfrm>
            <a:off x="367450" y="3298772"/>
            <a:ext cx="125968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7EB58550-9595-B05E-2537-FEC3D8621E8C}"/>
              </a:ext>
            </a:extLst>
          </p:cNvPr>
          <p:cNvCxnSpPr/>
          <p:nvPr/>
        </p:nvCxnSpPr>
        <p:spPr>
          <a:xfrm>
            <a:off x="1803088" y="3298772"/>
            <a:ext cx="125968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3DF09EEE-8810-250E-6B10-CEE546207A2A}"/>
              </a:ext>
            </a:extLst>
          </p:cNvPr>
          <p:cNvCxnSpPr/>
          <p:nvPr/>
        </p:nvCxnSpPr>
        <p:spPr>
          <a:xfrm>
            <a:off x="3238726" y="3298772"/>
            <a:ext cx="125968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572A3237-8EEE-4AF6-94EA-54D45548526B}"/>
              </a:ext>
            </a:extLst>
          </p:cNvPr>
          <p:cNvCxnSpPr/>
          <p:nvPr/>
        </p:nvCxnSpPr>
        <p:spPr>
          <a:xfrm>
            <a:off x="4674364" y="3298772"/>
            <a:ext cx="125968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232FD4DB-635B-1F9F-1CC0-0F07E7C5A54C}"/>
              </a:ext>
            </a:extLst>
          </p:cNvPr>
          <p:cNvCxnSpPr/>
          <p:nvPr/>
        </p:nvCxnSpPr>
        <p:spPr>
          <a:xfrm>
            <a:off x="6110002" y="3298772"/>
            <a:ext cx="125968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DEED0A44-F8B0-29A3-0356-27CEF4F96A49}"/>
              </a:ext>
            </a:extLst>
          </p:cNvPr>
          <p:cNvCxnSpPr/>
          <p:nvPr/>
        </p:nvCxnSpPr>
        <p:spPr>
          <a:xfrm>
            <a:off x="7545641" y="3298772"/>
            <a:ext cx="125968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 Placeholder 127">
            <a:extLst>
              <a:ext uri="{FF2B5EF4-FFF2-40B4-BE49-F238E27FC236}">
                <a16:creationId xmlns:a16="http://schemas.microsoft.com/office/drawing/2014/main" id="{4CC7B2E2-CC2E-F3B2-722E-CA136C64B91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802489" y="1812120"/>
            <a:ext cx="1258888" cy="759630"/>
          </a:xfrm>
          <a:noFill/>
        </p:spPr>
        <p:txBody>
          <a:bodyPr wrap="square" lIns="45720" tIns="45720" rIns="45720" bIns="45720" rtlCol="0" anchor="ctr">
            <a:noAutofit/>
          </a:bodyPr>
          <a:lstStyle>
            <a:lvl1pPr marL="0" indent="0" algn="ctr">
              <a:buNone/>
              <a:defRPr lang="en-US" sz="110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marL="0" lvl="0" algn="ctr">
              <a:lnSpc>
                <a:spcPct val="105000"/>
              </a:lnSpc>
              <a:spcAft>
                <a:spcPts val="300"/>
              </a:spcAft>
            </a:pPr>
            <a:r>
              <a:rPr lang="en-US"/>
              <a:t>Step One</a:t>
            </a:r>
          </a:p>
        </p:txBody>
      </p:sp>
      <p:sp>
        <p:nvSpPr>
          <p:cNvPr id="200" name="Text Placeholder 164">
            <a:extLst>
              <a:ext uri="{FF2B5EF4-FFF2-40B4-BE49-F238E27FC236}">
                <a16:creationId xmlns:a16="http://schemas.microsoft.com/office/drawing/2014/main" id="{91D43304-0087-72B8-1BFE-EB6DD076B7D7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7536007" y="2598372"/>
            <a:ext cx="1264952" cy="669925"/>
          </a:xfrm>
          <a:noFill/>
        </p:spPr>
        <p:txBody>
          <a:bodyPr vert="horz" wrap="square" lIns="45720" tIns="45720" rIns="45720" bIns="45720" rtlCol="0" anchor="t">
            <a:noAutofit/>
          </a:bodyPr>
          <a:lstStyle>
            <a:lvl1pPr marL="0" indent="0" algn="ctr">
              <a:buNone/>
              <a:defRPr lang="en-US" sz="800" dirty="0" smtClean="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 marL="115888" lvl="0" indent="-115888" algn="ctr">
              <a:lnSpc>
                <a:spcPct val="105000"/>
              </a:lnSpc>
              <a:spcAft>
                <a:spcPts val="300"/>
              </a:spcAft>
            </a:pPr>
            <a:r>
              <a:rPr lang="en-US"/>
              <a:t>Bullet point or body copy here set in Arial Regular 8pt, select text and type to replace.</a:t>
            </a:r>
          </a:p>
        </p:txBody>
      </p:sp>
      <p:sp>
        <p:nvSpPr>
          <p:cNvPr id="203" name="Text Placeholder 164">
            <a:extLst>
              <a:ext uri="{FF2B5EF4-FFF2-40B4-BE49-F238E27FC236}">
                <a16:creationId xmlns:a16="http://schemas.microsoft.com/office/drawing/2014/main" id="{FD2375E9-F353-6839-99F9-DB4191F4E277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101240" y="2598372"/>
            <a:ext cx="1264952" cy="669925"/>
          </a:xfrm>
          <a:noFill/>
        </p:spPr>
        <p:txBody>
          <a:bodyPr vert="horz" wrap="square" lIns="45720" tIns="45720" rIns="45720" bIns="45720" rtlCol="0" anchor="t">
            <a:noAutofit/>
          </a:bodyPr>
          <a:lstStyle>
            <a:lvl1pPr marL="0" indent="0" algn="ctr">
              <a:buNone/>
              <a:defRPr lang="en-US" sz="800" dirty="0" smtClean="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 marL="115888" lvl="0" indent="-115888" algn="ctr">
              <a:lnSpc>
                <a:spcPct val="105000"/>
              </a:lnSpc>
              <a:spcAft>
                <a:spcPts val="300"/>
              </a:spcAft>
            </a:pPr>
            <a:r>
              <a:rPr lang="en-US"/>
              <a:t>Bullet point or body copy here set in Arial Regular 8pt, select text and type to replace.</a:t>
            </a:r>
          </a:p>
        </p:txBody>
      </p:sp>
      <p:sp>
        <p:nvSpPr>
          <p:cNvPr id="204" name="Text Placeholder 164">
            <a:extLst>
              <a:ext uri="{FF2B5EF4-FFF2-40B4-BE49-F238E27FC236}">
                <a16:creationId xmlns:a16="http://schemas.microsoft.com/office/drawing/2014/main" id="{B6EC9F30-0D87-DD5E-E714-8A5B3D8ED1A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666475" y="2598372"/>
            <a:ext cx="1264952" cy="669925"/>
          </a:xfrm>
          <a:noFill/>
        </p:spPr>
        <p:txBody>
          <a:bodyPr vert="horz" wrap="square" lIns="45720" tIns="45720" rIns="45720" bIns="45720" rtlCol="0" anchor="t">
            <a:noAutofit/>
          </a:bodyPr>
          <a:lstStyle>
            <a:lvl1pPr marL="0" indent="0" algn="ctr">
              <a:buNone/>
              <a:defRPr lang="en-US" sz="800" dirty="0" smtClean="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 marL="115888" lvl="0" indent="-115888" algn="ctr">
              <a:lnSpc>
                <a:spcPct val="105000"/>
              </a:lnSpc>
              <a:spcAft>
                <a:spcPts val="300"/>
              </a:spcAft>
            </a:pPr>
            <a:r>
              <a:rPr lang="en-US"/>
              <a:t>Bullet point or body copy here set in Arial Regular 8pt, select text and type to replace.</a:t>
            </a:r>
          </a:p>
        </p:txBody>
      </p:sp>
      <p:sp>
        <p:nvSpPr>
          <p:cNvPr id="205" name="Text Placeholder 164">
            <a:extLst>
              <a:ext uri="{FF2B5EF4-FFF2-40B4-BE49-F238E27FC236}">
                <a16:creationId xmlns:a16="http://schemas.microsoft.com/office/drawing/2014/main" id="{8090689C-6494-DE8E-3862-478D0C17AD5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3231710" y="2598372"/>
            <a:ext cx="1264952" cy="669925"/>
          </a:xfrm>
          <a:noFill/>
        </p:spPr>
        <p:txBody>
          <a:bodyPr vert="horz" wrap="square" lIns="45720" tIns="45720" rIns="45720" bIns="45720" rtlCol="0" anchor="t">
            <a:noAutofit/>
          </a:bodyPr>
          <a:lstStyle>
            <a:lvl1pPr marL="0" indent="0" algn="ctr">
              <a:buNone/>
              <a:defRPr lang="en-US" sz="800" dirty="0" smtClean="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 marL="115888" lvl="0" indent="-115888" algn="ctr">
              <a:lnSpc>
                <a:spcPct val="105000"/>
              </a:lnSpc>
              <a:spcAft>
                <a:spcPts val="300"/>
              </a:spcAft>
            </a:pPr>
            <a:r>
              <a:rPr lang="en-US"/>
              <a:t>Bullet point or body copy here set in Arial Regular 8pt, select text and type to replace.</a:t>
            </a:r>
          </a:p>
        </p:txBody>
      </p:sp>
      <p:sp>
        <p:nvSpPr>
          <p:cNvPr id="206" name="Text Placeholder 164">
            <a:extLst>
              <a:ext uri="{FF2B5EF4-FFF2-40B4-BE49-F238E27FC236}">
                <a16:creationId xmlns:a16="http://schemas.microsoft.com/office/drawing/2014/main" id="{9C4312E2-0984-F498-D900-571F9E7A01B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796945" y="2598372"/>
            <a:ext cx="1264952" cy="669925"/>
          </a:xfrm>
          <a:noFill/>
        </p:spPr>
        <p:txBody>
          <a:bodyPr vert="horz" wrap="square" lIns="45720" tIns="45720" rIns="45720" bIns="45720" rtlCol="0" anchor="t">
            <a:noAutofit/>
          </a:bodyPr>
          <a:lstStyle>
            <a:lvl1pPr marL="0" indent="0" algn="ctr">
              <a:buNone/>
              <a:defRPr lang="en-US" sz="800" dirty="0" smtClean="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 marL="115888" lvl="0" indent="-115888" algn="ctr">
              <a:lnSpc>
                <a:spcPct val="105000"/>
              </a:lnSpc>
              <a:spcAft>
                <a:spcPts val="300"/>
              </a:spcAft>
            </a:pPr>
            <a:r>
              <a:rPr lang="en-US"/>
              <a:t>Bullet point or body copy here set in Arial Regular 8pt, select text and type to replace.</a:t>
            </a:r>
          </a:p>
        </p:txBody>
      </p:sp>
    </p:spTree>
    <p:extLst>
      <p:ext uri="{BB962C8B-B14F-4D97-AF65-F5344CB8AC3E}">
        <p14:creationId xmlns:p14="http://schemas.microsoft.com/office/powerpoint/2010/main" val="182643252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Timeline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73B509CF-67CB-E74E-B0E3-8363C12D9A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6854" y="250372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733D5B-F89B-E945-B8D8-2E3894FB1D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142741E-FD3D-CC41-8E2A-FA36FF61A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3" y="445961"/>
            <a:ext cx="8470293" cy="506940"/>
          </a:xfrm>
        </p:spPr>
        <p:txBody>
          <a:bodyPr>
            <a:noAutofit/>
          </a:bodyPr>
          <a:lstStyle/>
          <a:p>
            <a:r>
              <a:rPr lang="en-US"/>
              <a:t>Headline in Arial Bold 32pt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F687F221-42DE-FE8D-380B-A926FA62F73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34C063-70B6-87AE-193E-7471D1900EF7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8CD6782-E89F-0DA6-3AAC-5F0FE7DC2336}"/>
              </a:ext>
            </a:extLst>
          </p:cNvPr>
          <p:cNvSpPr/>
          <p:nvPr userDrawn="1"/>
        </p:nvSpPr>
        <p:spPr>
          <a:xfrm>
            <a:off x="799447" y="1262211"/>
            <a:ext cx="2481959" cy="2976835"/>
          </a:xfrm>
          <a:prstGeom prst="roundRect">
            <a:avLst>
              <a:gd name="adj" fmla="val 2992"/>
            </a:avLst>
          </a:prstGeom>
          <a:solidFill>
            <a:schemeClr val="tx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0CD557E-9458-8018-0F1C-8F345DF9304E}"/>
              </a:ext>
            </a:extLst>
          </p:cNvPr>
          <p:cNvSpPr/>
          <p:nvPr userDrawn="1"/>
        </p:nvSpPr>
        <p:spPr>
          <a:xfrm>
            <a:off x="3437975" y="1262211"/>
            <a:ext cx="2481959" cy="2976835"/>
          </a:xfrm>
          <a:prstGeom prst="roundRect">
            <a:avLst>
              <a:gd name="adj" fmla="val 2992"/>
            </a:avLst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BFED558A-9539-A81A-B6BB-7F1239126170}"/>
              </a:ext>
            </a:extLst>
          </p:cNvPr>
          <p:cNvSpPr/>
          <p:nvPr userDrawn="1"/>
        </p:nvSpPr>
        <p:spPr>
          <a:xfrm>
            <a:off x="6093538" y="1262211"/>
            <a:ext cx="2481959" cy="2976835"/>
          </a:xfrm>
          <a:prstGeom prst="roundRect">
            <a:avLst>
              <a:gd name="adj" fmla="val 2992"/>
            </a:avLst>
          </a:prstGeom>
          <a:solidFill>
            <a:schemeClr val="tx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>
              <a:solidFill>
                <a:schemeClr val="bg1"/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4DA254A-FA91-6545-50C3-360EF17D5EF4}"/>
              </a:ext>
            </a:extLst>
          </p:cNvPr>
          <p:cNvGrpSpPr/>
          <p:nvPr userDrawn="1"/>
        </p:nvGrpSpPr>
        <p:grpSpPr>
          <a:xfrm>
            <a:off x="370069" y="1109229"/>
            <a:ext cx="8451364" cy="3492346"/>
            <a:chOff x="370069" y="1109229"/>
            <a:chExt cx="8451364" cy="3492346"/>
          </a:xfrm>
        </p:grpSpPr>
        <p:sp>
          <p:nvSpPr>
            <p:cNvPr id="54" name="Arrow: Down 53">
              <a:extLst>
                <a:ext uri="{FF2B5EF4-FFF2-40B4-BE49-F238E27FC236}">
                  <a16:creationId xmlns:a16="http://schemas.microsoft.com/office/drawing/2014/main" id="{4818649D-088B-272C-F43C-DE41A24C52D5}"/>
                </a:ext>
              </a:extLst>
            </p:cNvPr>
            <p:cNvSpPr/>
            <p:nvPr/>
          </p:nvSpPr>
          <p:spPr>
            <a:xfrm rot="10800000">
              <a:off x="370069" y="1109229"/>
              <a:ext cx="108807" cy="3461935"/>
            </a:xfrm>
            <a:prstGeom prst="downArrow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6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5" name="Arrow: Down 54">
              <a:extLst>
                <a:ext uri="{FF2B5EF4-FFF2-40B4-BE49-F238E27FC236}">
                  <a16:creationId xmlns:a16="http://schemas.microsoft.com/office/drawing/2014/main" id="{5C06AD28-0FA6-9CE5-8931-9E53CD2C9E2D}"/>
                </a:ext>
              </a:extLst>
            </p:cNvPr>
            <p:cNvSpPr/>
            <p:nvPr/>
          </p:nvSpPr>
          <p:spPr>
            <a:xfrm rot="16200000">
              <a:off x="4550307" y="330448"/>
              <a:ext cx="119688" cy="8422565"/>
            </a:xfrm>
            <a:prstGeom prst="downArrow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6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29FB34C5-4E25-5AB6-38A1-3DEB43A11F82}"/>
              </a:ext>
            </a:extLst>
          </p:cNvPr>
          <p:cNvSpPr/>
          <p:nvPr userDrawn="1"/>
        </p:nvSpPr>
        <p:spPr>
          <a:xfrm>
            <a:off x="295325" y="2235865"/>
            <a:ext cx="257379" cy="18832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326CF867-E9DE-023B-B7DE-8BB87967C3BC}"/>
              </a:ext>
            </a:extLst>
          </p:cNvPr>
          <p:cNvSpPr/>
          <p:nvPr userDrawn="1"/>
        </p:nvSpPr>
        <p:spPr>
          <a:xfrm rot="5400000">
            <a:off x="1571548" y="3587421"/>
            <a:ext cx="257379" cy="18832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6176DE26-D72F-595C-1EA4-971B8CFFCFD9}"/>
              </a:ext>
            </a:extLst>
          </p:cNvPr>
          <p:cNvSpPr/>
          <p:nvPr userDrawn="1"/>
        </p:nvSpPr>
        <p:spPr>
          <a:xfrm rot="5400000">
            <a:off x="1571548" y="3072046"/>
            <a:ext cx="257379" cy="188322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75F03238-80F1-78CA-DED7-EF31F54F24FE}"/>
              </a:ext>
            </a:extLst>
          </p:cNvPr>
          <p:cNvSpPr/>
          <p:nvPr userDrawn="1"/>
        </p:nvSpPr>
        <p:spPr>
          <a:xfrm rot="5400000">
            <a:off x="4226567" y="3072047"/>
            <a:ext cx="257379" cy="188322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07D9449F-75F3-DE98-D3D6-20294EBCA017}"/>
              </a:ext>
            </a:extLst>
          </p:cNvPr>
          <p:cNvSpPr/>
          <p:nvPr userDrawn="1"/>
        </p:nvSpPr>
        <p:spPr>
          <a:xfrm rot="5400000">
            <a:off x="6868358" y="3072048"/>
            <a:ext cx="257379" cy="188322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72" name="Text Placeholder 70">
            <a:extLst>
              <a:ext uri="{FF2B5EF4-FFF2-40B4-BE49-F238E27FC236}">
                <a16:creationId xmlns:a16="http://schemas.microsoft.com/office/drawing/2014/main" id="{E7C24E8B-9E0E-FE06-04B8-B853F4A2A4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5400000">
            <a:off x="1567483" y="3578015"/>
            <a:ext cx="257175" cy="1884363"/>
          </a:xfrm>
        </p:spPr>
        <p:txBody>
          <a:bodyPr vert="vert270" lIns="91440" rIns="91440" anchor="ctr">
            <a:noAutofit/>
          </a:bodyPr>
          <a:lstStyle>
            <a:lvl1pPr marL="0" indent="0" algn="ctr">
              <a:buNone/>
              <a:defRPr sz="120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X Axis Label</a:t>
            </a:r>
          </a:p>
        </p:txBody>
      </p:sp>
      <p:sp>
        <p:nvSpPr>
          <p:cNvPr id="75" name="Text Placeholder 73">
            <a:extLst>
              <a:ext uri="{FF2B5EF4-FFF2-40B4-BE49-F238E27FC236}">
                <a16:creationId xmlns:a16="http://schemas.microsoft.com/office/drawing/2014/main" id="{9B4098BF-D551-FF0A-F7A4-51F362D58E4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0100" y="981477"/>
            <a:ext cx="2470302" cy="286936"/>
          </a:xfrm>
        </p:spPr>
        <p:txBody>
          <a:bodyPr/>
          <a:lstStyle>
            <a:lvl1pPr marL="0" indent="0">
              <a:buNone/>
              <a:defRPr lang="en-US" b="1" dirty="0"/>
            </a:lvl1pPr>
          </a:lstStyle>
          <a:p>
            <a:pPr marL="115888" lvl="0" indent="-115888"/>
            <a:r>
              <a:rPr lang="en-US"/>
              <a:t>Column One</a:t>
            </a:r>
          </a:p>
        </p:txBody>
      </p:sp>
      <p:sp>
        <p:nvSpPr>
          <p:cNvPr id="76" name="Text Placeholder 73">
            <a:extLst>
              <a:ext uri="{FF2B5EF4-FFF2-40B4-BE49-F238E27FC236}">
                <a16:creationId xmlns:a16="http://schemas.microsoft.com/office/drawing/2014/main" id="{781F0916-D705-2D70-25FB-6B5E075B12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37974" y="981477"/>
            <a:ext cx="2470302" cy="286936"/>
          </a:xfrm>
        </p:spPr>
        <p:txBody>
          <a:bodyPr/>
          <a:lstStyle>
            <a:lvl1pPr marL="0" indent="0">
              <a:buNone/>
              <a:defRPr lang="en-US" b="1" dirty="0"/>
            </a:lvl1pPr>
          </a:lstStyle>
          <a:p>
            <a:pPr marL="115888" lvl="0" indent="-115888"/>
            <a:r>
              <a:rPr lang="en-US"/>
              <a:t>Column Two</a:t>
            </a:r>
          </a:p>
        </p:txBody>
      </p:sp>
      <p:sp>
        <p:nvSpPr>
          <p:cNvPr id="77" name="Text Placeholder 73">
            <a:extLst>
              <a:ext uri="{FF2B5EF4-FFF2-40B4-BE49-F238E27FC236}">
                <a16:creationId xmlns:a16="http://schemas.microsoft.com/office/drawing/2014/main" id="{4972F31A-7E33-3FB0-7406-195888C9DD4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3538" y="981477"/>
            <a:ext cx="2470302" cy="286936"/>
          </a:xfrm>
        </p:spPr>
        <p:txBody>
          <a:bodyPr/>
          <a:lstStyle>
            <a:lvl1pPr marL="0" indent="0">
              <a:buNone/>
              <a:defRPr lang="en-US" b="1" dirty="0"/>
            </a:lvl1pPr>
          </a:lstStyle>
          <a:p>
            <a:pPr marL="115888" lvl="0" indent="-115888"/>
            <a:r>
              <a:rPr lang="en-US"/>
              <a:t>Column Three</a:t>
            </a:r>
          </a:p>
        </p:txBody>
      </p:sp>
      <p:sp>
        <p:nvSpPr>
          <p:cNvPr id="83" name="Text Placeholder 73">
            <a:extLst>
              <a:ext uri="{FF2B5EF4-FFF2-40B4-BE49-F238E27FC236}">
                <a16:creationId xmlns:a16="http://schemas.microsoft.com/office/drawing/2014/main" id="{236C7EF0-7489-3CF6-06F7-2F1A8097C19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1414" y="2686045"/>
            <a:ext cx="2478024" cy="286936"/>
          </a:xfrm>
        </p:spPr>
        <p:txBody>
          <a:bodyPr lIns="91440" rIns="91440"/>
          <a:lstStyle>
            <a:lvl1pPr marL="0" indent="0">
              <a:buNone/>
              <a:defRPr lang="en-US" b="1" dirty="0">
                <a:solidFill>
                  <a:schemeClr val="tx2"/>
                </a:solidFill>
              </a:defRPr>
            </a:lvl1pPr>
          </a:lstStyle>
          <a:p>
            <a:pPr marL="115888" lvl="0" indent="-115888"/>
            <a:r>
              <a:rPr lang="en-US"/>
              <a:t>Column One Heading</a:t>
            </a:r>
          </a:p>
        </p:txBody>
      </p:sp>
      <p:sp>
        <p:nvSpPr>
          <p:cNvPr id="84" name="Text Placeholder 73">
            <a:extLst>
              <a:ext uri="{FF2B5EF4-FFF2-40B4-BE49-F238E27FC236}">
                <a16:creationId xmlns:a16="http://schemas.microsoft.com/office/drawing/2014/main" id="{1036C1E6-5744-0057-FC48-86908EA0A8A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37975" y="2124215"/>
            <a:ext cx="2470302" cy="286936"/>
          </a:xfrm>
        </p:spPr>
        <p:txBody>
          <a:bodyPr lIns="91440" rIns="91440"/>
          <a:lstStyle>
            <a:lvl1pPr marL="0" indent="0">
              <a:buNone/>
              <a:defRPr lang="en-US" b="1" dirty="0">
                <a:solidFill>
                  <a:schemeClr val="tx2"/>
                </a:solidFill>
              </a:defRPr>
            </a:lvl1pPr>
          </a:lstStyle>
          <a:p>
            <a:pPr marL="115888" lvl="0" indent="-115888"/>
            <a:r>
              <a:rPr lang="en-US"/>
              <a:t>Column Two Heading</a:t>
            </a:r>
          </a:p>
        </p:txBody>
      </p:sp>
      <p:sp>
        <p:nvSpPr>
          <p:cNvPr id="85" name="Text Placeholder 73">
            <a:extLst>
              <a:ext uri="{FF2B5EF4-FFF2-40B4-BE49-F238E27FC236}">
                <a16:creationId xmlns:a16="http://schemas.microsoft.com/office/drawing/2014/main" id="{CB83021B-7A3F-29FA-9201-1C8CE34B048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3537" y="1511253"/>
            <a:ext cx="2481959" cy="286936"/>
          </a:xfrm>
        </p:spPr>
        <p:txBody>
          <a:bodyPr lIns="91440" rIns="91440"/>
          <a:lstStyle>
            <a:lvl1pPr marL="0" indent="0">
              <a:buNone/>
              <a:defRPr lang="en-US" b="1" dirty="0">
                <a:solidFill>
                  <a:schemeClr val="tx2"/>
                </a:solidFill>
              </a:defRPr>
            </a:lvl1pPr>
          </a:lstStyle>
          <a:p>
            <a:pPr marL="115888" lvl="0" indent="-115888"/>
            <a:r>
              <a:rPr lang="en-US"/>
              <a:t>Column Three Heading</a:t>
            </a:r>
          </a:p>
        </p:txBody>
      </p:sp>
      <p:sp>
        <p:nvSpPr>
          <p:cNvPr id="87" name="Text Placeholder 86">
            <a:extLst>
              <a:ext uri="{FF2B5EF4-FFF2-40B4-BE49-F238E27FC236}">
                <a16:creationId xmlns:a16="http://schemas.microsoft.com/office/drawing/2014/main" id="{2373824F-E035-5303-718B-415039B0293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01414" y="2973389"/>
            <a:ext cx="2478024" cy="855432"/>
          </a:xfrm>
        </p:spPr>
        <p:txBody>
          <a:bodyPr lIns="91440" rIns="91440">
            <a:normAutofit/>
          </a:bodyPr>
          <a:lstStyle>
            <a:lvl1pPr>
              <a:defRPr lang="en-US" sz="1200" dirty="0"/>
            </a:lvl1pPr>
          </a:lstStyle>
          <a:p>
            <a:pPr lvl="0"/>
            <a:endParaRPr lang="en-US"/>
          </a:p>
        </p:txBody>
      </p:sp>
      <p:sp>
        <p:nvSpPr>
          <p:cNvPr id="88" name="Text Placeholder 86">
            <a:extLst>
              <a:ext uri="{FF2B5EF4-FFF2-40B4-BE49-F238E27FC236}">
                <a16:creationId xmlns:a16="http://schemas.microsoft.com/office/drawing/2014/main" id="{B85E0603-BBE9-5934-9E13-C02403864EF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37975" y="2426717"/>
            <a:ext cx="2470301" cy="1402104"/>
          </a:xfrm>
        </p:spPr>
        <p:txBody>
          <a:bodyPr lIns="91440" rIns="91440">
            <a:normAutofit/>
          </a:bodyPr>
          <a:lstStyle>
            <a:lvl1pPr>
              <a:defRPr lang="en-US" sz="1200" dirty="0"/>
            </a:lvl1pPr>
          </a:lstStyle>
          <a:p>
            <a:pPr lvl="0"/>
            <a:endParaRPr lang="en-US"/>
          </a:p>
        </p:txBody>
      </p:sp>
      <p:sp>
        <p:nvSpPr>
          <p:cNvPr id="89" name="Text Placeholder 86">
            <a:extLst>
              <a:ext uri="{FF2B5EF4-FFF2-40B4-BE49-F238E27FC236}">
                <a16:creationId xmlns:a16="http://schemas.microsoft.com/office/drawing/2014/main" id="{F988EEC0-8CED-7D23-C1E1-8C47241D3D8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093538" y="1826765"/>
            <a:ext cx="2481959" cy="2002056"/>
          </a:xfrm>
        </p:spPr>
        <p:txBody>
          <a:bodyPr lIns="91440" rIns="91440">
            <a:normAutofit/>
          </a:bodyPr>
          <a:lstStyle>
            <a:lvl1pPr>
              <a:defRPr lang="en-US" sz="1200" dirty="0"/>
            </a:lvl1pPr>
          </a:lstStyle>
          <a:p>
            <a:pPr lvl="0"/>
            <a:endParaRPr lang="en-US"/>
          </a:p>
        </p:txBody>
      </p:sp>
      <p:sp>
        <p:nvSpPr>
          <p:cNvPr id="90" name="Text Placeholder 73">
            <a:extLst>
              <a:ext uri="{FF2B5EF4-FFF2-40B4-BE49-F238E27FC236}">
                <a16:creationId xmlns:a16="http://schemas.microsoft.com/office/drawing/2014/main" id="{59FB29AA-D5BB-7495-D090-1013C13DDF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53889" y="3894845"/>
            <a:ext cx="1884363" cy="238523"/>
          </a:xfrm>
        </p:spPr>
        <p:txBody>
          <a:bodyPr anchor="ctr"/>
          <a:lstStyle>
            <a:lvl1pPr marL="0" indent="0" algn="ctr">
              <a:buNone/>
              <a:defRPr lang="en-US" sz="1200" b="0" dirty="0">
                <a:solidFill>
                  <a:schemeClr val="bg1"/>
                </a:solidFill>
              </a:defRPr>
            </a:lvl1pPr>
          </a:lstStyle>
          <a:p>
            <a:pPr marL="115888" lvl="0" indent="-115888"/>
            <a:r>
              <a:rPr lang="en-US"/>
              <a:t>Column One</a:t>
            </a:r>
          </a:p>
        </p:txBody>
      </p:sp>
      <p:sp>
        <p:nvSpPr>
          <p:cNvPr id="91" name="Text Placeholder 73">
            <a:extLst>
              <a:ext uri="{FF2B5EF4-FFF2-40B4-BE49-F238E27FC236}">
                <a16:creationId xmlns:a16="http://schemas.microsoft.com/office/drawing/2014/main" id="{A47B6DBF-8961-496E-D894-58F18B8BD97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11809" y="3894845"/>
            <a:ext cx="1884363" cy="238523"/>
          </a:xfrm>
        </p:spPr>
        <p:txBody>
          <a:bodyPr anchor="ctr"/>
          <a:lstStyle>
            <a:lvl1pPr marL="0" indent="0" algn="ctr">
              <a:buNone/>
              <a:defRPr lang="en-US" sz="1200" b="0" dirty="0">
                <a:solidFill>
                  <a:schemeClr val="bg1"/>
                </a:solidFill>
              </a:defRPr>
            </a:lvl1pPr>
          </a:lstStyle>
          <a:p>
            <a:pPr marL="115888" lvl="0" indent="-115888"/>
            <a:r>
              <a:rPr lang="en-US"/>
              <a:t>Column Two</a:t>
            </a:r>
          </a:p>
        </p:txBody>
      </p:sp>
      <p:sp>
        <p:nvSpPr>
          <p:cNvPr id="92" name="Text Placeholder 73">
            <a:extLst>
              <a:ext uri="{FF2B5EF4-FFF2-40B4-BE49-F238E27FC236}">
                <a16:creationId xmlns:a16="http://schemas.microsoft.com/office/drawing/2014/main" id="{FD75B0A9-3899-FA12-4184-F7A58C8ABFC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54295" y="3894845"/>
            <a:ext cx="1884363" cy="238523"/>
          </a:xfrm>
        </p:spPr>
        <p:txBody>
          <a:bodyPr anchor="ctr"/>
          <a:lstStyle>
            <a:lvl1pPr marL="0" indent="0" algn="ctr">
              <a:buNone/>
              <a:defRPr lang="en-US" sz="1200" b="0" dirty="0">
                <a:solidFill>
                  <a:schemeClr val="bg1"/>
                </a:solidFill>
              </a:defRPr>
            </a:lvl1pPr>
          </a:lstStyle>
          <a:p>
            <a:pPr marL="115888" lvl="0" indent="-115888"/>
            <a:r>
              <a:rPr lang="en-US"/>
              <a:t>Column Three</a:t>
            </a:r>
          </a:p>
        </p:txBody>
      </p:sp>
      <p:sp>
        <p:nvSpPr>
          <p:cNvPr id="94" name="Text Placeholder 70">
            <a:extLst>
              <a:ext uri="{FF2B5EF4-FFF2-40B4-BE49-F238E27FC236}">
                <a16:creationId xmlns:a16="http://schemas.microsoft.com/office/drawing/2014/main" id="{78ED6A29-C390-F605-884B-64AEE5E86B6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81325" y="2245433"/>
            <a:ext cx="257175" cy="1884363"/>
          </a:xfrm>
        </p:spPr>
        <p:txBody>
          <a:bodyPr vert="vert270" lIns="91440" rIns="91440" anchor="ctr">
            <a:noAutofit/>
          </a:bodyPr>
          <a:lstStyle>
            <a:lvl1pPr marL="0" indent="0" algn="ctr">
              <a:buNone/>
              <a:defRPr sz="120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Y Axis Label</a:t>
            </a:r>
          </a:p>
        </p:txBody>
      </p:sp>
    </p:spTree>
    <p:extLst>
      <p:ext uri="{BB962C8B-B14F-4D97-AF65-F5344CB8AC3E}">
        <p14:creationId xmlns:p14="http://schemas.microsoft.com/office/powerpoint/2010/main" val="230482946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Timeline St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73B509CF-67CB-E74E-B0E3-8363C12D9A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6854" y="250372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733D5B-F89B-E945-B8D8-2E3894FB1D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142741E-FD3D-CC41-8E2A-FA36FF61A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3" y="445961"/>
            <a:ext cx="8470293" cy="506940"/>
          </a:xfrm>
        </p:spPr>
        <p:txBody>
          <a:bodyPr>
            <a:noAutofit/>
          </a:bodyPr>
          <a:lstStyle/>
          <a:p>
            <a:r>
              <a:rPr lang="en-US"/>
              <a:t>Headline in Arial Bold 32pt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F687F221-42DE-FE8D-380B-A926FA62F73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34C063-70B6-87AE-193E-7471D1900EF7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D3E0A21-55E7-E130-8E0C-7ADA12743BA6}"/>
              </a:ext>
            </a:extLst>
          </p:cNvPr>
          <p:cNvGrpSpPr/>
          <p:nvPr userDrawn="1"/>
        </p:nvGrpSpPr>
        <p:grpSpPr>
          <a:xfrm>
            <a:off x="336853" y="971622"/>
            <a:ext cx="8470293" cy="3375375"/>
            <a:chOff x="314943" y="933522"/>
            <a:chExt cx="8968609" cy="337537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7E8D4A0-21C5-5B41-17A1-E6A156B3156D}"/>
                </a:ext>
              </a:extLst>
            </p:cNvPr>
            <p:cNvSpPr/>
            <p:nvPr/>
          </p:nvSpPr>
          <p:spPr>
            <a:xfrm>
              <a:off x="314943" y="933522"/>
              <a:ext cx="2986968" cy="3375375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sz="1400">
                <a:solidFill>
                  <a:schemeClr val="bg1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F7685F4-A5B9-D7A3-F6FB-6B6B10C8CBDF}"/>
                </a:ext>
              </a:extLst>
            </p:cNvPr>
            <p:cNvSpPr/>
            <p:nvPr/>
          </p:nvSpPr>
          <p:spPr>
            <a:xfrm>
              <a:off x="3297755" y="933522"/>
              <a:ext cx="2995577" cy="3375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sz="1400">
                <a:solidFill>
                  <a:schemeClr val="bg1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4DCCD7B-6B02-0E72-055D-53FA4FD4FD3D}"/>
                </a:ext>
              </a:extLst>
            </p:cNvPr>
            <p:cNvSpPr/>
            <p:nvPr/>
          </p:nvSpPr>
          <p:spPr>
            <a:xfrm>
              <a:off x="6293335" y="933522"/>
              <a:ext cx="2990217" cy="3375375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400">
                <a:solidFill>
                  <a:schemeClr val="bg1"/>
                </a:solidFill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43D414B-D64A-DBF6-C36E-5C9F166C1E2C}"/>
              </a:ext>
            </a:extLst>
          </p:cNvPr>
          <p:cNvSpPr txBox="1"/>
          <p:nvPr/>
        </p:nvSpPr>
        <p:spPr>
          <a:xfrm>
            <a:off x="336853" y="4327761"/>
            <a:ext cx="2824073" cy="313288"/>
          </a:xfrm>
          <a:prstGeom prst="rect">
            <a:avLst/>
          </a:prstGeom>
          <a:solidFill>
            <a:schemeClr val="tx2"/>
          </a:solidFill>
        </p:spPr>
        <p:txBody>
          <a:bodyPr wrap="square" lIns="91440" tIns="0" rIns="0" bIns="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sz="1100" b="0" i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C09153-9B3D-702A-ABC2-E965423547DA}"/>
              </a:ext>
            </a:extLst>
          </p:cNvPr>
          <p:cNvSpPr txBox="1"/>
          <p:nvPr/>
        </p:nvSpPr>
        <p:spPr>
          <a:xfrm>
            <a:off x="3158999" y="4327761"/>
            <a:ext cx="2824073" cy="313288"/>
          </a:xfrm>
          <a:prstGeom prst="rect">
            <a:avLst/>
          </a:prstGeom>
          <a:solidFill>
            <a:schemeClr val="bg2"/>
          </a:solidFill>
        </p:spPr>
        <p:txBody>
          <a:bodyPr wrap="square" lIns="91440" tIns="0" rIns="0" bIns="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sz="1100" b="0" i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DFFBDA-FA10-C800-1FC6-1EC212006F67}"/>
              </a:ext>
            </a:extLst>
          </p:cNvPr>
          <p:cNvSpPr txBox="1"/>
          <p:nvPr/>
        </p:nvSpPr>
        <p:spPr>
          <a:xfrm>
            <a:off x="5983071" y="4327761"/>
            <a:ext cx="2824073" cy="313288"/>
          </a:xfrm>
          <a:prstGeom prst="rect">
            <a:avLst/>
          </a:prstGeom>
          <a:solidFill>
            <a:schemeClr val="tx2"/>
          </a:solidFill>
        </p:spPr>
        <p:txBody>
          <a:bodyPr wrap="square" lIns="91440" tIns="0" rIns="0" bIns="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sz="1100" b="0" i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88E6CCD2-8932-44B5-F6CE-E2D2FCE48C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0200" y="4322763"/>
            <a:ext cx="2821005" cy="322262"/>
          </a:xfrm>
        </p:spPr>
        <p:txBody>
          <a:bodyPr lIns="91440" anchor="ctr"/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40080" indent="0">
              <a:buNone/>
              <a:defRPr>
                <a:solidFill>
                  <a:schemeClr val="bg1"/>
                </a:solidFill>
              </a:defRPr>
            </a:lvl4pPr>
            <a:lvl5pPr marL="77724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Stage One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555461D2-5A9F-D65D-C653-DFC009310B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981436" y="4322763"/>
            <a:ext cx="2827338" cy="322262"/>
          </a:xfrm>
        </p:spPr>
        <p:txBody>
          <a:bodyPr lIns="91440" anchor="ctr"/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40080" indent="0">
              <a:buNone/>
              <a:defRPr>
                <a:solidFill>
                  <a:schemeClr val="bg1"/>
                </a:solidFill>
              </a:defRPr>
            </a:lvl4pPr>
            <a:lvl5pPr marL="77724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Stage Three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004A7935-6FFB-8665-E61B-44B429C44E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64511" y="4322763"/>
            <a:ext cx="2816925" cy="322262"/>
          </a:xfrm>
        </p:spPr>
        <p:txBody>
          <a:bodyPr lIns="91440" anchor="ctr"/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40080" indent="0">
              <a:buNone/>
              <a:defRPr>
                <a:solidFill>
                  <a:schemeClr val="bg1"/>
                </a:solidFill>
              </a:defRPr>
            </a:lvl4pPr>
            <a:lvl5pPr marL="77724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Stage Two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AF911981-073F-FA61-EDBE-70742B9F9A3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8603" y="1146175"/>
            <a:ext cx="2401888" cy="325438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buNone/>
              <a:defRPr lang="en-US" sz="800" dirty="0" smtClean="0">
                <a:latin typeface="+mn-lt"/>
                <a:cs typeface="+mn-cs"/>
              </a:defRPr>
            </a:lvl1pPr>
            <a:lvl2pPr>
              <a:defRPr lang="en-US" sz="1350" dirty="0" smtClean="0">
                <a:solidFill>
                  <a:schemeClr val="tx1"/>
                </a:solidFill>
                <a:latin typeface="+mn-lt"/>
                <a:cs typeface="+mn-cs"/>
              </a:defRPr>
            </a:lvl2pPr>
            <a:lvl3pPr>
              <a:defRPr lang="en-US" sz="1350" dirty="0" smtClean="0">
                <a:solidFill>
                  <a:schemeClr val="tx1"/>
                </a:solidFill>
                <a:latin typeface="+mn-lt"/>
                <a:cs typeface="+mn-cs"/>
              </a:defRPr>
            </a:lvl3pPr>
            <a:lvl4pPr>
              <a:defRPr lang="en-US" sz="1350" dirty="0" smtClean="0">
                <a:solidFill>
                  <a:schemeClr val="tx1"/>
                </a:solidFill>
                <a:latin typeface="+mn-lt"/>
                <a:cs typeface="+mn-cs"/>
              </a:defRPr>
            </a:lvl4pPr>
            <a:lvl5pPr>
              <a:defRPr lang="en-US" sz="1350" dirty="0">
                <a:solidFill>
                  <a:schemeClr val="tx1"/>
                </a:solidFill>
                <a:latin typeface="+mn-lt"/>
                <a:cs typeface="+mn-cs"/>
              </a:defRPr>
            </a:lvl5pPr>
          </a:lstStyle>
          <a:p>
            <a:pPr marL="0" lvl="0"/>
            <a:r>
              <a:rPr lang="en-US"/>
              <a:t>Bullet point or body copy here set in Arial Regular 8pt, select text and type to replace. 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93A14809-8550-40A4-67AC-6CCE4481AB8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45863" y="1776878"/>
            <a:ext cx="2054627" cy="325438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buNone/>
              <a:defRPr lang="en-US" sz="800" dirty="0" smtClean="0">
                <a:latin typeface="+mn-lt"/>
                <a:cs typeface="+mn-cs"/>
              </a:defRPr>
            </a:lvl1pPr>
            <a:lvl2pPr>
              <a:defRPr lang="en-US" sz="1350" dirty="0" smtClean="0">
                <a:solidFill>
                  <a:schemeClr val="tx1"/>
                </a:solidFill>
                <a:latin typeface="+mn-lt"/>
                <a:cs typeface="+mn-cs"/>
              </a:defRPr>
            </a:lvl2pPr>
            <a:lvl3pPr>
              <a:defRPr lang="en-US" sz="1350" dirty="0" smtClean="0">
                <a:solidFill>
                  <a:schemeClr val="tx1"/>
                </a:solidFill>
                <a:latin typeface="+mn-lt"/>
                <a:cs typeface="+mn-cs"/>
              </a:defRPr>
            </a:lvl3pPr>
            <a:lvl4pPr>
              <a:defRPr lang="en-US" sz="1350" dirty="0" smtClean="0">
                <a:solidFill>
                  <a:schemeClr val="tx1"/>
                </a:solidFill>
                <a:latin typeface="+mn-lt"/>
                <a:cs typeface="+mn-cs"/>
              </a:defRPr>
            </a:lvl4pPr>
            <a:lvl5pPr>
              <a:defRPr lang="en-US" sz="1350" dirty="0">
                <a:solidFill>
                  <a:schemeClr val="tx1"/>
                </a:solidFill>
                <a:latin typeface="+mn-lt"/>
                <a:cs typeface="+mn-cs"/>
              </a:defRPr>
            </a:lvl5pPr>
          </a:lstStyle>
          <a:p>
            <a:pPr marL="0" lvl="0"/>
            <a:r>
              <a:rPr lang="en-US"/>
              <a:t>Bullet point or body copy here set in Arial Regular 8pt, select text and type to replace. 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3D9AB5E4-5375-5112-E1B5-150A3E14078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76314" y="2435350"/>
            <a:ext cx="1724176" cy="325438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buNone/>
              <a:defRPr lang="en-US" sz="800" dirty="0" smtClean="0">
                <a:latin typeface="+mn-lt"/>
                <a:cs typeface="+mn-cs"/>
              </a:defRPr>
            </a:lvl1pPr>
            <a:lvl2pPr>
              <a:defRPr lang="en-US" sz="1350" dirty="0" smtClean="0">
                <a:solidFill>
                  <a:schemeClr val="tx1"/>
                </a:solidFill>
                <a:latin typeface="+mn-lt"/>
                <a:cs typeface="+mn-cs"/>
              </a:defRPr>
            </a:lvl2pPr>
            <a:lvl3pPr>
              <a:defRPr lang="en-US" sz="1350" dirty="0" smtClean="0">
                <a:solidFill>
                  <a:schemeClr val="tx1"/>
                </a:solidFill>
                <a:latin typeface="+mn-lt"/>
                <a:cs typeface="+mn-cs"/>
              </a:defRPr>
            </a:lvl3pPr>
            <a:lvl4pPr>
              <a:defRPr lang="en-US" sz="1350" dirty="0" smtClean="0">
                <a:solidFill>
                  <a:schemeClr val="tx1"/>
                </a:solidFill>
                <a:latin typeface="+mn-lt"/>
                <a:cs typeface="+mn-cs"/>
              </a:defRPr>
            </a:lvl4pPr>
            <a:lvl5pPr>
              <a:defRPr lang="en-US" sz="1350" dirty="0">
                <a:solidFill>
                  <a:schemeClr val="tx1"/>
                </a:solidFill>
                <a:latin typeface="+mn-lt"/>
                <a:cs typeface="+mn-cs"/>
              </a:defRPr>
            </a:lvl5pPr>
          </a:lstStyle>
          <a:p>
            <a:pPr marL="0" lvl="0"/>
            <a:r>
              <a:rPr lang="en-US"/>
              <a:t>Bullet point or body copy here set in Arial Regular 8pt, select text and type to replace. 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ECFE9C93-064B-C0C9-B89D-B239DE29A1F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11360" y="3078084"/>
            <a:ext cx="1389130" cy="325438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buNone/>
              <a:defRPr lang="en-US" sz="800" dirty="0" smtClean="0">
                <a:latin typeface="+mn-lt"/>
                <a:cs typeface="+mn-cs"/>
              </a:defRPr>
            </a:lvl1pPr>
            <a:lvl2pPr>
              <a:defRPr lang="en-US" sz="1350" dirty="0" smtClean="0">
                <a:solidFill>
                  <a:schemeClr val="tx1"/>
                </a:solidFill>
                <a:latin typeface="+mn-lt"/>
                <a:cs typeface="+mn-cs"/>
              </a:defRPr>
            </a:lvl2pPr>
            <a:lvl3pPr>
              <a:defRPr lang="en-US" sz="1350" dirty="0" smtClean="0">
                <a:solidFill>
                  <a:schemeClr val="tx1"/>
                </a:solidFill>
                <a:latin typeface="+mn-lt"/>
                <a:cs typeface="+mn-cs"/>
              </a:defRPr>
            </a:lvl3pPr>
            <a:lvl4pPr>
              <a:defRPr lang="en-US" sz="1350" dirty="0" smtClean="0">
                <a:solidFill>
                  <a:schemeClr val="tx1"/>
                </a:solidFill>
                <a:latin typeface="+mn-lt"/>
                <a:cs typeface="+mn-cs"/>
              </a:defRPr>
            </a:lvl4pPr>
            <a:lvl5pPr>
              <a:defRPr lang="en-US" sz="1350" dirty="0">
                <a:solidFill>
                  <a:schemeClr val="tx1"/>
                </a:solidFill>
                <a:latin typeface="+mn-lt"/>
                <a:cs typeface="+mn-cs"/>
              </a:defRPr>
            </a:lvl5pPr>
          </a:lstStyle>
          <a:p>
            <a:pPr marL="0" lvl="0"/>
            <a:r>
              <a:rPr lang="en-US"/>
              <a:t>Bullet point or body copy here set in Arial Regular 8pt, select text and type to replace. </a:t>
            </a:r>
          </a:p>
        </p:txBody>
      </p:sp>
      <p:sp>
        <p:nvSpPr>
          <p:cNvPr id="37" name="Text Placeholder 27">
            <a:extLst>
              <a:ext uri="{FF2B5EF4-FFF2-40B4-BE49-F238E27FC236}">
                <a16:creationId xmlns:a16="http://schemas.microsoft.com/office/drawing/2014/main" id="{62EF3E97-3C6A-6AD4-E33D-AE75FF1F027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053978" y="3708886"/>
            <a:ext cx="1046512" cy="325438"/>
          </a:xfrm>
          <a:noFill/>
        </p:spPr>
        <p:txBody>
          <a:bodyPr wrap="square" lIns="0" tIns="0" rIns="0" bIns="0" rtlCol="0">
            <a:noAutofit/>
          </a:bodyPr>
          <a:lstStyle>
            <a:lvl1pPr marL="0" indent="0">
              <a:buNone/>
              <a:defRPr lang="en-US" sz="800" dirty="0" smtClean="0">
                <a:latin typeface="+mn-lt"/>
                <a:cs typeface="+mn-cs"/>
              </a:defRPr>
            </a:lvl1pPr>
            <a:lvl2pPr>
              <a:defRPr lang="en-US" sz="1350" dirty="0" smtClean="0">
                <a:solidFill>
                  <a:schemeClr val="tx1"/>
                </a:solidFill>
                <a:latin typeface="+mn-lt"/>
                <a:cs typeface="+mn-cs"/>
              </a:defRPr>
            </a:lvl2pPr>
            <a:lvl3pPr>
              <a:defRPr lang="en-US" sz="1350" dirty="0" smtClean="0">
                <a:solidFill>
                  <a:schemeClr val="tx1"/>
                </a:solidFill>
                <a:latin typeface="+mn-lt"/>
                <a:cs typeface="+mn-cs"/>
              </a:defRPr>
            </a:lvl3pPr>
            <a:lvl4pPr>
              <a:defRPr lang="en-US" sz="1350" dirty="0" smtClean="0">
                <a:solidFill>
                  <a:schemeClr val="tx1"/>
                </a:solidFill>
                <a:latin typeface="+mn-lt"/>
                <a:cs typeface="+mn-cs"/>
              </a:defRPr>
            </a:lvl4pPr>
            <a:lvl5pPr>
              <a:defRPr lang="en-US" sz="1350" dirty="0">
                <a:solidFill>
                  <a:schemeClr val="tx1"/>
                </a:solidFill>
                <a:latin typeface="+mn-lt"/>
                <a:cs typeface="+mn-cs"/>
              </a:defRPr>
            </a:lvl5pPr>
          </a:lstStyle>
          <a:p>
            <a:pPr marL="0" lvl="0"/>
            <a:r>
              <a:rPr lang="en-US"/>
              <a:t>Bullet point or body copy here set in Arial Regular 8pt, select text and type to replace. </a:t>
            </a:r>
          </a:p>
        </p:txBody>
      </p:sp>
      <p:sp>
        <p:nvSpPr>
          <p:cNvPr id="38" name="Text Placeholder 27">
            <a:extLst>
              <a:ext uri="{FF2B5EF4-FFF2-40B4-BE49-F238E27FC236}">
                <a16:creationId xmlns:a16="http://schemas.microsoft.com/office/drawing/2014/main" id="{EBF443E3-4C5A-D70E-3682-3C7F39BF92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61871" y="4379184"/>
            <a:ext cx="1811187" cy="222278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>
              <a:lnSpc>
                <a:spcPct val="90000"/>
              </a:lnSpc>
              <a:buNone/>
              <a:defRPr lang="en-US" sz="800" dirty="0" smtClean="0">
                <a:solidFill>
                  <a:schemeClr val="bg1"/>
                </a:solidFill>
                <a:latin typeface="+mn-lt"/>
                <a:cs typeface="+mn-cs"/>
              </a:defRPr>
            </a:lvl1pPr>
            <a:lvl2pPr>
              <a:defRPr lang="en-US" sz="1350" dirty="0" smtClean="0">
                <a:solidFill>
                  <a:schemeClr val="tx1"/>
                </a:solidFill>
                <a:latin typeface="+mn-lt"/>
                <a:cs typeface="+mn-cs"/>
              </a:defRPr>
            </a:lvl2pPr>
            <a:lvl3pPr>
              <a:defRPr lang="en-US" sz="1350" dirty="0" smtClean="0">
                <a:solidFill>
                  <a:schemeClr val="tx1"/>
                </a:solidFill>
                <a:latin typeface="+mn-lt"/>
                <a:cs typeface="+mn-cs"/>
              </a:defRPr>
            </a:lvl3pPr>
            <a:lvl4pPr>
              <a:defRPr lang="en-US" sz="1350" dirty="0" smtClean="0">
                <a:solidFill>
                  <a:schemeClr val="tx1"/>
                </a:solidFill>
                <a:latin typeface="+mn-lt"/>
                <a:cs typeface="+mn-cs"/>
              </a:defRPr>
            </a:lvl4pPr>
            <a:lvl5pPr>
              <a:defRPr lang="en-US" sz="1350" dirty="0">
                <a:solidFill>
                  <a:schemeClr val="tx1"/>
                </a:solidFill>
                <a:latin typeface="+mn-lt"/>
                <a:cs typeface="+mn-cs"/>
              </a:defRPr>
            </a:lvl5pPr>
          </a:lstStyle>
          <a:p>
            <a:pPr marL="0" lvl="0"/>
            <a:r>
              <a:rPr lang="en-US"/>
              <a:t>Bullet point or body copy here set in Arial Regular 8pt.</a:t>
            </a:r>
          </a:p>
        </p:txBody>
      </p:sp>
      <p:sp>
        <p:nvSpPr>
          <p:cNvPr id="39" name="Text Placeholder 27">
            <a:extLst>
              <a:ext uri="{FF2B5EF4-FFF2-40B4-BE49-F238E27FC236}">
                <a16:creationId xmlns:a16="http://schemas.microsoft.com/office/drawing/2014/main" id="{FEBCD6EF-B1E1-D2AF-5F3C-C6FF5461CDF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085944" y="4379184"/>
            <a:ext cx="1811187" cy="222278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>
              <a:lnSpc>
                <a:spcPct val="90000"/>
              </a:lnSpc>
              <a:buNone/>
              <a:defRPr lang="en-US" sz="800" dirty="0" smtClean="0">
                <a:solidFill>
                  <a:schemeClr val="bg1"/>
                </a:solidFill>
                <a:latin typeface="+mn-lt"/>
                <a:cs typeface="+mn-cs"/>
              </a:defRPr>
            </a:lvl1pPr>
            <a:lvl2pPr>
              <a:defRPr lang="en-US" sz="1350" dirty="0" smtClean="0">
                <a:solidFill>
                  <a:schemeClr val="tx1"/>
                </a:solidFill>
                <a:latin typeface="+mn-lt"/>
                <a:cs typeface="+mn-cs"/>
              </a:defRPr>
            </a:lvl2pPr>
            <a:lvl3pPr>
              <a:defRPr lang="en-US" sz="1350" dirty="0" smtClean="0">
                <a:solidFill>
                  <a:schemeClr val="tx1"/>
                </a:solidFill>
                <a:latin typeface="+mn-lt"/>
                <a:cs typeface="+mn-cs"/>
              </a:defRPr>
            </a:lvl3pPr>
            <a:lvl4pPr>
              <a:defRPr lang="en-US" sz="1350" dirty="0" smtClean="0">
                <a:solidFill>
                  <a:schemeClr val="tx1"/>
                </a:solidFill>
                <a:latin typeface="+mn-lt"/>
                <a:cs typeface="+mn-cs"/>
              </a:defRPr>
            </a:lvl4pPr>
            <a:lvl5pPr>
              <a:defRPr lang="en-US" sz="1350" dirty="0">
                <a:solidFill>
                  <a:schemeClr val="tx1"/>
                </a:solidFill>
                <a:latin typeface="+mn-lt"/>
                <a:cs typeface="+mn-cs"/>
              </a:defRPr>
            </a:lvl5pPr>
          </a:lstStyle>
          <a:p>
            <a:pPr marL="0" lvl="0"/>
            <a:r>
              <a:rPr lang="en-US"/>
              <a:t>Bullet point or body copy here set in Arial Regular 8pt.</a:t>
            </a:r>
          </a:p>
        </p:txBody>
      </p:sp>
      <p:sp>
        <p:nvSpPr>
          <p:cNvPr id="40" name="Text Placeholder 27">
            <a:extLst>
              <a:ext uri="{FF2B5EF4-FFF2-40B4-BE49-F238E27FC236}">
                <a16:creationId xmlns:a16="http://schemas.microsoft.com/office/drawing/2014/main" id="{87CEA6F4-721A-0177-D3EC-51677B5C1C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9742" y="4379184"/>
            <a:ext cx="1811187" cy="222278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>
              <a:lnSpc>
                <a:spcPct val="90000"/>
              </a:lnSpc>
              <a:buNone/>
              <a:defRPr lang="en-US" sz="800" dirty="0" smtClean="0">
                <a:solidFill>
                  <a:schemeClr val="bg1"/>
                </a:solidFill>
                <a:latin typeface="+mn-lt"/>
                <a:cs typeface="+mn-cs"/>
              </a:defRPr>
            </a:lvl1pPr>
            <a:lvl2pPr>
              <a:defRPr lang="en-US" sz="1350" dirty="0" smtClean="0">
                <a:solidFill>
                  <a:schemeClr val="tx1"/>
                </a:solidFill>
                <a:latin typeface="+mn-lt"/>
                <a:cs typeface="+mn-cs"/>
              </a:defRPr>
            </a:lvl2pPr>
            <a:lvl3pPr>
              <a:defRPr lang="en-US" sz="1350" dirty="0" smtClean="0">
                <a:solidFill>
                  <a:schemeClr val="tx1"/>
                </a:solidFill>
                <a:latin typeface="+mn-lt"/>
                <a:cs typeface="+mn-cs"/>
              </a:defRPr>
            </a:lvl3pPr>
            <a:lvl4pPr>
              <a:defRPr lang="en-US" sz="1350" dirty="0" smtClean="0">
                <a:solidFill>
                  <a:schemeClr val="tx1"/>
                </a:solidFill>
                <a:latin typeface="+mn-lt"/>
                <a:cs typeface="+mn-cs"/>
              </a:defRPr>
            </a:lvl4pPr>
            <a:lvl5pPr>
              <a:defRPr lang="en-US" sz="1350" dirty="0">
                <a:solidFill>
                  <a:schemeClr val="tx1"/>
                </a:solidFill>
                <a:latin typeface="+mn-lt"/>
                <a:cs typeface="+mn-cs"/>
              </a:defRPr>
            </a:lvl5pPr>
          </a:lstStyle>
          <a:p>
            <a:pPr marL="0" lvl="0"/>
            <a:r>
              <a:rPr lang="en-US"/>
              <a:t>Bullet point or body copy here set in Arial Regular 8pt.</a:t>
            </a:r>
          </a:p>
        </p:txBody>
      </p:sp>
    </p:spTree>
    <p:extLst>
      <p:ext uri="{BB962C8B-B14F-4D97-AF65-F5344CB8AC3E}">
        <p14:creationId xmlns:p14="http://schemas.microsoft.com/office/powerpoint/2010/main" val="793981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adership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6FDB08D-71A0-4754-A804-BCFB97C57E2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7477" y="1239267"/>
            <a:ext cx="1298448" cy="129844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11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32AF534-A722-4444-898A-397383F7D90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05360" y="1237907"/>
            <a:ext cx="921957" cy="92195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11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88543E9A-9E14-4BE1-AFB0-B72472E3BE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42903" y="1237907"/>
            <a:ext cx="921957" cy="92195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11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3EAF8B95-D59A-4E4E-B937-B89764CDE9D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08518" y="1237907"/>
            <a:ext cx="921957" cy="92195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11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916F65D4-8A90-48FA-9E8A-5EE074BA4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74132" y="1237907"/>
            <a:ext cx="921957" cy="92195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11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7315A395-7615-4228-9B45-EA32A0E4985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739746" y="1237907"/>
            <a:ext cx="921957" cy="92195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11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25C31A35-FE09-294F-864A-B52539B93E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854" y="250372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08E47A-1C17-C94D-9D44-2D5E8879C1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7" name="Title 7">
            <a:extLst>
              <a:ext uri="{FF2B5EF4-FFF2-40B4-BE49-F238E27FC236}">
                <a16:creationId xmlns:a16="http://schemas.microsoft.com/office/drawing/2014/main" id="{55D6CC5B-DB7C-A048-A30A-4A3013892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3" y="445961"/>
            <a:ext cx="8470293" cy="506940"/>
          </a:xfrm>
        </p:spPr>
        <p:txBody>
          <a:bodyPr>
            <a:noAutofit/>
          </a:bodyPr>
          <a:lstStyle/>
          <a:p>
            <a:r>
              <a:rPr lang="en-US"/>
              <a:t>Headline in Arial Bold 32pt</a:t>
            </a:r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C7546677-E76A-4EF0-BF84-702D57B71F4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405360" y="2983636"/>
            <a:ext cx="921957" cy="92195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11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E17EE637-E02F-4948-98EC-DFCBA97E5A6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742903" y="2983636"/>
            <a:ext cx="921957" cy="92195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11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BF598090-B104-48C3-94C6-839146BC2B1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408518" y="2983636"/>
            <a:ext cx="921957" cy="92195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11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EECDE089-5E65-47E9-9BA5-28724CF38F2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074132" y="2983636"/>
            <a:ext cx="921957" cy="92195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11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Picture Placeholder 10">
            <a:extLst>
              <a:ext uri="{FF2B5EF4-FFF2-40B4-BE49-F238E27FC236}">
                <a16:creationId xmlns:a16="http://schemas.microsoft.com/office/drawing/2014/main" id="{B3979F6E-A20A-449F-B94B-734B6FE1744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739746" y="2983636"/>
            <a:ext cx="921957" cy="92195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11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26DF7EF-4D6A-4AF6-905E-AD3155DAD21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17114" y="2217416"/>
            <a:ext cx="1298448" cy="260584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r>
              <a:rPr lang="en-US"/>
              <a:t> Second Line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8023412D-9449-40FD-A845-6BB48703A96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17114" y="2486799"/>
            <a:ext cx="1298448" cy="26058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/>
              <a:t>Colleague title</a:t>
            </a:r>
          </a:p>
          <a:p>
            <a:pPr lvl="0"/>
            <a:r>
              <a:rPr lang="en-US"/>
              <a:t>Second line</a:t>
            </a:r>
          </a:p>
          <a:p>
            <a:pPr lvl="0"/>
            <a:r>
              <a:rPr lang="en-US"/>
              <a:t>Third line</a:t>
            </a:r>
          </a:p>
          <a:p>
            <a:pPr lvl="0"/>
            <a:r>
              <a:rPr lang="en-US"/>
              <a:t>Fourth line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721A4A-0650-4598-AD3F-2680DC44A10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62470" y="2217416"/>
            <a:ext cx="1298448" cy="260584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r>
              <a:rPr lang="en-US"/>
              <a:t> Second Line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6E320D9-B5AD-4C23-8696-E9C4DACDF78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562470" y="2486799"/>
            <a:ext cx="1298448" cy="26058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/>
              <a:t>Colleague title</a:t>
            </a:r>
          </a:p>
          <a:p>
            <a:pPr lvl="0"/>
            <a:r>
              <a:rPr lang="en-US"/>
              <a:t>Second line</a:t>
            </a:r>
          </a:p>
          <a:p>
            <a:pPr lvl="0"/>
            <a:r>
              <a:rPr lang="en-US"/>
              <a:t>Third line</a:t>
            </a:r>
          </a:p>
          <a:p>
            <a:pPr lvl="0"/>
            <a:r>
              <a:rPr lang="en-US"/>
              <a:t>Fourth line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F9424838-3298-42A2-A365-A9EACE0CFDA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94574" y="2217416"/>
            <a:ext cx="1298448" cy="260584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r>
              <a:rPr lang="en-US"/>
              <a:t> Second Line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6CF9B65C-638A-4161-A0E7-3206B87F77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94574" y="2486799"/>
            <a:ext cx="1298448" cy="26058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/>
              <a:t>Colleague title</a:t>
            </a:r>
          </a:p>
          <a:p>
            <a:pPr lvl="0"/>
            <a:r>
              <a:rPr lang="en-US"/>
              <a:t>Second line</a:t>
            </a:r>
          </a:p>
          <a:p>
            <a:pPr lvl="0"/>
            <a:r>
              <a:rPr lang="en-US"/>
              <a:t>Third line</a:t>
            </a:r>
          </a:p>
          <a:p>
            <a:pPr lvl="0"/>
            <a:r>
              <a:rPr lang="en-US"/>
              <a:t>Fourth line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A19FE09E-9CE2-4CE0-99BF-0285D743157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26678" y="2217416"/>
            <a:ext cx="1298448" cy="260584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r>
              <a:rPr lang="en-US"/>
              <a:t> Second Line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9AE8A9BB-248B-4D64-9AD8-0F1BF794D42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26678" y="2486799"/>
            <a:ext cx="1298448" cy="26058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/>
              <a:t>Colleague title</a:t>
            </a:r>
          </a:p>
          <a:p>
            <a:pPr lvl="0"/>
            <a:r>
              <a:rPr lang="en-US"/>
              <a:t>Second line</a:t>
            </a:r>
          </a:p>
          <a:p>
            <a:pPr lvl="0"/>
            <a:r>
              <a:rPr lang="en-US"/>
              <a:t>Third line</a:t>
            </a:r>
          </a:p>
          <a:p>
            <a:pPr lvl="0"/>
            <a:r>
              <a:rPr lang="en-US"/>
              <a:t>Fourth line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83015730-52C5-4E31-8CC0-A0E6958CEF7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558782" y="2217416"/>
            <a:ext cx="1298448" cy="260584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r>
              <a:rPr lang="en-US"/>
              <a:t> Second Line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C139CEE2-98F0-49AF-898C-B6028A55972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558782" y="2486799"/>
            <a:ext cx="1298448" cy="26058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/>
              <a:t>Colleague title</a:t>
            </a:r>
          </a:p>
          <a:p>
            <a:pPr lvl="0"/>
            <a:r>
              <a:rPr lang="en-US"/>
              <a:t>Second line</a:t>
            </a:r>
          </a:p>
          <a:p>
            <a:pPr lvl="0"/>
            <a:r>
              <a:rPr lang="en-US"/>
              <a:t>Third line</a:t>
            </a:r>
          </a:p>
          <a:p>
            <a:pPr lvl="0"/>
            <a:r>
              <a:rPr lang="en-US"/>
              <a:t>Fourth line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22311D0C-E9F4-47E6-AAE6-E20E68CE70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17114" y="3960778"/>
            <a:ext cx="1298448" cy="260584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r>
              <a:rPr lang="en-US"/>
              <a:t> Second Line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7F4CC315-AF25-420B-B825-3DB708866C8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217114" y="4230161"/>
            <a:ext cx="1298448" cy="26058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/>
              <a:t>Colleague title</a:t>
            </a:r>
          </a:p>
          <a:p>
            <a:pPr lvl="0"/>
            <a:r>
              <a:rPr lang="en-US"/>
              <a:t>Second line</a:t>
            </a:r>
          </a:p>
          <a:p>
            <a:pPr lvl="0"/>
            <a:r>
              <a:rPr lang="en-US"/>
              <a:t>Third line</a:t>
            </a:r>
          </a:p>
          <a:p>
            <a:pPr lvl="0"/>
            <a:r>
              <a:rPr lang="en-US"/>
              <a:t>Fourth line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43A26725-49E1-4F32-9FCB-17F6181BC49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62470" y="3960778"/>
            <a:ext cx="1298448" cy="260584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r>
              <a:rPr lang="en-US"/>
              <a:t> Second Line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7FF2E718-9928-4718-824A-3B64DFF6472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562470" y="4230161"/>
            <a:ext cx="1298448" cy="26058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/>
              <a:t>Colleague title</a:t>
            </a:r>
          </a:p>
          <a:p>
            <a:pPr lvl="0"/>
            <a:r>
              <a:rPr lang="en-US"/>
              <a:t>Second line</a:t>
            </a:r>
          </a:p>
          <a:p>
            <a:pPr lvl="0"/>
            <a:r>
              <a:rPr lang="en-US"/>
              <a:t>Third line</a:t>
            </a:r>
          </a:p>
          <a:p>
            <a:pPr lvl="0"/>
            <a:r>
              <a:rPr lang="en-US"/>
              <a:t>Fourth line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E46029CC-BD53-485B-842B-9876F40CEA8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894574" y="3960778"/>
            <a:ext cx="1298448" cy="260584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r>
              <a:rPr lang="en-US"/>
              <a:t> Second Line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BF0CE470-E9BF-4B22-9FFF-2701574291C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894574" y="4230161"/>
            <a:ext cx="1298448" cy="26058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/>
              <a:t>Colleague title</a:t>
            </a:r>
          </a:p>
          <a:p>
            <a:pPr lvl="0"/>
            <a:r>
              <a:rPr lang="en-US"/>
              <a:t>Second line</a:t>
            </a:r>
          </a:p>
          <a:p>
            <a:pPr lvl="0"/>
            <a:r>
              <a:rPr lang="en-US"/>
              <a:t>Third line</a:t>
            </a:r>
          </a:p>
          <a:p>
            <a:pPr lvl="0"/>
            <a:r>
              <a:rPr lang="en-US"/>
              <a:t>Fourth line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CDFB90DE-7C68-44EB-9491-69C4F0A18D0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26678" y="3960778"/>
            <a:ext cx="1298448" cy="260584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r>
              <a:rPr lang="en-US"/>
              <a:t> Second Line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C4DC314-4299-4F89-97CE-333C2161C86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26678" y="4230161"/>
            <a:ext cx="1298448" cy="26058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/>
              <a:t>Colleague title</a:t>
            </a:r>
          </a:p>
          <a:p>
            <a:pPr lvl="0"/>
            <a:r>
              <a:rPr lang="en-US"/>
              <a:t>Second line</a:t>
            </a:r>
          </a:p>
          <a:p>
            <a:pPr lvl="0"/>
            <a:r>
              <a:rPr lang="en-US"/>
              <a:t>Third line</a:t>
            </a:r>
          </a:p>
          <a:p>
            <a:pPr lvl="0"/>
            <a:r>
              <a:rPr lang="en-US"/>
              <a:t>Fourth line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A33D7EE4-804F-4898-98E8-6402D37BC0E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58782" y="3960778"/>
            <a:ext cx="1298448" cy="260584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r>
              <a:rPr lang="en-US"/>
              <a:t> Second Line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A1D652B-5ECC-4351-9528-3E42C6DD216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58782" y="4230161"/>
            <a:ext cx="1298448" cy="26058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/>
              <a:t>Colleague title</a:t>
            </a:r>
          </a:p>
          <a:p>
            <a:pPr lvl="0"/>
            <a:r>
              <a:rPr lang="en-US"/>
              <a:t>Second line</a:t>
            </a:r>
          </a:p>
          <a:p>
            <a:pPr lvl="0"/>
            <a:r>
              <a:rPr lang="en-US"/>
              <a:t>Third line</a:t>
            </a:r>
          </a:p>
          <a:p>
            <a:pPr lvl="0"/>
            <a:r>
              <a:rPr lang="en-US"/>
              <a:t>Fourth line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B254D6E3-B3FF-4E3E-893B-8F1375F6971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7477" y="2580392"/>
            <a:ext cx="1298448" cy="260584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r>
              <a:rPr lang="en-US"/>
              <a:t> Second Line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48D7AFBA-E943-41B1-BE5B-80AEBB78563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27477" y="2849775"/>
            <a:ext cx="1298448" cy="26058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/>
              <a:t>Colleague title</a:t>
            </a:r>
          </a:p>
          <a:p>
            <a:pPr lvl="0"/>
            <a:r>
              <a:rPr lang="en-US"/>
              <a:t>Second line</a:t>
            </a:r>
          </a:p>
          <a:p>
            <a:pPr lvl="0"/>
            <a:r>
              <a:rPr lang="en-US"/>
              <a:t>Third line</a:t>
            </a:r>
          </a:p>
          <a:p>
            <a:pPr lvl="0"/>
            <a:r>
              <a:rPr lang="en-US"/>
              <a:t>Fourth line</a:t>
            </a:r>
          </a:p>
        </p:txBody>
      </p:sp>
      <p:sp>
        <p:nvSpPr>
          <p:cNvPr id="44" name="Footer Placeholder 4">
            <a:extLst>
              <a:ext uri="{FF2B5EF4-FFF2-40B4-BE49-F238E27FC236}">
                <a16:creationId xmlns:a16="http://schemas.microsoft.com/office/drawing/2014/main" id="{9F795EA0-4FCA-CCB3-CDC7-FC99C5D53962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E3C6AB7-841E-3AE3-230E-5DC92698EB84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58694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490611B8-D911-480C-B6FA-E7A9FCA4B9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6075" y="1980011"/>
            <a:ext cx="528638" cy="52823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5" name="Picture Placeholder 30">
            <a:extLst>
              <a:ext uri="{FF2B5EF4-FFF2-40B4-BE49-F238E27FC236}">
                <a16:creationId xmlns:a16="http://schemas.microsoft.com/office/drawing/2014/main" id="{2BBCE85F-7E6F-43FC-8DAB-A28C6A6C7E4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6075" y="2663561"/>
            <a:ext cx="528638" cy="52823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7" name="Picture Placeholder 30">
            <a:extLst>
              <a:ext uri="{FF2B5EF4-FFF2-40B4-BE49-F238E27FC236}">
                <a16:creationId xmlns:a16="http://schemas.microsoft.com/office/drawing/2014/main" id="{55012F06-6BF1-48D3-8053-055C6AAE17B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46075" y="3352998"/>
            <a:ext cx="528638" cy="52823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0" name="Picture Placeholder 30">
            <a:extLst>
              <a:ext uri="{FF2B5EF4-FFF2-40B4-BE49-F238E27FC236}">
                <a16:creationId xmlns:a16="http://schemas.microsoft.com/office/drawing/2014/main" id="{38A92C06-DF6B-4438-BEB5-E549153546F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46075" y="4021011"/>
            <a:ext cx="528638" cy="52823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25C31A35-FE09-294F-864A-B52539B93E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854" y="250372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08E47A-1C17-C94D-9D44-2D5E8879C1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7" name="Title 7">
            <a:extLst>
              <a:ext uri="{FF2B5EF4-FFF2-40B4-BE49-F238E27FC236}">
                <a16:creationId xmlns:a16="http://schemas.microsoft.com/office/drawing/2014/main" id="{55D6CC5B-DB7C-A048-A30A-4A3013892D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3" y="445961"/>
            <a:ext cx="8470293" cy="381296"/>
          </a:xfrm>
        </p:spPr>
        <p:txBody>
          <a:bodyPr>
            <a:noAutofit/>
          </a:bodyPr>
          <a:lstStyle/>
          <a:p>
            <a:r>
              <a:rPr lang="en-US"/>
              <a:t>Headline in Arial Bold 32pt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9D372AF8-B3D8-4BE5-90BB-0EAAD123CF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6075" y="1619250"/>
            <a:ext cx="1641578" cy="269875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  <a:lvl2pPr marL="228600" indent="0">
              <a:buNone/>
              <a:defRPr sz="1000">
                <a:solidFill>
                  <a:schemeClr val="bg1"/>
                </a:solidFill>
              </a:defRPr>
            </a:lvl2pPr>
            <a:lvl3pPr marL="457200" indent="0">
              <a:buNone/>
              <a:defRPr sz="1000">
                <a:solidFill>
                  <a:schemeClr val="bg1"/>
                </a:solidFill>
              </a:defRPr>
            </a:lvl3pPr>
            <a:lvl4pPr marL="640080" indent="0">
              <a:buNone/>
              <a:defRPr sz="1000">
                <a:solidFill>
                  <a:schemeClr val="bg1"/>
                </a:solidFill>
              </a:defRPr>
            </a:lvl4pPr>
            <a:lvl5pPr marL="77724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Category Leads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E3188B4D-DCC0-4343-8B97-772AF4595B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9044" y="1979613"/>
            <a:ext cx="1028609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0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08B462AC-15D2-4038-947D-FAC28EDA6C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9044" y="2277309"/>
            <a:ext cx="1028781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800" b="0"/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/>
              <a:t>Category Lead second line</a:t>
            </a:r>
          </a:p>
        </p:txBody>
      </p:sp>
      <p:sp>
        <p:nvSpPr>
          <p:cNvPr id="46" name="Text Placeholder 32">
            <a:extLst>
              <a:ext uri="{FF2B5EF4-FFF2-40B4-BE49-F238E27FC236}">
                <a16:creationId xmlns:a16="http://schemas.microsoft.com/office/drawing/2014/main" id="{E92B1225-893A-4562-81AB-CBB19B1CD8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9044" y="2960859"/>
            <a:ext cx="1028781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800" b="0"/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/>
              <a:t>Category Lead second line</a:t>
            </a:r>
          </a:p>
        </p:txBody>
      </p:sp>
      <p:sp>
        <p:nvSpPr>
          <p:cNvPr id="48" name="Text Placeholder 32">
            <a:extLst>
              <a:ext uri="{FF2B5EF4-FFF2-40B4-BE49-F238E27FC236}">
                <a16:creationId xmlns:a16="http://schemas.microsoft.com/office/drawing/2014/main" id="{20B98F20-51E8-4189-8B8F-B323742EE0B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59044" y="3352600"/>
            <a:ext cx="1028609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0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F66A703E-DBE6-4863-A6D1-2D739AB0807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9044" y="3650296"/>
            <a:ext cx="1028781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800" b="0"/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/>
              <a:t>Category Lead second line</a:t>
            </a:r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D61623C1-A66B-4DCB-B44A-205C72703CA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9044" y="4020613"/>
            <a:ext cx="1028609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0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52" name="Text Placeholder 32">
            <a:extLst>
              <a:ext uri="{FF2B5EF4-FFF2-40B4-BE49-F238E27FC236}">
                <a16:creationId xmlns:a16="http://schemas.microsoft.com/office/drawing/2014/main" id="{978DAF83-766F-4AD6-AFDE-AB5FFF1861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9044" y="4318309"/>
            <a:ext cx="1028781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800" b="0"/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/>
              <a:t>Category Lead second line</a:t>
            </a:r>
          </a:p>
        </p:txBody>
      </p:sp>
      <p:sp>
        <p:nvSpPr>
          <p:cNvPr id="53" name="Text Placeholder 32">
            <a:extLst>
              <a:ext uri="{FF2B5EF4-FFF2-40B4-BE49-F238E27FC236}">
                <a16:creationId xmlns:a16="http://schemas.microsoft.com/office/drawing/2014/main" id="{545F9C5A-9AE8-4E0B-8557-8217FE8395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59044" y="2658985"/>
            <a:ext cx="1028609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0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60" name="Text Placeholder 27">
            <a:extLst>
              <a:ext uri="{FF2B5EF4-FFF2-40B4-BE49-F238E27FC236}">
                <a16:creationId xmlns:a16="http://schemas.microsoft.com/office/drawing/2014/main" id="{2C1081FB-9392-4B1A-AAE3-E2EC1F3451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209094" y="1619250"/>
            <a:ext cx="1509010" cy="269875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  <a:lvl2pPr marL="228600" indent="0">
              <a:buNone/>
              <a:defRPr sz="1000">
                <a:solidFill>
                  <a:schemeClr val="bg1"/>
                </a:solidFill>
              </a:defRPr>
            </a:lvl2pPr>
            <a:lvl3pPr marL="457200" indent="0">
              <a:buNone/>
              <a:defRPr sz="1000">
                <a:solidFill>
                  <a:schemeClr val="bg1"/>
                </a:solidFill>
              </a:defRPr>
            </a:lvl3pPr>
            <a:lvl4pPr marL="640080" indent="0">
              <a:buNone/>
              <a:defRPr sz="1000">
                <a:solidFill>
                  <a:schemeClr val="bg1"/>
                </a:solidFill>
              </a:defRPr>
            </a:lvl4pPr>
            <a:lvl5pPr marL="77724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Functional Pillar</a:t>
            </a:r>
          </a:p>
        </p:txBody>
      </p:sp>
      <p:sp>
        <p:nvSpPr>
          <p:cNvPr id="62" name="Picture Placeholder 30">
            <a:extLst>
              <a:ext uri="{FF2B5EF4-FFF2-40B4-BE49-F238E27FC236}">
                <a16:creationId xmlns:a16="http://schemas.microsoft.com/office/drawing/2014/main" id="{E8D3A958-2873-47D8-ADE5-432AA44BCAF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207950" y="1980011"/>
            <a:ext cx="528638" cy="52823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3" name="Text Placeholder 32">
            <a:extLst>
              <a:ext uri="{FF2B5EF4-FFF2-40B4-BE49-F238E27FC236}">
                <a16:creationId xmlns:a16="http://schemas.microsoft.com/office/drawing/2014/main" id="{4A2EBBE9-5E15-48C4-BA09-6C8F9B7BEB9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20975" y="1979613"/>
            <a:ext cx="896980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64" name="Text Placeholder 32">
            <a:extLst>
              <a:ext uri="{FF2B5EF4-FFF2-40B4-BE49-F238E27FC236}">
                <a16:creationId xmlns:a16="http://schemas.microsoft.com/office/drawing/2014/main" id="{BBF7F927-025F-4BAB-8661-876076D5FC7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820975" y="2277309"/>
            <a:ext cx="897130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800" b="0"/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/>
              <a:t>Category Lead second line</a:t>
            </a:r>
          </a:p>
        </p:txBody>
      </p:sp>
      <p:sp>
        <p:nvSpPr>
          <p:cNvPr id="65" name="Text Placeholder 32">
            <a:extLst>
              <a:ext uri="{FF2B5EF4-FFF2-40B4-BE49-F238E27FC236}">
                <a16:creationId xmlns:a16="http://schemas.microsoft.com/office/drawing/2014/main" id="{103C6655-32DB-4CEB-A7B1-A046476613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20975" y="2558262"/>
            <a:ext cx="897130" cy="730804"/>
          </a:xfrm>
        </p:spPr>
        <p:txBody>
          <a:bodyPr/>
          <a:lstStyle>
            <a:lvl1pPr marL="91440" indent="-9144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800" b="0"/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/>
              <a:t>Bulleted list</a:t>
            </a:r>
          </a:p>
        </p:txBody>
      </p:sp>
      <p:sp>
        <p:nvSpPr>
          <p:cNvPr id="66" name="Picture Placeholder 30">
            <a:extLst>
              <a:ext uri="{FF2B5EF4-FFF2-40B4-BE49-F238E27FC236}">
                <a16:creationId xmlns:a16="http://schemas.microsoft.com/office/drawing/2014/main" id="{E19DC35D-4362-421A-9FDA-48380CC167CB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2207950" y="3352600"/>
            <a:ext cx="528638" cy="52823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7" name="Text Placeholder 32">
            <a:extLst>
              <a:ext uri="{FF2B5EF4-FFF2-40B4-BE49-F238E27FC236}">
                <a16:creationId xmlns:a16="http://schemas.microsoft.com/office/drawing/2014/main" id="{3C3A8EDB-3104-4FBF-9B9E-6D93AFF9B1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820975" y="3352202"/>
            <a:ext cx="896980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68" name="Text Placeholder 32">
            <a:extLst>
              <a:ext uri="{FF2B5EF4-FFF2-40B4-BE49-F238E27FC236}">
                <a16:creationId xmlns:a16="http://schemas.microsoft.com/office/drawing/2014/main" id="{F85AFADF-FBFA-49BF-9BE5-A01D2D73884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820975" y="3649898"/>
            <a:ext cx="897130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800" b="0"/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/>
              <a:t>Category Lead second line</a:t>
            </a:r>
          </a:p>
        </p:txBody>
      </p:sp>
      <p:sp>
        <p:nvSpPr>
          <p:cNvPr id="69" name="Picture Placeholder 30">
            <a:extLst>
              <a:ext uri="{FF2B5EF4-FFF2-40B4-BE49-F238E27FC236}">
                <a16:creationId xmlns:a16="http://schemas.microsoft.com/office/drawing/2014/main" id="{BE245FBA-AE7D-4688-94D7-B087E6DDD41F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2207950" y="4021011"/>
            <a:ext cx="528638" cy="52823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0" name="Text Placeholder 32">
            <a:extLst>
              <a:ext uri="{FF2B5EF4-FFF2-40B4-BE49-F238E27FC236}">
                <a16:creationId xmlns:a16="http://schemas.microsoft.com/office/drawing/2014/main" id="{66D58AD6-42D6-4A71-AEF7-F9125807767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820975" y="4020613"/>
            <a:ext cx="896980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71" name="Text Placeholder 32">
            <a:extLst>
              <a:ext uri="{FF2B5EF4-FFF2-40B4-BE49-F238E27FC236}">
                <a16:creationId xmlns:a16="http://schemas.microsoft.com/office/drawing/2014/main" id="{FBA6E2C6-7768-47BD-B1F3-F599AB69345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820975" y="4318309"/>
            <a:ext cx="897130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800" b="0"/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/>
              <a:t>Category Lead second line</a:t>
            </a:r>
          </a:p>
        </p:txBody>
      </p:sp>
      <p:sp>
        <p:nvSpPr>
          <p:cNvPr id="112" name="Picture Placeholder 30">
            <a:extLst>
              <a:ext uri="{FF2B5EF4-FFF2-40B4-BE49-F238E27FC236}">
                <a16:creationId xmlns:a16="http://schemas.microsoft.com/office/drawing/2014/main" id="{0B689C1D-AA9D-4A85-B428-66D653AC5D00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938078" y="1980011"/>
            <a:ext cx="528638" cy="52823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3" name="Text Placeholder 32">
            <a:extLst>
              <a:ext uri="{FF2B5EF4-FFF2-40B4-BE49-F238E27FC236}">
                <a16:creationId xmlns:a16="http://schemas.microsoft.com/office/drawing/2014/main" id="{77D4E84E-EDD4-4FC3-ABFB-7E2FB7CA4C4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551103" y="1979613"/>
            <a:ext cx="896980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14" name="Text Placeholder 32">
            <a:extLst>
              <a:ext uri="{FF2B5EF4-FFF2-40B4-BE49-F238E27FC236}">
                <a16:creationId xmlns:a16="http://schemas.microsoft.com/office/drawing/2014/main" id="{0FFAA7A1-A488-47E1-B58E-D773AA07E8C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551103" y="2277309"/>
            <a:ext cx="897130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800" b="0"/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/>
              <a:t>Category Lead second line</a:t>
            </a:r>
          </a:p>
        </p:txBody>
      </p:sp>
      <p:sp>
        <p:nvSpPr>
          <p:cNvPr id="115" name="Text Placeholder 32">
            <a:extLst>
              <a:ext uri="{FF2B5EF4-FFF2-40B4-BE49-F238E27FC236}">
                <a16:creationId xmlns:a16="http://schemas.microsoft.com/office/drawing/2014/main" id="{B23E97C3-A158-4B8D-ADF1-2568136D711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551103" y="2558262"/>
            <a:ext cx="897130" cy="730804"/>
          </a:xfrm>
        </p:spPr>
        <p:txBody>
          <a:bodyPr/>
          <a:lstStyle>
            <a:lvl1pPr marL="91440" indent="-9144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800" b="0"/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/>
              <a:t>Bulleted list</a:t>
            </a:r>
          </a:p>
        </p:txBody>
      </p:sp>
      <p:sp>
        <p:nvSpPr>
          <p:cNvPr id="116" name="Picture Placeholder 30">
            <a:extLst>
              <a:ext uri="{FF2B5EF4-FFF2-40B4-BE49-F238E27FC236}">
                <a16:creationId xmlns:a16="http://schemas.microsoft.com/office/drawing/2014/main" id="{385BE94A-A007-4B4F-9140-9CC8DF7C7457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3938078" y="3352600"/>
            <a:ext cx="528638" cy="52823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7" name="Text Placeholder 32">
            <a:extLst>
              <a:ext uri="{FF2B5EF4-FFF2-40B4-BE49-F238E27FC236}">
                <a16:creationId xmlns:a16="http://schemas.microsoft.com/office/drawing/2014/main" id="{DDC98612-8A37-4553-917D-5556C1E9E76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551103" y="3352202"/>
            <a:ext cx="896980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18" name="Text Placeholder 32">
            <a:extLst>
              <a:ext uri="{FF2B5EF4-FFF2-40B4-BE49-F238E27FC236}">
                <a16:creationId xmlns:a16="http://schemas.microsoft.com/office/drawing/2014/main" id="{9C289723-EDD2-4A9D-89DF-E0C3FB5254B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551103" y="3649898"/>
            <a:ext cx="897130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800" b="0"/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/>
              <a:t>Category Lead second line</a:t>
            </a:r>
          </a:p>
        </p:txBody>
      </p:sp>
      <p:sp>
        <p:nvSpPr>
          <p:cNvPr id="119" name="Picture Placeholder 30">
            <a:extLst>
              <a:ext uri="{FF2B5EF4-FFF2-40B4-BE49-F238E27FC236}">
                <a16:creationId xmlns:a16="http://schemas.microsoft.com/office/drawing/2014/main" id="{480432AA-F768-41A0-9C7D-DBDFD4F989B0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3938078" y="4021011"/>
            <a:ext cx="528638" cy="52823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20" name="Text Placeholder 32">
            <a:extLst>
              <a:ext uri="{FF2B5EF4-FFF2-40B4-BE49-F238E27FC236}">
                <a16:creationId xmlns:a16="http://schemas.microsoft.com/office/drawing/2014/main" id="{A38F8470-1DC4-4FC6-B665-C6452A0340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551103" y="4020613"/>
            <a:ext cx="896980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21" name="Text Placeholder 32">
            <a:extLst>
              <a:ext uri="{FF2B5EF4-FFF2-40B4-BE49-F238E27FC236}">
                <a16:creationId xmlns:a16="http://schemas.microsoft.com/office/drawing/2014/main" id="{B58CF20C-FBD1-4294-8818-3E18208982C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551103" y="4318309"/>
            <a:ext cx="897130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800" b="0"/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/>
              <a:t>Category Lead second line</a:t>
            </a:r>
          </a:p>
        </p:txBody>
      </p:sp>
      <p:sp>
        <p:nvSpPr>
          <p:cNvPr id="122" name="Picture Placeholder 30">
            <a:extLst>
              <a:ext uri="{FF2B5EF4-FFF2-40B4-BE49-F238E27FC236}">
                <a16:creationId xmlns:a16="http://schemas.microsoft.com/office/drawing/2014/main" id="{D0DB50DC-32AE-4A2A-A16B-B6F84628E289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532470" y="1980011"/>
            <a:ext cx="528638" cy="52823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23" name="Text Placeholder 32">
            <a:extLst>
              <a:ext uri="{FF2B5EF4-FFF2-40B4-BE49-F238E27FC236}">
                <a16:creationId xmlns:a16="http://schemas.microsoft.com/office/drawing/2014/main" id="{73DA4C97-9509-425E-A139-B91367C864C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145495" y="1979613"/>
            <a:ext cx="896980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24" name="Text Placeholder 32">
            <a:extLst>
              <a:ext uri="{FF2B5EF4-FFF2-40B4-BE49-F238E27FC236}">
                <a16:creationId xmlns:a16="http://schemas.microsoft.com/office/drawing/2014/main" id="{75BA0346-D007-4B6D-A186-EDBBFA2743B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145495" y="2277309"/>
            <a:ext cx="897130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800" b="0"/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/>
              <a:t>Category Lead second line</a:t>
            </a:r>
          </a:p>
        </p:txBody>
      </p:sp>
      <p:sp>
        <p:nvSpPr>
          <p:cNvPr id="125" name="Text Placeholder 32">
            <a:extLst>
              <a:ext uri="{FF2B5EF4-FFF2-40B4-BE49-F238E27FC236}">
                <a16:creationId xmlns:a16="http://schemas.microsoft.com/office/drawing/2014/main" id="{436314D9-0C8C-4A77-80F9-B573AB94074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145495" y="2558262"/>
            <a:ext cx="897130" cy="730804"/>
          </a:xfrm>
        </p:spPr>
        <p:txBody>
          <a:bodyPr/>
          <a:lstStyle>
            <a:lvl1pPr marL="91440" indent="-9144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800" b="0"/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/>
              <a:t>Bulleted list</a:t>
            </a:r>
          </a:p>
        </p:txBody>
      </p:sp>
      <p:sp>
        <p:nvSpPr>
          <p:cNvPr id="126" name="Picture Placeholder 30">
            <a:extLst>
              <a:ext uri="{FF2B5EF4-FFF2-40B4-BE49-F238E27FC236}">
                <a16:creationId xmlns:a16="http://schemas.microsoft.com/office/drawing/2014/main" id="{830F02E8-D716-476A-B83A-D73DD4F914B7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5532470" y="3352600"/>
            <a:ext cx="528638" cy="52823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27" name="Text Placeholder 32">
            <a:extLst>
              <a:ext uri="{FF2B5EF4-FFF2-40B4-BE49-F238E27FC236}">
                <a16:creationId xmlns:a16="http://schemas.microsoft.com/office/drawing/2014/main" id="{A36F9D07-AB7F-4F30-91C3-6007B228ECE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145495" y="3352202"/>
            <a:ext cx="896980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28" name="Text Placeholder 32">
            <a:extLst>
              <a:ext uri="{FF2B5EF4-FFF2-40B4-BE49-F238E27FC236}">
                <a16:creationId xmlns:a16="http://schemas.microsoft.com/office/drawing/2014/main" id="{484B16B9-19D8-4B24-B0EC-68CF5348BED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145495" y="3649898"/>
            <a:ext cx="897130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800" b="0"/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/>
              <a:t>Category Lead second line</a:t>
            </a:r>
          </a:p>
        </p:txBody>
      </p:sp>
      <p:sp>
        <p:nvSpPr>
          <p:cNvPr id="129" name="Picture Placeholder 30">
            <a:extLst>
              <a:ext uri="{FF2B5EF4-FFF2-40B4-BE49-F238E27FC236}">
                <a16:creationId xmlns:a16="http://schemas.microsoft.com/office/drawing/2014/main" id="{5DDC5F3C-A623-486E-88E2-F13863E0E4C1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5532470" y="4021011"/>
            <a:ext cx="528638" cy="52823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30" name="Text Placeholder 32">
            <a:extLst>
              <a:ext uri="{FF2B5EF4-FFF2-40B4-BE49-F238E27FC236}">
                <a16:creationId xmlns:a16="http://schemas.microsoft.com/office/drawing/2014/main" id="{2E9183C9-0B56-4991-826E-5E84D57072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145495" y="4020613"/>
            <a:ext cx="896980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31" name="Text Placeholder 32">
            <a:extLst>
              <a:ext uri="{FF2B5EF4-FFF2-40B4-BE49-F238E27FC236}">
                <a16:creationId xmlns:a16="http://schemas.microsoft.com/office/drawing/2014/main" id="{14C9FEB9-38E5-42C9-A4F5-86853BBEFE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145495" y="4318309"/>
            <a:ext cx="897130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800" b="0"/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/>
              <a:t>Category Lead second line</a:t>
            </a:r>
          </a:p>
        </p:txBody>
      </p:sp>
      <p:sp>
        <p:nvSpPr>
          <p:cNvPr id="132" name="Picture Placeholder 30">
            <a:extLst>
              <a:ext uri="{FF2B5EF4-FFF2-40B4-BE49-F238E27FC236}">
                <a16:creationId xmlns:a16="http://schemas.microsoft.com/office/drawing/2014/main" id="{2963EEB2-6E8C-4462-9E74-D2F9E35C8021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7129764" y="1980011"/>
            <a:ext cx="528638" cy="52823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33" name="Text Placeholder 32">
            <a:extLst>
              <a:ext uri="{FF2B5EF4-FFF2-40B4-BE49-F238E27FC236}">
                <a16:creationId xmlns:a16="http://schemas.microsoft.com/office/drawing/2014/main" id="{54B60AC4-2600-445D-9EC5-5BF8C250858E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7742789" y="1979613"/>
            <a:ext cx="896980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34" name="Text Placeholder 32">
            <a:extLst>
              <a:ext uri="{FF2B5EF4-FFF2-40B4-BE49-F238E27FC236}">
                <a16:creationId xmlns:a16="http://schemas.microsoft.com/office/drawing/2014/main" id="{021968F0-73B3-4CB9-9ED9-120BDB4D34B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742789" y="2277309"/>
            <a:ext cx="897130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800" b="0"/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/>
              <a:t>Category Lead second line</a:t>
            </a:r>
          </a:p>
        </p:txBody>
      </p:sp>
      <p:sp>
        <p:nvSpPr>
          <p:cNvPr id="135" name="Text Placeholder 32">
            <a:extLst>
              <a:ext uri="{FF2B5EF4-FFF2-40B4-BE49-F238E27FC236}">
                <a16:creationId xmlns:a16="http://schemas.microsoft.com/office/drawing/2014/main" id="{4515BB98-54B7-436F-AAF3-9A19C52A9F8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742789" y="2558262"/>
            <a:ext cx="897130" cy="730804"/>
          </a:xfrm>
        </p:spPr>
        <p:txBody>
          <a:bodyPr/>
          <a:lstStyle>
            <a:lvl1pPr marL="91440" indent="-9144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800" b="0"/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/>
              <a:t>Bulleted list</a:t>
            </a:r>
          </a:p>
        </p:txBody>
      </p:sp>
      <p:sp>
        <p:nvSpPr>
          <p:cNvPr id="136" name="Picture Placeholder 30">
            <a:extLst>
              <a:ext uri="{FF2B5EF4-FFF2-40B4-BE49-F238E27FC236}">
                <a16:creationId xmlns:a16="http://schemas.microsoft.com/office/drawing/2014/main" id="{15B46178-8C0B-4266-9DCB-D053CDA2CDA9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7129764" y="3352600"/>
            <a:ext cx="528638" cy="52823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37" name="Text Placeholder 32">
            <a:extLst>
              <a:ext uri="{FF2B5EF4-FFF2-40B4-BE49-F238E27FC236}">
                <a16:creationId xmlns:a16="http://schemas.microsoft.com/office/drawing/2014/main" id="{BC49BA81-555B-4937-95DF-A1982B7F32CD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742789" y="3352202"/>
            <a:ext cx="896980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38" name="Text Placeholder 32">
            <a:extLst>
              <a:ext uri="{FF2B5EF4-FFF2-40B4-BE49-F238E27FC236}">
                <a16:creationId xmlns:a16="http://schemas.microsoft.com/office/drawing/2014/main" id="{8B797902-1FED-4260-B8A9-C1C20DACE7E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7742789" y="3649898"/>
            <a:ext cx="897130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800" b="0"/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/>
              <a:t>Category Lead second line</a:t>
            </a:r>
          </a:p>
        </p:txBody>
      </p:sp>
      <p:sp>
        <p:nvSpPr>
          <p:cNvPr id="139" name="Picture Placeholder 30">
            <a:extLst>
              <a:ext uri="{FF2B5EF4-FFF2-40B4-BE49-F238E27FC236}">
                <a16:creationId xmlns:a16="http://schemas.microsoft.com/office/drawing/2014/main" id="{FE87DF61-EA50-4506-BDC6-B2E92826C592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129764" y="4021011"/>
            <a:ext cx="528638" cy="52823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40" name="Text Placeholder 32">
            <a:extLst>
              <a:ext uri="{FF2B5EF4-FFF2-40B4-BE49-F238E27FC236}">
                <a16:creationId xmlns:a16="http://schemas.microsoft.com/office/drawing/2014/main" id="{E24DE471-F29B-4FA6-9F11-0D3F00B1DA7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7742789" y="4020613"/>
            <a:ext cx="896980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41" name="Text Placeholder 32">
            <a:extLst>
              <a:ext uri="{FF2B5EF4-FFF2-40B4-BE49-F238E27FC236}">
                <a16:creationId xmlns:a16="http://schemas.microsoft.com/office/drawing/2014/main" id="{DA4F8209-3548-4F29-8DF2-CBC079C2E027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7742789" y="4318309"/>
            <a:ext cx="897130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800" b="0"/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/>
              <a:t>Category Lead second line</a:t>
            </a:r>
          </a:p>
        </p:txBody>
      </p:sp>
      <p:sp>
        <p:nvSpPr>
          <p:cNvPr id="73" name="Picture Placeholder 30">
            <a:extLst>
              <a:ext uri="{FF2B5EF4-FFF2-40B4-BE49-F238E27FC236}">
                <a16:creationId xmlns:a16="http://schemas.microsoft.com/office/drawing/2014/main" id="{BCF0FCF6-6910-4AD7-8EEF-AF4D32B773B0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346075" y="967827"/>
            <a:ext cx="528638" cy="52823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4" name="Text Placeholder 32">
            <a:extLst>
              <a:ext uri="{FF2B5EF4-FFF2-40B4-BE49-F238E27FC236}">
                <a16:creationId xmlns:a16="http://schemas.microsoft.com/office/drawing/2014/main" id="{5057FABD-5F45-4AB7-A95B-81D3B8BAC0D2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59044" y="967429"/>
            <a:ext cx="1028609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0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75" name="Text Placeholder 32">
            <a:extLst>
              <a:ext uri="{FF2B5EF4-FFF2-40B4-BE49-F238E27FC236}">
                <a16:creationId xmlns:a16="http://schemas.microsoft.com/office/drawing/2014/main" id="{DBDAAE57-1AB7-4D90-9BC4-ACFBFC035E0C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959044" y="1265125"/>
            <a:ext cx="1028781" cy="26869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800" b="0"/>
            </a:lvl1pPr>
            <a:lvl2pPr marL="228600" indent="0">
              <a:buNone/>
              <a:defRPr sz="1000" b="1"/>
            </a:lvl2pPr>
            <a:lvl3pPr marL="457200" indent="0">
              <a:buNone/>
              <a:defRPr sz="1000" b="1"/>
            </a:lvl3pPr>
            <a:lvl4pPr marL="640080" indent="0">
              <a:buNone/>
              <a:defRPr sz="1000" b="1"/>
            </a:lvl4pPr>
            <a:lvl5pPr marL="777240" indent="0">
              <a:buNone/>
              <a:defRPr sz="1000" b="1"/>
            </a:lvl5pPr>
          </a:lstStyle>
          <a:p>
            <a:pPr lvl="0"/>
            <a:r>
              <a:rPr lang="en-US"/>
              <a:t>Category Lead second line</a:t>
            </a:r>
          </a:p>
        </p:txBody>
      </p:sp>
      <p:sp>
        <p:nvSpPr>
          <p:cNvPr id="77" name="Text Placeholder 27">
            <a:extLst>
              <a:ext uri="{FF2B5EF4-FFF2-40B4-BE49-F238E27FC236}">
                <a16:creationId xmlns:a16="http://schemas.microsoft.com/office/drawing/2014/main" id="{087B5924-2E7F-45F2-9F85-208FEE2E42D5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939073" y="1619250"/>
            <a:ext cx="1509010" cy="269875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  <a:lvl2pPr marL="228600" indent="0">
              <a:buNone/>
              <a:defRPr sz="1000">
                <a:solidFill>
                  <a:schemeClr val="bg1"/>
                </a:solidFill>
              </a:defRPr>
            </a:lvl2pPr>
            <a:lvl3pPr marL="457200" indent="0">
              <a:buNone/>
              <a:defRPr sz="1000">
                <a:solidFill>
                  <a:schemeClr val="bg1"/>
                </a:solidFill>
              </a:defRPr>
            </a:lvl3pPr>
            <a:lvl4pPr marL="640080" indent="0">
              <a:buNone/>
              <a:defRPr sz="1000">
                <a:solidFill>
                  <a:schemeClr val="bg1"/>
                </a:solidFill>
              </a:defRPr>
            </a:lvl4pPr>
            <a:lvl5pPr marL="77724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Functional Pillar</a:t>
            </a:r>
          </a:p>
        </p:txBody>
      </p:sp>
      <p:sp>
        <p:nvSpPr>
          <p:cNvPr id="78" name="Text Placeholder 27">
            <a:extLst>
              <a:ext uri="{FF2B5EF4-FFF2-40B4-BE49-F238E27FC236}">
                <a16:creationId xmlns:a16="http://schemas.microsoft.com/office/drawing/2014/main" id="{3081A8ED-BFD9-4A44-87DF-DD766B77D074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5532470" y="1619250"/>
            <a:ext cx="1509010" cy="269875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  <a:lvl2pPr marL="228600" indent="0">
              <a:buNone/>
              <a:defRPr sz="1000">
                <a:solidFill>
                  <a:schemeClr val="bg1"/>
                </a:solidFill>
              </a:defRPr>
            </a:lvl2pPr>
            <a:lvl3pPr marL="457200" indent="0">
              <a:buNone/>
              <a:defRPr sz="1000">
                <a:solidFill>
                  <a:schemeClr val="bg1"/>
                </a:solidFill>
              </a:defRPr>
            </a:lvl3pPr>
            <a:lvl4pPr marL="640080" indent="0">
              <a:buNone/>
              <a:defRPr sz="1000">
                <a:solidFill>
                  <a:schemeClr val="bg1"/>
                </a:solidFill>
              </a:defRPr>
            </a:lvl4pPr>
            <a:lvl5pPr marL="77724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Functional Pillar</a:t>
            </a:r>
          </a:p>
        </p:txBody>
      </p:sp>
      <p:sp>
        <p:nvSpPr>
          <p:cNvPr id="79" name="Text Placeholder 27">
            <a:extLst>
              <a:ext uri="{FF2B5EF4-FFF2-40B4-BE49-F238E27FC236}">
                <a16:creationId xmlns:a16="http://schemas.microsoft.com/office/drawing/2014/main" id="{0EB924AA-FD13-4D04-88A8-6CCE38F6AFAB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7130759" y="1619250"/>
            <a:ext cx="1509010" cy="269875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  <a:lvl2pPr marL="228600" indent="0">
              <a:buNone/>
              <a:defRPr sz="1000">
                <a:solidFill>
                  <a:schemeClr val="bg1"/>
                </a:solidFill>
              </a:defRPr>
            </a:lvl2pPr>
            <a:lvl3pPr marL="457200" indent="0">
              <a:buNone/>
              <a:defRPr sz="1000">
                <a:solidFill>
                  <a:schemeClr val="bg1"/>
                </a:solidFill>
              </a:defRPr>
            </a:lvl3pPr>
            <a:lvl4pPr marL="640080" indent="0">
              <a:buNone/>
              <a:defRPr sz="1000">
                <a:solidFill>
                  <a:schemeClr val="bg1"/>
                </a:solidFill>
              </a:defRPr>
            </a:lvl4pPr>
            <a:lvl5pPr marL="77724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Functional Pillar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536FE3C-1F25-B3E7-5250-63978E7A9AAC}"/>
              </a:ext>
            </a:extLst>
          </p:cNvPr>
          <p:cNvSpPr>
            <a:spLocks noGrp="1"/>
          </p:cNvSpPr>
          <p:nvPr>
            <p:ph type="ftr" sz="quarter" idx="77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537B84-CD23-9C29-9375-A1372B38154D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95391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rganization Chart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icture Placeholder 4">
            <a:extLst>
              <a:ext uri="{FF2B5EF4-FFF2-40B4-BE49-F238E27FC236}">
                <a16:creationId xmlns:a16="http://schemas.microsoft.com/office/drawing/2014/main" id="{0B1BB5B3-9D84-4520-AA71-3B63CFD863B9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820076" y="2505013"/>
            <a:ext cx="438912" cy="438912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700"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B8E0B798-A385-4A83-8687-7E99E4936BE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51761" y="2979360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CA1AE34F-2327-4855-A4BD-F0AFE8D51E0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551761" y="3241023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94" name="Picture Placeholder 4">
            <a:extLst>
              <a:ext uri="{FF2B5EF4-FFF2-40B4-BE49-F238E27FC236}">
                <a16:creationId xmlns:a16="http://schemas.microsoft.com/office/drawing/2014/main" id="{DF4A4E2E-F952-456D-95AD-889DF6FD891E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4993131" y="2505013"/>
            <a:ext cx="438912" cy="438912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700"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56A32F0B-8E98-4AC4-9F5A-1F033BA2515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724816" y="2979360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6" name="Text Placeholder 7">
            <a:extLst>
              <a:ext uri="{FF2B5EF4-FFF2-40B4-BE49-F238E27FC236}">
                <a16:creationId xmlns:a16="http://schemas.microsoft.com/office/drawing/2014/main" id="{98D5E1AB-65DB-4062-9F37-444FFA90590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4816" y="3241023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97" name="Picture Placeholder 4">
            <a:extLst>
              <a:ext uri="{FF2B5EF4-FFF2-40B4-BE49-F238E27FC236}">
                <a16:creationId xmlns:a16="http://schemas.microsoft.com/office/drawing/2014/main" id="{CA434929-4264-48FC-9085-CEF77DC7B6AB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656097" y="2505013"/>
            <a:ext cx="438912" cy="438912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700"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98" name="Text Placeholder 7">
            <a:extLst>
              <a:ext uri="{FF2B5EF4-FFF2-40B4-BE49-F238E27FC236}">
                <a16:creationId xmlns:a16="http://schemas.microsoft.com/office/drawing/2014/main" id="{122547EF-A6C5-4397-BDE0-B697767F3CD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87782" y="2979360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F385C631-F4B6-4033-85CB-28F534E3853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87782" y="3241023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100" name="Picture Placeholder 4">
            <a:extLst>
              <a:ext uri="{FF2B5EF4-FFF2-40B4-BE49-F238E27FC236}">
                <a16:creationId xmlns:a16="http://schemas.microsoft.com/office/drawing/2014/main" id="{5420123A-E6B2-4DCD-9C88-2A020866FC98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7829152" y="2505013"/>
            <a:ext cx="438912" cy="438912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700"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01" name="Text Placeholder 7">
            <a:extLst>
              <a:ext uri="{FF2B5EF4-FFF2-40B4-BE49-F238E27FC236}">
                <a16:creationId xmlns:a16="http://schemas.microsoft.com/office/drawing/2014/main" id="{B26CB5F3-93CA-44CB-B985-08726789130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60837" y="2979360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02" name="Text Placeholder 7">
            <a:extLst>
              <a:ext uri="{FF2B5EF4-FFF2-40B4-BE49-F238E27FC236}">
                <a16:creationId xmlns:a16="http://schemas.microsoft.com/office/drawing/2014/main" id="{D6C923FB-8F0A-4A69-B401-72C43DB0873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560837" y="3241023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5181835-E3BE-4826-AACF-39FF5DDBD9C5}"/>
              </a:ext>
            </a:extLst>
          </p:cNvPr>
          <p:cNvSpPr>
            <a:spLocks noGrp="1"/>
          </p:cNvSpPr>
          <p:nvPr userDrawn="1">
            <p:ph type="pic" sz="quarter" idx="26" hasCustomPrompt="1"/>
          </p:nvPr>
        </p:nvSpPr>
        <p:spPr>
          <a:xfrm>
            <a:off x="5815089" y="337920"/>
            <a:ext cx="438912" cy="438912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700"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CFC773-F767-6342-9325-0D986DCC7695}"/>
              </a:ext>
            </a:extLst>
          </p:cNvPr>
          <p:cNvSpPr/>
          <p:nvPr userDrawn="1"/>
        </p:nvSpPr>
        <p:spPr>
          <a:xfrm>
            <a:off x="-4838" y="0"/>
            <a:ext cx="3043008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indent="0">
              <a:buNone/>
            </a:pPr>
            <a:endParaRPr lang="en-US" baseline="30000">
              <a:solidFill>
                <a:schemeClr val="bg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936A973-6748-5C4C-BDAC-0AC83230B9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DC84F014-346B-6948-A99E-3300DD9650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445961"/>
            <a:ext cx="2528272" cy="1240338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Headline in Arial Bold 32pt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7D376C5-A654-1845-B494-0BEA76037B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854" y="250372"/>
            <a:ext cx="2528272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IN ARIAL 8PT ALL CAPS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1274BD85-7703-5F45-861A-051D819816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854" y="1803807"/>
            <a:ext cx="2516479" cy="409491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1400" b="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Subhead (optional) in Arial Regular 14pt.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2D97371B-C4B2-4A81-9929-DFAD8EF5BA7B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4769392" y="853712"/>
            <a:ext cx="2530307" cy="125734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A904AA68-553C-4EEC-93D8-AD23C5EC3FC9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4769392" y="988971"/>
            <a:ext cx="2530307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/>
              <a:t>Colleague title</a:t>
            </a:r>
          </a:p>
        </p:txBody>
      </p:sp>
      <p:sp>
        <p:nvSpPr>
          <p:cNvPr id="137" name="Text Placeholder 7">
            <a:extLst>
              <a:ext uri="{FF2B5EF4-FFF2-40B4-BE49-F238E27FC236}">
                <a16:creationId xmlns:a16="http://schemas.microsoft.com/office/drawing/2014/main" id="{3B30871C-4482-4F3C-8C60-F403440856F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458967" y="3667925"/>
            <a:ext cx="1073097" cy="125734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38" name="Text Placeholder 7">
            <a:extLst>
              <a:ext uri="{FF2B5EF4-FFF2-40B4-BE49-F238E27FC236}">
                <a16:creationId xmlns:a16="http://schemas.microsoft.com/office/drawing/2014/main" id="{2A77DCA8-1DD9-4EA4-AFC5-0A0A49689A1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458967" y="3803854"/>
            <a:ext cx="1073097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139" name="Text Placeholder 7">
            <a:extLst>
              <a:ext uri="{FF2B5EF4-FFF2-40B4-BE49-F238E27FC236}">
                <a16:creationId xmlns:a16="http://schemas.microsoft.com/office/drawing/2014/main" id="{A3D9D20A-C462-421C-8F4A-DD18F9B7D74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458967" y="4132877"/>
            <a:ext cx="1073097" cy="125734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40" name="Text Placeholder 7">
            <a:extLst>
              <a:ext uri="{FF2B5EF4-FFF2-40B4-BE49-F238E27FC236}">
                <a16:creationId xmlns:a16="http://schemas.microsoft.com/office/drawing/2014/main" id="{B493C2F9-5601-4C04-8592-0FADABC21DA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458967" y="4268806"/>
            <a:ext cx="1073097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141" name="Text Placeholder 7">
            <a:extLst>
              <a:ext uri="{FF2B5EF4-FFF2-40B4-BE49-F238E27FC236}">
                <a16:creationId xmlns:a16="http://schemas.microsoft.com/office/drawing/2014/main" id="{C240463A-4D52-4230-BA5E-67FAC513309D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11504" y="3667925"/>
            <a:ext cx="1073097" cy="125734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42" name="Text Placeholder 7">
            <a:extLst>
              <a:ext uri="{FF2B5EF4-FFF2-40B4-BE49-F238E27FC236}">
                <a16:creationId xmlns:a16="http://schemas.microsoft.com/office/drawing/2014/main" id="{5C51713E-8AC5-413B-BBB6-310F2F41151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711504" y="3803854"/>
            <a:ext cx="1073097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143" name="Text Placeholder 7">
            <a:extLst>
              <a:ext uri="{FF2B5EF4-FFF2-40B4-BE49-F238E27FC236}">
                <a16:creationId xmlns:a16="http://schemas.microsoft.com/office/drawing/2014/main" id="{8D1290D2-5EC1-4F8D-82A4-F059C67E57B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711504" y="4132877"/>
            <a:ext cx="1073097" cy="125734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44" name="Text Placeholder 7">
            <a:extLst>
              <a:ext uri="{FF2B5EF4-FFF2-40B4-BE49-F238E27FC236}">
                <a16:creationId xmlns:a16="http://schemas.microsoft.com/office/drawing/2014/main" id="{A584509E-92C5-484A-A279-70380E33CC3B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711504" y="4268806"/>
            <a:ext cx="1073097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145" name="Text Placeholder 7">
            <a:extLst>
              <a:ext uri="{FF2B5EF4-FFF2-40B4-BE49-F238E27FC236}">
                <a16:creationId xmlns:a16="http://schemas.microsoft.com/office/drawing/2014/main" id="{2614ED1F-24AE-4209-A2DD-AD1C18ABD38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298990" y="3667925"/>
            <a:ext cx="1073097" cy="125734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46" name="Text Placeholder 7">
            <a:extLst>
              <a:ext uri="{FF2B5EF4-FFF2-40B4-BE49-F238E27FC236}">
                <a16:creationId xmlns:a16="http://schemas.microsoft.com/office/drawing/2014/main" id="{6B3BD44A-F7E1-4D0D-862C-80F305A9BCFE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298990" y="3803854"/>
            <a:ext cx="1073097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147" name="Text Placeholder 7">
            <a:extLst>
              <a:ext uri="{FF2B5EF4-FFF2-40B4-BE49-F238E27FC236}">
                <a16:creationId xmlns:a16="http://schemas.microsoft.com/office/drawing/2014/main" id="{F6960B40-7B85-4B1E-881B-D4E59CAC2BB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298990" y="4132877"/>
            <a:ext cx="1073097" cy="125734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48" name="Text Placeholder 7">
            <a:extLst>
              <a:ext uri="{FF2B5EF4-FFF2-40B4-BE49-F238E27FC236}">
                <a16:creationId xmlns:a16="http://schemas.microsoft.com/office/drawing/2014/main" id="{C850C456-47F2-4F75-8B66-F192B697F2B6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298990" y="4268806"/>
            <a:ext cx="1073097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149" name="Text Placeholder 7">
            <a:extLst>
              <a:ext uri="{FF2B5EF4-FFF2-40B4-BE49-F238E27FC236}">
                <a16:creationId xmlns:a16="http://schemas.microsoft.com/office/drawing/2014/main" id="{F6287BBA-9ACD-448E-995A-83CBC01F605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560837" y="3667925"/>
            <a:ext cx="1073097" cy="125734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50" name="Text Placeholder 7">
            <a:extLst>
              <a:ext uri="{FF2B5EF4-FFF2-40B4-BE49-F238E27FC236}">
                <a16:creationId xmlns:a16="http://schemas.microsoft.com/office/drawing/2014/main" id="{B165E905-5E75-4DE6-93FB-F6AC03E50B9A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560837" y="3803854"/>
            <a:ext cx="1073097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151" name="Text Placeholder 7">
            <a:extLst>
              <a:ext uri="{FF2B5EF4-FFF2-40B4-BE49-F238E27FC236}">
                <a16:creationId xmlns:a16="http://schemas.microsoft.com/office/drawing/2014/main" id="{E5DA746E-DCD1-4F82-9787-53BCE18F0A79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7560837" y="4132877"/>
            <a:ext cx="1073097" cy="125734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52" name="Text Placeholder 7">
            <a:extLst>
              <a:ext uri="{FF2B5EF4-FFF2-40B4-BE49-F238E27FC236}">
                <a16:creationId xmlns:a16="http://schemas.microsoft.com/office/drawing/2014/main" id="{04AD07B9-460C-4032-92BA-7C17A91CCD00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7560837" y="4268806"/>
            <a:ext cx="1073097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170" name="Picture Placeholder 4">
            <a:extLst>
              <a:ext uri="{FF2B5EF4-FFF2-40B4-BE49-F238E27FC236}">
                <a16:creationId xmlns:a16="http://schemas.microsoft.com/office/drawing/2014/main" id="{57FEB0C7-FB79-4DFE-A6B5-8A36A05DF1FA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3820076" y="1409132"/>
            <a:ext cx="438912" cy="438912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700"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71" name="Text Placeholder 7">
            <a:extLst>
              <a:ext uri="{FF2B5EF4-FFF2-40B4-BE49-F238E27FC236}">
                <a16:creationId xmlns:a16="http://schemas.microsoft.com/office/drawing/2014/main" id="{37F30F26-5EE6-4CBB-832B-6102CC9F79A6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3551761" y="1883479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72" name="Text Placeholder 7">
            <a:extLst>
              <a:ext uri="{FF2B5EF4-FFF2-40B4-BE49-F238E27FC236}">
                <a16:creationId xmlns:a16="http://schemas.microsoft.com/office/drawing/2014/main" id="{7CBBE3D9-1364-4788-9CF9-6E8E3E0819B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551761" y="2145142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173" name="Picture Placeholder 4">
            <a:extLst>
              <a:ext uri="{FF2B5EF4-FFF2-40B4-BE49-F238E27FC236}">
                <a16:creationId xmlns:a16="http://schemas.microsoft.com/office/drawing/2014/main" id="{6D63E47D-4C3B-4843-9939-760CD31DAC31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4993131" y="1409132"/>
            <a:ext cx="438912" cy="438912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700"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74" name="Text Placeholder 7">
            <a:extLst>
              <a:ext uri="{FF2B5EF4-FFF2-40B4-BE49-F238E27FC236}">
                <a16:creationId xmlns:a16="http://schemas.microsoft.com/office/drawing/2014/main" id="{6EF1F9A5-2AC9-43D4-A5B5-F3F28DC20DF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4724816" y="1883479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75" name="Text Placeholder 7">
            <a:extLst>
              <a:ext uri="{FF2B5EF4-FFF2-40B4-BE49-F238E27FC236}">
                <a16:creationId xmlns:a16="http://schemas.microsoft.com/office/drawing/2014/main" id="{985A6367-69E3-4C99-B9D1-D0FF66A8A7C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4724816" y="2145142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182" name="Picture Placeholder 4">
            <a:extLst>
              <a:ext uri="{FF2B5EF4-FFF2-40B4-BE49-F238E27FC236}">
                <a16:creationId xmlns:a16="http://schemas.microsoft.com/office/drawing/2014/main" id="{FD81649F-D1EC-4479-8784-083A19569F3A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6656097" y="1405218"/>
            <a:ext cx="438912" cy="438912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700"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83" name="Text Placeholder 7">
            <a:extLst>
              <a:ext uri="{FF2B5EF4-FFF2-40B4-BE49-F238E27FC236}">
                <a16:creationId xmlns:a16="http://schemas.microsoft.com/office/drawing/2014/main" id="{9B446223-9CCD-45D9-899D-D1192E1B0C8F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6387782" y="1879565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84" name="Text Placeholder 7">
            <a:extLst>
              <a:ext uri="{FF2B5EF4-FFF2-40B4-BE49-F238E27FC236}">
                <a16:creationId xmlns:a16="http://schemas.microsoft.com/office/drawing/2014/main" id="{E430D6C9-28AF-4CB4-91C0-8628455FF8BE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6387782" y="2141228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185" name="Picture Placeholder 4">
            <a:extLst>
              <a:ext uri="{FF2B5EF4-FFF2-40B4-BE49-F238E27FC236}">
                <a16:creationId xmlns:a16="http://schemas.microsoft.com/office/drawing/2014/main" id="{A97A61C4-A6E4-4920-8F01-CF6126E698EA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7829152" y="1405218"/>
            <a:ext cx="438912" cy="438912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700"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86" name="Text Placeholder 7">
            <a:extLst>
              <a:ext uri="{FF2B5EF4-FFF2-40B4-BE49-F238E27FC236}">
                <a16:creationId xmlns:a16="http://schemas.microsoft.com/office/drawing/2014/main" id="{12D1DBC4-C461-43DD-8689-76FD99F5F051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7560837" y="1879565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87" name="Text Placeholder 7">
            <a:extLst>
              <a:ext uri="{FF2B5EF4-FFF2-40B4-BE49-F238E27FC236}">
                <a16:creationId xmlns:a16="http://schemas.microsoft.com/office/drawing/2014/main" id="{CBA5545E-2251-4836-BFD2-21EE36D82942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7560837" y="2141228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A79B9B6-F71E-C68F-30D7-854707AFDF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533D1D-BD91-2E82-5AD3-7C1419F3FDB6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92411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ization Chart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B8E0B798-A385-4A83-8687-7E99E4936BE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274839" y="1645947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CA1AE34F-2327-4855-A4BD-F0AFE8D51E0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74839" y="1907610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56A32F0B-8E98-4AC4-9F5A-1F033BA2515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417545" y="1645947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6" name="Text Placeholder 7">
            <a:extLst>
              <a:ext uri="{FF2B5EF4-FFF2-40B4-BE49-F238E27FC236}">
                <a16:creationId xmlns:a16="http://schemas.microsoft.com/office/drawing/2014/main" id="{98D5E1AB-65DB-4062-9F37-444FFA90590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417545" y="1907610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98" name="Text Placeholder 7">
            <a:extLst>
              <a:ext uri="{FF2B5EF4-FFF2-40B4-BE49-F238E27FC236}">
                <a16:creationId xmlns:a16="http://schemas.microsoft.com/office/drawing/2014/main" id="{122547EF-A6C5-4397-BDE0-B697767F3CD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693583" y="1645947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F385C631-F4B6-4033-85CB-28F534E3853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693583" y="1907610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101" name="Text Placeholder 7">
            <a:extLst>
              <a:ext uri="{FF2B5EF4-FFF2-40B4-BE49-F238E27FC236}">
                <a16:creationId xmlns:a16="http://schemas.microsoft.com/office/drawing/2014/main" id="{B26CB5F3-93CA-44CB-B985-08726789130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831603" y="1645947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02" name="Text Placeholder 7">
            <a:extLst>
              <a:ext uri="{FF2B5EF4-FFF2-40B4-BE49-F238E27FC236}">
                <a16:creationId xmlns:a16="http://schemas.microsoft.com/office/drawing/2014/main" id="{D6C923FB-8F0A-4A69-B401-72C43DB0873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31603" y="1907610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CFC773-F767-6342-9325-0D986DCC7695}"/>
              </a:ext>
            </a:extLst>
          </p:cNvPr>
          <p:cNvSpPr/>
          <p:nvPr userDrawn="1"/>
        </p:nvSpPr>
        <p:spPr>
          <a:xfrm>
            <a:off x="-4838" y="0"/>
            <a:ext cx="3043008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indent="0">
              <a:buNone/>
            </a:pPr>
            <a:endParaRPr lang="en-US" baseline="30000">
              <a:solidFill>
                <a:schemeClr val="bg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936A973-6748-5C4C-BDAC-0AC83230B9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DC84F014-346B-6948-A99E-3300DD9650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4" y="445961"/>
            <a:ext cx="2528272" cy="1240338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Headline in Arial Bold 32pt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7D376C5-A654-1845-B494-0BEA76037B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854" y="250372"/>
            <a:ext cx="2528272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IN ARIAL 8PT ALL CAPS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1274BD85-7703-5F45-861A-051D819816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854" y="1803807"/>
            <a:ext cx="2516479" cy="409491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1400" b="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Subhead (optional) in Arial Regular 14pt.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2D97371B-C4B2-4A81-9929-DFAD8EF5BA7B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4769392" y="445961"/>
            <a:ext cx="2530307" cy="125734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A904AA68-553C-4EEC-93D8-AD23C5EC3FC9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4769392" y="581220"/>
            <a:ext cx="2530307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/>
              <a:t>Colleague title</a:t>
            </a:r>
          </a:p>
        </p:txBody>
      </p:sp>
      <p:sp>
        <p:nvSpPr>
          <p:cNvPr id="171" name="Text Placeholder 7">
            <a:extLst>
              <a:ext uri="{FF2B5EF4-FFF2-40B4-BE49-F238E27FC236}">
                <a16:creationId xmlns:a16="http://schemas.microsoft.com/office/drawing/2014/main" id="{37F30F26-5EE6-4CBB-832B-6102CC9F79A6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3274839" y="1063714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72" name="Text Placeholder 7">
            <a:extLst>
              <a:ext uri="{FF2B5EF4-FFF2-40B4-BE49-F238E27FC236}">
                <a16:creationId xmlns:a16="http://schemas.microsoft.com/office/drawing/2014/main" id="{7CBBE3D9-1364-4788-9CF9-6E8E3E0819B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274839" y="1325377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174" name="Text Placeholder 7">
            <a:extLst>
              <a:ext uri="{FF2B5EF4-FFF2-40B4-BE49-F238E27FC236}">
                <a16:creationId xmlns:a16="http://schemas.microsoft.com/office/drawing/2014/main" id="{6EF1F9A5-2AC9-43D4-A5B5-F3F28DC20DF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4417545" y="1063714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75" name="Text Placeholder 7">
            <a:extLst>
              <a:ext uri="{FF2B5EF4-FFF2-40B4-BE49-F238E27FC236}">
                <a16:creationId xmlns:a16="http://schemas.microsoft.com/office/drawing/2014/main" id="{985A6367-69E3-4C99-B9D1-D0FF66A8A7C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4417545" y="1325377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183" name="Text Placeholder 7">
            <a:extLst>
              <a:ext uri="{FF2B5EF4-FFF2-40B4-BE49-F238E27FC236}">
                <a16:creationId xmlns:a16="http://schemas.microsoft.com/office/drawing/2014/main" id="{9B446223-9CCD-45D9-899D-D1192E1B0C8F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6693583" y="1059800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84" name="Text Placeholder 7">
            <a:extLst>
              <a:ext uri="{FF2B5EF4-FFF2-40B4-BE49-F238E27FC236}">
                <a16:creationId xmlns:a16="http://schemas.microsoft.com/office/drawing/2014/main" id="{E430D6C9-28AF-4CB4-91C0-8628455FF8BE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6693583" y="1321463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186" name="Text Placeholder 7">
            <a:extLst>
              <a:ext uri="{FF2B5EF4-FFF2-40B4-BE49-F238E27FC236}">
                <a16:creationId xmlns:a16="http://schemas.microsoft.com/office/drawing/2014/main" id="{12D1DBC4-C461-43DD-8689-76FD99F5F051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7831603" y="1059800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tx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87" name="Text Placeholder 7">
            <a:extLst>
              <a:ext uri="{FF2B5EF4-FFF2-40B4-BE49-F238E27FC236}">
                <a16:creationId xmlns:a16="http://schemas.microsoft.com/office/drawing/2014/main" id="{CBA5545E-2251-4836-BFD2-21EE36D82942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7831603" y="1321463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109" name="Text Placeholder 7">
            <a:extLst>
              <a:ext uri="{FF2B5EF4-FFF2-40B4-BE49-F238E27FC236}">
                <a16:creationId xmlns:a16="http://schemas.microsoft.com/office/drawing/2014/main" id="{5EEE6FCA-1001-5955-CE93-5B6249F64706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3277071" y="2403376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10" name="Text Placeholder 7">
            <a:extLst>
              <a:ext uri="{FF2B5EF4-FFF2-40B4-BE49-F238E27FC236}">
                <a16:creationId xmlns:a16="http://schemas.microsoft.com/office/drawing/2014/main" id="{53EAF680-9388-DE63-B2AB-CA4FBF282E37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3277071" y="2665039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111" name="Text Placeholder 7">
            <a:extLst>
              <a:ext uri="{FF2B5EF4-FFF2-40B4-BE49-F238E27FC236}">
                <a16:creationId xmlns:a16="http://schemas.microsoft.com/office/drawing/2014/main" id="{0AEF5E07-1742-F8FA-5148-6F0FA5390235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19483" y="2412788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12" name="Text Placeholder 7">
            <a:extLst>
              <a:ext uri="{FF2B5EF4-FFF2-40B4-BE49-F238E27FC236}">
                <a16:creationId xmlns:a16="http://schemas.microsoft.com/office/drawing/2014/main" id="{11E1F785-63EE-9691-7029-C2C09CB3695A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4419483" y="2674451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113" name="Text Placeholder 7">
            <a:extLst>
              <a:ext uri="{FF2B5EF4-FFF2-40B4-BE49-F238E27FC236}">
                <a16:creationId xmlns:a16="http://schemas.microsoft.com/office/drawing/2014/main" id="{D2DE2490-2DDA-A889-0EDC-5B30113DDB6B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5573208" y="2412788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14" name="Text Placeholder 7">
            <a:extLst>
              <a:ext uri="{FF2B5EF4-FFF2-40B4-BE49-F238E27FC236}">
                <a16:creationId xmlns:a16="http://schemas.microsoft.com/office/drawing/2014/main" id="{15A8A082-6A13-54E9-1783-41501F56A6CD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5573208" y="2674451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115" name="Text Placeholder 7">
            <a:extLst>
              <a:ext uri="{FF2B5EF4-FFF2-40B4-BE49-F238E27FC236}">
                <a16:creationId xmlns:a16="http://schemas.microsoft.com/office/drawing/2014/main" id="{D94D1D29-C3F2-C180-FD98-2635FBCA31FA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6693583" y="2412788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16" name="Text Placeholder 7">
            <a:extLst>
              <a:ext uri="{FF2B5EF4-FFF2-40B4-BE49-F238E27FC236}">
                <a16:creationId xmlns:a16="http://schemas.microsoft.com/office/drawing/2014/main" id="{08DB36E1-FAD6-4912-F482-387A93D333BF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6693583" y="2674451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117" name="Text Placeholder 7">
            <a:extLst>
              <a:ext uri="{FF2B5EF4-FFF2-40B4-BE49-F238E27FC236}">
                <a16:creationId xmlns:a16="http://schemas.microsoft.com/office/drawing/2014/main" id="{FCF66BC6-2C21-A608-8010-C7BAB5320034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7831603" y="2412788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18" name="Text Placeholder 7">
            <a:extLst>
              <a:ext uri="{FF2B5EF4-FFF2-40B4-BE49-F238E27FC236}">
                <a16:creationId xmlns:a16="http://schemas.microsoft.com/office/drawing/2014/main" id="{7106289F-6BB5-AA62-8640-4E0DAD15575F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7831603" y="2674451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194" name="Text Placeholder 7">
            <a:extLst>
              <a:ext uri="{FF2B5EF4-FFF2-40B4-BE49-F238E27FC236}">
                <a16:creationId xmlns:a16="http://schemas.microsoft.com/office/drawing/2014/main" id="{E832AAF9-288F-D4F5-92AD-3C78C1EC8F1B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3277071" y="2990038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95" name="Text Placeholder 7">
            <a:extLst>
              <a:ext uri="{FF2B5EF4-FFF2-40B4-BE49-F238E27FC236}">
                <a16:creationId xmlns:a16="http://schemas.microsoft.com/office/drawing/2014/main" id="{B8B21B46-EB2D-3509-85C7-D55DEE148AB8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3277071" y="3251701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196" name="Text Placeholder 7">
            <a:extLst>
              <a:ext uri="{FF2B5EF4-FFF2-40B4-BE49-F238E27FC236}">
                <a16:creationId xmlns:a16="http://schemas.microsoft.com/office/drawing/2014/main" id="{D9661C5A-2D60-B0A0-1E91-3F77F2C28CAE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419483" y="2999450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97" name="Text Placeholder 7">
            <a:extLst>
              <a:ext uri="{FF2B5EF4-FFF2-40B4-BE49-F238E27FC236}">
                <a16:creationId xmlns:a16="http://schemas.microsoft.com/office/drawing/2014/main" id="{E482AA06-4E50-9716-7372-96A39D756EC8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4419483" y="3261113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198" name="Text Placeholder 7">
            <a:extLst>
              <a:ext uri="{FF2B5EF4-FFF2-40B4-BE49-F238E27FC236}">
                <a16:creationId xmlns:a16="http://schemas.microsoft.com/office/drawing/2014/main" id="{C13681BB-F044-5DAC-8E5E-1B697851D1F8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5573208" y="2999450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99" name="Text Placeholder 7">
            <a:extLst>
              <a:ext uri="{FF2B5EF4-FFF2-40B4-BE49-F238E27FC236}">
                <a16:creationId xmlns:a16="http://schemas.microsoft.com/office/drawing/2014/main" id="{15C2F156-7C97-A690-6AF0-656213A93822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5573208" y="3261113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200" name="Text Placeholder 7">
            <a:extLst>
              <a:ext uri="{FF2B5EF4-FFF2-40B4-BE49-F238E27FC236}">
                <a16:creationId xmlns:a16="http://schemas.microsoft.com/office/drawing/2014/main" id="{E00E0597-2E87-9486-D926-870845670EDA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6693583" y="2999450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01" name="Text Placeholder 7">
            <a:extLst>
              <a:ext uri="{FF2B5EF4-FFF2-40B4-BE49-F238E27FC236}">
                <a16:creationId xmlns:a16="http://schemas.microsoft.com/office/drawing/2014/main" id="{BD8EFEDC-3CD7-00A1-872E-4C10C2E934DD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693583" y="3261113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202" name="Text Placeholder 7">
            <a:extLst>
              <a:ext uri="{FF2B5EF4-FFF2-40B4-BE49-F238E27FC236}">
                <a16:creationId xmlns:a16="http://schemas.microsoft.com/office/drawing/2014/main" id="{C0FD3EC1-B8F9-64B3-F080-7F688B5081E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7831603" y="2999450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03" name="Text Placeholder 7">
            <a:extLst>
              <a:ext uri="{FF2B5EF4-FFF2-40B4-BE49-F238E27FC236}">
                <a16:creationId xmlns:a16="http://schemas.microsoft.com/office/drawing/2014/main" id="{63B8DA1A-91FA-3EAE-3A9C-AF315977A0CD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7831603" y="3261113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204" name="Text Placeholder 7">
            <a:extLst>
              <a:ext uri="{FF2B5EF4-FFF2-40B4-BE49-F238E27FC236}">
                <a16:creationId xmlns:a16="http://schemas.microsoft.com/office/drawing/2014/main" id="{B7606C20-0277-FEB1-ED71-A21C722B7F75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277071" y="3580838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05" name="Text Placeholder 7">
            <a:extLst>
              <a:ext uri="{FF2B5EF4-FFF2-40B4-BE49-F238E27FC236}">
                <a16:creationId xmlns:a16="http://schemas.microsoft.com/office/drawing/2014/main" id="{045B2D4D-283D-5974-B36E-4F0C130D92C1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3277071" y="3842501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206" name="Text Placeholder 7">
            <a:extLst>
              <a:ext uri="{FF2B5EF4-FFF2-40B4-BE49-F238E27FC236}">
                <a16:creationId xmlns:a16="http://schemas.microsoft.com/office/drawing/2014/main" id="{4B542BD2-F4ED-A8B6-A8F9-45623B1C06B4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4419483" y="3590250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07" name="Text Placeholder 7">
            <a:extLst>
              <a:ext uri="{FF2B5EF4-FFF2-40B4-BE49-F238E27FC236}">
                <a16:creationId xmlns:a16="http://schemas.microsoft.com/office/drawing/2014/main" id="{4679D356-9959-2A32-C4EB-EDE07834ED16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4419483" y="3851913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208" name="Text Placeholder 7">
            <a:extLst>
              <a:ext uri="{FF2B5EF4-FFF2-40B4-BE49-F238E27FC236}">
                <a16:creationId xmlns:a16="http://schemas.microsoft.com/office/drawing/2014/main" id="{699FFE1E-20D5-E89C-1DEF-4820A1288A79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5573208" y="3590250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09" name="Text Placeholder 7">
            <a:extLst>
              <a:ext uri="{FF2B5EF4-FFF2-40B4-BE49-F238E27FC236}">
                <a16:creationId xmlns:a16="http://schemas.microsoft.com/office/drawing/2014/main" id="{86233A43-B3C4-EDBF-17A4-6B230C894086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5573208" y="3851913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210" name="Text Placeholder 7">
            <a:extLst>
              <a:ext uri="{FF2B5EF4-FFF2-40B4-BE49-F238E27FC236}">
                <a16:creationId xmlns:a16="http://schemas.microsoft.com/office/drawing/2014/main" id="{B1215258-A68A-812E-8629-7DE16F058D9C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6693583" y="3590250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11" name="Text Placeholder 7">
            <a:extLst>
              <a:ext uri="{FF2B5EF4-FFF2-40B4-BE49-F238E27FC236}">
                <a16:creationId xmlns:a16="http://schemas.microsoft.com/office/drawing/2014/main" id="{5BC332F4-D648-CD3C-E430-88556971E762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6693583" y="3851913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212" name="Text Placeholder 7">
            <a:extLst>
              <a:ext uri="{FF2B5EF4-FFF2-40B4-BE49-F238E27FC236}">
                <a16:creationId xmlns:a16="http://schemas.microsoft.com/office/drawing/2014/main" id="{57CA967F-A6D6-4A07-CDE6-D641ADF77608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7831603" y="3590250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13" name="Text Placeholder 7">
            <a:extLst>
              <a:ext uri="{FF2B5EF4-FFF2-40B4-BE49-F238E27FC236}">
                <a16:creationId xmlns:a16="http://schemas.microsoft.com/office/drawing/2014/main" id="{B83A430D-EF93-B7EC-9063-41131792FD6A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7831603" y="3851913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214" name="Text Placeholder 7">
            <a:extLst>
              <a:ext uri="{FF2B5EF4-FFF2-40B4-BE49-F238E27FC236}">
                <a16:creationId xmlns:a16="http://schemas.microsoft.com/office/drawing/2014/main" id="{5128454D-DAA0-5B47-A163-9FB6F21E6CB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3277071" y="4166189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15" name="Text Placeholder 7">
            <a:extLst>
              <a:ext uri="{FF2B5EF4-FFF2-40B4-BE49-F238E27FC236}">
                <a16:creationId xmlns:a16="http://schemas.microsoft.com/office/drawing/2014/main" id="{5FFCF9A1-632C-010B-D84C-16E7B24E4F89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3277071" y="4427852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216" name="Text Placeholder 7">
            <a:extLst>
              <a:ext uri="{FF2B5EF4-FFF2-40B4-BE49-F238E27FC236}">
                <a16:creationId xmlns:a16="http://schemas.microsoft.com/office/drawing/2014/main" id="{DF9C0301-50F7-384E-FA5D-FC297CD1283C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4419483" y="4175601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17" name="Text Placeholder 7">
            <a:extLst>
              <a:ext uri="{FF2B5EF4-FFF2-40B4-BE49-F238E27FC236}">
                <a16:creationId xmlns:a16="http://schemas.microsoft.com/office/drawing/2014/main" id="{6F7358AF-04C3-FA64-155C-213A37CC07AA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4419483" y="4437264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218" name="Text Placeholder 7">
            <a:extLst>
              <a:ext uri="{FF2B5EF4-FFF2-40B4-BE49-F238E27FC236}">
                <a16:creationId xmlns:a16="http://schemas.microsoft.com/office/drawing/2014/main" id="{7165FD4A-D5CA-74E5-9168-BD28295FA9E5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5573208" y="4175601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19" name="Text Placeholder 7">
            <a:extLst>
              <a:ext uri="{FF2B5EF4-FFF2-40B4-BE49-F238E27FC236}">
                <a16:creationId xmlns:a16="http://schemas.microsoft.com/office/drawing/2014/main" id="{2D706AC6-4F2E-A516-0174-9ED1DB7758F3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5573208" y="4437264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220" name="Text Placeholder 7">
            <a:extLst>
              <a:ext uri="{FF2B5EF4-FFF2-40B4-BE49-F238E27FC236}">
                <a16:creationId xmlns:a16="http://schemas.microsoft.com/office/drawing/2014/main" id="{B1610E46-AB9E-4959-A9E4-80563403FBF9}"/>
              </a:ext>
            </a:extLst>
          </p:cNvPr>
          <p:cNvSpPr>
            <a:spLocks noGrp="1"/>
          </p:cNvSpPr>
          <p:nvPr>
            <p:ph type="body" sz="quarter" idx="117" hasCustomPrompt="1"/>
          </p:nvPr>
        </p:nvSpPr>
        <p:spPr>
          <a:xfrm>
            <a:off x="6693583" y="4175601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21" name="Text Placeholder 7">
            <a:extLst>
              <a:ext uri="{FF2B5EF4-FFF2-40B4-BE49-F238E27FC236}">
                <a16:creationId xmlns:a16="http://schemas.microsoft.com/office/drawing/2014/main" id="{27C19C11-5831-FC87-741C-EE222EFB9BDF}"/>
              </a:ext>
            </a:extLst>
          </p:cNvPr>
          <p:cNvSpPr>
            <a:spLocks noGrp="1"/>
          </p:cNvSpPr>
          <p:nvPr>
            <p:ph type="body" sz="quarter" idx="118" hasCustomPrompt="1"/>
          </p:nvPr>
        </p:nvSpPr>
        <p:spPr>
          <a:xfrm>
            <a:off x="6693583" y="4437264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222" name="Text Placeholder 7">
            <a:extLst>
              <a:ext uri="{FF2B5EF4-FFF2-40B4-BE49-F238E27FC236}">
                <a16:creationId xmlns:a16="http://schemas.microsoft.com/office/drawing/2014/main" id="{69FEB364-9E25-7CD9-91B7-468792F14152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7831603" y="4175601"/>
            <a:ext cx="975543" cy="251468"/>
          </a:xfrm>
        </p:spPr>
        <p:txBody>
          <a:bodyPr/>
          <a:lstStyle>
            <a:lvl1pPr marL="0" indent="0" algn="ctr">
              <a:lnSpc>
                <a:spcPct val="90000"/>
              </a:lnSpc>
              <a:buNone/>
              <a:defRPr sz="800" b="1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,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23" name="Text Placeholder 7">
            <a:extLst>
              <a:ext uri="{FF2B5EF4-FFF2-40B4-BE49-F238E27FC236}">
                <a16:creationId xmlns:a16="http://schemas.microsoft.com/office/drawing/2014/main" id="{154C76D3-F39D-8EF8-B631-E4A4EAE96957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7831603" y="4437264"/>
            <a:ext cx="975543" cy="125734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0"/>
              </a:spcAft>
              <a:buNone/>
              <a:defRPr sz="700" b="0">
                <a:solidFill>
                  <a:schemeClr val="bg2"/>
                </a:solidFill>
              </a:defRPr>
            </a:lvl1pPr>
            <a:lvl2pPr marL="228600" indent="0">
              <a:buNone/>
              <a:defRPr sz="900"/>
            </a:lvl2pPr>
            <a:lvl3pPr marL="457200" indent="0">
              <a:buNone/>
              <a:defRPr sz="900"/>
            </a:lvl3pPr>
            <a:lvl4pPr marL="640080" indent="0">
              <a:buNone/>
              <a:defRPr sz="900"/>
            </a:lvl4pPr>
            <a:lvl5pPr marL="777240" indent="0">
              <a:buNone/>
              <a:defRPr sz="900"/>
            </a:lvl5pPr>
          </a:lstStyle>
          <a:p>
            <a:pPr algn="ctr"/>
            <a:r>
              <a:rPr lang="en-US" sz="700" b="0" spc="0"/>
              <a:t>Title and Function can appear on two lines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3069FBD-CAA2-7367-66D4-4FA1DF92AEE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09FA3D-15F5-97BD-0A4C-AA7B108B86A1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84348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stimon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73B509CF-67CB-E74E-B0E3-8363C12D9A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6854" y="250372"/>
            <a:ext cx="4085170" cy="167013"/>
          </a:xfrm>
        </p:spPr>
        <p:txBody>
          <a:bodyPr lIns="36576">
            <a:noAutofit/>
          </a:bodyPr>
          <a:lstStyle>
            <a:lvl1pPr marL="0" indent="0">
              <a:buNone/>
              <a:defRPr sz="800">
                <a:solidFill>
                  <a:schemeClr val="bg2"/>
                </a:solidFill>
              </a:defRPr>
            </a:lvl1pPr>
            <a:lvl2pPr marL="173831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2pPr>
            <a:lvl3pPr marL="3429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3pPr>
            <a:lvl4pPr marL="511968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4pPr>
            <a:lvl5pPr marL="68580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en-US"/>
              <a:t>OVERLINE/SECTION (OPTIONAL) IN ARIAL 8PT ALL CAPS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733D5B-F89B-E945-B8D8-2E3894FB1D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5475" y="4739835"/>
            <a:ext cx="711200" cy="268305"/>
          </a:xfrm>
          <a:prstGeom prst="rect">
            <a:avLst/>
          </a:prstGeom>
          <a:noFill/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142741E-FD3D-CC41-8E2A-FA36FF61A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3" y="445961"/>
            <a:ext cx="8470293" cy="506940"/>
          </a:xfrm>
        </p:spPr>
        <p:txBody>
          <a:bodyPr>
            <a:noAutofit/>
          </a:bodyPr>
          <a:lstStyle/>
          <a:p>
            <a:r>
              <a:rPr lang="en-US"/>
              <a:t>Headline in Arial Bold 32pt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F1039B8C-C352-CC4F-A86A-90D14E68C29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6853" y="962227"/>
            <a:ext cx="8470293" cy="432307"/>
          </a:xfrm>
        </p:spPr>
        <p:txBody>
          <a:bodyPr>
            <a:noAutofit/>
          </a:bodyPr>
          <a:lstStyle>
            <a:lvl1pPr marL="0" indent="0">
              <a:buNone/>
              <a:defRPr sz="20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 (optional) in Arial 20pt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91FA0F6-4CDA-4D1D-8178-2B775DCAA3B7}"/>
              </a:ext>
            </a:extLst>
          </p:cNvPr>
          <p:cNvGrpSpPr/>
          <p:nvPr userDrawn="1"/>
        </p:nvGrpSpPr>
        <p:grpSpPr>
          <a:xfrm>
            <a:off x="348744" y="1708032"/>
            <a:ext cx="4163308" cy="1176323"/>
            <a:chOff x="348744" y="1543050"/>
            <a:chExt cx="4247639" cy="1200150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245FF1E6-3832-4788-A1DD-093F28ED4955}"/>
                </a:ext>
              </a:extLst>
            </p:cNvPr>
            <p:cNvSpPr/>
            <p:nvPr userDrawn="1"/>
          </p:nvSpPr>
          <p:spPr>
            <a:xfrm>
              <a:off x="348744" y="1543050"/>
              <a:ext cx="4073280" cy="1200150"/>
            </a:xfrm>
            <a:prstGeom prst="roundRect">
              <a:avLst>
                <a:gd name="adj" fmla="val 555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sz="1400">
                <a:solidFill>
                  <a:schemeClr val="bg1"/>
                </a:solidFill>
              </a:endParaRPr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EDC09948-6FB3-4E52-9837-AB3195C701A9}"/>
                </a:ext>
              </a:extLst>
            </p:cNvPr>
            <p:cNvSpPr/>
            <p:nvPr userDrawn="1"/>
          </p:nvSpPr>
          <p:spPr>
            <a:xfrm rot="7200000">
              <a:off x="4267199" y="2174063"/>
              <a:ext cx="353567" cy="3048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sz="140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9424B66-BD89-4661-BD1B-6BA7E9AE43DF}"/>
              </a:ext>
            </a:extLst>
          </p:cNvPr>
          <p:cNvGrpSpPr/>
          <p:nvPr userDrawn="1"/>
        </p:nvGrpSpPr>
        <p:grpSpPr>
          <a:xfrm>
            <a:off x="348744" y="3033801"/>
            <a:ext cx="4163309" cy="1176323"/>
            <a:chOff x="348744" y="1543050"/>
            <a:chExt cx="4247640" cy="1200150"/>
          </a:xfrm>
          <a:solidFill>
            <a:schemeClr val="tx2"/>
          </a:solidFill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57B854D9-2566-4DC3-B30F-22A6770A4EF5}"/>
                </a:ext>
              </a:extLst>
            </p:cNvPr>
            <p:cNvSpPr/>
            <p:nvPr userDrawn="1"/>
          </p:nvSpPr>
          <p:spPr>
            <a:xfrm>
              <a:off x="348744" y="1543050"/>
              <a:ext cx="4073280" cy="1200150"/>
            </a:xfrm>
            <a:prstGeom prst="roundRect">
              <a:avLst>
                <a:gd name="adj" fmla="val 555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sz="1400">
                <a:solidFill>
                  <a:schemeClr val="bg1"/>
                </a:solidFill>
              </a:endParaRPr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D4AE8606-81DE-4A58-B6F6-62562C52CC41}"/>
                </a:ext>
              </a:extLst>
            </p:cNvPr>
            <p:cNvSpPr/>
            <p:nvPr userDrawn="1"/>
          </p:nvSpPr>
          <p:spPr>
            <a:xfrm rot="7200000">
              <a:off x="4267200" y="1834529"/>
              <a:ext cx="353567" cy="3048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sz="140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FFB0BC0-EA4F-436C-B013-894BCE6B3E0B}"/>
              </a:ext>
            </a:extLst>
          </p:cNvPr>
          <p:cNvGrpSpPr/>
          <p:nvPr userDrawn="1"/>
        </p:nvGrpSpPr>
        <p:grpSpPr>
          <a:xfrm flipH="1">
            <a:off x="4631946" y="1708032"/>
            <a:ext cx="4163310" cy="1176323"/>
            <a:chOff x="348744" y="1543050"/>
            <a:chExt cx="4247641" cy="1200150"/>
          </a:xfrm>
          <a:solidFill>
            <a:schemeClr val="tx2"/>
          </a:solidFill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EB9D0FD-EE51-4C60-BD97-18184CF969EA}"/>
                </a:ext>
              </a:extLst>
            </p:cNvPr>
            <p:cNvSpPr/>
            <p:nvPr userDrawn="1"/>
          </p:nvSpPr>
          <p:spPr>
            <a:xfrm>
              <a:off x="348744" y="1543050"/>
              <a:ext cx="4073280" cy="1200150"/>
            </a:xfrm>
            <a:prstGeom prst="roundRect">
              <a:avLst>
                <a:gd name="adj" fmla="val 555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sz="1400">
                <a:solidFill>
                  <a:schemeClr val="bg1"/>
                </a:solidFill>
              </a:endParaRPr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A837FA95-F735-498B-894D-68D2E85C0879}"/>
                </a:ext>
              </a:extLst>
            </p:cNvPr>
            <p:cNvSpPr/>
            <p:nvPr userDrawn="1"/>
          </p:nvSpPr>
          <p:spPr>
            <a:xfrm rot="7200000">
              <a:off x="4267201" y="1758770"/>
              <a:ext cx="353567" cy="3048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sz="140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61EFF00-0CAB-4241-BC0A-03C5ACA050BF}"/>
              </a:ext>
            </a:extLst>
          </p:cNvPr>
          <p:cNvGrpSpPr/>
          <p:nvPr userDrawn="1"/>
        </p:nvGrpSpPr>
        <p:grpSpPr>
          <a:xfrm flipH="1">
            <a:off x="4631946" y="3033801"/>
            <a:ext cx="4163310" cy="1176323"/>
            <a:chOff x="348744" y="1543050"/>
            <a:chExt cx="4247641" cy="1200150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27E62CB8-AC62-4546-8044-13809FAFC577}"/>
                </a:ext>
              </a:extLst>
            </p:cNvPr>
            <p:cNvSpPr/>
            <p:nvPr userDrawn="1"/>
          </p:nvSpPr>
          <p:spPr>
            <a:xfrm>
              <a:off x="348744" y="1543050"/>
              <a:ext cx="4073280" cy="1200150"/>
            </a:xfrm>
            <a:prstGeom prst="roundRect">
              <a:avLst>
                <a:gd name="adj" fmla="val 555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sz="1400">
                <a:solidFill>
                  <a:schemeClr val="bg1"/>
                </a:solidFill>
              </a:endParaRPr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C5B56DD9-F6AE-4630-9BC3-9516B18E2DD6}"/>
                </a:ext>
              </a:extLst>
            </p:cNvPr>
            <p:cNvSpPr/>
            <p:nvPr userDrawn="1"/>
          </p:nvSpPr>
          <p:spPr>
            <a:xfrm rot="7200000">
              <a:off x="4267201" y="2329195"/>
              <a:ext cx="353567" cy="3048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sz="1400">
                <a:solidFill>
                  <a:schemeClr val="bg1"/>
                </a:solidFill>
              </a:endParaRPr>
            </a:p>
          </p:txBody>
        </p:sp>
      </p:grp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928E539C-A1C6-4F77-8347-EE6258F9723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225" y="1844675"/>
            <a:ext cx="3616325" cy="672617"/>
          </a:xfrm>
        </p:spPr>
        <p:txBody>
          <a:bodyPr/>
          <a:lstStyle>
            <a:lvl1pPr marL="0" indent="0">
              <a:buNone/>
              <a:defRPr i="1">
                <a:solidFill>
                  <a:schemeClr val="tx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“Insert caption here.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D7D46A0A-805F-4D01-8F0C-B7EAB9AB5FC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57852" y="2532588"/>
            <a:ext cx="2988698" cy="214073"/>
          </a:xfrm>
        </p:spPr>
        <p:txBody>
          <a:bodyPr/>
          <a:lstStyle>
            <a:lvl1pPr marL="0" indent="0">
              <a:buNone/>
              <a:defRPr sz="1100" i="1">
                <a:solidFill>
                  <a:schemeClr val="tx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- </a:t>
            </a:r>
            <a:r>
              <a:rPr lang="en-US" err="1"/>
              <a:t>FirstLastname</a:t>
            </a:r>
            <a:r>
              <a:rPr lang="en-US"/>
              <a:t>.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24D7FADD-9252-4975-A5D9-1161FDBE3E1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30225" y="3157354"/>
            <a:ext cx="3616325" cy="672617"/>
          </a:xfrm>
        </p:spPr>
        <p:txBody>
          <a:bodyPr/>
          <a:lstStyle>
            <a:lvl1pPr marL="0" indent="0">
              <a:buNone/>
              <a:defRPr i="1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“Insert caption here.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CDA2FFA9-3E5A-4D30-87EF-05A201BC9A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57852" y="3845267"/>
            <a:ext cx="2988698" cy="214073"/>
          </a:xfrm>
        </p:spPr>
        <p:txBody>
          <a:bodyPr/>
          <a:lstStyle>
            <a:lvl1pPr marL="0" indent="0">
              <a:buNone/>
              <a:defRPr sz="1100" i="1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- </a:t>
            </a:r>
            <a:r>
              <a:rPr lang="en-US" err="1"/>
              <a:t>FirstLastname</a:t>
            </a:r>
            <a:r>
              <a:rPr lang="en-US"/>
              <a:t>.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4A19197F-E75E-4044-A501-855C610E5D9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997450" y="1844675"/>
            <a:ext cx="3616325" cy="672617"/>
          </a:xfrm>
        </p:spPr>
        <p:txBody>
          <a:bodyPr/>
          <a:lstStyle>
            <a:lvl1pPr marL="0" indent="0">
              <a:buNone/>
              <a:defRPr i="1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“Insert caption here.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267252CD-B507-40B4-9C8E-0FC6A330FA2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625077" y="2532588"/>
            <a:ext cx="2988698" cy="214073"/>
          </a:xfrm>
        </p:spPr>
        <p:txBody>
          <a:bodyPr/>
          <a:lstStyle>
            <a:lvl1pPr marL="0" indent="0">
              <a:buNone/>
              <a:defRPr sz="1100" i="1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- </a:t>
            </a:r>
            <a:r>
              <a:rPr lang="en-US" err="1"/>
              <a:t>FirstLastname</a:t>
            </a:r>
            <a:r>
              <a:rPr lang="en-US"/>
              <a:t>.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BD85129F-C0BD-4C8C-80D0-6B8BAF83854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997450" y="3157354"/>
            <a:ext cx="3616325" cy="672617"/>
          </a:xfrm>
        </p:spPr>
        <p:txBody>
          <a:bodyPr/>
          <a:lstStyle>
            <a:lvl1pPr marL="0" indent="0">
              <a:buNone/>
              <a:defRPr i="1">
                <a:solidFill>
                  <a:schemeClr val="tx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“Insert caption here.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02DC0236-D63B-4E48-98C6-5987A77221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625077" y="3845267"/>
            <a:ext cx="2988698" cy="214073"/>
          </a:xfrm>
        </p:spPr>
        <p:txBody>
          <a:bodyPr/>
          <a:lstStyle>
            <a:lvl1pPr marL="0" indent="0">
              <a:buNone/>
              <a:defRPr sz="1100" i="1">
                <a:solidFill>
                  <a:schemeClr val="tx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40080" indent="0">
              <a:buNone/>
              <a:defRPr/>
            </a:lvl4pPr>
            <a:lvl5pPr marL="777240" indent="0">
              <a:buNone/>
              <a:defRPr/>
            </a:lvl5pPr>
          </a:lstStyle>
          <a:p>
            <a:pPr lvl="0"/>
            <a:r>
              <a:rPr lang="en-US"/>
              <a:t>- </a:t>
            </a:r>
            <a:r>
              <a:rPr lang="en-US" err="1"/>
              <a:t>FirstLastname</a:t>
            </a:r>
            <a:r>
              <a:rPr lang="en-US"/>
              <a:t>.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645C9136-2A79-3FBA-0586-325536134E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F2DB11-2DA3-77CF-53E0-A99B2F4546F9}"/>
              </a:ext>
            </a:extLst>
          </p:cNvPr>
          <p:cNvSpPr txBox="1"/>
          <p:nvPr userDrawn="1"/>
        </p:nvSpPr>
        <p:spPr>
          <a:xfrm>
            <a:off x="347472" y="4844415"/>
            <a:ext cx="228600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fld id="{AD31FBF5-8F35-4FD5-99C7-6C30368DFA16}" type="slidenum">
              <a:rPr lang="en-US" sz="900" b="1" i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‹Nº›</a:t>
            </a:fld>
            <a:endParaRPr lang="en-US" sz="900" b="1" i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94253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62ED192-C907-5546-913B-57D1A6D6FD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82354" y="2009772"/>
            <a:ext cx="2979290" cy="112395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85F26AE-D9FD-254F-8329-E73BA5827BCE}"/>
              </a:ext>
            </a:extLst>
          </p:cNvPr>
          <p:cNvSpPr/>
          <p:nvPr userDrawn="1"/>
        </p:nvSpPr>
        <p:spPr>
          <a:xfrm>
            <a:off x="338695" y="4670474"/>
            <a:ext cx="505367" cy="35169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06993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- Numbered - Photograph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280B8D1D-8D7F-4745-99CC-E918951970D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8072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i="1"/>
            </a:lvl1pPr>
          </a:lstStyle>
          <a:p>
            <a:r>
              <a:rPr lang="en-US"/>
              <a:t>Add background image, send to back and adjust crop as needed.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618EB-564E-DA48-A41F-722838A7793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C42C27E-A055-1E4A-AC8F-7399EDF815E4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4B9AE7A7-9126-144F-9AB2-38E2CCDBCC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855" y="1084000"/>
            <a:ext cx="4235146" cy="1249680"/>
          </a:xfrm>
        </p:spPr>
        <p:txBody>
          <a:bodyPr/>
          <a:lstStyle>
            <a:lvl1pPr>
              <a:defRPr sz="4800" spc="-1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 in Arial Bold 48pt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2E362FD-5AEF-CB48-ABC2-064F1F3C44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6854" y="271202"/>
            <a:ext cx="1061753" cy="812798"/>
          </a:xfrm>
        </p:spPr>
        <p:txBody>
          <a:bodyPr anchor="t" anchorCtr="0">
            <a:noAutofit/>
          </a:bodyPr>
          <a:lstStyle>
            <a:lvl1pPr marL="0" indent="0">
              <a:buNone/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XX.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2D7647F-DB9A-AF42-9F70-B4737D9827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855" y="2475730"/>
            <a:ext cx="4235146" cy="859871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1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 (optional) in Arial Regular 14pt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158405D-C4A0-43C3-9BDE-0A3D27DCB1EA}"/>
              </a:ext>
            </a:extLst>
          </p:cNvPr>
          <p:cNvGrpSpPr/>
          <p:nvPr userDrawn="1"/>
        </p:nvGrpSpPr>
        <p:grpSpPr>
          <a:xfrm>
            <a:off x="348744" y="-235890"/>
            <a:ext cx="8458402" cy="96630"/>
            <a:chOff x="348744" y="-257175"/>
            <a:chExt cx="6235603" cy="227531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E4DD782-B8B6-400F-AE52-4259D06BC168}"/>
                </a:ext>
              </a:extLst>
            </p:cNvPr>
            <p:cNvSpPr/>
            <p:nvPr/>
          </p:nvSpPr>
          <p:spPr>
            <a:xfrm>
              <a:off x="348744" y="-257175"/>
              <a:ext cx="961490" cy="22753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sz="1400">
                <a:solidFill>
                  <a:schemeClr val="bg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1D23205-8B62-49CE-AF7D-2903DADB0561}"/>
                </a:ext>
              </a:extLst>
            </p:cNvPr>
            <p:cNvSpPr/>
            <p:nvPr/>
          </p:nvSpPr>
          <p:spPr>
            <a:xfrm>
              <a:off x="1403567" y="-257175"/>
              <a:ext cx="961490" cy="22753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sz="1400">
                <a:solidFill>
                  <a:schemeClr val="bg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B570848-EB8D-4253-BD20-793EC08F0CBF}"/>
                </a:ext>
              </a:extLst>
            </p:cNvPr>
            <p:cNvSpPr/>
            <p:nvPr/>
          </p:nvSpPr>
          <p:spPr>
            <a:xfrm>
              <a:off x="2458390" y="-257175"/>
              <a:ext cx="961490" cy="22753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sz="1400">
                <a:solidFill>
                  <a:schemeClr val="bg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E598F46-1812-4CB1-80E9-B5E76A50D15C}"/>
                </a:ext>
              </a:extLst>
            </p:cNvPr>
            <p:cNvSpPr/>
            <p:nvPr/>
          </p:nvSpPr>
          <p:spPr>
            <a:xfrm>
              <a:off x="3513213" y="-257175"/>
              <a:ext cx="961490" cy="22753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sz="1400">
                <a:solidFill>
                  <a:schemeClr val="bg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C35BB53-A6B8-4AA3-8FFC-5EA86B47108B}"/>
                </a:ext>
              </a:extLst>
            </p:cNvPr>
            <p:cNvSpPr/>
            <p:nvPr/>
          </p:nvSpPr>
          <p:spPr>
            <a:xfrm>
              <a:off x="4568036" y="-257175"/>
              <a:ext cx="961490" cy="22753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sz="1400">
                <a:solidFill>
                  <a:schemeClr val="bg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BC45D9F-6B8B-45D7-81D4-9839776F75C0}"/>
                </a:ext>
              </a:extLst>
            </p:cNvPr>
            <p:cNvSpPr/>
            <p:nvPr/>
          </p:nvSpPr>
          <p:spPr>
            <a:xfrm>
              <a:off x="5622857" y="-257175"/>
              <a:ext cx="961490" cy="22753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sz="14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6709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82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F576EE-E1E1-A149-A89D-895A9F7A2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854" y="445961"/>
            <a:ext cx="8479228" cy="59144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Headline in Arial 32pt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0A704-6E34-8546-AF8E-A05DA2C9E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6853" y="1402827"/>
            <a:ext cx="8479228" cy="3009900"/>
          </a:xfrm>
          <a:prstGeom prst="rect">
            <a:avLst/>
          </a:prstGeom>
        </p:spPr>
        <p:txBody>
          <a:bodyPr vert="horz" lIns="18288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41231-D487-EE4C-950F-E9DCF862D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3216" y="4839652"/>
            <a:ext cx="2468429" cy="123111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5D89684-FA84-A54D-81D7-CDE249043352}"/>
              </a:ext>
            </a:extLst>
          </p:cNvPr>
          <p:cNvGrpSpPr/>
          <p:nvPr userDrawn="1"/>
        </p:nvGrpSpPr>
        <p:grpSpPr>
          <a:xfrm>
            <a:off x="2" y="-412162"/>
            <a:ext cx="9171213" cy="215893"/>
            <a:chOff x="2" y="194089"/>
            <a:chExt cx="9171213" cy="215893"/>
          </a:xfrm>
        </p:grpSpPr>
        <p:sp>
          <p:nvSpPr>
            <p:cNvPr id="29" name="Text Placeholder 10">
              <a:extLst>
                <a:ext uri="{FF2B5EF4-FFF2-40B4-BE49-F238E27FC236}">
                  <a16:creationId xmlns:a16="http://schemas.microsoft.com/office/drawing/2014/main" id="{BB9D232C-26E9-6E49-ADD6-390FE2EA6D25}"/>
                </a:ext>
              </a:extLst>
            </p:cNvPr>
            <p:cNvSpPr txBox="1">
              <a:spLocks/>
            </p:cNvSpPr>
            <p:nvPr userDrawn="1"/>
          </p:nvSpPr>
          <p:spPr>
            <a:xfrm flipV="1">
              <a:off x="8820729" y="248067"/>
              <a:ext cx="350486" cy="107935"/>
            </a:xfrm>
            <a:prstGeom prst="rect">
              <a:avLst/>
            </a:prstGeom>
            <a:pattFill prst="wdUpDiag">
              <a:fgClr>
                <a:schemeClr val="bg2">
                  <a:lumMod val="20000"/>
                  <a:lumOff val="80000"/>
                </a:schemeClr>
              </a:fgClr>
              <a:bgClr>
                <a:schemeClr val="bg2">
                  <a:lumMod val="60000"/>
                  <a:lumOff val="40000"/>
                </a:schemeClr>
              </a:bgClr>
            </a:pattFill>
          </p:spPr>
          <p:txBody>
            <a:bodyPr wrap="none" lIns="0" tIns="0" rIns="0" bIns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90000"/>
                </a:lnSpc>
                <a:spcBef>
                  <a:spcPts val="2400"/>
                </a:spcBef>
                <a:buFont typeface="Arial" panose="020B0604020202020204" pitchFamily="34" charset="0"/>
                <a:buNone/>
                <a:defRPr sz="1000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000" kern="1200" spc="0" baseline="0">
                  <a:solidFill>
                    <a:schemeClr val="tx1"/>
                  </a:solidFill>
                  <a:latin typeface="Helvetica Now for IB Display" panose="020B0504030202020204" pitchFamily="34" charset="0"/>
                  <a:ea typeface="+mn-ea"/>
                  <a:cs typeface="+mn-cs"/>
                </a:defRPr>
              </a:lvl2pPr>
              <a:lvl3pPr marL="0" indent="0" algn="l" defTabSz="914377" rtl="0" eaLnBrk="1" latinLnBrk="0" hangingPunct="1">
                <a:lnSpc>
                  <a:spcPct val="90000"/>
                </a:lnSpc>
                <a:spcBef>
                  <a:spcPts val="1600"/>
                </a:spcBef>
                <a:buFont typeface="Arial" panose="020B0604020202020204" pitchFamily="34" charset="0"/>
                <a:buNone/>
                <a:defRPr sz="1000" b="1" kern="1200" cap="all" spc="0" baseline="0">
                  <a:solidFill>
                    <a:schemeClr val="tx2"/>
                  </a:solidFill>
                  <a:latin typeface="Helvetica Now for IB Micro Bold" panose="020B0504030202020204" pitchFamily="34" charset="0"/>
                  <a:ea typeface="+mn-ea"/>
                  <a:cs typeface="+mn-cs"/>
                </a:defRPr>
              </a:lvl3pPr>
              <a:lvl4pPr marL="0" indent="0" algn="l" defTabSz="914377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 spc="0">
                  <a:solidFill>
                    <a:schemeClr val="tx1"/>
                  </a:solidFill>
                  <a:latin typeface="Helvetica Now for IB Text" panose="020B0504030202020204" pitchFamily="34" charset="0"/>
                  <a:ea typeface="+mn-ea"/>
                  <a:cs typeface="+mn-cs"/>
                </a:defRPr>
              </a:lvl4pPr>
              <a:lvl5pPr marL="0" indent="0" algn="l" defTabSz="914377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 spc="0">
                  <a:solidFill>
                    <a:schemeClr val="tx1"/>
                  </a:solidFill>
                  <a:latin typeface="Helvetica Now for IB Text" panose="020B0504030202020204" pitchFamily="34" charset="0"/>
                  <a:ea typeface="+mn-ea"/>
                  <a:cs typeface="+mn-cs"/>
                </a:defRPr>
              </a:lvl5pPr>
              <a:lvl6pPr marL="2514537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726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914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103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b="1" i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" name="Text Placeholder 10">
              <a:extLst>
                <a:ext uri="{FF2B5EF4-FFF2-40B4-BE49-F238E27FC236}">
                  <a16:creationId xmlns:a16="http://schemas.microsoft.com/office/drawing/2014/main" id="{E41C8900-B160-DD4D-B382-C3FD99240882}"/>
                </a:ext>
              </a:extLst>
            </p:cNvPr>
            <p:cNvSpPr txBox="1">
              <a:spLocks/>
            </p:cNvSpPr>
            <p:nvPr/>
          </p:nvSpPr>
          <p:spPr>
            <a:xfrm flipV="1">
              <a:off x="338200" y="248065"/>
              <a:ext cx="8479229" cy="107935"/>
            </a:xfrm>
            <a:prstGeom prst="rect">
              <a:avLst/>
            </a:prstGeom>
            <a:solidFill>
              <a:schemeClr val="bg2">
                <a:lumMod val="40000"/>
                <a:lumOff val="60000"/>
                <a:alpha val="60000"/>
              </a:schemeClr>
            </a:solidFill>
          </p:spPr>
          <p:txBody>
            <a:bodyPr wrap="none" lIns="0" tIns="0" rIns="0" bIns="0" anchor="ctr">
              <a:noAutofit/>
            </a:bodyPr>
            <a:lstStyle>
              <a:defPPr>
                <a:defRPr lang="en-US"/>
              </a:defPPr>
              <a:lvl1pPr indent="0" algn="ctr" defTabSz="914377">
                <a:lnSpc>
                  <a:spcPct val="90000"/>
                </a:lnSpc>
                <a:spcBef>
                  <a:spcPts val="2400"/>
                </a:spcBef>
                <a:buFont typeface="Arial" panose="020B0604020202020204" pitchFamily="34" charset="0"/>
                <a:buNone/>
                <a:defRPr sz="600" b="1" spc="0" baseline="0">
                  <a:solidFill>
                    <a:schemeClr val="accent3"/>
                  </a:solidFill>
                  <a:latin typeface="Helvetica Now for IB Micro Bold" panose="020B0504030202020204" pitchFamily="34" charset="77"/>
                </a:defRPr>
              </a:lvl1pPr>
              <a:lvl2pPr marL="0" indent="0" defTabSz="914377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000" spc="0" baseline="0">
                  <a:latin typeface="Helvetica Now for IB Display" panose="020B0504030202020204" pitchFamily="34" charset="0"/>
                </a:defRPr>
              </a:lvl2pPr>
              <a:lvl3pPr marL="0" indent="0" defTabSz="914377">
                <a:lnSpc>
                  <a:spcPct val="90000"/>
                </a:lnSpc>
                <a:spcBef>
                  <a:spcPts val="1600"/>
                </a:spcBef>
                <a:buFont typeface="Arial" panose="020B0604020202020204" pitchFamily="34" charset="0"/>
                <a:buNone/>
                <a:defRPr sz="1000" b="1" cap="all" spc="0" baseline="0">
                  <a:solidFill>
                    <a:schemeClr val="tx2"/>
                  </a:solidFill>
                  <a:latin typeface="Helvetica Now for IB Micro Bold" panose="020B0504030202020204" pitchFamily="34" charset="0"/>
                </a:defRPr>
              </a:lvl3pPr>
              <a:lvl4pPr marL="0" indent="0" defTabSz="914377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spc="0">
                  <a:latin typeface="Helvetica Now for IB Text" panose="020B0504030202020204" pitchFamily="34" charset="0"/>
                </a:defRPr>
              </a:lvl4pPr>
              <a:lvl5pPr marL="0" indent="0" defTabSz="914377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spc="0">
                  <a:latin typeface="Helvetica Now for IB Text" panose="020B0504030202020204" pitchFamily="34" charset="0"/>
                </a:defRPr>
              </a:lvl5pPr>
              <a:lvl6pPr marL="2514537" indent="-228594" defTabSz="914377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726" indent="-228594" defTabSz="914377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8914" indent="-228594" defTabSz="914377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103" indent="-228594" defTabSz="914377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endParaRPr lang="en-US" b="1" i="0">
                <a:latin typeface="Arial" panose="020B0604020202020204" pitchFamily="34" charset="0"/>
              </a:endParaRPr>
            </a:p>
          </p:txBody>
        </p:sp>
        <p:sp>
          <p:nvSpPr>
            <p:cNvPr id="16" name="Text Placeholder 10">
              <a:extLst>
                <a:ext uri="{FF2B5EF4-FFF2-40B4-BE49-F238E27FC236}">
                  <a16:creationId xmlns:a16="http://schemas.microsoft.com/office/drawing/2014/main" id="{0B245863-4E0B-1845-B865-6793A26D101A}"/>
                </a:ext>
              </a:extLst>
            </p:cNvPr>
            <p:cNvSpPr txBox="1">
              <a:spLocks/>
            </p:cNvSpPr>
            <p:nvPr userDrawn="1"/>
          </p:nvSpPr>
          <p:spPr>
            <a:xfrm flipV="1">
              <a:off x="2" y="248065"/>
              <a:ext cx="338694" cy="107935"/>
            </a:xfrm>
            <a:prstGeom prst="rect">
              <a:avLst/>
            </a:prstGeom>
            <a:pattFill prst="wdUpDiag">
              <a:fgClr>
                <a:schemeClr val="bg2">
                  <a:lumMod val="20000"/>
                  <a:lumOff val="80000"/>
                </a:schemeClr>
              </a:fgClr>
              <a:bgClr>
                <a:schemeClr val="bg2">
                  <a:lumMod val="60000"/>
                  <a:lumOff val="40000"/>
                </a:schemeClr>
              </a:bgClr>
            </a:pattFill>
          </p:spPr>
          <p:txBody>
            <a:bodyPr wrap="none" lIns="0" tIns="0" rIns="0" bIns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90000"/>
                </a:lnSpc>
                <a:spcBef>
                  <a:spcPts val="2400"/>
                </a:spcBef>
                <a:buFont typeface="Arial" panose="020B0604020202020204" pitchFamily="34" charset="0"/>
                <a:buNone/>
                <a:defRPr sz="1000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90000"/>
                </a:lnSpc>
                <a:spcBef>
                  <a:spcPts val="160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000" kern="1200" spc="0" baseline="0">
                  <a:solidFill>
                    <a:schemeClr val="tx1"/>
                  </a:solidFill>
                  <a:latin typeface="Helvetica Now for IB Display" panose="020B0504030202020204" pitchFamily="34" charset="0"/>
                  <a:ea typeface="+mn-ea"/>
                  <a:cs typeface="+mn-cs"/>
                </a:defRPr>
              </a:lvl2pPr>
              <a:lvl3pPr marL="0" indent="0" algn="l" defTabSz="914377" rtl="0" eaLnBrk="1" latinLnBrk="0" hangingPunct="1">
                <a:lnSpc>
                  <a:spcPct val="90000"/>
                </a:lnSpc>
                <a:spcBef>
                  <a:spcPts val="1600"/>
                </a:spcBef>
                <a:buFont typeface="Arial" panose="020B0604020202020204" pitchFamily="34" charset="0"/>
                <a:buNone/>
                <a:defRPr sz="1000" b="1" kern="1200" cap="all" spc="0" baseline="0">
                  <a:solidFill>
                    <a:schemeClr val="tx2"/>
                  </a:solidFill>
                  <a:latin typeface="Helvetica Now for IB Micro Bold" panose="020B0504030202020204" pitchFamily="34" charset="0"/>
                  <a:ea typeface="+mn-ea"/>
                  <a:cs typeface="+mn-cs"/>
                </a:defRPr>
              </a:lvl3pPr>
              <a:lvl4pPr marL="0" indent="0" algn="l" defTabSz="914377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 spc="0">
                  <a:solidFill>
                    <a:schemeClr val="tx1"/>
                  </a:solidFill>
                  <a:latin typeface="Helvetica Now for IB Text" panose="020B0504030202020204" pitchFamily="34" charset="0"/>
                  <a:ea typeface="+mn-ea"/>
                  <a:cs typeface="+mn-cs"/>
                </a:defRPr>
              </a:lvl4pPr>
              <a:lvl5pPr marL="0" indent="0" algn="l" defTabSz="914377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 spc="0">
                  <a:solidFill>
                    <a:schemeClr val="tx1"/>
                  </a:solidFill>
                  <a:latin typeface="Helvetica Now for IB Text" panose="020B0504030202020204" pitchFamily="34" charset="0"/>
                  <a:ea typeface="+mn-ea"/>
                  <a:cs typeface="+mn-cs"/>
                </a:defRPr>
              </a:lvl5pPr>
              <a:lvl6pPr marL="2514537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726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914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103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b="1" i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261D5C8-8CCB-5341-B5FE-6102639BE8F2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820233" y="194089"/>
              <a:ext cx="0" cy="215893"/>
            </a:xfrm>
            <a:prstGeom prst="line">
              <a:avLst/>
            </a:prstGeom>
            <a:ln w="12700" cap="flat">
              <a:solidFill>
                <a:srgbClr val="CDCDCC"/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2556939-1FE2-F546-B5B3-01B749456074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037540" y="194089"/>
              <a:ext cx="0" cy="215893"/>
            </a:xfrm>
            <a:prstGeom prst="line">
              <a:avLst/>
            </a:prstGeom>
            <a:ln w="12700" cap="flat">
              <a:solidFill>
                <a:srgbClr val="CDCDCC"/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658F464-F09F-384F-BEFD-D27F30BB0084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93561" y="194089"/>
              <a:ext cx="0" cy="215893"/>
            </a:xfrm>
            <a:prstGeom prst="line">
              <a:avLst/>
            </a:prstGeom>
            <a:ln w="12700" cap="flat">
              <a:solidFill>
                <a:srgbClr val="CDCDCC"/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DF03A5D-AC40-3443-9B33-88AB45D9237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82212" y="194089"/>
              <a:ext cx="0" cy="215893"/>
            </a:xfrm>
            <a:prstGeom prst="line">
              <a:avLst/>
            </a:prstGeom>
            <a:ln w="12700" cap="flat">
              <a:solidFill>
                <a:srgbClr val="CDCDCC"/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7A2BFC2-6B30-284A-BCAB-BE235728386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336853" y="194089"/>
              <a:ext cx="0" cy="215893"/>
            </a:xfrm>
            <a:prstGeom prst="line">
              <a:avLst/>
            </a:prstGeom>
            <a:ln w="12700" cap="flat">
              <a:solidFill>
                <a:schemeClr val="accent2">
                  <a:lumMod val="50000"/>
                  <a:lumOff val="50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F8B45CB-166E-8945-84C0-388647F3F97B}"/>
              </a:ext>
            </a:extLst>
          </p:cNvPr>
          <p:cNvGrpSpPr/>
          <p:nvPr userDrawn="1"/>
        </p:nvGrpSpPr>
        <p:grpSpPr>
          <a:xfrm>
            <a:off x="-381610" y="239850"/>
            <a:ext cx="256479" cy="4538299"/>
            <a:chOff x="-763200" y="239850"/>
            <a:chExt cx="360000" cy="4538299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FE5489C-8E3A-6343-89FD-0ACB1E1A5A4C}"/>
                </a:ext>
              </a:extLst>
            </p:cNvPr>
            <p:cNvCxnSpPr>
              <a:cxnSpLocks/>
            </p:cNvCxnSpPr>
            <p:nvPr/>
          </p:nvCxnSpPr>
          <p:spPr>
            <a:xfrm>
              <a:off x="-763200" y="442993"/>
              <a:ext cx="360000" cy="0"/>
            </a:xfrm>
            <a:prstGeom prst="line">
              <a:avLst/>
            </a:prstGeom>
            <a:ln w="12700" cap="flat">
              <a:solidFill>
                <a:schemeClr val="bg2">
                  <a:alpha val="60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427A8A3-8324-0946-AD3B-D094867EBA2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763200" y="962325"/>
              <a:ext cx="360000" cy="0"/>
            </a:xfrm>
            <a:prstGeom prst="line">
              <a:avLst/>
            </a:prstGeom>
            <a:ln w="12700" cap="flat">
              <a:solidFill>
                <a:schemeClr val="tx2">
                  <a:alpha val="60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F98CA01-43A1-4541-A68C-5242AFF8F1C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763200" y="4778149"/>
              <a:ext cx="360000" cy="0"/>
            </a:xfrm>
            <a:prstGeom prst="line">
              <a:avLst/>
            </a:prstGeom>
            <a:ln w="12700" cap="flat">
              <a:solidFill>
                <a:schemeClr val="bg2">
                  <a:alpha val="60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BD5C9F0-37CC-F441-8755-22DA61A98A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763200" y="239850"/>
              <a:ext cx="360000" cy="0"/>
            </a:xfrm>
            <a:prstGeom prst="line">
              <a:avLst/>
            </a:prstGeom>
            <a:ln w="12700" cap="flat">
              <a:solidFill>
                <a:schemeClr val="bg2">
                  <a:alpha val="60000"/>
                </a:schemeClr>
              </a:solidFill>
              <a:prstDash val="solid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F1FC515-AD99-A8E8-7ECC-D98D2250E3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8744" y="4844415"/>
            <a:ext cx="228600" cy="12311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defRPr sz="9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0A31C1A-45A8-416D-9FA8-F2195AEE34B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70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839" r:id="rId2"/>
    <p:sldLayoutId id="2147483805" r:id="rId3"/>
    <p:sldLayoutId id="2147483726" r:id="rId4"/>
    <p:sldLayoutId id="2147483806" r:id="rId5"/>
    <p:sldLayoutId id="2147483738" r:id="rId6"/>
    <p:sldLayoutId id="2147483739" r:id="rId7"/>
    <p:sldLayoutId id="2147483798" r:id="rId8"/>
    <p:sldLayoutId id="2147483755" r:id="rId9"/>
    <p:sldLayoutId id="2147483807" r:id="rId10"/>
    <p:sldLayoutId id="2147483810" r:id="rId11"/>
    <p:sldLayoutId id="2147483809" r:id="rId12"/>
    <p:sldLayoutId id="2147483754" r:id="rId13"/>
    <p:sldLayoutId id="2147483744" r:id="rId14"/>
    <p:sldLayoutId id="2147483745" r:id="rId15"/>
    <p:sldLayoutId id="2147483753" r:id="rId16"/>
    <p:sldLayoutId id="2147483811" r:id="rId17"/>
    <p:sldLayoutId id="2147483813" r:id="rId18"/>
    <p:sldLayoutId id="2147483812" r:id="rId19"/>
    <p:sldLayoutId id="2147483737" r:id="rId20"/>
    <p:sldLayoutId id="2147483740" r:id="rId21"/>
    <p:sldLayoutId id="2147483741" r:id="rId22"/>
    <p:sldLayoutId id="2147483803" r:id="rId23"/>
    <p:sldLayoutId id="2147483804" r:id="rId24"/>
    <p:sldLayoutId id="2147483749" r:id="rId25"/>
    <p:sldLayoutId id="2147483750" r:id="rId26"/>
    <p:sldLayoutId id="2147483751" r:id="rId27"/>
    <p:sldLayoutId id="2147483752" r:id="rId28"/>
    <p:sldLayoutId id="2147483783" r:id="rId29"/>
    <p:sldLayoutId id="2147483719" r:id="rId30"/>
    <p:sldLayoutId id="2147483733" r:id="rId31"/>
    <p:sldLayoutId id="2147483802" r:id="rId32"/>
    <p:sldLayoutId id="2147483730" r:id="rId33"/>
    <p:sldLayoutId id="2147483780" r:id="rId34"/>
    <p:sldLayoutId id="2147483779" r:id="rId35"/>
    <p:sldLayoutId id="2147483778" r:id="rId36"/>
    <p:sldLayoutId id="2147483777" r:id="rId37"/>
    <p:sldLayoutId id="2147483761" r:id="rId38"/>
    <p:sldLayoutId id="2147483766" r:id="rId39"/>
    <p:sldLayoutId id="2147483781" r:id="rId40"/>
    <p:sldLayoutId id="2147483767" r:id="rId41"/>
    <p:sldLayoutId id="2147483760" r:id="rId42"/>
    <p:sldLayoutId id="2147483782" r:id="rId43"/>
    <p:sldLayoutId id="2147483769" r:id="rId44"/>
    <p:sldLayoutId id="2147483747" r:id="rId45"/>
    <p:sldLayoutId id="2147483735" r:id="rId46"/>
    <p:sldLayoutId id="2147483764" r:id="rId47"/>
    <p:sldLayoutId id="2147483799" r:id="rId48"/>
    <p:sldLayoutId id="2147483765" r:id="rId49"/>
    <p:sldLayoutId id="2147483790" r:id="rId50"/>
    <p:sldLayoutId id="2147483791" r:id="rId51"/>
    <p:sldLayoutId id="2147483816" r:id="rId52"/>
    <p:sldLayoutId id="2147483817" r:id="rId53"/>
    <p:sldLayoutId id="2147483792" r:id="rId54"/>
    <p:sldLayoutId id="2147483771" r:id="rId55"/>
    <p:sldLayoutId id="2147483797" r:id="rId56"/>
    <p:sldLayoutId id="2147483775" r:id="rId57"/>
    <p:sldLayoutId id="2147483772" r:id="rId58"/>
    <p:sldLayoutId id="2147483774" r:id="rId59"/>
    <p:sldLayoutId id="2147483784" r:id="rId60"/>
    <p:sldLayoutId id="2147483785" r:id="rId61"/>
    <p:sldLayoutId id="2147483814" r:id="rId62"/>
    <p:sldLayoutId id="2147483786" r:id="rId63"/>
    <p:sldLayoutId id="2147483815" r:id="rId64"/>
    <p:sldLayoutId id="2147483787" r:id="rId65"/>
    <p:sldLayoutId id="2147483836" r:id="rId66"/>
    <p:sldLayoutId id="2147483837" r:id="rId67"/>
    <p:sldLayoutId id="2147483838" r:id="rId68"/>
    <p:sldLayoutId id="2147483789" r:id="rId69"/>
    <p:sldLayoutId id="2147483788" r:id="rId70"/>
    <p:sldLayoutId id="2147483834" r:id="rId71"/>
    <p:sldLayoutId id="2147483833" r:id="rId72"/>
    <p:sldLayoutId id="2147483832" r:id="rId73"/>
    <p:sldLayoutId id="2147483835" r:id="rId74"/>
    <p:sldLayoutId id="2147483793" r:id="rId75"/>
    <p:sldLayoutId id="2147483794" r:id="rId76"/>
    <p:sldLayoutId id="2147483795" r:id="rId77"/>
    <p:sldLayoutId id="2147483831" r:id="rId78"/>
    <p:sldLayoutId id="2147483796" r:id="rId79"/>
    <p:sldLayoutId id="2147483703" r:id="rId80"/>
    <p:sldLayoutId id="2147483840" r:id="rId81"/>
  </p:sldLayoutIdLst>
  <p:hf hd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200" b="1" i="0" kern="1200" spc="-5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115888" indent="-115888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tabLst/>
        <a:defRPr lang="en-US" sz="1400" kern="1200" dirty="0" smtClean="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65760" indent="-13716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tabLst/>
        <a:defRPr lang="en-US" sz="1200" kern="1200" dirty="0" smtClean="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94360" indent="-13716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tabLst/>
        <a:defRPr lang="en-US" sz="1000" kern="1200" dirty="0" smtClean="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777240" indent="-13716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tabLst/>
        <a:defRPr lang="en-US" sz="900" u="none" kern="1200" dirty="0" smtClean="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914400" indent="-13716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tabLst/>
        <a:defRPr lang="en-US" sz="800" b="0" u="none" kern="1200" dirty="0" smtClean="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234" userDrawn="1">
          <p15:clr>
            <a:srgbClr val="F26B43"/>
          </p15:clr>
        </p15:guide>
        <p15:guide id="4" pos="5526" userDrawn="1">
          <p15:clr>
            <a:srgbClr val="F26B43"/>
          </p15:clr>
        </p15:guide>
        <p15:guide id="5" orient="horz" pos="2940" userDrawn="1">
          <p15:clr>
            <a:srgbClr val="F26B43"/>
          </p15:clr>
        </p15:guide>
        <p15:guide id="6" orient="horz" pos="300" userDrawn="1">
          <p15:clr>
            <a:srgbClr val="F26B43"/>
          </p15:clr>
        </p15:guide>
        <p15:guide id="7" orient="horz" pos="1044" userDrawn="1">
          <p15:clr>
            <a:srgbClr val="F26B43"/>
          </p15:clr>
        </p15:guide>
        <p15:guide id="9" pos="1548" userDrawn="1">
          <p15:clr>
            <a:srgbClr val="F26B43"/>
          </p15:clr>
        </p15:guide>
        <p15:guide id="10" pos="4212" userDrawn="1">
          <p15:clr>
            <a:srgbClr val="F26B43"/>
          </p15:clr>
        </p15:guide>
      </p15:sldGuideLst>
    </p:ext>
  </p:extLst>
</p:sldMaster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8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svg"/><Relationship Id="rId7" Type="http://schemas.openxmlformats.org/officeDocument/2006/relationships/image" Target="../media/image57.sv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6.png"/><Relationship Id="rId11" Type="http://schemas.openxmlformats.org/officeDocument/2006/relationships/image" Target="../media/image61.svg"/><Relationship Id="rId5" Type="http://schemas.openxmlformats.org/officeDocument/2006/relationships/image" Target="../media/image55.sv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sv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svg"/><Relationship Id="rId7" Type="http://schemas.openxmlformats.org/officeDocument/2006/relationships/image" Target="../media/image83.sv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8.xml"/><Relationship Id="rId6" Type="http://schemas.openxmlformats.org/officeDocument/2006/relationships/image" Target="../media/image82.png"/><Relationship Id="rId5" Type="http://schemas.openxmlformats.org/officeDocument/2006/relationships/image" Target="../media/image81.svg"/><Relationship Id="rId4" Type="http://schemas.openxmlformats.org/officeDocument/2006/relationships/image" Target="../media/image80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58.xml"/></Relationships>
</file>

<file path=ppt/slides/_rels/slide1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32.xml.rels><?xml version="1.0" encoding="UTF-8" standalone="yes"?>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svg"/><Relationship Id="rId7" Type="http://schemas.openxmlformats.org/officeDocument/2006/relationships/image" Target="../media/image57.sv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6.png"/><Relationship Id="rId11" Type="http://schemas.openxmlformats.org/officeDocument/2006/relationships/image" Target="../media/image61.svg"/><Relationship Id="rId5" Type="http://schemas.openxmlformats.org/officeDocument/2006/relationships/image" Target="../media/image55.sv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svg"/></Relationships>
</file>

<file path=ppt/slides/_rels/slide1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Two cats in the grass&#10;&#10;Description automatically generated">
            <a:extLst>
              <a:ext uri="{FF2B5EF4-FFF2-40B4-BE49-F238E27FC236}">
                <a16:creationId xmlns:a16="http://schemas.microsoft.com/office/drawing/2014/main" id="{DEA2F057-CE59-E275-6CB4-51E736FDF8E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328B574-8C0D-4E37-A23B-E58EB498AE0C}"/>
              </a:ext>
            </a:extLst>
          </p:cNvPr>
          <p:cNvSpPr/>
          <p:nvPr/>
        </p:nvSpPr>
        <p:spPr>
          <a:xfrm rot="5400000">
            <a:off x="2002457" y="-1989331"/>
            <a:ext cx="5143500" cy="9144000"/>
          </a:xfrm>
          <a:prstGeom prst="rect">
            <a:avLst/>
          </a:prstGeom>
          <a:gradFill flip="none" rotWithShape="1">
            <a:gsLst>
              <a:gs pos="41000">
                <a:srgbClr val="000000">
                  <a:alpha val="0"/>
                </a:srgbClr>
              </a:gs>
              <a:gs pos="100000">
                <a:srgbClr val="000000">
                  <a:alpha val="50000"/>
                </a:srgb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13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2E27D08-70E5-4389-B7F4-939CB2C3BCC4}"/>
              </a:ext>
            </a:extLst>
          </p:cNvPr>
          <p:cNvGrpSpPr>
            <a:grpSpLocks noChangeAspect="1"/>
          </p:cNvGrpSpPr>
          <p:nvPr/>
        </p:nvGrpSpPr>
        <p:grpSpPr>
          <a:xfrm>
            <a:off x="7784204" y="4543405"/>
            <a:ext cx="1188720" cy="602912"/>
            <a:chOff x="3249613" y="1898651"/>
            <a:chExt cx="2647950" cy="1343025"/>
          </a:xfrm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AABD4CB0-341D-4350-B1E7-6CBC741F6C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9613" y="1898651"/>
              <a:ext cx="2647950" cy="1343025"/>
            </a:xfrm>
            <a:custGeom>
              <a:avLst/>
              <a:gdLst>
                <a:gd name="T0" fmla="*/ 1368 w 1368"/>
                <a:gd name="T1" fmla="*/ 33 h 696"/>
                <a:gd name="T2" fmla="*/ 1368 w 1368"/>
                <a:gd name="T3" fmla="*/ 696 h 696"/>
                <a:gd name="T4" fmla="*/ 0 w 1368"/>
                <a:gd name="T5" fmla="*/ 696 h 696"/>
                <a:gd name="T6" fmla="*/ 0 w 1368"/>
                <a:gd name="T7" fmla="*/ 33 h 696"/>
                <a:gd name="T8" fmla="*/ 33 w 1368"/>
                <a:gd name="T9" fmla="*/ 0 h 696"/>
                <a:gd name="T10" fmla="*/ 1335 w 1368"/>
                <a:gd name="T11" fmla="*/ 0 h 696"/>
                <a:gd name="T12" fmla="*/ 1368 w 1368"/>
                <a:gd name="T13" fmla="*/ 33 h 6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8" h="696">
                  <a:moveTo>
                    <a:pt x="1368" y="33"/>
                  </a:moveTo>
                  <a:cubicBezTo>
                    <a:pt x="1368" y="696"/>
                    <a:pt x="1368" y="696"/>
                    <a:pt x="1368" y="696"/>
                  </a:cubicBezTo>
                  <a:cubicBezTo>
                    <a:pt x="0" y="696"/>
                    <a:pt x="0" y="696"/>
                    <a:pt x="0" y="69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15"/>
                    <a:pt x="15" y="0"/>
                    <a:pt x="33" y="0"/>
                  </a:cubicBezTo>
                  <a:cubicBezTo>
                    <a:pt x="1335" y="0"/>
                    <a:pt x="1335" y="0"/>
                    <a:pt x="1335" y="0"/>
                  </a:cubicBezTo>
                  <a:cubicBezTo>
                    <a:pt x="1353" y="0"/>
                    <a:pt x="1368" y="15"/>
                    <a:pt x="1368" y="33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4F8D82E7-8DF8-4BAD-A5CD-4B22AE865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5563" y="2149476"/>
              <a:ext cx="101600" cy="103188"/>
            </a:xfrm>
            <a:custGeom>
              <a:avLst/>
              <a:gdLst>
                <a:gd name="T0" fmla="*/ 0 w 53"/>
                <a:gd name="T1" fmla="*/ 29 h 54"/>
                <a:gd name="T2" fmla="*/ 28 w 53"/>
                <a:gd name="T3" fmla="*/ 0 h 54"/>
                <a:gd name="T4" fmla="*/ 53 w 53"/>
                <a:gd name="T5" fmla="*/ 25 h 54"/>
                <a:gd name="T6" fmla="*/ 24 w 53"/>
                <a:gd name="T7" fmla="*/ 54 h 54"/>
                <a:gd name="T8" fmla="*/ 24 w 53"/>
                <a:gd name="T9" fmla="*/ 54 h 54"/>
                <a:gd name="T10" fmla="*/ 0 w 53"/>
                <a:gd name="T11" fmla="*/ 29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54">
                  <a:moveTo>
                    <a:pt x="0" y="29"/>
                  </a:moveTo>
                  <a:cubicBezTo>
                    <a:pt x="0" y="12"/>
                    <a:pt x="13" y="0"/>
                    <a:pt x="28" y="0"/>
                  </a:cubicBezTo>
                  <a:cubicBezTo>
                    <a:pt x="43" y="0"/>
                    <a:pt x="53" y="10"/>
                    <a:pt x="53" y="25"/>
                  </a:cubicBezTo>
                  <a:cubicBezTo>
                    <a:pt x="53" y="43"/>
                    <a:pt x="40" y="54"/>
                    <a:pt x="24" y="54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10" y="54"/>
                    <a:pt x="0" y="43"/>
                    <a:pt x="0" y="2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2A670829-99B7-47EE-A2CE-48EBF3CD94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250" y="2306638"/>
              <a:ext cx="785813" cy="534988"/>
            </a:xfrm>
            <a:custGeom>
              <a:avLst/>
              <a:gdLst>
                <a:gd name="T0" fmla="*/ 384 w 406"/>
                <a:gd name="T1" fmla="*/ 184 h 277"/>
                <a:gd name="T2" fmla="*/ 406 w 406"/>
                <a:gd name="T3" fmla="*/ 215 h 277"/>
                <a:gd name="T4" fmla="*/ 263 w 406"/>
                <a:gd name="T5" fmla="*/ 277 h 277"/>
                <a:gd name="T6" fmla="*/ 38 w 406"/>
                <a:gd name="T7" fmla="*/ 196 h 277"/>
                <a:gd name="T8" fmla="*/ 6 w 406"/>
                <a:gd name="T9" fmla="*/ 196 h 277"/>
                <a:gd name="T10" fmla="*/ 0 w 406"/>
                <a:gd name="T11" fmla="*/ 163 h 277"/>
                <a:gd name="T12" fmla="*/ 123 w 406"/>
                <a:gd name="T13" fmla="*/ 38 h 277"/>
                <a:gd name="T14" fmla="*/ 28 w 406"/>
                <a:gd name="T15" fmla="*/ 38 h 277"/>
                <a:gd name="T16" fmla="*/ 35 w 406"/>
                <a:gd name="T17" fmla="*/ 0 h 277"/>
                <a:gd name="T18" fmla="*/ 191 w 406"/>
                <a:gd name="T19" fmla="*/ 0 h 277"/>
                <a:gd name="T20" fmla="*/ 185 w 406"/>
                <a:gd name="T21" fmla="*/ 35 h 277"/>
                <a:gd name="T22" fmla="*/ 65 w 406"/>
                <a:gd name="T23" fmla="*/ 157 h 277"/>
                <a:gd name="T24" fmla="*/ 269 w 406"/>
                <a:gd name="T25" fmla="*/ 239 h 277"/>
                <a:gd name="T26" fmla="*/ 384 w 406"/>
                <a:gd name="T27" fmla="*/ 184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06" h="277">
                  <a:moveTo>
                    <a:pt x="384" y="184"/>
                  </a:moveTo>
                  <a:cubicBezTo>
                    <a:pt x="406" y="215"/>
                    <a:pt x="406" y="215"/>
                    <a:pt x="406" y="215"/>
                  </a:cubicBezTo>
                  <a:cubicBezTo>
                    <a:pt x="392" y="230"/>
                    <a:pt x="340" y="277"/>
                    <a:pt x="263" y="277"/>
                  </a:cubicBezTo>
                  <a:cubicBezTo>
                    <a:pt x="153" y="277"/>
                    <a:pt x="147" y="196"/>
                    <a:pt x="38" y="196"/>
                  </a:cubicBezTo>
                  <a:cubicBezTo>
                    <a:pt x="6" y="196"/>
                    <a:pt x="6" y="196"/>
                    <a:pt x="6" y="196"/>
                  </a:cubicBezTo>
                  <a:cubicBezTo>
                    <a:pt x="0" y="163"/>
                    <a:pt x="0" y="163"/>
                    <a:pt x="0" y="163"/>
                  </a:cubicBezTo>
                  <a:cubicBezTo>
                    <a:pt x="123" y="38"/>
                    <a:pt x="123" y="38"/>
                    <a:pt x="123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85" y="35"/>
                    <a:pt x="185" y="35"/>
                    <a:pt x="185" y="35"/>
                  </a:cubicBezTo>
                  <a:cubicBezTo>
                    <a:pt x="65" y="157"/>
                    <a:pt x="65" y="157"/>
                    <a:pt x="65" y="157"/>
                  </a:cubicBezTo>
                  <a:cubicBezTo>
                    <a:pt x="157" y="157"/>
                    <a:pt x="179" y="239"/>
                    <a:pt x="269" y="239"/>
                  </a:cubicBezTo>
                  <a:cubicBezTo>
                    <a:pt x="324" y="239"/>
                    <a:pt x="368" y="201"/>
                    <a:pt x="384" y="18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FBDE4CA1-3A01-472B-AD71-226981E386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16375" y="2297113"/>
              <a:ext cx="376238" cy="398463"/>
            </a:xfrm>
            <a:custGeom>
              <a:avLst/>
              <a:gdLst>
                <a:gd name="T0" fmla="*/ 87 w 194"/>
                <a:gd name="T1" fmla="*/ 169 h 206"/>
                <a:gd name="T2" fmla="*/ 49 w 194"/>
                <a:gd name="T3" fmla="*/ 123 h 206"/>
                <a:gd name="T4" fmla="*/ 108 w 194"/>
                <a:gd name="T5" fmla="*/ 37 h 206"/>
                <a:gd name="T6" fmla="*/ 145 w 194"/>
                <a:gd name="T7" fmla="*/ 82 h 206"/>
                <a:gd name="T8" fmla="*/ 87 w 194"/>
                <a:gd name="T9" fmla="*/ 169 h 206"/>
                <a:gd name="T10" fmla="*/ 114 w 194"/>
                <a:gd name="T11" fmla="*/ 0 h 206"/>
                <a:gd name="T12" fmla="*/ 0 w 194"/>
                <a:gd name="T13" fmla="*/ 125 h 206"/>
                <a:gd name="T14" fmla="*/ 80 w 194"/>
                <a:gd name="T15" fmla="*/ 206 h 206"/>
                <a:gd name="T16" fmla="*/ 194 w 194"/>
                <a:gd name="T17" fmla="*/ 82 h 206"/>
                <a:gd name="T18" fmla="*/ 114 w 194"/>
                <a:gd name="T19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4" h="206">
                  <a:moveTo>
                    <a:pt x="87" y="169"/>
                  </a:moveTo>
                  <a:cubicBezTo>
                    <a:pt x="63" y="169"/>
                    <a:pt x="49" y="150"/>
                    <a:pt x="49" y="123"/>
                  </a:cubicBezTo>
                  <a:cubicBezTo>
                    <a:pt x="49" y="87"/>
                    <a:pt x="70" y="37"/>
                    <a:pt x="108" y="37"/>
                  </a:cubicBezTo>
                  <a:cubicBezTo>
                    <a:pt x="137" y="37"/>
                    <a:pt x="145" y="62"/>
                    <a:pt x="145" y="82"/>
                  </a:cubicBezTo>
                  <a:cubicBezTo>
                    <a:pt x="145" y="121"/>
                    <a:pt x="122" y="169"/>
                    <a:pt x="87" y="169"/>
                  </a:cubicBezTo>
                  <a:moveTo>
                    <a:pt x="114" y="0"/>
                  </a:moveTo>
                  <a:cubicBezTo>
                    <a:pt x="47" y="0"/>
                    <a:pt x="0" y="58"/>
                    <a:pt x="0" y="125"/>
                  </a:cubicBezTo>
                  <a:cubicBezTo>
                    <a:pt x="0" y="171"/>
                    <a:pt x="31" y="206"/>
                    <a:pt x="80" y="206"/>
                  </a:cubicBezTo>
                  <a:cubicBezTo>
                    <a:pt x="147" y="206"/>
                    <a:pt x="194" y="148"/>
                    <a:pt x="194" y="82"/>
                  </a:cubicBezTo>
                  <a:cubicBezTo>
                    <a:pt x="194" y="38"/>
                    <a:pt x="166" y="0"/>
                    <a:pt x="11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B3715847-9098-4B87-BF81-7B8C780B3F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37063" y="2297113"/>
              <a:ext cx="338138" cy="398463"/>
            </a:xfrm>
            <a:custGeom>
              <a:avLst/>
              <a:gdLst>
                <a:gd name="T0" fmla="*/ 106 w 175"/>
                <a:gd name="T1" fmla="*/ 35 h 206"/>
                <a:gd name="T2" fmla="*/ 131 w 175"/>
                <a:gd name="T3" fmla="*/ 56 h 206"/>
                <a:gd name="T4" fmla="*/ 131 w 175"/>
                <a:gd name="T5" fmla="*/ 56 h 206"/>
                <a:gd name="T6" fmla="*/ 51 w 175"/>
                <a:gd name="T7" fmla="*/ 85 h 206"/>
                <a:gd name="T8" fmla="*/ 106 w 175"/>
                <a:gd name="T9" fmla="*/ 35 h 206"/>
                <a:gd name="T10" fmla="*/ 175 w 175"/>
                <a:gd name="T11" fmla="*/ 56 h 206"/>
                <a:gd name="T12" fmla="*/ 112 w 175"/>
                <a:gd name="T13" fmla="*/ 0 h 206"/>
                <a:gd name="T14" fmla="*/ 0 w 175"/>
                <a:gd name="T15" fmla="*/ 124 h 206"/>
                <a:gd name="T16" fmla="*/ 81 w 175"/>
                <a:gd name="T17" fmla="*/ 206 h 206"/>
                <a:gd name="T18" fmla="*/ 150 w 175"/>
                <a:gd name="T19" fmla="*/ 190 h 206"/>
                <a:gd name="T20" fmla="*/ 146 w 175"/>
                <a:gd name="T21" fmla="*/ 156 h 206"/>
                <a:gd name="T22" fmla="*/ 92 w 175"/>
                <a:gd name="T23" fmla="*/ 168 h 206"/>
                <a:gd name="T24" fmla="*/ 52 w 175"/>
                <a:gd name="T25" fmla="*/ 148 h 206"/>
                <a:gd name="T26" fmla="*/ 46 w 175"/>
                <a:gd name="T27" fmla="*/ 120 h 206"/>
                <a:gd name="T28" fmla="*/ 175 w 175"/>
                <a:gd name="T29" fmla="*/ 56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5" h="206">
                  <a:moveTo>
                    <a:pt x="106" y="35"/>
                  </a:moveTo>
                  <a:cubicBezTo>
                    <a:pt x="120" y="35"/>
                    <a:pt x="131" y="43"/>
                    <a:pt x="131" y="56"/>
                  </a:cubicBezTo>
                  <a:cubicBezTo>
                    <a:pt x="131" y="56"/>
                    <a:pt x="131" y="56"/>
                    <a:pt x="131" y="56"/>
                  </a:cubicBezTo>
                  <a:cubicBezTo>
                    <a:pt x="131" y="79"/>
                    <a:pt x="100" y="86"/>
                    <a:pt x="51" y="85"/>
                  </a:cubicBezTo>
                  <a:cubicBezTo>
                    <a:pt x="57" y="62"/>
                    <a:pt x="76" y="35"/>
                    <a:pt x="106" y="35"/>
                  </a:cubicBezTo>
                  <a:moveTo>
                    <a:pt x="175" y="56"/>
                  </a:moveTo>
                  <a:cubicBezTo>
                    <a:pt x="175" y="23"/>
                    <a:pt x="150" y="0"/>
                    <a:pt x="112" y="0"/>
                  </a:cubicBezTo>
                  <a:cubicBezTo>
                    <a:pt x="44" y="0"/>
                    <a:pt x="0" y="65"/>
                    <a:pt x="0" y="124"/>
                  </a:cubicBezTo>
                  <a:cubicBezTo>
                    <a:pt x="0" y="172"/>
                    <a:pt x="27" y="206"/>
                    <a:pt x="81" y="206"/>
                  </a:cubicBezTo>
                  <a:cubicBezTo>
                    <a:pt x="105" y="206"/>
                    <a:pt x="131" y="200"/>
                    <a:pt x="150" y="190"/>
                  </a:cubicBezTo>
                  <a:cubicBezTo>
                    <a:pt x="146" y="156"/>
                    <a:pt x="146" y="156"/>
                    <a:pt x="146" y="156"/>
                  </a:cubicBezTo>
                  <a:cubicBezTo>
                    <a:pt x="132" y="163"/>
                    <a:pt x="114" y="168"/>
                    <a:pt x="92" y="168"/>
                  </a:cubicBezTo>
                  <a:cubicBezTo>
                    <a:pt x="73" y="168"/>
                    <a:pt x="59" y="162"/>
                    <a:pt x="52" y="148"/>
                  </a:cubicBezTo>
                  <a:cubicBezTo>
                    <a:pt x="47" y="141"/>
                    <a:pt x="45" y="127"/>
                    <a:pt x="46" y="120"/>
                  </a:cubicBezTo>
                  <a:cubicBezTo>
                    <a:pt x="122" y="122"/>
                    <a:pt x="175" y="106"/>
                    <a:pt x="175" y="5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5D81C1AA-FE3F-476E-B7FD-7E175ADD03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5413" y="2297113"/>
              <a:ext cx="292100" cy="398463"/>
            </a:xfrm>
            <a:custGeom>
              <a:avLst/>
              <a:gdLst>
                <a:gd name="T0" fmla="*/ 102 w 151"/>
                <a:gd name="T1" fmla="*/ 35 h 206"/>
                <a:gd name="T2" fmla="*/ 138 w 151"/>
                <a:gd name="T3" fmla="*/ 44 h 206"/>
                <a:gd name="T4" fmla="*/ 151 w 151"/>
                <a:gd name="T5" fmla="*/ 10 h 206"/>
                <a:gd name="T6" fmla="*/ 104 w 151"/>
                <a:gd name="T7" fmla="*/ 0 h 206"/>
                <a:gd name="T8" fmla="*/ 25 w 151"/>
                <a:gd name="T9" fmla="*/ 65 h 206"/>
                <a:gd name="T10" fmla="*/ 63 w 151"/>
                <a:gd name="T11" fmla="*/ 116 h 206"/>
                <a:gd name="T12" fmla="*/ 89 w 151"/>
                <a:gd name="T13" fmla="*/ 146 h 206"/>
                <a:gd name="T14" fmla="*/ 59 w 151"/>
                <a:gd name="T15" fmla="*/ 171 h 206"/>
                <a:gd name="T16" fmla="*/ 12 w 151"/>
                <a:gd name="T17" fmla="*/ 157 h 206"/>
                <a:gd name="T18" fmla="*/ 0 w 151"/>
                <a:gd name="T19" fmla="*/ 191 h 206"/>
                <a:gd name="T20" fmla="*/ 55 w 151"/>
                <a:gd name="T21" fmla="*/ 206 h 206"/>
                <a:gd name="T22" fmla="*/ 138 w 151"/>
                <a:gd name="T23" fmla="*/ 138 h 206"/>
                <a:gd name="T24" fmla="*/ 97 w 151"/>
                <a:gd name="T25" fmla="*/ 85 h 206"/>
                <a:gd name="T26" fmla="*/ 72 w 151"/>
                <a:gd name="T27" fmla="*/ 58 h 206"/>
                <a:gd name="T28" fmla="*/ 102 w 151"/>
                <a:gd name="T29" fmla="*/ 35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1" h="206">
                  <a:moveTo>
                    <a:pt x="102" y="35"/>
                  </a:moveTo>
                  <a:cubicBezTo>
                    <a:pt x="118" y="35"/>
                    <a:pt x="131" y="40"/>
                    <a:pt x="138" y="44"/>
                  </a:cubicBezTo>
                  <a:cubicBezTo>
                    <a:pt x="151" y="10"/>
                    <a:pt x="151" y="10"/>
                    <a:pt x="151" y="10"/>
                  </a:cubicBezTo>
                  <a:cubicBezTo>
                    <a:pt x="142" y="5"/>
                    <a:pt x="125" y="0"/>
                    <a:pt x="104" y="0"/>
                  </a:cubicBezTo>
                  <a:cubicBezTo>
                    <a:pt x="58" y="0"/>
                    <a:pt x="25" y="27"/>
                    <a:pt x="25" y="65"/>
                  </a:cubicBezTo>
                  <a:cubicBezTo>
                    <a:pt x="25" y="87"/>
                    <a:pt x="41" y="104"/>
                    <a:pt x="63" y="116"/>
                  </a:cubicBezTo>
                  <a:cubicBezTo>
                    <a:pt x="83" y="126"/>
                    <a:pt x="89" y="134"/>
                    <a:pt x="89" y="146"/>
                  </a:cubicBezTo>
                  <a:cubicBezTo>
                    <a:pt x="89" y="159"/>
                    <a:pt x="78" y="170"/>
                    <a:pt x="59" y="171"/>
                  </a:cubicBezTo>
                  <a:cubicBezTo>
                    <a:pt x="41" y="171"/>
                    <a:pt x="22" y="163"/>
                    <a:pt x="12" y="157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10" y="199"/>
                    <a:pt x="32" y="205"/>
                    <a:pt x="55" y="206"/>
                  </a:cubicBezTo>
                  <a:cubicBezTo>
                    <a:pt x="102" y="206"/>
                    <a:pt x="138" y="181"/>
                    <a:pt x="138" y="138"/>
                  </a:cubicBezTo>
                  <a:cubicBezTo>
                    <a:pt x="138" y="113"/>
                    <a:pt x="119" y="97"/>
                    <a:pt x="97" y="85"/>
                  </a:cubicBezTo>
                  <a:cubicBezTo>
                    <a:pt x="81" y="77"/>
                    <a:pt x="72" y="69"/>
                    <a:pt x="72" y="58"/>
                  </a:cubicBezTo>
                  <a:cubicBezTo>
                    <a:pt x="72" y="45"/>
                    <a:pt x="84" y="35"/>
                    <a:pt x="102" y="3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556DC011-F281-444D-9D5C-C7026E5D6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9838" y="2306638"/>
              <a:ext cx="163513" cy="379413"/>
            </a:xfrm>
            <a:custGeom>
              <a:avLst/>
              <a:gdLst>
                <a:gd name="T0" fmla="*/ 0 w 103"/>
                <a:gd name="T1" fmla="*/ 239 h 239"/>
                <a:gd name="T2" fmla="*/ 57 w 103"/>
                <a:gd name="T3" fmla="*/ 239 h 239"/>
                <a:gd name="T4" fmla="*/ 103 w 103"/>
                <a:gd name="T5" fmla="*/ 0 h 239"/>
                <a:gd name="T6" fmla="*/ 45 w 103"/>
                <a:gd name="T7" fmla="*/ 0 h 239"/>
                <a:gd name="T8" fmla="*/ 0 w 103"/>
                <a:gd name="T9" fmla="*/ 239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39">
                  <a:moveTo>
                    <a:pt x="0" y="239"/>
                  </a:moveTo>
                  <a:lnTo>
                    <a:pt x="57" y="239"/>
                  </a:lnTo>
                  <a:lnTo>
                    <a:pt x="103" y="0"/>
                  </a:lnTo>
                  <a:lnTo>
                    <a:pt x="45" y="0"/>
                  </a:lnTo>
                  <a:lnTo>
                    <a:pt x="0" y="2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9" name="Freeform 12">
              <a:extLst>
                <a:ext uri="{FF2B5EF4-FFF2-40B4-BE49-F238E27FC236}">
                  <a16:creationId xmlns:a16="http://schemas.microsoft.com/office/drawing/2014/main" id="{A2051EF0-4033-459D-9B6E-9372691E59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6475" y="2208213"/>
              <a:ext cx="241300" cy="487363"/>
            </a:xfrm>
            <a:custGeom>
              <a:avLst/>
              <a:gdLst>
                <a:gd name="T0" fmla="*/ 71 w 125"/>
                <a:gd name="T1" fmla="*/ 214 h 252"/>
                <a:gd name="T2" fmla="*/ 53 w 125"/>
                <a:gd name="T3" fmla="*/ 188 h 252"/>
                <a:gd name="T4" fmla="*/ 73 w 125"/>
                <a:gd name="T5" fmla="*/ 87 h 252"/>
                <a:gd name="T6" fmla="*/ 117 w 125"/>
                <a:gd name="T7" fmla="*/ 87 h 252"/>
                <a:gd name="T8" fmla="*/ 125 w 125"/>
                <a:gd name="T9" fmla="*/ 51 h 252"/>
                <a:gd name="T10" fmla="*/ 80 w 125"/>
                <a:gd name="T11" fmla="*/ 51 h 252"/>
                <a:gd name="T12" fmla="*/ 90 w 125"/>
                <a:gd name="T13" fmla="*/ 0 h 252"/>
                <a:gd name="T14" fmla="*/ 41 w 125"/>
                <a:gd name="T15" fmla="*/ 14 h 252"/>
                <a:gd name="T16" fmla="*/ 34 w 125"/>
                <a:gd name="T17" fmla="*/ 51 h 252"/>
                <a:gd name="T18" fmla="*/ 7 w 125"/>
                <a:gd name="T19" fmla="*/ 51 h 252"/>
                <a:gd name="T20" fmla="*/ 0 w 125"/>
                <a:gd name="T21" fmla="*/ 87 h 252"/>
                <a:gd name="T22" fmla="*/ 27 w 125"/>
                <a:gd name="T23" fmla="*/ 87 h 252"/>
                <a:gd name="T24" fmla="*/ 7 w 125"/>
                <a:gd name="T25" fmla="*/ 191 h 252"/>
                <a:gd name="T26" fmla="*/ 62 w 125"/>
                <a:gd name="T27" fmla="*/ 252 h 252"/>
                <a:gd name="T28" fmla="*/ 92 w 125"/>
                <a:gd name="T29" fmla="*/ 247 h 252"/>
                <a:gd name="T30" fmla="*/ 94 w 125"/>
                <a:gd name="T31" fmla="*/ 210 h 252"/>
                <a:gd name="T32" fmla="*/ 71 w 125"/>
                <a:gd name="T33" fmla="*/ 214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5" h="252">
                  <a:moveTo>
                    <a:pt x="71" y="214"/>
                  </a:moveTo>
                  <a:cubicBezTo>
                    <a:pt x="57" y="214"/>
                    <a:pt x="50" y="205"/>
                    <a:pt x="53" y="188"/>
                  </a:cubicBezTo>
                  <a:cubicBezTo>
                    <a:pt x="73" y="87"/>
                    <a:pt x="73" y="87"/>
                    <a:pt x="73" y="87"/>
                  </a:cubicBezTo>
                  <a:cubicBezTo>
                    <a:pt x="117" y="87"/>
                    <a:pt x="117" y="87"/>
                    <a:pt x="117" y="87"/>
                  </a:cubicBezTo>
                  <a:cubicBezTo>
                    <a:pt x="125" y="51"/>
                    <a:pt x="125" y="51"/>
                    <a:pt x="125" y="51"/>
                  </a:cubicBezTo>
                  <a:cubicBezTo>
                    <a:pt x="80" y="51"/>
                    <a:pt x="80" y="51"/>
                    <a:pt x="80" y="51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41" y="14"/>
                    <a:pt x="41" y="14"/>
                    <a:pt x="41" y="14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7" y="191"/>
                    <a:pt x="7" y="191"/>
                    <a:pt x="7" y="191"/>
                  </a:cubicBezTo>
                  <a:cubicBezTo>
                    <a:pt x="0" y="228"/>
                    <a:pt x="19" y="252"/>
                    <a:pt x="62" y="252"/>
                  </a:cubicBezTo>
                  <a:cubicBezTo>
                    <a:pt x="71" y="252"/>
                    <a:pt x="82" y="249"/>
                    <a:pt x="92" y="247"/>
                  </a:cubicBezTo>
                  <a:cubicBezTo>
                    <a:pt x="94" y="210"/>
                    <a:pt x="94" y="210"/>
                    <a:pt x="94" y="210"/>
                  </a:cubicBezTo>
                  <a:cubicBezTo>
                    <a:pt x="86" y="212"/>
                    <a:pt x="78" y="214"/>
                    <a:pt x="71" y="2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685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6" name="Subtitle 5">
            <a:extLst>
              <a:ext uri="{FF2B5EF4-FFF2-40B4-BE49-F238E27FC236}">
                <a16:creationId xmlns:a16="http://schemas.microsoft.com/office/drawing/2014/main" id="{3D98E741-303F-C843-BF1A-9B2018860B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700" y="2372103"/>
            <a:ext cx="4339057" cy="199647"/>
          </a:xfrm>
        </p:spPr>
        <p:txBody>
          <a:bodyPr>
            <a:normAutofit/>
          </a:bodyPr>
          <a:lstStyle/>
          <a:p>
            <a:r>
              <a:rPr lang="en-US" sz="1200" dirty="0"/>
              <a:t>July xx,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8C2C863-D22E-0441-8BDB-0CA2F154D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701" y="997319"/>
            <a:ext cx="6847001" cy="1363866"/>
          </a:xfrm>
        </p:spPr>
        <p:txBody>
          <a:bodyPr anchor="ctr"/>
          <a:lstStyle/>
          <a:p>
            <a:r>
              <a:rPr lang="en-IE" dirty="0">
                <a:cs typeface="Arial"/>
              </a:rPr>
              <a:t>2025</a:t>
            </a:r>
            <a:endParaRPr lang="en-US" dirty="0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613D2E3E-EA9A-834A-98AC-475D101136FC}"/>
              </a:ext>
            </a:extLst>
          </p:cNvPr>
          <p:cNvPicPr>
            <a:picLocks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7023" y="997318"/>
            <a:ext cx="173736" cy="15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168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5" descr="A herd of sheep grazing in a field&#10;&#10;Description automatically generated">
            <a:extLst>
              <a:ext uri="{FF2B5EF4-FFF2-40B4-BE49-F238E27FC236}">
                <a16:creationId xmlns:a16="http://schemas.microsoft.com/office/drawing/2014/main" id="{60AE5C3F-7B1A-0E79-81A1-526887D673B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7D66F7F-5EF6-43ED-B4F2-E1871AAD7AA0}"/>
              </a:ext>
            </a:extLst>
          </p:cNvPr>
          <p:cNvSpPr/>
          <p:nvPr/>
        </p:nvSpPr>
        <p:spPr>
          <a:xfrm rot="5400000">
            <a:off x="1999521" y="-2000980"/>
            <a:ext cx="5143500" cy="9145460"/>
          </a:xfrm>
          <a:prstGeom prst="rect">
            <a:avLst/>
          </a:prstGeom>
          <a:gradFill flip="none" rotWithShape="1">
            <a:gsLst>
              <a:gs pos="41000">
                <a:srgbClr val="000000">
                  <a:alpha val="0"/>
                </a:srgbClr>
              </a:gs>
              <a:gs pos="100000">
                <a:srgbClr val="000000">
                  <a:alpha val="50000"/>
                </a:srgb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5E8B8-54AF-4E25-B133-28659E68BD6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C42C27E-A055-1E4A-AC8F-7399EDF815E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B158643-E280-4EE9-8C00-52F866B4E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HHHHH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D7597F6-4957-4644-BEEA-D588F249A9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01.</a:t>
            </a:r>
          </a:p>
        </p:txBody>
      </p:sp>
    </p:spTree>
    <p:extLst>
      <p:ext uri="{BB962C8B-B14F-4D97-AF65-F5344CB8AC3E}">
        <p14:creationId xmlns:p14="http://schemas.microsoft.com/office/powerpoint/2010/main" val="2415416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48ADD9B-E37A-4BCC-A32D-40F1B58F5EC3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0" y="0"/>
            <a:ext cx="9144000" cy="51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7E040F6-4207-8E1E-49A6-A6A745A6D14D}"/>
              </a:ext>
            </a:extLst>
          </p:cNvPr>
          <p:cNvSpPr/>
          <p:nvPr/>
        </p:nvSpPr>
        <p:spPr>
          <a:xfrm rot="5400000">
            <a:off x="1998792" y="-2000251"/>
            <a:ext cx="5143500" cy="9144001"/>
          </a:xfrm>
          <a:prstGeom prst="rect">
            <a:avLst/>
          </a:prstGeom>
          <a:gradFill flip="none" rotWithShape="1">
            <a:gsLst>
              <a:gs pos="41000">
                <a:srgbClr val="000000">
                  <a:alpha val="0"/>
                </a:srgbClr>
              </a:gs>
              <a:gs pos="100000">
                <a:srgbClr val="000000">
                  <a:alpha val="50000"/>
                </a:srgb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5E8B8-54AF-4E25-B133-28659E68BD6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C42C27E-A055-1E4A-AC8F-7399EDF815E4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64F2CB5F-4724-6549-9C67-41F45F83C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855" y="1084000"/>
            <a:ext cx="6595104" cy="1249680"/>
          </a:xfrm>
        </p:spPr>
        <p:txBody>
          <a:bodyPr/>
          <a:lstStyle/>
          <a:p>
            <a:r>
              <a:rPr lang="en-US" dirty="0"/>
              <a:t>2025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1153C3D7-8847-4C1F-283F-26236AE101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6854" y="271202"/>
            <a:ext cx="1061753" cy="812798"/>
          </a:xfrm>
        </p:spPr>
        <p:txBody>
          <a:bodyPr/>
          <a:lstStyle/>
          <a:p>
            <a:r>
              <a:rPr lang="en-US"/>
              <a:t>02.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F3709F-E673-B526-3178-8240B36A1289}"/>
              </a:ext>
            </a:extLst>
          </p:cNvPr>
          <p:cNvSpPr txBox="1"/>
          <p:nvPr/>
        </p:nvSpPr>
        <p:spPr>
          <a:xfrm>
            <a:off x="530226" y="2073339"/>
            <a:ext cx="5989844" cy="18009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</a:pPr>
            <a:r>
              <a:rPr lang="en-IE" sz="2000" b="0" i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GGGGGG</a:t>
            </a:r>
          </a:p>
        </p:txBody>
      </p:sp>
    </p:spTree>
    <p:extLst>
      <p:ext uri="{BB962C8B-B14F-4D97-AF65-F5344CB8AC3E}">
        <p14:creationId xmlns:p14="http://schemas.microsoft.com/office/powerpoint/2010/main" val="60305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group of pigs in hay&#10;&#10;Description automatically generated">
            <a:extLst>
              <a:ext uri="{FF2B5EF4-FFF2-40B4-BE49-F238E27FC236}">
                <a16:creationId xmlns:a16="http://schemas.microsoft.com/office/drawing/2014/main" id="{581057BC-EAF7-33BD-E347-04FCAA73066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C89160D-3289-4067-80C9-533C0A7A47D7}"/>
              </a:ext>
            </a:extLst>
          </p:cNvPr>
          <p:cNvSpPr/>
          <p:nvPr/>
        </p:nvSpPr>
        <p:spPr>
          <a:xfrm rot="5400000">
            <a:off x="1998792" y="-2000251"/>
            <a:ext cx="5143500" cy="9144001"/>
          </a:xfrm>
          <a:prstGeom prst="rect">
            <a:avLst/>
          </a:prstGeom>
          <a:gradFill flip="none" rotWithShape="1">
            <a:gsLst>
              <a:gs pos="41000">
                <a:srgbClr val="000000">
                  <a:alpha val="0"/>
                </a:srgbClr>
              </a:gs>
              <a:gs pos="100000">
                <a:srgbClr val="000000">
                  <a:alpha val="50000"/>
                </a:srgb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5E8B8-54AF-4E25-B133-28659E68BD6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C42C27E-A055-1E4A-AC8F-7399EDF815E4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48F24069-E251-4071-9F0D-6ED173450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685800" indent="-685800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2404497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group of chickens in a field&#10;&#10;Description automatically generated">
            <a:extLst>
              <a:ext uri="{FF2B5EF4-FFF2-40B4-BE49-F238E27FC236}">
                <a16:creationId xmlns:a16="http://schemas.microsoft.com/office/drawing/2014/main" id="{B4BD564E-D529-C464-29A9-E8A42E5687C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252F1EE-5F15-4BE9-817F-A11416089BCF}"/>
              </a:ext>
            </a:extLst>
          </p:cNvPr>
          <p:cNvSpPr/>
          <p:nvPr/>
        </p:nvSpPr>
        <p:spPr>
          <a:xfrm rot="5400000">
            <a:off x="1999521" y="-2000979"/>
            <a:ext cx="5143500" cy="9145458"/>
          </a:xfrm>
          <a:prstGeom prst="rect">
            <a:avLst/>
          </a:prstGeom>
          <a:gradFill flip="none" rotWithShape="1">
            <a:gsLst>
              <a:gs pos="41000">
                <a:srgbClr val="000000">
                  <a:alpha val="0"/>
                </a:srgbClr>
              </a:gs>
              <a:gs pos="100000">
                <a:srgbClr val="000000">
                  <a:alpha val="50000"/>
                </a:srgb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5E8B8-54AF-4E25-B133-28659E68BD6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C42C27E-A055-1E4A-AC8F-7399EDF815E4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B158643-E280-4EE9-8C00-52F866B4E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854" y="1084000"/>
            <a:ext cx="4363733" cy="1249680"/>
          </a:xfrm>
        </p:spPr>
        <p:txBody>
          <a:bodyPr/>
          <a:lstStyle/>
          <a:p>
            <a:r>
              <a:rPr lang="en-US" dirty="0"/>
              <a:t>2025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ED74E8-744D-478B-B4E1-9B4A843C29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E"/>
              <a:t>03.</a:t>
            </a:r>
          </a:p>
        </p:txBody>
      </p:sp>
    </p:spTree>
    <p:extLst>
      <p:ext uri="{BB962C8B-B14F-4D97-AF65-F5344CB8AC3E}">
        <p14:creationId xmlns:p14="http://schemas.microsoft.com/office/powerpoint/2010/main" val="33354228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794EB048-44BB-E92B-81FC-475E4B21673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OVERLINE/SECTION (OPTIONAL) IN ARIAL 8PT ALL CAPS</a:t>
            </a:r>
          </a:p>
        </p:txBody>
      </p:sp>
      <p:sp>
        <p:nvSpPr>
          <p:cNvPr id="46" name="Title 45">
            <a:extLst>
              <a:ext uri="{FF2B5EF4-FFF2-40B4-BE49-F238E27FC236}">
                <a16:creationId xmlns:a16="http://schemas.microsoft.com/office/drawing/2014/main" id="{D91F4730-A404-83CD-649A-4AB35D9CC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Editable Executive Summary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FCB27C88-F417-6C4E-667D-B300B781B9D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/>
              <a:t>Type response here.</a:t>
            </a:r>
          </a:p>
          <a:p>
            <a:endParaRPr lang="en-US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AE12E484-AF93-B5AF-273C-9A0BF73F46F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Type response here.</a:t>
            </a:r>
          </a:p>
          <a:p>
            <a:endParaRPr lang="en-US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92C17701-F22E-AC5C-A4F0-CC4C15F9503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/>
              <a:t>Type response here.</a:t>
            </a:r>
          </a:p>
          <a:p>
            <a:endParaRPr lang="en-US"/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3BAA5780-1505-8498-CE75-4B4916A9A6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/>
              <a:t>Type response here.</a:t>
            </a:r>
          </a:p>
          <a:p>
            <a:endParaRPr lang="en-US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AC6ED970-E9E0-EA2B-4F3A-AB617F25B81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Type response here.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DE980121-F309-5677-8BD9-92B0BF09454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/>
              <a:t>Add topic or question here in Arial Bold, 9pt, orange or gray.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A4363675-5FAF-69C5-F03F-65DCA7E567C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/>
              <a:t>Add topic or question here in Arial Bold, 9pt, orange or gray.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E0C876A7-A69C-6525-2A48-409E57B82BF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/>
              <a:t>Add topic or question here in Arial Bold, 9pt, orange or gray.</a:t>
            </a:r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30B8C069-646E-6132-8BAE-E42D72CF4CB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Add topic or question here in Arial Bold, 9pt, orange or gray.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24DA277A-4C70-04F3-EB1B-77A8A023DBD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/>
              <a:t>Add topic or question here in Arial Bold, 9pt, orange or gray.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CFF208-DB60-6390-B4ED-F4B6F2BCD28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Name or Footer Copy</a:t>
            </a:r>
          </a:p>
        </p:txBody>
      </p:sp>
      <p:pic>
        <p:nvPicPr>
          <p:cNvPr id="76" name="Graphic 75">
            <a:extLst>
              <a:ext uri="{FF2B5EF4-FFF2-40B4-BE49-F238E27FC236}">
                <a16:creationId xmlns:a16="http://schemas.microsoft.com/office/drawing/2014/main" id="{5FF4EA85-DAC4-7C0F-DFCA-8C28E52E040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3983" y="1162150"/>
            <a:ext cx="338088" cy="350163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3DC65145-667C-734C-EB49-5A076B82D6F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7683" y="3368632"/>
            <a:ext cx="330688" cy="310732"/>
          </a:xfrm>
          <a:prstGeom prst="rect">
            <a:avLst/>
          </a:prstGeom>
        </p:spPr>
      </p:pic>
      <p:pic>
        <p:nvPicPr>
          <p:cNvPr id="78" name="Graphic 77">
            <a:extLst>
              <a:ext uri="{FF2B5EF4-FFF2-40B4-BE49-F238E27FC236}">
                <a16:creationId xmlns:a16="http://schemas.microsoft.com/office/drawing/2014/main" id="{BDB67964-44C6-CBFF-ADDC-712BC348449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4520" y="2632262"/>
            <a:ext cx="357014" cy="363750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BE296B37-9023-1FC9-5DE4-D8406D4D7B9D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422" y="4056864"/>
            <a:ext cx="358930" cy="403796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F54DC821-1CA6-6966-F795-F98D3C333487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0043" y="1924651"/>
            <a:ext cx="338328" cy="33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1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272027B-9B17-8842-B411-2DBC4AB335C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en-US"/>
              <a:t>Bullet point or body copy here set in Arial Regular 14pt, select text and type to replace. </a:t>
            </a:r>
          </a:p>
          <a:p>
            <a:r>
              <a:rPr lang="en-US"/>
              <a:t>Another bullet point or body copy here set in Arial Regular 14pt, select text and type to replace. </a:t>
            </a:r>
          </a:p>
          <a:p>
            <a:r>
              <a:rPr lang="en-US"/>
              <a:t>This content area can also be used for charts or data visualization. See later slide in template for some helpful tips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F39D50B-1D8A-D546-95E7-8A2E784D20A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/>
              <a:t>Subtitle in Arial Regular 20pt (optional)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145B81E-0908-3E4D-A896-CF341C913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Headline in Arial Bold 32pt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1EB3C2-7090-F84A-A90F-5DFB690193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OVERLINE/SECTION (OPTIONAL) IN ARIAL 8PT ALL CAPS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7410177-06DF-0142-AA0F-3CC74DCB45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Name or Footer Copy</a:t>
            </a:r>
          </a:p>
        </p:txBody>
      </p:sp>
    </p:spTree>
    <p:extLst>
      <p:ext uri="{BB962C8B-B14F-4D97-AF65-F5344CB8AC3E}">
        <p14:creationId xmlns:p14="http://schemas.microsoft.com/office/powerpoint/2010/main" val="25218628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B30FBAD8-27E2-4D83-9FCB-07538C876642}"/>
              </a:ext>
            </a:extLst>
          </p:cNvPr>
          <p:cNvSpPr/>
          <p:nvPr/>
        </p:nvSpPr>
        <p:spPr>
          <a:xfrm>
            <a:off x="6891723" y="1577506"/>
            <a:ext cx="1157664" cy="1157664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050">
              <a:solidFill>
                <a:schemeClr val="bg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AD1B139-7188-4CB1-8401-BEB70C323C1B}"/>
              </a:ext>
            </a:extLst>
          </p:cNvPr>
          <p:cNvSpPr/>
          <p:nvPr/>
        </p:nvSpPr>
        <p:spPr>
          <a:xfrm>
            <a:off x="4014266" y="1557515"/>
            <a:ext cx="1157664" cy="1157664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050">
              <a:solidFill>
                <a:schemeClr val="bg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D4E48AD-F98F-4CCF-AF3A-126E747FEB3A}"/>
              </a:ext>
            </a:extLst>
          </p:cNvPr>
          <p:cNvSpPr/>
          <p:nvPr/>
        </p:nvSpPr>
        <p:spPr>
          <a:xfrm>
            <a:off x="1117156" y="1554006"/>
            <a:ext cx="1157664" cy="1157664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050">
              <a:solidFill>
                <a:schemeClr val="bg1"/>
              </a:solidFill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7DD1EB9-475E-1D43-ACE7-837B301D2B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AA29B522-BD42-AF4E-AFE2-232C4F820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Three Column + Icon Use Layout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590F7F-80CA-214A-8DB5-C1B85991B12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15BCFA5-677D-524A-A064-DB6AC2414C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Name or Footer Copy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35310F55-0901-4991-A446-6458D6C5CC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9008" y="1810339"/>
            <a:ext cx="703094" cy="703094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B94625B8-41E1-4613-AA18-664EE9C578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41551" y="1774147"/>
            <a:ext cx="703094" cy="703094"/>
          </a:xfrm>
          <a:prstGeom prst="rect">
            <a:avLst/>
          </a:prstGeom>
        </p:spPr>
      </p:pic>
      <p:sp>
        <p:nvSpPr>
          <p:cNvPr id="34" name="Text Placeholder 16">
            <a:extLst>
              <a:ext uri="{FF2B5EF4-FFF2-40B4-BE49-F238E27FC236}">
                <a16:creationId xmlns:a16="http://schemas.microsoft.com/office/drawing/2014/main" id="{545D2AE5-46EC-4A2C-8523-9782D5C0F495}"/>
              </a:ext>
            </a:extLst>
          </p:cNvPr>
          <p:cNvSpPr txBox="1">
            <a:spLocks/>
          </p:cNvSpPr>
          <p:nvPr/>
        </p:nvSpPr>
        <p:spPr>
          <a:xfrm>
            <a:off x="494867" y="2908316"/>
            <a:ext cx="2402243" cy="199519"/>
          </a:xfrm>
          <a:prstGeom prst="rect">
            <a:avLst/>
          </a:prstGeom>
        </p:spPr>
        <p:txBody>
          <a:bodyPr vert="horz" lIns="18288" tIns="0" rIns="0" bIns="0" rtlCol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lang="en-US" sz="1400" b="1" kern="1200" spc="-5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5760" indent="-13716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12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94360" indent="-13716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77240" indent="-13716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900" u="none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14400" indent="-13716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800" b="0" u="none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Recognition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CAF52740-0BC2-704E-4301-2840E8BD3E9E}"/>
              </a:ext>
            </a:extLst>
          </p:cNvPr>
          <p:cNvSpPr txBox="1">
            <a:spLocks/>
          </p:cNvSpPr>
          <p:nvPr/>
        </p:nvSpPr>
        <p:spPr>
          <a:xfrm>
            <a:off x="494867" y="3154839"/>
            <a:ext cx="2402243" cy="961122"/>
          </a:xfrm>
          <a:prstGeom prst="rect">
            <a:avLst/>
          </a:prstGeom>
        </p:spPr>
        <p:txBody>
          <a:bodyPr vert="horz" lIns="18288" tIns="0" rIns="0" bIns="0" rtlCol="0">
            <a:noAutofit/>
          </a:bodyPr>
          <a:lstStyle>
            <a:lvl1pPr marL="115888" indent="-11588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14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5760" indent="-13716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12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94360" indent="-13716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77240" indent="-13716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900" u="none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14400" indent="-13716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800" b="0" u="none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err="1"/>
              <a:t>Vestibulum</a:t>
            </a:r>
            <a:r>
              <a:rPr lang="fr-FR"/>
              <a:t> </a:t>
            </a:r>
            <a:r>
              <a:rPr lang="fr-FR" err="1"/>
              <a:t>risus</a:t>
            </a:r>
            <a:r>
              <a:rPr lang="fr-FR"/>
              <a:t> nunc, </a:t>
            </a:r>
            <a:r>
              <a:rPr lang="fr-FR" err="1"/>
              <a:t>aliquet</a:t>
            </a:r>
            <a:r>
              <a:rPr lang="fr-FR"/>
              <a:t> </a:t>
            </a:r>
            <a:r>
              <a:rPr lang="fr-FR" err="1"/>
              <a:t>feugiat</a:t>
            </a:r>
            <a:r>
              <a:rPr lang="fr-FR"/>
              <a:t> </a:t>
            </a:r>
            <a:r>
              <a:rPr lang="fr-FR" err="1"/>
              <a:t>nisi</a:t>
            </a:r>
            <a:r>
              <a:rPr lang="fr-FR"/>
              <a:t> </a:t>
            </a:r>
            <a:r>
              <a:rPr lang="fr-FR" err="1"/>
              <a:t>vulputate</a:t>
            </a:r>
            <a:r>
              <a:rPr lang="fr-FR"/>
              <a:t>, </a:t>
            </a:r>
            <a:r>
              <a:rPr lang="fr-FR" err="1"/>
              <a:t>sagittis</a:t>
            </a:r>
            <a:r>
              <a:rPr lang="fr-FR"/>
              <a:t> </a:t>
            </a:r>
            <a:r>
              <a:rPr lang="fr-FR" err="1"/>
              <a:t>volutpat</a:t>
            </a:r>
            <a:r>
              <a:rPr lang="fr-FR"/>
              <a:t> </a:t>
            </a:r>
            <a:r>
              <a:rPr lang="fr-FR" err="1"/>
              <a:t>dui</a:t>
            </a:r>
            <a:r>
              <a:rPr lang="fr-FR"/>
              <a:t>. Nunc </a:t>
            </a:r>
            <a:r>
              <a:rPr lang="fr-FR" err="1"/>
              <a:t>rastrum</a:t>
            </a:r>
            <a:r>
              <a:rPr lang="fr-FR"/>
              <a:t> </a:t>
            </a:r>
            <a:r>
              <a:rPr lang="fr-FR" err="1"/>
              <a:t>tellus</a:t>
            </a:r>
            <a:r>
              <a:rPr lang="fr-FR"/>
              <a:t> </a:t>
            </a:r>
            <a:r>
              <a:rPr lang="fr-FR" err="1"/>
              <a:t>sed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 </a:t>
            </a:r>
            <a:r>
              <a:rPr lang="fr-FR" err="1"/>
              <a:t>ornare</a:t>
            </a:r>
            <a:r>
              <a:rPr lang="fr-FR"/>
              <a:t>. 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03BA6B1A-490E-0911-56C4-4FE9AA6DD381}"/>
              </a:ext>
            </a:extLst>
          </p:cNvPr>
          <p:cNvSpPr txBox="1">
            <a:spLocks/>
          </p:cNvSpPr>
          <p:nvPr/>
        </p:nvSpPr>
        <p:spPr>
          <a:xfrm>
            <a:off x="3391977" y="2908316"/>
            <a:ext cx="2402243" cy="199519"/>
          </a:xfrm>
          <a:prstGeom prst="rect">
            <a:avLst/>
          </a:prstGeom>
        </p:spPr>
        <p:txBody>
          <a:bodyPr vert="horz" lIns="18288" tIns="0" rIns="0" bIns="0" rtlCol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lang="en-US" sz="1400" b="1" kern="1200" spc="-5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5760" indent="-13716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12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94360" indent="-13716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77240" indent="-13716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900" u="none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14400" indent="-13716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800" b="0" u="none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Ideation</a:t>
            </a:r>
          </a:p>
        </p:txBody>
      </p:sp>
      <p:sp>
        <p:nvSpPr>
          <p:cNvPr id="37" name="Text Placeholder 21">
            <a:extLst>
              <a:ext uri="{FF2B5EF4-FFF2-40B4-BE49-F238E27FC236}">
                <a16:creationId xmlns:a16="http://schemas.microsoft.com/office/drawing/2014/main" id="{C9ADDC5E-E8A1-D090-6755-3E458667414D}"/>
              </a:ext>
            </a:extLst>
          </p:cNvPr>
          <p:cNvSpPr txBox="1">
            <a:spLocks/>
          </p:cNvSpPr>
          <p:nvPr/>
        </p:nvSpPr>
        <p:spPr>
          <a:xfrm>
            <a:off x="3391977" y="3154839"/>
            <a:ext cx="2402243" cy="961122"/>
          </a:xfrm>
          <a:prstGeom prst="rect">
            <a:avLst/>
          </a:prstGeom>
        </p:spPr>
        <p:txBody>
          <a:bodyPr vert="horz" lIns="18288" tIns="0" rIns="0" bIns="0" rtlCol="0">
            <a:noAutofit/>
          </a:bodyPr>
          <a:lstStyle>
            <a:lvl1pPr marL="115888" indent="-11588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14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5760" indent="-13716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12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94360" indent="-13716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77240" indent="-13716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900" u="none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14400" indent="-13716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800" b="0" u="none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err="1"/>
              <a:t>Vestibulum</a:t>
            </a:r>
            <a:r>
              <a:rPr lang="fr-FR"/>
              <a:t> </a:t>
            </a:r>
            <a:r>
              <a:rPr lang="fr-FR" err="1"/>
              <a:t>risus</a:t>
            </a:r>
            <a:r>
              <a:rPr lang="fr-FR"/>
              <a:t> nunc, </a:t>
            </a:r>
            <a:r>
              <a:rPr lang="fr-FR" err="1"/>
              <a:t>aliquet</a:t>
            </a:r>
            <a:r>
              <a:rPr lang="fr-FR"/>
              <a:t> </a:t>
            </a:r>
            <a:r>
              <a:rPr lang="fr-FR" err="1"/>
              <a:t>feugiat</a:t>
            </a:r>
            <a:r>
              <a:rPr lang="fr-FR"/>
              <a:t> </a:t>
            </a:r>
            <a:r>
              <a:rPr lang="fr-FR" err="1"/>
              <a:t>nisi</a:t>
            </a:r>
            <a:r>
              <a:rPr lang="fr-FR"/>
              <a:t> </a:t>
            </a:r>
            <a:r>
              <a:rPr lang="fr-FR" err="1"/>
              <a:t>vulputate</a:t>
            </a:r>
            <a:r>
              <a:rPr lang="fr-FR"/>
              <a:t>, </a:t>
            </a:r>
            <a:r>
              <a:rPr lang="fr-FR" err="1"/>
              <a:t>sagittis</a:t>
            </a:r>
            <a:r>
              <a:rPr lang="fr-FR"/>
              <a:t> </a:t>
            </a:r>
            <a:r>
              <a:rPr lang="fr-FR" err="1"/>
              <a:t>volutpat</a:t>
            </a:r>
            <a:r>
              <a:rPr lang="fr-FR"/>
              <a:t> </a:t>
            </a:r>
            <a:r>
              <a:rPr lang="fr-FR" err="1"/>
              <a:t>dui</a:t>
            </a:r>
            <a:r>
              <a:rPr lang="fr-FR"/>
              <a:t>. Nunc </a:t>
            </a:r>
            <a:r>
              <a:rPr lang="fr-FR" err="1"/>
              <a:t>rastrum</a:t>
            </a:r>
            <a:r>
              <a:rPr lang="fr-FR"/>
              <a:t> </a:t>
            </a:r>
            <a:r>
              <a:rPr lang="fr-FR" err="1"/>
              <a:t>tellus</a:t>
            </a:r>
            <a:r>
              <a:rPr lang="fr-FR"/>
              <a:t> </a:t>
            </a:r>
            <a:r>
              <a:rPr lang="fr-FR" err="1"/>
              <a:t>sed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 </a:t>
            </a:r>
            <a:r>
              <a:rPr lang="fr-FR" err="1"/>
              <a:t>ornare</a:t>
            </a:r>
            <a:r>
              <a:rPr lang="fr-FR"/>
              <a:t>. 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D57F7E10-1F0E-6AF2-8DEA-E7A6A0AA7C6E}"/>
              </a:ext>
            </a:extLst>
          </p:cNvPr>
          <p:cNvSpPr txBox="1">
            <a:spLocks/>
          </p:cNvSpPr>
          <p:nvPr/>
        </p:nvSpPr>
        <p:spPr>
          <a:xfrm>
            <a:off x="6269434" y="2908316"/>
            <a:ext cx="2402243" cy="199519"/>
          </a:xfrm>
          <a:prstGeom prst="rect">
            <a:avLst/>
          </a:prstGeom>
        </p:spPr>
        <p:txBody>
          <a:bodyPr vert="horz" lIns="18288" tIns="0" rIns="0" bIns="0" rtlCol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lang="en-US" sz="1400" b="1" kern="1200" spc="-5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5760" indent="-13716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12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94360" indent="-13716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77240" indent="-13716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900" u="none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14400" indent="-13716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800" b="0" u="none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Future Prospects</a:t>
            </a:r>
          </a:p>
        </p:txBody>
      </p:sp>
      <p:sp>
        <p:nvSpPr>
          <p:cNvPr id="39" name="Text Placeholder 24">
            <a:extLst>
              <a:ext uri="{FF2B5EF4-FFF2-40B4-BE49-F238E27FC236}">
                <a16:creationId xmlns:a16="http://schemas.microsoft.com/office/drawing/2014/main" id="{D2A7DE24-5C91-13CE-17A1-C78935962335}"/>
              </a:ext>
            </a:extLst>
          </p:cNvPr>
          <p:cNvSpPr txBox="1">
            <a:spLocks/>
          </p:cNvSpPr>
          <p:nvPr/>
        </p:nvSpPr>
        <p:spPr>
          <a:xfrm>
            <a:off x="6269434" y="3154839"/>
            <a:ext cx="2402243" cy="961122"/>
          </a:xfrm>
          <a:prstGeom prst="rect">
            <a:avLst/>
          </a:prstGeom>
        </p:spPr>
        <p:txBody>
          <a:bodyPr vert="horz" lIns="18288" tIns="0" rIns="0" bIns="0" rtlCol="0">
            <a:noAutofit/>
          </a:bodyPr>
          <a:lstStyle>
            <a:lvl1pPr marL="115888" indent="-115888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14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5760" indent="-13716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12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94360" indent="-13716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777240" indent="-13716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900" u="none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914400" indent="-13716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en-US" sz="800" b="0" u="none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err="1"/>
              <a:t>Vestibulum</a:t>
            </a:r>
            <a:r>
              <a:rPr lang="fr-FR"/>
              <a:t> </a:t>
            </a:r>
            <a:r>
              <a:rPr lang="fr-FR" err="1"/>
              <a:t>risus</a:t>
            </a:r>
            <a:r>
              <a:rPr lang="fr-FR"/>
              <a:t> nunc, </a:t>
            </a:r>
            <a:r>
              <a:rPr lang="fr-FR" err="1"/>
              <a:t>aliquet</a:t>
            </a:r>
            <a:r>
              <a:rPr lang="fr-FR"/>
              <a:t> </a:t>
            </a:r>
            <a:r>
              <a:rPr lang="fr-FR" err="1"/>
              <a:t>feugiat</a:t>
            </a:r>
            <a:r>
              <a:rPr lang="fr-FR"/>
              <a:t> </a:t>
            </a:r>
            <a:r>
              <a:rPr lang="fr-FR" err="1"/>
              <a:t>nisi</a:t>
            </a:r>
            <a:r>
              <a:rPr lang="fr-FR"/>
              <a:t> </a:t>
            </a:r>
            <a:r>
              <a:rPr lang="fr-FR" err="1"/>
              <a:t>vulputate</a:t>
            </a:r>
            <a:r>
              <a:rPr lang="fr-FR"/>
              <a:t>, </a:t>
            </a:r>
            <a:r>
              <a:rPr lang="fr-FR" err="1"/>
              <a:t>sagittis</a:t>
            </a:r>
            <a:r>
              <a:rPr lang="fr-FR"/>
              <a:t> </a:t>
            </a:r>
            <a:r>
              <a:rPr lang="fr-FR" err="1"/>
              <a:t>volutpat</a:t>
            </a:r>
            <a:r>
              <a:rPr lang="fr-FR"/>
              <a:t> </a:t>
            </a:r>
            <a:r>
              <a:rPr lang="fr-FR" err="1"/>
              <a:t>dui</a:t>
            </a:r>
            <a:r>
              <a:rPr lang="fr-FR"/>
              <a:t>. Nunc </a:t>
            </a:r>
            <a:r>
              <a:rPr lang="fr-FR" err="1"/>
              <a:t>rastrum</a:t>
            </a:r>
            <a:r>
              <a:rPr lang="fr-FR"/>
              <a:t> </a:t>
            </a:r>
            <a:r>
              <a:rPr lang="fr-FR" err="1"/>
              <a:t>tellus</a:t>
            </a:r>
            <a:r>
              <a:rPr lang="fr-FR"/>
              <a:t> </a:t>
            </a:r>
            <a:r>
              <a:rPr lang="fr-FR" err="1"/>
              <a:t>sed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 </a:t>
            </a:r>
            <a:r>
              <a:rPr lang="fr-FR" err="1"/>
              <a:t>ornare</a:t>
            </a:r>
            <a:r>
              <a:rPr lang="fr-FR"/>
              <a:t>. 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15A5490-45AB-DE3E-F11E-26D694FC4E2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56731" y="1788481"/>
            <a:ext cx="704088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7459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901DE73-581C-514E-9021-6BD8312C92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OVERLINE/SECTION (OPTIONAL) IN ARIAL 8PT ALL CAPS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4E1B90F-9D0A-8948-BD73-3DE09C8579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Column 1 Heading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EC71C23-EDCD-E14F-95D6-D0D6A55F32F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/>
              <a:t>01.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84F7B44-8E79-7343-8054-6C8B8B9B26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Bullet point or body copy here set in Arial Regular 10.5pt, select text and type to replace. </a:t>
            </a:r>
          </a:p>
          <a:p>
            <a:r>
              <a:rPr lang="en-US"/>
              <a:t>Another bullet point set in Arial Regular 10.5pt, select text and type to replace</a:t>
            </a:r>
          </a:p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6E91D8F-FC66-9C41-AE3B-D4FCE6841E8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US"/>
              <a:t>Column 1 Heading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CFEABA6-D115-644A-B5D1-217257EFCD9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US"/>
              <a:t>02.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4647AB1-F665-CE45-A536-E768B9A7B414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US"/>
              <a:t>Bullet point or body copy here set in Arial Regular 10.5pt, select text and type to replace. </a:t>
            </a:r>
          </a:p>
          <a:p>
            <a:r>
              <a:rPr lang="en-US"/>
              <a:t>Another bullet point set in Arial Regular 10.5pt, select text and type to replace</a:t>
            </a:r>
          </a:p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ED1F859-4BA8-7748-A2DF-E9D2D5FC3D6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US"/>
              <a:t>Column 3 Heading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256537FA-7B41-4049-83EC-75481676A7B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en-US"/>
              <a:t>03.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CDB8FAC8-F83E-9040-94D7-67EE9491878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en-US"/>
              <a:t>Bullet point or body copy here set in Arial Regular 10.5pt, select text and type to replace. </a:t>
            </a:r>
          </a:p>
          <a:p>
            <a:r>
              <a:rPr lang="en-US"/>
              <a:t>Another bullet point set in Arial Regular 10.5pt, select text and type to replace</a:t>
            </a:r>
          </a:p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9C067F01-6DB2-C840-BB16-D2A3D0D5B706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r>
              <a:rPr lang="en-US"/>
              <a:t>Column 4 Heading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E0F06DDC-6967-DC4D-AE5C-8F07D9DB6AD9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en-US"/>
              <a:t>04.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FF96D98-1BA5-A449-B134-6E434387E7B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en-US"/>
              <a:t>Bullet point or body copy here set in Arial Regular 10.5pt, select text and type to replace. </a:t>
            </a:r>
          </a:p>
          <a:p>
            <a:r>
              <a:rPr lang="en-US"/>
              <a:t>Another bullet point set in Arial Regular 10.5pt, select text and type to replace</a:t>
            </a:r>
          </a:p>
          <a:p>
            <a:endParaRPr lang="en-US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C07F47F8-F0DE-B94C-8A72-3CD67B26F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Four Column Layout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EC6B011-DD33-5849-B891-329ED32A217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/>
              <a:t>Subtitle in Arial Regular 20pt (optional)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9C3452-55AA-D043-B63D-157DAE8A49E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Name or Footer Copy</a:t>
            </a:r>
          </a:p>
        </p:txBody>
      </p:sp>
    </p:spTree>
    <p:extLst>
      <p:ext uri="{BB962C8B-B14F-4D97-AF65-F5344CB8AC3E}">
        <p14:creationId xmlns:p14="http://schemas.microsoft.com/office/powerpoint/2010/main" val="5264926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579998-DF0C-4F9C-B8E0-260F9D54FCF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OVERLINE/SECTION (OPTIONAL) IN ARIAL 8PT ALL CAPS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398B8F6-541D-4D5B-862F-EBA13CC5C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Highlights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5B0205-0AE8-4580-8019-4EEAC7B7CFE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/>
              <a:t>Subhead (optional) in Arial 20pt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2D28C52-163A-4908-8729-3382A8F915A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/>
              <a:t>XXX,XXX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90A500D-EDAC-485C-96EE-E69405FC582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US"/>
              <a:t>Summary of data point can be inserted here and can continue up to three lines.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109800F-6552-4E9E-8402-FF2669E1B43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US"/>
              <a:t>XXX,XXX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9C71F9A-6972-420B-B0DD-A14661B1605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pPr lvl="0"/>
            <a:r>
              <a:rPr lang="en-US"/>
              <a:t>Summary of data point can be inserted here and can continue up to three lines.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D30EAEC-4589-4A07-9CCB-B77E8CE51C2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US"/>
              <a:t>XXX,XXX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1EF62C1-7DA5-4F49-93CC-BD3EAFCBD8CC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pPr lvl="0"/>
            <a:r>
              <a:rPr lang="en-US"/>
              <a:t>Summary of data point can be inserted here and can continue up to three lines.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AEFBF9E-EDFF-4095-AABA-CBC89FFCB4E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en-US"/>
              <a:t>XXX,XXX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26746D3-5F53-497A-8497-5019A7ED983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pPr lvl="0"/>
            <a:r>
              <a:rPr lang="en-US"/>
              <a:t>Summary of data point can be inserted here and can continue up to three lines.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0C0A3D8-99EF-4A43-A239-6B02EBC71A4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en-US"/>
              <a:t>XXX,XXX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DF30E2-4239-459B-9F71-0B405F01D42E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pPr lvl="0"/>
            <a:r>
              <a:rPr lang="en-US"/>
              <a:t>Summary of data point can be inserted here and can continue up to three lines.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7CCEF51-6A8C-4411-AF66-9683741B5F80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r>
              <a:rPr lang="en-US"/>
              <a:t>XXX,XXX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DDE980B-2868-4C6E-8E19-A6F8B3C9486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pPr lvl="0"/>
            <a:r>
              <a:rPr lang="en-US"/>
              <a:t>Summary of data point can be inserted here and can continue up to three lines.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CE25C8-4735-454D-AFBC-04B49EE04F3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Name or Footer Copy</a:t>
            </a:r>
          </a:p>
        </p:txBody>
      </p:sp>
    </p:spTree>
    <p:extLst>
      <p:ext uri="{BB962C8B-B14F-4D97-AF65-F5344CB8AC3E}">
        <p14:creationId xmlns:p14="http://schemas.microsoft.com/office/powerpoint/2010/main" val="1766867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83EE8E-6778-E848-BB2B-FF5F8955DE1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6854" y="250372"/>
            <a:ext cx="4085170" cy="167013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81050136-D15C-CF45-BAB8-9278F01DF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854" y="445961"/>
            <a:ext cx="5756704" cy="506940"/>
          </a:xfrm>
        </p:spPr>
        <p:txBody>
          <a:bodyPr>
            <a:noAutofit/>
          </a:bodyPr>
          <a:lstStyle/>
          <a:p>
            <a:r>
              <a:rPr lang="en-US"/>
              <a:t>Table Layout</a:t>
            </a:r>
          </a:p>
        </p:txBody>
      </p:sp>
      <p:graphicFrame>
        <p:nvGraphicFramePr>
          <p:cNvPr id="15" name="Table Placeholder 14">
            <a:extLst>
              <a:ext uri="{FF2B5EF4-FFF2-40B4-BE49-F238E27FC236}">
                <a16:creationId xmlns:a16="http://schemas.microsoft.com/office/drawing/2014/main" id="{014406AC-4BC9-CC4A-BFD2-DCB384EFA0DD}"/>
              </a:ext>
            </a:extLst>
          </p:cNvPr>
          <p:cNvGraphicFramePr>
            <a:graphicFrameLocks noGrp="1"/>
          </p:cNvGraphicFramePr>
          <p:nvPr>
            <p:ph sz="quarter" idx="4294967295"/>
          </p:nvPr>
        </p:nvGraphicFramePr>
        <p:xfrm>
          <a:off x="371475" y="1595438"/>
          <a:ext cx="8401053" cy="293855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7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6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6582">
                  <a:extLst>
                    <a:ext uri="{9D8B030D-6E8A-4147-A177-3AD203B41FA5}">
                      <a16:colId xmlns:a16="http://schemas.microsoft.com/office/drawing/2014/main" val="3210806493"/>
                    </a:ext>
                  </a:extLst>
                </a:gridCol>
                <a:gridCol w="1856582">
                  <a:extLst>
                    <a:ext uri="{9D8B030D-6E8A-4147-A177-3AD203B41FA5}">
                      <a16:colId xmlns:a16="http://schemas.microsoft.com/office/drawing/2014/main" val="1939763798"/>
                    </a:ext>
                  </a:extLst>
                </a:gridCol>
              </a:tblGrid>
              <a:tr h="306642">
                <a:tc>
                  <a:txBody>
                    <a:bodyPr/>
                    <a:lstStyle/>
                    <a:p>
                      <a:pPr marL="0" algn="l" defTabSz="1218895" rtl="0" eaLnBrk="1" latinLnBrk="0" hangingPunct="1"/>
                      <a:endParaRPr lang="en-US" sz="1200" b="1" i="0" kern="1200" cap="none" baseline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02870" marR="87410" marT="91416" marB="43548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lvl="2" indent="0" algn="l" defTabSz="1218895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FontTx/>
                        <a:buNone/>
                        <a:defRPr/>
                      </a:pPr>
                      <a:r>
                        <a:rPr lang="en-US" sz="1200" b="1" i="0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COLUMN 1</a:t>
                      </a:r>
                      <a:endParaRPr lang="en-US" sz="1200" b="1" i="0" kern="1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2870" marR="8741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lvl="2" indent="0" algn="l" defTabSz="1218895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FontTx/>
                        <a:buNone/>
                        <a:defRPr/>
                      </a:pPr>
                      <a:r>
                        <a:rPr lang="en-US" sz="1200" b="1" i="0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COLUMN 2</a:t>
                      </a:r>
                      <a:endParaRPr lang="en-US" sz="1200" b="1" i="0" kern="1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2870" marR="8741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lvl="2" indent="0" algn="l" defTabSz="1218895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FontTx/>
                        <a:buNone/>
                        <a:defRPr/>
                      </a:pPr>
                      <a:r>
                        <a:rPr lang="en-US" sz="1200" b="1" i="0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COLUMN 3</a:t>
                      </a:r>
                      <a:endParaRPr lang="en-US" sz="1200" b="1" i="0" kern="1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2870" marR="8741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lvl="2" indent="0" algn="l" defTabSz="1218895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FontTx/>
                        <a:buNone/>
                        <a:defRPr/>
                      </a:pPr>
                      <a:r>
                        <a:rPr lang="en-US" sz="1200" b="1" i="0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COLUMN 4</a:t>
                      </a:r>
                      <a:endParaRPr lang="en-US" sz="1200" b="1" i="0" kern="1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2870" marR="8741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274802"/>
                  </a:ext>
                </a:extLst>
              </a:tr>
              <a:tr h="668141">
                <a:tc>
                  <a:txBody>
                    <a:bodyPr/>
                    <a:lstStyle/>
                    <a:p>
                      <a:pPr marL="0" indent="0" algn="l" defTabSz="1218895" rtl="0" eaLnBrk="1" latinLnBrk="0" hangingPunct="1">
                        <a:tabLst/>
                      </a:pPr>
                      <a:r>
                        <a:rPr lang="en-US" sz="1200" b="1" i="0" kern="1200" cap="none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Row 1</a:t>
                      </a:r>
                      <a:endParaRPr lang="en-US" sz="1200" b="1" i="0" kern="1200" cap="none" baseline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1746" marR="87410" marT="91416" marB="43548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91416" marB="435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91416" marB="435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91416" marB="435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91416" marB="435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284">
                <a:tc>
                  <a:txBody>
                    <a:bodyPr/>
                    <a:lstStyle/>
                    <a:p>
                      <a:pPr marL="0" indent="0" algn="l" defTabSz="1218895" rtl="0" eaLnBrk="1" latinLnBrk="0" hangingPunct="1">
                        <a:tabLst/>
                      </a:pPr>
                      <a:r>
                        <a:rPr lang="en-US" sz="1200" b="1" i="0" kern="1200" cap="none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Row 2</a:t>
                      </a:r>
                      <a:endParaRPr lang="en-US" sz="1200" b="1" i="0" kern="1200" cap="none" baseline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43548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435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435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435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435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8141">
                <a:tc>
                  <a:txBody>
                    <a:bodyPr/>
                    <a:lstStyle/>
                    <a:p>
                      <a:pPr marL="0" indent="0" algn="l" defTabSz="1218895" rtl="0" eaLnBrk="1" latinLnBrk="0" hangingPunct="1">
                        <a:tabLst/>
                      </a:pPr>
                      <a:r>
                        <a:rPr lang="en-US" sz="1200" b="1" i="0" kern="1200" cap="none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Row 3</a:t>
                      </a:r>
                      <a:endParaRPr lang="en-US" sz="1200" b="1" i="0" kern="1200" cap="none" baseline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8141">
                <a:tc>
                  <a:txBody>
                    <a:bodyPr/>
                    <a:lstStyle/>
                    <a:p>
                      <a:pPr marL="0" indent="0" algn="l" defTabSz="1218895" rtl="0" eaLnBrk="1" latinLnBrk="0" hangingPunct="1">
                        <a:tabLst/>
                      </a:pPr>
                      <a:r>
                        <a:rPr lang="en-US" sz="1200" b="1" i="0" kern="1200" cap="none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Row 4</a:t>
                      </a:r>
                      <a:endParaRPr lang="en-US" sz="1200" b="1" i="0" kern="1200" cap="none" baseline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078974"/>
                  </a:ext>
                </a:extLst>
              </a:tr>
            </a:tbl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242ED340-71F6-F44A-8A8B-FC52F1D286A7}"/>
              </a:ext>
            </a:extLst>
          </p:cNvPr>
          <p:cNvSpPr txBox="1">
            <a:spLocks/>
          </p:cNvSpPr>
          <p:nvPr/>
        </p:nvSpPr>
        <p:spPr>
          <a:xfrm>
            <a:off x="401445" y="1026466"/>
            <a:ext cx="3815330" cy="355345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900" b="1" i="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Lorem Ipsum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AE68D25-7DA4-6B09-A20B-FFF103F806C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</p:spTree>
    <p:extLst>
      <p:ext uri="{BB962C8B-B14F-4D97-AF65-F5344CB8AC3E}">
        <p14:creationId xmlns:p14="http://schemas.microsoft.com/office/powerpoint/2010/main" val="373846263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D3DFF0F-9CBF-244B-802B-9602A00F5C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SECTION NAME IN ALL CAPS ARIAL 8PT (OPTIONAL)</a:t>
            </a:r>
          </a:p>
        </p:txBody>
      </p:sp>
      <p:pic>
        <p:nvPicPr>
          <p:cNvPr id="5" name="Picture Placeholder 4" descr="Icon&#10;&#10;Description automatically generated">
            <a:extLst>
              <a:ext uri="{FF2B5EF4-FFF2-40B4-BE49-F238E27FC236}">
                <a16:creationId xmlns:a16="http://schemas.microsoft.com/office/drawing/2014/main" id="{F24D809B-E7F4-41CD-B108-951890B4C1FC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2" r="122"/>
          <a:stretch>
            <a:fillRect/>
          </a:stretch>
        </p:blipFill>
        <p:spPr/>
      </p:pic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E431036-868F-554E-9141-67080E18AAA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Name Last Name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EEE1C66-4C00-C647-A697-1F7F9D13CEB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/>
              <a:t>Company, Title</a:t>
            </a:r>
          </a:p>
        </p:txBody>
      </p:sp>
      <p:pic>
        <p:nvPicPr>
          <p:cNvPr id="37" name="Picture Placeholder 4">
            <a:extLst>
              <a:ext uri="{FF2B5EF4-FFF2-40B4-BE49-F238E27FC236}">
                <a16:creationId xmlns:a16="http://schemas.microsoft.com/office/drawing/2014/main" id="{5D733F7C-5C41-4A1F-BBE3-33B06269D569}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2" r="122"/>
          <a:stretch>
            <a:fillRect/>
          </a:stretch>
        </p:blipFill>
        <p:spPr/>
      </p:pic>
      <p:pic>
        <p:nvPicPr>
          <p:cNvPr id="38" name="Picture Placeholder 4">
            <a:extLst>
              <a:ext uri="{FF2B5EF4-FFF2-40B4-BE49-F238E27FC236}">
                <a16:creationId xmlns:a16="http://schemas.microsoft.com/office/drawing/2014/main" id="{4461FAC8-0690-4139-8B2A-1C40B9DDD08A}"/>
              </a:ext>
            </a:extLst>
          </p:cNvPr>
          <p:cNvPicPr>
            <a:picLocks noGrp="1" noChangeAspect="1"/>
          </p:cNvPicPr>
          <p:nvPr>
            <p:ph type="pic" sz="quarter" idx="34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2" r="122"/>
          <a:stretch>
            <a:fillRect/>
          </a:stretch>
        </p:blipFill>
        <p:spPr/>
      </p:pic>
      <p:pic>
        <p:nvPicPr>
          <p:cNvPr id="39" name="Picture Placeholder 4">
            <a:extLst>
              <a:ext uri="{FF2B5EF4-FFF2-40B4-BE49-F238E27FC236}">
                <a16:creationId xmlns:a16="http://schemas.microsoft.com/office/drawing/2014/main" id="{FD8AFD53-9714-4F2F-A479-884D5F33111E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2" r="122"/>
          <a:stretch>
            <a:fillRect/>
          </a:stretch>
        </p:blipFill>
        <p:spPr/>
      </p:pic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3B880F21-A534-8847-8DA7-F52B5E1B60A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/>
              <a:t>Add text here.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39975ED-0DE5-CA43-A4D9-1C80BECAACC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US"/>
              <a:t>Name Last Name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230A8321-A5A0-CB47-A299-5D167FE7AA72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US"/>
              <a:t>Company, Title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FE935BD-B2D4-2A4F-9DEB-4E5178C1FA4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US"/>
              <a:t>Add text here.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5B4A1E02-7053-BD4D-B1AA-B30A6E3B185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US"/>
              <a:t>Name Last Name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50DDFB9A-A9E4-7F4E-95F2-CD2DAF80325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en-US"/>
              <a:t>Company, Title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AE126701-C695-1145-B1A2-81E22E3C018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en-US"/>
              <a:t>Add text here.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4DDEB502-E6B6-7D41-BDED-45FE663277D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r>
              <a:rPr lang="en-US"/>
              <a:t>Name Last Name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C7DD9A9A-AE15-1243-A6F2-55BFAC3AD8CA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en-US"/>
              <a:t>Company, Title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46A29CA2-4D48-724A-85CF-6F22F5B4565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en-US"/>
              <a:t>Add text here.</a:t>
            </a: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CF4783AD-14AC-AA4A-B8AF-9FFCB67F2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Team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F6ADB8E-0699-264C-A0F0-FB132CA882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Name or Footer Copy</a:t>
            </a:r>
          </a:p>
        </p:txBody>
      </p:sp>
    </p:spTree>
    <p:extLst>
      <p:ext uri="{BB962C8B-B14F-4D97-AF65-F5344CB8AC3E}">
        <p14:creationId xmlns:p14="http://schemas.microsoft.com/office/powerpoint/2010/main" val="170951920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83EE8E-6778-E848-BB2B-FF5F8955DE1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6854" y="250372"/>
            <a:ext cx="4085170" cy="167013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81050136-D15C-CF45-BAB8-9278F01DF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854" y="445961"/>
            <a:ext cx="5756704" cy="506940"/>
          </a:xfrm>
        </p:spPr>
        <p:txBody>
          <a:bodyPr>
            <a:noAutofit/>
          </a:bodyPr>
          <a:lstStyle/>
          <a:p>
            <a:r>
              <a:rPr lang="en-US"/>
              <a:t>Table Layout</a:t>
            </a:r>
          </a:p>
        </p:txBody>
      </p:sp>
      <p:graphicFrame>
        <p:nvGraphicFramePr>
          <p:cNvPr id="15" name="Table Placeholder 14">
            <a:extLst>
              <a:ext uri="{FF2B5EF4-FFF2-40B4-BE49-F238E27FC236}">
                <a16:creationId xmlns:a16="http://schemas.microsoft.com/office/drawing/2014/main" id="{014406AC-4BC9-CC4A-BFD2-DCB384EFA0DD}"/>
              </a:ext>
            </a:extLst>
          </p:cNvPr>
          <p:cNvGraphicFramePr>
            <a:graphicFrameLocks noGrp="1"/>
          </p:cNvGraphicFramePr>
          <p:nvPr>
            <p:ph sz="quarter" idx="4294967295"/>
          </p:nvPr>
        </p:nvGraphicFramePr>
        <p:xfrm>
          <a:off x="371475" y="1595438"/>
          <a:ext cx="8401053" cy="293855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7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6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6582">
                  <a:extLst>
                    <a:ext uri="{9D8B030D-6E8A-4147-A177-3AD203B41FA5}">
                      <a16:colId xmlns:a16="http://schemas.microsoft.com/office/drawing/2014/main" val="3210806493"/>
                    </a:ext>
                  </a:extLst>
                </a:gridCol>
                <a:gridCol w="1856582">
                  <a:extLst>
                    <a:ext uri="{9D8B030D-6E8A-4147-A177-3AD203B41FA5}">
                      <a16:colId xmlns:a16="http://schemas.microsoft.com/office/drawing/2014/main" val="1939763798"/>
                    </a:ext>
                  </a:extLst>
                </a:gridCol>
              </a:tblGrid>
              <a:tr h="306642">
                <a:tc>
                  <a:txBody>
                    <a:bodyPr/>
                    <a:lstStyle/>
                    <a:p>
                      <a:pPr marL="0" algn="l" defTabSz="1218895" rtl="0" eaLnBrk="1" latinLnBrk="0" hangingPunct="1"/>
                      <a:endParaRPr lang="en-US" sz="1200" b="1" i="0" kern="1200" cap="none" baseline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02870" marR="87410" marT="91416" marB="43548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lvl="2" indent="0" algn="l" defTabSz="1218895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FontTx/>
                        <a:buNone/>
                        <a:defRPr/>
                      </a:pPr>
                      <a:r>
                        <a:rPr lang="en-US" sz="1200" b="1" i="0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COLUMN 1</a:t>
                      </a:r>
                      <a:endParaRPr lang="en-US" sz="1200" b="1" i="0" kern="1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2870" marR="8741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lvl="2" indent="0" algn="l" defTabSz="1218895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FontTx/>
                        <a:buNone/>
                        <a:defRPr/>
                      </a:pPr>
                      <a:r>
                        <a:rPr lang="en-US" sz="1200" b="1" i="0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COLUMN 2</a:t>
                      </a:r>
                      <a:endParaRPr lang="en-US" sz="1200" b="1" i="0" kern="1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2870" marR="8741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lvl="2" indent="0" algn="l" defTabSz="1218895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FontTx/>
                        <a:buNone/>
                        <a:defRPr/>
                      </a:pPr>
                      <a:r>
                        <a:rPr lang="en-US" sz="1200" b="1" i="0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COLUMN 3</a:t>
                      </a:r>
                      <a:endParaRPr lang="en-US" sz="1200" b="1" i="0" kern="1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2870" marR="8741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lvl="2" indent="0" algn="l" defTabSz="1218895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FontTx/>
                        <a:buNone/>
                        <a:defRPr/>
                      </a:pPr>
                      <a:r>
                        <a:rPr lang="en-US" sz="1200" b="1" i="0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COLUMN 4</a:t>
                      </a:r>
                      <a:endParaRPr lang="en-US" sz="1200" b="1" i="0" kern="1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2870" marR="8741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274802"/>
                  </a:ext>
                </a:extLst>
              </a:tr>
              <a:tr h="668141">
                <a:tc>
                  <a:txBody>
                    <a:bodyPr/>
                    <a:lstStyle/>
                    <a:p>
                      <a:pPr marL="0" indent="0" algn="l" defTabSz="1218895" rtl="0" eaLnBrk="1" latinLnBrk="0" hangingPunct="1">
                        <a:tabLst/>
                      </a:pPr>
                      <a:r>
                        <a:rPr lang="en-US" sz="1200" b="1" i="0" kern="1200" cap="none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Row 1</a:t>
                      </a:r>
                      <a:endParaRPr lang="en-US" sz="1200" b="1" i="0" kern="1200" cap="none" baseline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1746" marR="87410" marT="91416" marB="43548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91416" marB="435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91416" marB="435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91416" marB="435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91416" marB="435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284">
                <a:tc>
                  <a:txBody>
                    <a:bodyPr/>
                    <a:lstStyle/>
                    <a:p>
                      <a:pPr marL="0" indent="0" algn="l" defTabSz="1218895" rtl="0" eaLnBrk="1" latinLnBrk="0" hangingPunct="1">
                        <a:tabLst/>
                      </a:pPr>
                      <a:r>
                        <a:rPr lang="en-US" sz="1200" b="1" i="0" kern="1200" cap="none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Row 2</a:t>
                      </a:r>
                      <a:endParaRPr lang="en-US" sz="1200" b="1" i="0" kern="1200" cap="none" baseline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43548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435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435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435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435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8141">
                <a:tc>
                  <a:txBody>
                    <a:bodyPr/>
                    <a:lstStyle/>
                    <a:p>
                      <a:pPr marL="0" indent="0" algn="l" defTabSz="1218895" rtl="0" eaLnBrk="1" latinLnBrk="0" hangingPunct="1">
                        <a:tabLst/>
                      </a:pPr>
                      <a:r>
                        <a:rPr lang="en-US" sz="1200" b="1" i="0" kern="1200" cap="none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Row 3</a:t>
                      </a:r>
                      <a:endParaRPr lang="en-US" sz="1200" b="1" i="0" kern="1200" cap="none" baseline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8141">
                <a:tc>
                  <a:txBody>
                    <a:bodyPr/>
                    <a:lstStyle/>
                    <a:p>
                      <a:pPr marL="0" indent="0" algn="l" defTabSz="1218895" rtl="0" eaLnBrk="1" latinLnBrk="0" hangingPunct="1">
                        <a:tabLst/>
                      </a:pPr>
                      <a:r>
                        <a:rPr lang="en-US" sz="1200" b="1" i="0" kern="1200" cap="none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Row 4</a:t>
                      </a:r>
                      <a:endParaRPr lang="en-US" sz="1200" b="1" i="0" kern="1200" cap="none" baseline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078974"/>
                  </a:ext>
                </a:extLst>
              </a:tr>
            </a:tbl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242ED340-71F6-F44A-8A8B-FC52F1D286A7}"/>
              </a:ext>
            </a:extLst>
          </p:cNvPr>
          <p:cNvSpPr txBox="1">
            <a:spLocks/>
          </p:cNvSpPr>
          <p:nvPr/>
        </p:nvSpPr>
        <p:spPr>
          <a:xfrm>
            <a:off x="401445" y="1026466"/>
            <a:ext cx="3815330" cy="355345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900" b="1" i="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Lorem Ipsum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AE68D25-7DA4-6B09-A20B-FFF103F806C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</p:spTree>
    <p:extLst>
      <p:ext uri="{BB962C8B-B14F-4D97-AF65-F5344CB8AC3E}">
        <p14:creationId xmlns:p14="http://schemas.microsoft.com/office/powerpoint/2010/main" val="373846263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83EE8E-6778-E848-BB2B-FF5F8955DE1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6854" y="250372"/>
            <a:ext cx="4085170" cy="167013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81050136-D15C-CF45-BAB8-9278F01DF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854" y="445961"/>
            <a:ext cx="5756704" cy="506940"/>
          </a:xfrm>
        </p:spPr>
        <p:txBody>
          <a:bodyPr>
            <a:noAutofit/>
          </a:bodyPr>
          <a:lstStyle/>
          <a:p>
            <a:r>
              <a:rPr lang="en-US"/>
              <a:t>Table Layout</a:t>
            </a:r>
          </a:p>
        </p:txBody>
      </p:sp>
      <p:graphicFrame>
        <p:nvGraphicFramePr>
          <p:cNvPr id="15" name="Table Placeholder 14">
            <a:extLst>
              <a:ext uri="{FF2B5EF4-FFF2-40B4-BE49-F238E27FC236}">
                <a16:creationId xmlns:a16="http://schemas.microsoft.com/office/drawing/2014/main" id="{014406AC-4BC9-CC4A-BFD2-DCB384EFA0DD}"/>
              </a:ext>
            </a:extLst>
          </p:cNvPr>
          <p:cNvGraphicFramePr>
            <a:graphicFrameLocks noGrp="1"/>
          </p:cNvGraphicFramePr>
          <p:nvPr>
            <p:ph sz="quarter" idx="4294967295"/>
          </p:nvPr>
        </p:nvGraphicFramePr>
        <p:xfrm>
          <a:off x="371475" y="1595438"/>
          <a:ext cx="8401053" cy="293855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7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6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6582">
                  <a:extLst>
                    <a:ext uri="{9D8B030D-6E8A-4147-A177-3AD203B41FA5}">
                      <a16:colId xmlns:a16="http://schemas.microsoft.com/office/drawing/2014/main" val="3210806493"/>
                    </a:ext>
                  </a:extLst>
                </a:gridCol>
                <a:gridCol w="1856582">
                  <a:extLst>
                    <a:ext uri="{9D8B030D-6E8A-4147-A177-3AD203B41FA5}">
                      <a16:colId xmlns:a16="http://schemas.microsoft.com/office/drawing/2014/main" val="1939763798"/>
                    </a:ext>
                  </a:extLst>
                </a:gridCol>
              </a:tblGrid>
              <a:tr h="306642">
                <a:tc>
                  <a:txBody>
                    <a:bodyPr/>
                    <a:lstStyle/>
                    <a:p>
                      <a:pPr marL="0" algn="l" defTabSz="1218895" rtl="0" eaLnBrk="1" latinLnBrk="0" hangingPunct="1"/>
                      <a:endParaRPr lang="en-US" sz="1200" b="1" i="0" kern="1200" cap="none" baseline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02870" marR="87410" marT="91416" marB="43548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lvl="2" indent="0" algn="l" defTabSz="1218895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FontTx/>
                        <a:buNone/>
                        <a:defRPr/>
                      </a:pPr>
                      <a:r>
                        <a:rPr lang="en-US" sz="1200" b="1" i="0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COLUMN 1</a:t>
                      </a:r>
                      <a:endParaRPr lang="en-US" sz="1200" b="1" i="0" kern="1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2870" marR="8741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lvl="2" indent="0" algn="l" defTabSz="1218895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FontTx/>
                        <a:buNone/>
                        <a:defRPr/>
                      </a:pPr>
                      <a:r>
                        <a:rPr lang="en-US" sz="1200" b="1" i="0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COLUMN 2</a:t>
                      </a:r>
                      <a:endParaRPr lang="en-US" sz="1200" b="1" i="0" kern="1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2870" marR="8741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lvl="2" indent="0" algn="l" defTabSz="1218895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FontTx/>
                        <a:buNone/>
                        <a:defRPr/>
                      </a:pPr>
                      <a:r>
                        <a:rPr lang="en-US" sz="1200" b="1" i="0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COLUMN 3</a:t>
                      </a:r>
                      <a:endParaRPr lang="en-US" sz="1200" b="1" i="0" kern="1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2870" marR="8741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lvl="2" indent="0" algn="l" defTabSz="1218895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FontTx/>
                        <a:buNone/>
                        <a:defRPr/>
                      </a:pPr>
                      <a:r>
                        <a:rPr lang="en-US" sz="1200" b="1" i="0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COLUMN 4</a:t>
                      </a:r>
                      <a:endParaRPr lang="en-US" sz="1200" b="1" i="0" kern="1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2870" marR="8741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274802"/>
                  </a:ext>
                </a:extLst>
              </a:tr>
              <a:tr h="668141">
                <a:tc>
                  <a:txBody>
                    <a:bodyPr/>
                    <a:lstStyle/>
                    <a:p>
                      <a:pPr marL="0" indent="0" algn="l" defTabSz="1218895" rtl="0" eaLnBrk="1" latinLnBrk="0" hangingPunct="1">
                        <a:tabLst/>
                      </a:pPr>
                      <a:r>
                        <a:rPr lang="en-US" sz="1200" b="1" i="0" kern="1200" cap="none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Row 1</a:t>
                      </a:r>
                      <a:endParaRPr lang="en-US" sz="1200" b="1" i="0" kern="1200" cap="none" baseline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1746" marR="87410" marT="91416" marB="43548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91416" marB="435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91416" marB="435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91416" marB="435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91416" marB="435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284">
                <a:tc>
                  <a:txBody>
                    <a:bodyPr/>
                    <a:lstStyle/>
                    <a:p>
                      <a:pPr marL="0" indent="0" algn="l" defTabSz="1218895" rtl="0" eaLnBrk="1" latinLnBrk="0" hangingPunct="1">
                        <a:tabLst/>
                      </a:pPr>
                      <a:r>
                        <a:rPr lang="en-US" sz="1200" b="1" i="0" kern="1200" cap="none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Row 2</a:t>
                      </a:r>
                      <a:endParaRPr lang="en-US" sz="1200" b="1" i="0" kern="1200" cap="none" baseline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43548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435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435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435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435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8141">
                <a:tc>
                  <a:txBody>
                    <a:bodyPr/>
                    <a:lstStyle/>
                    <a:p>
                      <a:pPr marL="0" indent="0" algn="l" defTabSz="1218895" rtl="0" eaLnBrk="1" latinLnBrk="0" hangingPunct="1">
                        <a:tabLst/>
                      </a:pPr>
                      <a:r>
                        <a:rPr lang="en-US" sz="1200" b="1" i="0" kern="1200" cap="none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Row 3</a:t>
                      </a:r>
                      <a:endParaRPr lang="en-US" sz="1200" b="1" i="0" kern="1200" cap="none" baseline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8141">
                <a:tc>
                  <a:txBody>
                    <a:bodyPr/>
                    <a:lstStyle/>
                    <a:p>
                      <a:pPr marL="0" indent="0" algn="l" defTabSz="1218895" rtl="0" eaLnBrk="1" latinLnBrk="0" hangingPunct="1">
                        <a:tabLst/>
                      </a:pPr>
                      <a:r>
                        <a:rPr lang="en-US" sz="1200" b="1" i="0" kern="1200" cap="none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Row 4</a:t>
                      </a:r>
                      <a:endParaRPr lang="en-US" sz="1200" b="1" i="0" kern="1200" cap="none" baseline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078974"/>
                  </a:ext>
                </a:extLst>
              </a:tr>
            </a:tbl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242ED340-71F6-F44A-8A8B-FC52F1D286A7}"/>
              </a:ext>
            </a:extLst>
          </p:cNvPr>
          <p:cNvSpPr txBox="1">
            <a:spLocks/>
          </p:cNvSpPr>
          <p:nvPr/>
        </p:nvSpPr>
        <p:spPr>
          <a:xfrm>
            <a:off x="401445" y="1026466"/>
            <a:ext cx="3815330" cy="355345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900" b="1" i="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Lorem Ipsum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AE68D25-7DA4-6B09-A20B-FFF103F806C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</p:spTree>
    <p:extLst>
      <p:ext uri="{BB962C8B-B14F-4D97-AF65-F5344CB8AC3E}">
        <p14:creationId xmlns:p14="http://schemas.microsoft.com/office/powerpoint/2010/main" val="373846263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83EE8E-6778-E848-BB2B-FF5F8955DE1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6854" y="250372"/>
            <a:ext cx="4085170" cy="167013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81050136-D15C-CF45-BAB8-9278F01DF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854" y="445961"/>
            <a:ext cx="5756704" cy="506940"/>
          </a:xfrm>
        </p:spPr>
        <p:txBody>
          <a:bodyPr>
            <a:noAutofit/>
          </a:bodyPr>
          <a:lstStyle/>
          <a:p>
            <a:r>
              <a:rPr lang="en-US"/>
              <a:t>Table Layout</a:t>
            </a:r>
          </a:p>
        </p:txBody>
      </p:sp>
      <p:graphicFrame>
        <p:nvGraphicFramePr>
          <p:cNvPr id="15" name="Table Placeholder 14">
            <a:extLst>
              <a:ext uri="{FF2B5EF4-FFF2-40B4-BE49-F238E27FC236}">
                <a16:creationId xmlns:a16="http://schemas.microsoft.com/office/drawing/2014/main" id="{014406AC-4BC9-CC4A-BFD2-DCB384EFA0DD}"/>
              </a:ext>
            </a:extLst>
          </p:cNvPr>
          <p:cNvGraphicFramePr>
            <a:graphicFrameLocks noGrp="1"/>
          </p:cNvGraphicFramePr>
          <p:nvPr>
            <p:ph sz="quarter" idx="4294967295"/>
          </p:nvPr>
        </p:nvGraphicFramePr>
        <p:xfrm>
          <a:off x="371475" y="1595438"/>
          <a:ext cx="8401053" cy="293855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7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6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6582">
                  <a:extLst>
                    <a:ext uri="{9D8B030D-6E8A-4147-A177-3AD203B41FA5}">
                      <a16:colId xmlns:a16="http://schemas.microsoft.com/office/drawing/2014/main" val="3210806493"/>
                    </a:ext>
                  </a:extLst>
                </a:gridCol>
                <a:gridCol w="1856582">
                  <a:extLst>
                    <a:ext uri="{9D8B030D-6E8A-4147-A177-3AD203B41FA5}">
                      <a16:colId xmlns:a16="http://schemas.microsoft.com/office/drawing/2014/main" val="1939763798"/>
                    </a:ext>
                  </a:extLst>
                </a:gridCol>
              </a:tblGrid>
              <a:tr h="306642">
                <a:tc>
                  <a:txBody>
                    <a:bodyPr/>
                    <a:lstStyle/>
                    <a:p>
                      <a:pPr marL="0" algn="l" defTabSz="1218895" rtl="0" eaLnBrk="1" latinLnBrk="0" hangingPunct="1"/>
                      <a:endParaRPr lang="en-US" sz="1200" b="1" i="0" kern="1200" cap="none" baseline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02870" marR="87410" marT="91416" marB="43548" anchor="ctr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lvl="2" indent="0" algn="l" defTabSz="1218895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FontTx/>
                        <a:buNone/>
                        <a:defRPr/>
                      </a:pPr>
                      <a:r>
                        <a:rPr lang="en-US" sz="1200" b="1" i="0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COLUMN 1</a:t>
                      </a:r>
                      <a:endParaRPr lang="en-US" sz="1200" b="1" i="0" kern="1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2870" marR="8741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lvl="2" indent="0" algn="l" defTabSz="1218895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FontTx/>
                        <a:buNone/>
                        <a:defRPr/>
                      </a:pPr>
                      <a:r>
                        <a:rPr lang="en-US" sz="1200" b="1" i="0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COLUMN 2</a:t>
                      </a:r>
                      <a:endParaRPr lang="en-US" sz="1200" b="1" i="0" kern="1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2870" marR="8741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lvl="2" indent="0" algn="l" defTabSz="1218895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FontTx/>
                        <a:buNone/>
                        <a:defRPr/>
                      </a:pPr>
                      <a:r>
                        <a:rPr lang="en-US" sz="1200" b="1" i="0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COLUMN 3</a:t>
                      </a:r>
                      <a:endParaRPr lang="en-US" sz="1200" b="1" i="0" kern="1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2870" marR="8741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lvl="2" indent="0" algn="l" defTabSz="1218895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FontTx/>
                        <a:buNone/>
                        <a:defRPr/>
                      </a:pPr>
                      <a:r>
                        <a:rPr lang="en-US" sz="1200" b="1" i="0" kern="12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COLUMN 4</a:t>
                      </a:r>
                      <a:endParaRPr lang="en-US" sz="1200" b="1" i="0" kern="1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2870" marR="8741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274802"/>
                  </a:ext>
                </a:extLst>
              </a:tr>
              <a:tr h="668141">
                <a:tc>
                  <a:txBody>
                    <a:bodyPr/>
                    <a:lstStyle/>
                    <a:p>
                      <a:pPr marL="0" indent="0" algn="l" defTabSz="1218895" rtl="0" eaLnBrk="1" latinLnBrk="0" hangingPunct="1">
                        <a:tabLst/>
                      </a:pPr>
                      <a:r>
                        <a:rPr lang="en-US" sz="1200" b="1" i="0" kern="1200" cap="none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Row 1</a:t>
                      </a:r>
                      <a:endParaRPr lang="en-US" sz="1200" b="1" i="0" kern="1200" cap="none" baseline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1746" marR="87410" marT="91416" marB="43548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91416" marB="435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91416" marB="435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91416" marB="435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91416" marB="435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284">
                <a:tc>
                  <a:txBody>
                    <a:bodyPr/>
                    <a:lstStyle/>
                    <a:p>
                      <a:pPr marL="0" indent="0" algn="l" defTabSz="1218895" rtl="0" eaLnBrk="1" latinLnBrk="0" hangingPunct="1">
                        <a:tabLst/>
                      </a:pPr>
                      <a:r>
                        <a:rPr lang="en-US" sz="1200" b="1" i="0" kern="1200" cap="none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Row 2</a:t>
                      </a:r>
                      <a:endParaRPr lang="en-US" sz="1200" b="1" i="0" kern="1200" cap="none" baseline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43548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435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435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435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435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8141">
                <a:tc>
                  <a:txBody>
                    <a:bodyPr/>
                    <a:lstStyle/>
                    <a:p>
                      <a:pPr marL="0" indent="0" algn="l" defTabSz="1218895" rtl="0" eaLnBrk="1" latinLnBrk="0" hangingPunct="1">
                        <a:tabLst/>
                      </a:pPr>
                      <a:r>
                        <a:rPr lang="en-US" sz="1200" b="1" i="0" kern="1200" cap="none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Row 3</a:t>
                      </a:r>
                      <a:endParaRPr lang="en-US" sz="1200" b="1" i="0" kern="1200" cap="none" baseline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8141">
                <a:tc>
                  <a:txBody>
                    <a:bodyPr/>
                    <a:lstStyle/>
                    <a:p>
                      <a:pPr marL="0" indent="0" algn="l" defTabSz="1218895" rtl="0" eaLnBrk="1" latinLnBrk="0" hangingPunct="1">
                        <a:tabLst/>
                      </a:pPr>
                      <a:r>
                        <a:rPr lang="en-US" sz="1200" b="1" i="0" kern="1200" cap="none" baseline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Row 4</a:t>
                      </a:r>
                      <a:endParaRPr lang="en-US" sz="1200" b="1" i="0" kern="1200" cap="none" baseline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miter lim="800000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one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two</a:t>
                      </a:r>
                    </a:p>
                    <a:p>
                      <a:pPr marL="120650" lvl="2" indent="-120650" algn="l" defTabSz="1218895" rtl="0" eaLnBrk="1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chemeClr val="tx2"/>
                        </a:buClr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0" kern="120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Bullet three</a:t>
                      </a:r>
                      <a:endParaRPr lang="en-US" sz="1100" b="0" i="0" kern="120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746" marR="87410" marT="43548" marB="9141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078974"/>
                  </a:ext>
                </a:extLst>
              </a:tr>
            </a:tbl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242ED340-71F6-F44A-8A8B-FC52F1D286A7}"/>
              </a:ext>
            </a:extLst>
          </p:cNvPr>
          <p:cNvSpPr txBox="1">
            <a:spLocks/>
          </p:cNvSpPr>
          <p:nvPr/>
        </p:nvSpPr>
        <p:spPr>
          <a:xfrm>
            <a:off x="401445" y="1026466"/>
            <a:ext cx="3815330" cy="355345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900" b="1" i="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Lorem Ipsum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AE68D25-7DA4-6B09-A20B-FFF103F806C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4006" y="4839652"/>
            <a:ext cx="2468429" cy="123111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Name or Footer Copy</a:t>
            </a:r>
          </a:p>
        </p:txBody>
      </p:sp>
    </p:spTree>
    <p:extLst>
      <p:ext uri="{BB962C8B-B14F-4D97-AF65-F5344CB8AC3E}">
        <p14:creationId xmlns:p14="http://schemas.microsoft.com/office/powerpoint/2010/main" val="373846263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794EB048-44BB-E92B-81FC-475E4B21673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OVERLINE/SECTION (OPTIONAL) IN ARIAL 8PT ALL CAPS</a:t>
            </a:r>
          </a:p>
        </p:txBody>
      </p:sp>
      <p:sp>
        <p:nvSpPr>
          <p:cNvPr id="46" name="Title 45">
            <a:extLst>
              <a:ext uri="{FF2B5EF4-FFF2-40B4-BE49-F238E27FC236}">
                <a16:creationId xmlns:a16="http://schemas.microsoft.com/office/drawing/2014/main" id="{D91F4730-A404-83CD-649A-4AB35D9CC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Editable Executive Summary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FCB27C88-F417-6C4E-667D-B300B781B9D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/>
              <a:t>Type response here.</a:t>
            </a:r>
          </a:p>
          <a:p>
            <a:endParaRPr lang="en-US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AE12E484-AF93-B5AF-273C-9A0BF73F46F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Type response here.</a:t>
            </a:r>
          </a:p>
          <a:p>
            <a:endParaRPr lang="en-US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92C17701-F22E-AC5C-A4F0-CC4C15F9503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/>
              <a:t>Type response here.</a:t>
            </a:r>
          </a:p>
          <a:p>
            <a:endParaRPr lang="en-US"/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3BAA5780-1505-8498-CE75-4B4916A9A6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/>
              <a:t>Type response here.</a:t>
            </a:r>
          </a:p>
          <a:p>
            <a:endParaRPr lang="en-US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AC6ED970-E9E0-EA2B-4F3A-AB617F25B81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Type response here.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DE980121-F309-5677-8BD9-92B0BF09454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/>
              <a:t>Add topic or question here in Arial Bold, 9pt, orange or gray.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A4363675-5FAF-69C5-F03F-65DCA7E567C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/>
              <a:t>Add topic or question here in Arial Bold, 9pt, orange or gray.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E0C876A7-A69C-6525-2A48-409E57B82BF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/>
              <a:t>Add topic or question here in Arial Bold, 9pt, orange or gray.</a:t>
            </a:r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30B8C069-646E-6132-8BAE-E42D72CF4CB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Add topic or question here in Arial Bold, 9pt, orange or gray.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24DA277A-4C70-04F3-EB1B-77A8A023DBD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/>
              <a:t>Add topic or question here in Arial Bold, 9pt, orange or gray.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CFF208-DB60-6390-B4ED-F4B6F2BCD28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Name or Footer Copy</a:t>
            </a:r>
          </a:p>
        </p:txBody>
      </p:sp>
      <p:pic>
        <p:nvPicPr>
          <p:cNvPr id="76" name="Graphic 75">
            <a:extLst>
              <a:ext uri="{FF2B5EF4-FFF2-40B4-BE49-F238E27FC236}">
                <a16:creationId xmlns:a16="http://schemas.microsoft.com/office/drawing/2014/main" id="{5FF4EA85-DAC4-7C0F-DFCA-8C28E52E040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3983" y="1162150"/>
            <a:ext cx="338088" cy="350163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3DC65145-667C-734C-EB49-5A076B82D6F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7683" y="3368632"/>
            <a:ext cx="330688" cy="310732"/>
          </a:xfrm>
          <a:prstGeom prst="rect">
            <a:avLst/>
          </a:prstGeom>
        </p:spPr>
      </p:pic>
      <p:pic>
        <p:nvPicPr>
          <p:cNvPr id="78" name="Graphic 77">
            <a:extLst>
              <a:ext uri="{FF2B5EF4-FFF2-40B4-BE49-F238E27FC236}">
                <a16:creationId xmlns:a16="http://schemas.microsoft.com/office/drawing/2014/main" id="{BDB67964-44C6-CBFF-ADDC-712BC348449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4520" y="2632262"/>
            <a:ext cx="357014" cy="363750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BE296B37-9023-1FC9-5DE4-D8406D4D7B9D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422" y="4056864"/>
            <a:ext cx="358930" cy="403796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F54DC821-1CA6-6966-F795-F98D3C333487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0043" y="1924651"/>
            <a:ext cx="338328" cy="33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142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579998-DF0C-4F9C-B8E0-260F9D54FCF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OVERLINE/SECTION (OPTIONAL) IN ARIAL 8PT ALL CAPS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398B8F6-541D-4D5B-862F-EBA13CC5C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Highlights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5B0205-0AE8-4580-8019-4EEAC7B7CFE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/>
              <a:t>Subhead (optional) in Arial 20pt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2D28C52-163A-4908-8729-3382A8F915A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/>
              <a:t>XXX,XXX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90A500D-EDAC-485C-96EE-E69405FC582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US"/>
              <a:t>Summary of data point can be inserted here and can continue up to three lines.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109800F-6552-4E9E-8402-FF2669E1B43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US"/>
              <a:t>XXX,XXX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9C71F9A-6972-420B-B0DD-A14661B1605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pPr lvl="0"/>
            <a:r>
              <a:rPr lang="en-US"/>
              <a:t>Summary of data point can be inserted here and can continue up to three lines.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D30EAEC-4589-4A07-9CCB-B77E8CE51C2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US"/>
              <a:t>XXX,XXX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1EF62C1-7DA5-4F49-93CC-BD3EAFCBD8CC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pPr lvl="0"/>
            <a:r>
              <a:rPr lang="en-US"/>
              <a:t>Summary of data point can be inserted here and can continue up to three lines.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AEFBF9E-EDFF-4095-AABA-CBC89FFCB4E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en-US"/>
              <a:t>XXX,XXX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26746D3-5F53-497A-8497-5019A7ED983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pPr lvl="0"/>
            <a:r>
              <a:rPr lang="en-US"/>
              <a:t>Summary of data point can be inserted here and can continue up to three lines.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0C0A3D8-99EF-4A43-A239-6B02EBC71A4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en-US"/>
              <a:t>XXX,XXX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DF30E2-4239-459B-9F71-0B405F01D42E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pPr lvl="0"/>
            <a:r>
              <a:rPr lang="en-US"/>
              <a:t>Summary of data point can be inserted here and can continue up to three lines.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7CCEF51-6A8C-4411-AF66-9683741B5F80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r>
              <a:rPr lang="en-US"/>
              <a:t>XXX,XXX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DDE980B-2868-4C6E-8E19-A6F8B3C9486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pPr lvl="0"/>
            <a:r>
              <a:rPr lang="en-US"/>
              <a:t>Summary of data point can be inserted here and can continue up to three lines.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CE25C8-4735-454D-AFBC-04B49EE04F3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Name or Footer Copy</a:t>
            </a:r>
          </a:p>
        </p:txBody>
      </p:sp>
    </p:spTree>
    <p:extLst>
      <p:ext uri="{BB962C8B-B14F-4D97-AF65-F5344CB8AC3E}">
        <p14:creationId xmlns:p14="http://schemas.microsoft.com/office/powerpoint/2010/main" val="176686788"/>
      </p:ext>
    </p:extLst>
  </p:cSld>
  <p:clrMapOvr>
    <a:masterClrMapping/>
  </p:clrMapOvr>
</p:sld>
</file>

<file path=ppt/theme/theme1.xml><?xml version="1.0" encoding="utf-8"?>
<a:theme xmlns:a="http://schemas.openxmlformats.org/drawingml/2006/main" name="Zoetis_Masterbrand_PPT-Template_Updated Q12023">
  <a:themeElements>
    <a:clrScheme name="Zoetis Color Theme">
      <a:dk1>
        <a:srgbClr val="3A3A3A"/>
      </a:dk1>
      <a:lt1>
        <a:srgbClr val="FFFFFF"/>
      </a:lt1>
      <a:dk2>
        <a:srgbClr val="F65C00"/>
      </a:dk2>
      <a:lt2>
        <a:srgbClr val="595756"/>
      </a:lt2>
      <a:accent1>
        <a:srgbClr val="A390A5"/>
      </a:accent1>
      <a:accent2>
        <a:srgbClr val="919C80"/>
      </a:accent2>
      <a:accent3>
        <a:srgbClr val="7A6045"/>
      </a:accent3>
      <a:accent4>
        <a:srgbClr val="5F7B83"/>
      </a:accent4>
      <a:accent5>
        <a:srgbClr val="FAAD7F"/>
      </a:accent5>
      <a:accent6>
        <a:srgbClr val="FDDECC"/>
      </a:accent6>
      <a:hlink>
        <a:srgbClr val="F65C00"/>
      </a:hlink>
      <a:folHlink>
        <a:srgbClr val="F65C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l">
          <a:defRPr sz="1400" dirty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Aft>
            <a:spcPts val="600"/>
          </a:spcAft>
          <a:defRPr sz="1400" b="0" i="0" dirty="0" smtClean="0">
            <a:solidFill>
              <a:schemeClr val="bg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Zoetis_BrandRefresh_PPT_Template_V03C_060921" id="{6C084310-DE42-BA4D-83B7-9B7F41574234}" vid="{9EBF08C2-E1F1-814E-B292-F8506A352ED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622AF3B1B2FC429EC603BDEFC02DA5" ma:contentTypeVersion="16" ma:contentTypeDescription="Create a new document." ma:contentTypeScope="" ma:versionID="dfc2095fe71875f172a7ae101a067a72">
  <xsd:schema xmlns:xsd="http://www.w3.org/2001/XMLSchema" xmlns:xs="http://www.w3.org/2001/XMLSchema" xmlns:p="http://schemas.microsoft.com/office/2006/metadata/properties" xmlns:ns2="b1087e28-9d4c-44f9-ae93-eff76fe62b02" xmlns:ns3="d072c821-6d10-41a8-a5b7-7ca630ca7e58" targetNamespace="http://schemas.microsoft.com/office/2006/metadata/properties" ma:root="true" ma:fieldsID="b1be010a7a4c66fc28b9e912ade094e3" ns2:_="" ns3:_="">
    <xsd:import namespace="b1087e28-9d4c-44f9-ae93-eff76fe62b02"/>
    <xsd:import namespace="d072c821-6d10-41a8-a5b7-7ca630ca7e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087e28-9d4c-44f9-ae93-eff76fe62b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95aae34d-074d-4b1f-9483-a345d613a3e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72c821-6d10-41a8-a5b7-7ca630ca7e58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d0dd906e-5bfa-48dc-aa66-add52a19d77d}" ma:internalName="TaxCatchAll" ma:showField="CatchAllData" ma:web="d072c821-6d10-41a8-a5b7-7ca630ca7e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1087e28-9d4c-44f9-ae93-eff76fe62b02">
      <Terms xmlns="http://schemas.microsoft.com/office/infopath/2007/PartnerControls"/>
    </lcf76f155ced4ddcb4097134ff3c332f>
    <TaxCatchAll xmlns="d072c821-6d10-41a8-a5b7-7ca630ca7e5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7D34B3F-1ED3-48FA-B833-A6CBD0CA0924}">
  <ds:schemaRefs>
    <ds:schemaRef ds:uri="b1087e28-9d4c-44f9-ae93-eff76fe62b02"/>
    <ds:schemaRef ds:uri="d072c821-6d10-41a8-a5b7-7ca630ca7e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A23ACDF-0E85-4A9D-B812-A3C25968C444}">
  <ds:schemaRefs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d072c821-6d10-41a8-a5b7-7ca630ca7e58"/>
    <ds:schemaRef ds:uri="b1087e28-9d4c-44f9-ae93-eff76fe62b02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909BB79-2981-4773-8583-CCC708B17E6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Zoetis_BrandRefresh_PPT_Template_V03C_060921</Template>
  <TotalTime>31</TotalTime>
  <Words>10533</Words>
  <Application>Microsoft Office PowerPoint</Application>
  <PresentationFormat>Presentación en pantalla (16:9)</PresentationFormat>
  <Paragraphs>1691</Paragraphs>
  <Slides>128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128</vt:i4>
      </vt:variant>
    </vt:vector>
  </HeadingPairs>
  <TitlesOfParts>
    <vt:vector size="134" baseType="lpstr">
      <vt:lpstr>ＭＳ Ｐゴシック</vt:lpstr>
      <vt:lpstr>Webdings</vt:lpstr>
      <vt:lpstr>Arial</vt:lpstr>
      <vt:lpstr>Wingdings</vt:lpstr>
      <vt:lpstr>Arial Black</vt:lpstr>
      <vt:lpstr>Zoetis_Masterbrand_PPT-Template_Updated Q12023</vt:lpstr>
      <vt:lpstr>Presentación de PowerPoint</vt:lpstr>
      <vt:lpstr>Split layout with headline on orange</vt:lpstr>
      <vt:lpstr>A few tips to get you started: </vt:lpstr>
      <vt:lpstr>Presentation Title in Arial Bold 48pt</vt:lpstr>
      <vt:lpstr>2025</vt:lpstr>
      <vt:lpstr>Agenda</vt:lpstr>
      <vt:lpstr>HHHHH</vt:lpstr>
      <vt:lpstr>2025</vt:lpstr>
      <vt:lpstr>2025  Executive Summary</vt:lpstr>
      <vt:lpstr>2025 Highlights</vt:lpstr>
      <vt:lpstr>2025</vt:lpstr>
      <vt:lpstr>Presentación de PowerPoint</vt:lpstr>
      <vt:lpstr>2025</vt:lpstr>
      <vt:lpstr>2025</vt:lpstr>
      <vt:lpstr>Supply assumptions</vt:lpstr>
      <vt:lpstr>2025</vt:lpstr>
      <vt:lpstr>Presentation Title in Arial Bold 48pt</vt:lpstr>
      <vt:lpstr>Presentation Title in Arial Bold 48pt</vt:lpstr>
      <vt:lpstr>Presentación de PowerPoint</vt:lpstr>
      <vt:lpstr>Presentación de PowerPoint</vt:lpstr>
      <vt:lpstr>Presentación de PowerPoint</vt:lpstr>
      <vt:lpstr>Presentación de PowerPoint</vt:lpstr>
      <vt:lpstr>Agenda</vt:lpstr>
      <vt:lpstr>Table of Contents</vt:lpstr>
      <vt:lpstr>Agenda</vt:lpstr>
      <vt:lpstr>Editable Executive Summary</vt:lpstr>
      <vt:lpstr>Editable Executive Summary</vt:lpstr>
      <vt:lpstr>Section Title in Arial Bold 48pt</vt:lpstr>
      <vt:lpstr>Section Title in Arial Bold 48pt</vt:lpstr>
      <vt:lpstr>Section Title in Arial Bold 48pt</vt:lpstr>
      <vt:lpstr>Section Title in Arial Bold 48pt</vt:lpstr>
      <vt:lpstr>Section Title in Arial Bold 48pt</vt:lpstr>
      <vt:lpstr>Section Title in Arial Bold 48pt</vt:lpstr>
      <vt:lpstr>Section Title in Arial Bold 48pt</vt:lpstr>
      <vt:lpstr>Headline copy over image</vt:lpstr>
      <vt:lpstr>Split layout with headline on white</vt:lpstr>
      <vt:lpstr>Headline in Arial Bold 32pt</vt:lpstr>
      <vt:lpstr>One Column Layout + Image</vt:lpstr>
      <vt:lpstr>Two Column Layout</vt:lpstr>
      <vt:lpstr>Two Column Layout + Image</vt:lpstr>
      <vt:lpstr>Two Column + Headline on Left</vt:lpstr>
      <vt:lpstr>Two Column + Headline on Left</vt:lpstr>
      <vt:lpstr>Three Column Layout</vt:lpstr>
      <vt:lpstr>Three Column Layout</vt:lpstr>
      <vt:lpstr>Three Column Layout</vt:lpstr>
      <vt:lpstr>Three Column + Icon Use Layout</vt:lpstr>
      <vt:lpstr>Three Column + Icon Use Layout</vt:lpstr>
      <vt:lpstr>Four Column Layout</vt:lpstr>
      <vt:lpstr>Four Column Layout</vt:lpstr>
      <vt:lpstr>Four Column + Icon Use Layout</vt:lpstr>
      <vt:lpstr>Icon Use Layout Example</vt:lpstr>
      <vt:lpstr>Data Highlights</vt:lpstr>
      <vt:lpstr>Presentación de PowerPoint</vt:lpstr>
      <vt:lpstr>Presentación de PowerPoint</vt:lpstr>
      <vt:lpstr>Presentación de PowerPoint</vt:lpstr>
      <vt:lpstr>Presentación de PowerPoint</vt:lpstr>
      <vt:lpstr>Aspirations</vt:lpstr>
      <vt:lpstr>Testimonials and Statements</vt:lpstr>
      <vt:lpstr>Feature Cards</vt:lpstr>
      <vt:lpstr>Table Layout</vt:lpstr>
      <vt:lpstr>Speaker  Firstname Lastname Arial Bold 48pt</vt:lpstr>
      <vt:lpstr>Speaker  Firstname Lastname Arial Bold 48pt</vt:lpstr>
      <vt:lpstr>Panel Discussion</vt:lpstr>
      <vt:lpstr>Leadership Team</vt:lpstr>
      <vt:lpstr>Our Team  </vt:lpstr>
      <vt:lpstr>Organization Chart</vt:lpstr>
      <vt:lpstr>Organization Chart</vt:lpstr>
      <vt:lpstr>Organization Chart:  Text Only</vt:lpstr>
      <vt:lpstr>Roadmap</vt:lpstr>
      <vt:lpstr>Timeline</vt:lpstr>
      <vt:lpstr>6-Column Project Timeline</vt:lpstr>
      <vt:lpstr>6-Column Project Timeline</vt:lpstr>
      <vt:lpstr>Project Timeline</vt:lpstr>
      <vt:lpstr>Stage Timeline</vt:lpstr>
      <vt:lpstr>2 Column Scorecard</vt:lpstr>
      <vt:lpstr>3 Column Scorecard and Legend</vt:lpstr>
      <vt:lpstr>6 Column Summaries and Scorecards</vt:lpstr>
      <vt:lpstr>5 Column Summaries and Scorecards</vt:lpstr>
      <vt:lpstr>QR code, footnotes and flags</vt:lpstr>
      <vt:lpstr>THANK YOU</vt:lpstr>
      <vt:lpstr>Sample Layouts with Content </vt:lpstr>
      <vt:lpstr>To nurture  our world and humankind by advancing care  for animals</vt:lpstr>
      <vt:lpstr>Advancing care through innovation</vt:lpstr>
      <vt:lpstr>About our company</vt:lpstr>
      <vt:lpstr>Driven to Care</vt:lpstr>
      <vt:lpstr>Animal health diagnostics portfolio  </vt:lpstr>
      <vt:lpstr>Leadership in product lifecycle innovation </vt:lpstr>
      <vt:lpstr>Appendix: Template Guides and Assets</vt:lpstr>
      <vt:lpstr>The Rail</vt:lpstr>
      <vt:lpstr>Color Palette</vt:lpstr>
      <vt:lpstr>Categorization Example</vt:lpstr>
      <vt:lpstr>Categorization Example</vt:lpstr>
      <vt:lpstr>Column Charts </vt:lpstr>
      <vt:lpstr>Column Charts</vt:lpstr>
      <vt:lpstr>Bar Chart</vt:lpstr>
      <vt:lpstr>Stacked Columns</vt:lpstr>
      <vt:lpstr>Stacked Columns</vt:lpstr>
      <vt:lpstr>Stacked Columns</vt:lpstr>
      <vt:lpstr>Pie Charts</vt:lpstr>
      <vt:lpstr>Pie Charts</vt:lpstr>
      <vt:lpstr>Pie Charts</vt:lpstr>
      <vt:lpstr>Visualizing Percentages</vt:lpstr>
      <vt:lpstr>Visualizing Percentages</vt:lpstr>
      <vt:lpstr>General Icons</vt:lpstr>
      <vt:lpstr>General Icons</vt:lpstr>
      <vt:lpstr>General Icons</vt:lpstr>
      <vt:lpstr>General Icons</vt:lpstr>
      <vt:lpstr>General Icons</vt:lpstr>
      <vt:lpstr>General Icons</vt:lpstr>
      <vt:lpstr>General Icons</vt:lpstr>
      <vt:lpstr>General Icons</vt:lpstr>
      <vt:lpstr>General Icons</vt:lpstr>
      <vt:lpstr>General Icons</vt:lpstr>
      <vt:lpstr>General Icons</vt:lpstr>
      <vt:lpstr>General Icons</vt:lpstr>
      <vt:lpstr>Animal  Icons</vt:lpstr>
      <vt:lpstr>Animal  Icons</vt:lpstr>
      <vt:lpstr>General Illustrations</vt:lpstr>
      <vt:lpstr>General Illustrations</vt:lpstr>
      <vt:lpstr>General Illustrations</vt:lpstr>
      <vt:lpstr>General Illustrations</vt:lpstr>
      <vt:lpstr>Animal Illustrations</vt:lpstr>
      <vt:lpstr>Animal Illustrations</vt:lpstr>
      <vt:lpstr>Animal Illustrations</vt:lpstr>
      <vt:lpstr>Animal Illustrations</vt:lpstr>
      <vt:lpstr>Illustration Use Layout Example</vt:lpstr>
      <vt:lpstr>Illustration Use Layout Example</vt:lpstr>
      <vt:lpstr>Illustration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Zoetis  PowerPoint Template.</dc:title>
  <dc:creator>Tellers, Daniel</dc:creator>
  <cp:lastModifiedBy>Cuellar, Juan C</cp:lastModifiedBy>
  <cp:revision>7</cp:revision>
  <dcterms:created xsi:type="dcterms:W3CDTF">2021-06-09T20:35:26Z</dcterms:created>
  <dcterms:modified xsi:type="dcterms:W3CDTF">2026-10-22T06:41:16Z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0x01010029622AF3B1B2FC429EC603BDEFC02DA5</vt:lpwstr>
  </property>
  <property fmtid="{D5CDD505-2E9C-101B-9397-08002B2CF9AE}" pid="3" name="MediaServiceImageTags">
    <vt:lpwstr/>
  </property>
  <property fmtid="{D5CDD505-2E9C-101B-9397-08002B2CF9AE}" pid="4" name="MSIP_Label_0ce2e18c-5cc3-4bbe-910f-0e8243a09a3a_Enabled">
    <vt:lpwstr>true</vt:lpwstr>
  </property>
  <property fmtid="{D5CDD505-2E9C-101B-9397-08002B2CF9AE}" pid="5" name="MSIP_Label_0ce2e18c-5cc3-4bbe-910f-0e8243a09a3a_SetDate">
    <vt:lpwstr>2026-10-22T06:39:48Z</vt:lpwstr>
  </property>
  <property fmtid="{D5CDD505-2E9C-101B-9397-08002B2CF9AE}" pid="6" name="MSIP_Label_0ce2e18c-5cc3-4bbe-910f-0e8243a09a3a_Method">
    <vt:lpwstr>Privileged</vt:lpwstr>
  </property>
  <property fmtid="{D5CDD505-2E9C-101B-9397-08002B2CF9AE}" pid="7" name="MSIP_Label_0ce2e18c-5cc3-4bbe-910f-0e8243a09a3a_Name">
    <vt:lpwstr>Public</vt:lpwstr>
  </property>
  <property fmtid="{D5CDD505-2E9C-101B-9397-08002B2CF9AE}" pid="8" name="MSIP_Label_0ce2e18c-5cc3-4bbe-910f-0e8243a09a3a_SiteId">
    <vt:lpwstr>a10ba484-6331-40ee-b0ab-cb737ca60a80</vt:lpwstr>
  </property>
  <property fmtid="{D5CDD505-2E9C-101B-9397-08002B2CF9AE}" pid="9" name="MSIP_Label_0ce2e18c-5cc3-4bbe-910f-0e8243a09a3a_ActionId">
    <vt:lpwstr>54493dd7-d8f1-4f1c-a639-80a9f5fc244f</vt:lpwstr>
  </property>
  <property fmtid="{D5CDD505-2E9C-101B-9397-08002B2CF9AE}" pid="10" name="MSIP_Label_0ce2e18c-5cc3-4bbe-910f-0e8243a09a3a_ContentBits">
    <vt:lpwstr>0</vt:lpwstr>
  </property>
  <property fmtid="{D5CDD505-2E9C-101B-9397-08002B2CF9AE}" pid="11" name="MSIP_Label_0ce2e18c-5cc3-4bbe-910f-0e8243a09a3a_Tag">
    <vt:lpwstr>10, 0, 1, 1</vt:lpwstr>
  </property>
</Properties>
</file>