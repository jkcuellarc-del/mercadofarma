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7.svg" ContentType="image/svg+xml"/>
  <Override PartName="/ppt/media/image3.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79.svg" ContentType="image/svg+xml"/>
  <Override PartName="/ppt/media/image8.svg" ContentType="image/svg+xml"/>
  <Override PartName="/ppt/media/image81.svg" ContentType="image/svg+xml"/>
  <Override PartName="/ppt/media/image8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4"/>
  </p:sldMasterIdLst>
  <p:notesMasterIdLst>
    <p:notesMasterId r:id="rId133"/>
  </p:notesMasterIdLst>
  <p:handoutMasterIdLst>
    <p:handoutMasterId r:id="rId134"/>
  </p:handoutMasterIdLst>
  <p:sldIdLst>
    <p:sldId id="2145706654" r:id="rId9"/>
    <p:sldId id="2147473560" r:id="rId11"/>
    <p:sldId id="2145705834" r:id="rId56"/>
    <p:sldId id="2145705767" r:id="rId53"/>
    <p:sldId id="2147473503" r:id="rId30"/>
    <p:sldId id="2147483234" r:id="rId12"/>
    <p:sldId id="2147483242" r:id="rId148"/>
    <p:sldId id="2147473542" r:id="rId64"/>
    <p:sldId id="2145705813" r:id="rId20"/>
    <p:sldId id="2147483239" r:id="rId145"/>
    <p:sldId id="2147483240" r:id="rId146"/>
    <p:sldId id="2147483243" r:id="rId149"/>
    <p:sldId id="2147483237" r:id="rId17"/>
    <p:sldId id="2147473493" r:id="rId41"/>
    <p:sldId id="2147483241" r:id="rId147"/>
    <p:sldId id="2147473533" r:id="rId51"/>
    <p:sldId id="2145705779" r:id="rId69"/>
  </p:sldIdLst>
  <p:sldSz cx="9144000" cy="5143500" type="screen16x9"/>
  <p:notesSz cx="6858000" cy="9144000"/>
  <p:embeddedFontLst>
    <p:embeddedFont>
      <p:font typeface="ＭＳ Ｐゴシック" panose="020B0600070205080204" pitchFamily="34" charset="-128"/>
      <p:regular r:id="rId135"/>
    </p:embeddedFont>
    <p:embeddedFont>
      <p:font typeface="Arial Black" panose="020B0A04020102020204" pitchFamily="34" charset="0"/>
      <p:bold r:id="rId136"/>
    </p:embeddedFont>
    <p:embeddedFont>
      <p:font typeface="Webdings" panose="05030102010509060703" pitchFamily="18" charset="2"/>
      <p:regular r:id="rId137"/>
    </p:embeddedFont>
  </p:embeddedFont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DDFE59-48ED-15DF-B514-612D24EDE383}" name="Osekavage, Susan" initials="OS" userId="S::susan.osekavage@zoetis.com::99e910e9-d6c9-45d4-a73c-28fb2619b8a6" providerId="AD"/>
  <p188:author id="{51728C60-66E2-732B-09D9-12236200BE2E}" name="Tellers, Daniel" initials="TD" userId="S::daniel.tellers@zoetis.com::5eedbe0c-94c9-46d8-8de6-f70e52cb513b" providerId="AD"/>
  <p188:author id="{D287077E-15C2-CA41-8AD1-F86FE98ED072}" name="Ferran Astorga, Jeannette" initials="FAJ" userId="S::jeannette.ferranastorga@zoetis.com::6a0c607c-c0fd-493f-97c9-84ac4da50bd7" providerId="AD"/>
  <p188:author id="{F10C00B1-D2E2-3F8D-52EB-D97FD974053F}" name="Lood, Christina" initials="LC" userId="S::christina.lood@zoetis.com::b6939d94-1dfd-4ecb-b1a7-3365def9c2d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lair Sherry" initials="BS" lastIdx="20" clrIdx="0">
    <p:extLst>
      <p:ext uri="{19B8F6BF-5375-455C-9EA6-DF929625EA0E}">
        <p15:presenceInfo xmlns:p15="http://schemas.microsoft.com/office/powerpoint/2012/main" userId="S::bsherry@cspace.com::c56a01f0-e6e0-46a6-ac74-205c923d84d6" providerId="AD"/>
      </p:ext>
    </p:extLst>
  </p:cmAuthor>
  <p:cmAuthor id="2" name="Tellers, Daniel" initials="TD" lastIdx="25" clrIdx="1">
    <p:extLst>
      <p:ext uri="{19B8F6BF-5375-455C-9EA6-DF929625EA0E}">
        <p15:presenceInfo xmlns:p15="http://schemas.microsoft.com/office/powerpoint/2012/main" userId="S::daniel.tellers@zoetis.com::5eedbe0c-94c9-46d8-8de6-f70e52cb513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DCC"/>
    <a:srgbClr val="FDDECC"/>
    <a:srgbClr val="FAAD7F"/>
    <a:srgbClr val="5F7B83"/>
    <a:srgbClr val="7A6045"/>
    <a:srgbClr val="919C80"/>
    <a:srgbClr val="A390A5"/>
    <a:srgbClr val="E6E6E6"/>
    <a:srgbClr val="7F7F7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CBAA07-D020-40D9-93F1-B446AF4F632C}" v="1" dt="2026-10-22T06:40:05.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12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9"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6.xml"/><Relationship Id="rId17" Type="http://schemas.openxmlformats.org/officeDocument/2006/relationships/slide" Target="slides/slide13.xml"/><Relationship Id="rId20" Type="http://schemas.openxmlformats.org/officeDocument/2006/relationships/slide" Target="slides/slide9.xml"/><Relationship Id="rId30" Type="http://schemas.openxmlformats.org/officeDocument/2006/relationships/slide" Target="slides/slide5.xml"/><Relationship Id="rId41" Type="http://schemas.openxmlformats.org/officeDocument/2006/relationships/slide" Target="slides/slide14.xml"/><Relationship Id="rId51" Type="http://schemas.openxmlformats.org/officeDocument/2006/relationships/slide" Target="slides/slide16.xml"/><Relationship Id="rId53" Type="http://schemas.openxmlformats.org/officeDocument/2006/relationships/slide" Target="slides/slide4.xml"/><Relationship Id="rId56" Type="http://schemas.openxmlformats.org/officeDocument/2006/relationships/slide" Target="slides/slide3.xml"/><Relationship Id="rId64" Type="http://schemas.openxmlformats.org/officeDocument/2006/relationships/slide" Target="slides/slide8.xml"/><Relationship Id="rId69" Type="http://schemas.openxmlformats.org/officeDocument/2006/relationships/slide" Target="slides/slide17.xml"/><Relationship Id="rId133" Type="http://schemas.openxmlformats.org/officeDocument/2006/relationships/notesMaster" Target="notesMasters/notesMaster1.xml"/><Relationship Id="rId134" Type="http://schemas.openxmlformats.org/officeDocument/2006/relationships/handoutMaster" Target="handoutMasters/handoutMaster1.xml"/><Relationship Id="rId135" Type="http://schemas.openxmlformats.org/officeDocument/2006/relationships/font" Target="fonts/font1.fntdata"/><Relationship Id="rId136" Type="http://schemas.openxmlformats.org/officeDocument/2006/relationships/font" Target="fonts/font2.fntdata"/><Relationship Id="rId137" Type="http://schemas.openxmlformats.org/officeDocument/2006/relationships/font" Target="fonts/font3.fntdata"/><Relationship Id="rId138" Type="http://schemas.openxmlformats.org/officeDocument/2006/relationships/commentAuthors" Target="commentAuthors.xml"/><Relationship Id="rId139" Type="http://schemas.openxmlformats.org/officeDocument/2006/relationships/presProps" Target="presProps.xml"/><Relationship Id="rId140" Type="http://schemas.openxmlformats.org/officeDocument/2006/relationships/viewProps" Target="viewProps.xml"/><Relationship Id="rId141" Type="http://schemas.openxmlformats.org/officeDocument/2006/relationships/theme" Target="theme/theme1.xml"/><Relationship Id="rId142" Type="http://schemas.openxmlformats.org/officeDocument/2006/relationships/tableStyles" Target="tableStyles.xml"/><Relationship Id="rId143" Type="http://schemas.microsoft.com/office/2015/10/relationships/revisionInfo" Target="revisionInfo.xml"/><Relationship Id="rId144" Type="http://schemas.microsoft.com/office/2018/10/relationships/authors" Target="authors.xml"/><Relationship Id="rId145" Type="http://schemas.openxmlformats.org/officeDocument/2006/relationships/slide" Target="slides/slide10.xml"/><Relationship Id="rId146" Type="http://schemas.openxmlformats.org/officeDocument/2006/relationships/slide" Target="slides/slide11.xml"/><Relationship Id="rId147" Type="http://schemas.openxmlformats.org/officeDocument/2006/relationships/slide" Target="slides/slide15.xml"/><Relationship Id="rId148" Type="http://schemas.openxmlformats.org/officeDocument/2006/relationships/slide" Target="slides/slide7.xml"/><Relationship Id="rId14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F65C00"/>
                </a:solidFill>
                <a:latin typeface="Arial"/>
              </a:rPr>
              <a:t>Mercado</a:t>
            </a:r>
          </a:p>
        </c:rich>
      </c:tx>
      <c:layout/>
      <c:overlay val="0"/>
    </c:title>
    <c:autoTitleDeleted val="0"/>
    <c:plotArea>
      <c:barChart>
        <c:barDir val="bar"/>
        <c:grouping val="clustered"/>
        <c:ser>
          <c:idx val="0"/>
          <c:order val="0"/>
          <c:tx>
            <c:strRef>
              <c:f>Sheet1!$B$1</c:f>
              <c:strCache>
                <c:ptCount val="1"/>
                <c:pt idx="0">
                  <c:v>Mercado</c:v>
                </c:pt>
              </c:strCache>
            </c:strRef>
          </c:tx>
          <c:dPt>
            <c:idx val="0"/>
            <c:spPr>
              <a:solidFill>
                <a:srgbClr val="919C80"/>
              </a:solidFill>
            </c:spPr>
          </c:dPt>
          <c:dPt>
            <c:idx val="1"/>
            <c:spPr>
              <a:solidFill>
                <a:srgbClr val="919C80"/>
              </a:solidFill>
            </c:spPr>
          </c:dPt>
          <c:dPt>
            <c:idx val="2"/>
            <c:spPr>
              <a:solidFill>
                <a:srgbClr val="F65C00"/>
              </a:solidFill>
            </c:spPr>
          </c:dPt>
          <c:dPt>
            <c:idx val="3"/>
            <c:spPr>
              <a:solidFill>
                <a:srgbClr val="F65C00"/>
              </a:solidFill>
            </c:spPr>
          </c:dPt>
          <c:dPt>
            <c:idx val="4"/>
            <c:spPr>
              <a:solidFill>
                <a:srgbClr val="F65C00"/>
              </a:solidFill>
            </c:spPr>
          </c:dPt>
          <c:dPt>
            <c:idx val="5"/>
            <c:spPr>
              <a:solidFill>
                <a:srgbClr val="F65C00"/>
              </a:solidFill>
            </c:spPr>
          </c:dPt>
          <c:dPt>
            <c:idx val="6"/>
            <c:spPr>
              <a:solidFill>
                <a:srgbClr val="F65C00"/>
              </a:solidFill>
            </c:spPr>
          </c:dPt>
          <c:cat>
            <c:strRef>
              <c:f>Sheet1!$A$2:$A$8</c:f>
              <c:strCache>
                <c:ptCount val="7"/>
                <c:pt idx="0">
                  <c:v>Año anterior</c:v>
                </c:pt>
                <c:pt idx="1">
                  <c:v>Promedio de la especie</c:v>
                </c:pt>
                <c:pt idx="2">
                  <c:v>Regresión lineal</c:v>
                </c:pt>
                <c:pt idx="3">
                  <c:v>Random Forest</c:v>
                </c:pt>
                <c:pt idx="4">
                  <c:v>K vecinos</c:v>
                </c:pt>
                <c:pt idx="5">
                  <c:v>Modelo B</c:v>
                </c:pt>
                <c:pt idx="6">
                  <c:v>Modelo A</c:v>
                </c:pt>
              </c:strCache>
            </c:strRef>
          </c:cat>
          <c:val>
            <c:numRef>
              <c:f>Sheet1!$B$2:$B$8</c:f>
              <c:numCache>
                <c:formatCode>General</c:formatCode>
                <c:ptCount val="7"/>
                <c:pt idx="0">
                  <c:v>8.4</c:v>
                </c:pt>
                <c:pt idx="1">
                  <c:v>8.7</c:v>
                </c:pt>
                <c:pt idx="2">
                  <c:v>15.2</c:v>
                </c:pt>
                <c:pt idx="3">
                  <c:v>7.7</c:v>
                </c:pt>
                <c:pt idx="4">
                  <c:v>5.9</c:v>
                </c:pt>
                <c:pt idx="5">
                  <c:v>7.2</c:v>
                </c:pt>
                <c:pt idx="6">
                  <c:v>9.2</c:v>
                </c:pt>
              </c:numCache>
            </c:numRef>
          </c:val>
        </c:ser>
        <c:dLbls>
          <c:numFmt formatCode="0.0" sourceLinked="0"/>
          <c:txPr>
            <a:bodyPr/>
            <a:lstStyle/>
            <a:p>
              <a:pPr>
                <a:defRPr sz="1000">
                  <a:solidFill>
                    <a:srgbClr val="3A3A3A"/>
                  </a:solidFill>
                  <a:latin typeface="Aria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000">
                <a:solidFill>
                  <a:srgbClr val="3A3A3A"/>
                </a:solidFill>
                <a:latin typeface="Arial"/>
              </a:defRPr>
            </a:pPr>
          </a:p>
        </c:txPr>
        <c:crossAx val="-2113994440"/>
        <c:crosses val="autoZero"/>
        <c:auto val="1"/>
        <c:lblAlgn val="ctr"/>
        <c:lblOffset val="100"/>
        <c:noMultiLvlLbl val="0"/>
      </c:catAx>
      <c:valAx>
        <c:axId val="-2113994440"/>
        <c:scaling>
          <c:max val="18.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F65C00"/>
                </a:solidFill>
                <a:latin typeface="Arial"/>
              </a:rPr>
              <a:t>Laboratorio</a:t>
            </a:r>
          </a:p>
        </c:rich>
      </c:tx>
      <c:layout/>
      <c:overlay val="0"/>
    </c:title>
    <c:autoTitleDeleted val="0"/>
    <c:plotArea>
      <c:barChart>
        <c:barDir val="bar"/>
        <c:grouping val="clustered"/>
        <c:ser>
          <c:idx val="0"/>
          <c:order val="0"/>
          <c:tx>
            <c:strRef>
              <c:f>Sheet1!$B$1</c:f>
              <c:strCache>
                <c:ptCount val="1"/>
                <c:pt idx="0">
                  <c:v>Laboratorio</c:v>
                </c:pt>
              </c:strCache>
            </c:strRef>
          </c:tx>
          <c:dPt>
            <c:idx val="0"/>
            <c:spPr>
              <a:solidFill>
                <a:srgbClr val="919C80"/>
              </a:solidFill>
            </c:spPr>
          </c:dPt>
          <c:dPt>
            <c:idx val="1"/>
            <c:spPr>
              <a:solidFill>
                <a:srgbClr val="919C80"/>
              </a:solidFill>
            </c:spPr>
          </c:dPt>
          <c:dPt>
            <c:idx val="2"/>
            <c:spPr>
              <a:solidFill>
                <a:srgbClr val="F65C00"/>
              </a:solidFill>
            </c:spPr>
          </c:dPt>
          <c:dPt>
            <c:idx val="3"/>
            <c:spPr>
              <a:solidFill>
                <a:srgbClr val="F65C00"/>
              </a:solidFill>
            </c:spPr>
          </c:dPt>
          <c:dPt>
            <c:idx val="4"/>
            <c:spPr>
              <a:solidFill>
                <a:srgbClr val="F65C00"/>
              </a:solidFill>
            </c:spPr>
          </c:dPt>
          <c:dPt>
            <c:idx val="5"/>
            <c:spPr>
              <a:solidFill>
                <a:srgbClr val="F65C00"/>
              </a:solidFill>
            </c:spPr>
          </c:dPt>
          <c:dPt>
            <c:idx val="6"/>
            <c:spPr>
              <a:solidFill>
                <a:srgbClr val="F65C00"/>
              </a:solidFill>
            </c:spPr>
          </c:dPt>
          <c:cat>
            <c:strRef>
              <c:f>Sheet1!$A$2:$A$8</c:f>
              <c:strCache>
                <c:ptCount val="7"/>
                <c:pt idx="0">
                  <c:v>Año anterior</c:v>
                </c:pt>
                <c:pt idx="1">
                  <c:v>Promedio de la especie</c:v>
                </c:pt>
                <c:pt idx="2">
                  <c:v>Regresión lineal</c:v>
                </c:pt>
                <c:pt idx="3">
                  <c:v>Random Forest</c:v>
                </c:pt>
                <c:pt idx="4">
                  <c:v>K vecinos</c:v>
                </c:pt>
                <c:pt idx="5">
                  <c:v>Modelo B</c:v>
                </c:pt>
                <c:pt idx="6">
                  <c:v>Modelo A</c:v>
                </c:pt>
              </c:strCache>
            </c:strRef>
          </c:cat>
          <c:val>
            <c:numRef>
              <c:f>Sheet1!$B$2:$B$8</c:f>
              <c:numCache>
                <c:formatCode>General</c:formatCode>
                <c:ptCount val="7"/>
                <c:pt idx="0">
                  <c:v>6.3</c:v>
                </c:pt>
                <c:pt idx="1">
                  <c:v>4.1</c:v>
                </c:pt>
                <c:pt idx="2">
                  <c:v>11.2</c:v>
                </c:pt>
                <c:pt idx="3">
                  <c:v>3.6</c:v>
                </c:pt>
                <c:pt idx="4">
                  <c:v>5.4</c:v>
                </c:pt>
                <c:pt idx="5">
                  <c:v>3.7</c:v>
                </c:pt>
                <c:pt idx="6">
                  <c:v>4.4</c:v>
                </c:pt>
              </c:numCache>
            </c:numRef>
          </c:val>
        </c:ser>
        <c:dLbls>
          <c:numFmt formatCode="0.0" sourceLinked="0"/>
          <c:txPr>
            <a:bodyPr/>
            <a:lstStyle/>
            <a:p>
              <a:pPr>
                <a:defRPr sz="1000">
                  <a:solidFill>
                    <a:srgbClr val="3A3A3A"/>
                  </a:solidFill>
                  <a:latin typeface="Aria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000">
                <a:solidFill>
                  <a:srgbClr val="3A3A3A"/>
                </a:solidFill>
                <a:latin typeface="Arial"/>
              </a:defRPr>
            </a:pPr>
          </a:p>
        </c:txPr>
        <c:crossAx val="-2113994440"/>
        <c:crosses val="autoZero"/>
        <c:auto val="1"/>
        <c:lblAlgn val="ctr"/>
        <c:lblOffset val="100"/>
        <c:noMultiLvlLbl val="0"/>
      </c:catAx>
      <c:valAx>
        <c:axId val="-2113994440"/>
        <c:scaling>
          <c:max val="18.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D972B6-2CF4-A943-AF17-8A78A58119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C54D32C0-C8C6-1C49-9EAB-65BD00FD6C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181187F-C795-E148-8368-D4BA73E50D8D}" type="datetimeFigureOut">
              <a:rPr lang="en-US" smtClean="0">
                <a:latin typeface="Arial" panose="020B0604020202020204" pitchFamily="34" charset="0"/>
              </a:rPr>
              <a:t>10/22/2026</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A03265A3-4583-5F4F-A155-0D57DE06AC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C38546BB-FEF2-404F-B309-5ED2C101A8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38085F-4B61-1D41-8BB9-E609D8100936}" type="slidenum">
              <a:rPr lang="en-US" smtClean="0">
                <a:latin typeface="Arial" panose="020B0604020202020204" pitchFamily="34" charset="0"/>
              </a:rPr>
              <a:t>‹Nº›</a:t>
            </a:fld>
            <a:endParaRPr lang="en-US">
              <a:latin typeface="Arial" panose="020B0604020202020204" pitchFamily="34" charset="0"/>
            </a:endParaRPr>
          </a:p>
        </p:txBody>
      </p:sp>
    </p:spTree>
    <p:extLst>
      <p:ext uri="{BB962C8B-B14F-4D97-AF65-F5344CB8AC3E}">
        <p14:creationId xmlns:p14="http://schemas.microsoft.com/office/powerpoint/2010/main" val="1204589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D82B405-6802-4448-ACDD-08D54EBCBE60}" type="datetimeFigureOut">
              <a:rPr lang="en-US" smtClean="0"/>
              <a:pPr/>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0EEF5642-7E98-C84C-AB8E-32F9FB1FE0F7}" type="slidenum">
              <a:rPr lang="en-US" smtClean="0"/>
              <a:pPr/>
              <a:t>‹Nº›</a:t>
            </a:fld>
            <a:endParaRPr lang="en-US"/>
          </a:p>
        </p:txBody>
      </p:sp>
    </p:spTree>
    <p:extLst>
      <p:ext uri="{BB962C8B-B14F-4D97-AF65-F5344CB8AC3E}">
        <p14:creationId xmlns:p14="http://schemas.microsoft.com/office/powerpoint/2010/main" val="971804506"/>
      </p:ext>
    </p:extLst>
  </p:cSld>
  <p:clrMap bg1="lt1" tx1="dk1" bg2="lt2" tx2="dk2" accent1="accent1" accent2="accent2" accent3="accent3" accent4="accent4" accent5="accent5" accent6="accent6" hlink="hlink" folHlink="folHlink"/>
  <p:notesStyle>
    <a:lvl1pPr marL="0" algn="l" defTabSz="685800" rtl="0" eaLnBrk="1" latinLnBrk="0" hangingPunct="1">
      <a:defRPr sz="900" b="0" i="0" kern="1200">
        <a:solidFill>
          <a:schemeClr val="tx1"/>
        </a:solidFill>
        <a:latin typeface="Arial" panose="020B0604020202020204" pitchFamily="34" charset="0"/>
        <a:ea typeface="+mn-ea"/>
        <a:cs typeface="+mn-cs"/>
      </a:defRPr>
    </a:lvl1pPr>
    <a:lvl2pPr marL="342900" algn="l" defTabSz="685800" rtl="0" eaLnBrk="1" latinLnBrk="0" hangingPunct="1">
      <a:defRPr sz="900" b="0" i="0" kern="1200">
        <a:solidFill>
          <a:schemeClr val="tx1"/>
        </a:solidFill>
        <a:latin typeface="Arial" panose="020B0604020202020204" pitchFamily="34" charset="0"/>
        <a:ea typeface="+mn-ea"/>
        <a:cs typeface="+mn-cs"/>
      </a:defRPr>
    </a:lvl2pPr>
    <a:lvl3pPr marL="685800" algn="l" defTabSz="685800" rtl="0" eaLnBrk="1" latinLnBrk="0" hangingPunct="1">
      <a:defRPr sz="900" b="0" i="0" kern="1200">
        <a:solidFill>
          <a:schemeClr val="tx1"/>
        </a:solidFill>
        <a:latin typeface="Arial" panose="020B0604020202020204" pitchFamily="34" charset="0"/>
        <a:ea typeface="+mn-ea"/>
        <a:cs typeface="+mn-cs"/>
      </a:defRPr>
    </a:lvl3pPr>
    <a:lvl4pPr marL="1028700" algn="l" defTabSz="685800" rtl="0" eaLnBrk="1" latinLnBrk="0" hangingPunct="1">
      <a:defRPr sz="900" b="0" i="0" kern="1200">
        <a:solidFill>
          <a:schemeClr val="tx1"/>
        </a:solidFill>
        <a:latin typeface="Arial" panose="020B0604020202020204" pitchFamily="34" charset="0"/>
        <a:ea typeface="+mn-ea"/>
        <a:cs typeface="+mn-cs"/>
      </a:defRPr>
    </a:lvl4pPr>
    <a:lvl5pPr marL="1371600" algn="l" defTabSz="685800" rtl="0" eaLnBrk="1" latinLnBrk="0" hangingPunct="1">
      <a:defRPr sz="900" b="0" i="0" kern="1200">
        <a:solidFill>
          <a:schemeClr val="tx1"/>
        </a:solidFill>
        <a:latin typeface="Arial" panose="020B0604020202020204" pitchFamily="34" charset="0"/>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 Saludo y objetivo: responder cuánto crecerá en 2027 el mercado de salud animal en Colombia, Zoetis y cada especie.</a:t>
            </a:r>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97218F1A-901A-453E-BC3F-E8265C0F2C4D}"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58517226"/>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Con el examen sellado de enero a junio de 2026, el modelo A no superó a los métodos sencillos en el mercado (9,2 frente a 8,7 y 8,4). El modelo B, Gradient Boosting, tuvo menor error (7,2 y 3,7), pero se incorporó después de ver el examen, por lo que su error real puede ser mayor. K vecinos, Random Forest y regresión lineal se midieron después, en una consulta solo informativa.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Transición.</a:t>
            </a:r>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7</a:t>
            </a:fld>
            <a:endParaRPr lang="en-US"/>
          </a:p>
        </p:txBody>
      </p:sp>
    </p:spTree>
    <p:extLst>
      <p:ext uri="{BB962C8B-B14F-4D97-AF65-F5344CB8AC3E}">
        <p14:creationId xmlns:p14="http://schemas.microsoft.com/office/powerpoint/2010/main" val="987289074"/>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Cinco grupos de datos. La TRM se probó y no mostró señal; la población de perros y gatos se descartó. Fuentes completas en el Anexo A del informe.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Zoetis es una multinacional de salud animal con más de 70 años de historia, independiente desde 2013, con productos en más de 100 países. Cifras aproximadas tomadas de documentos públicos de la compañía (10-K); confirmar contra el informe anual vigente antes de la sustentación.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En Colombia, Zoetis ofrece portafolio para animales de compañía, ganadería (bovinos), porcicultura y aves. Es el líder del mercado en cerdos.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La pregunta nace de una decisión real: el plan financiero, el forecast, la cuota de comisiones y los acuerdos con distribuidores dependen de cuánto crezca el mercado.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13</a:t>
            </a:fld>
            <a:endParaRPr lang="en-US"/>
          </a:p>
        </p:txBody>
      </p:sp>
    </p:spTree>
    <p:extLst>
      <p:ext uri="{BB962C8B-B14F-4D97-AF65-F5344CB8AC3E}">
        <p14:creationId xmlns:p14="http://schemas.microsoft.com/office/powerpoint/2010/main" val="21587134"/>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Resumen de las columnas. Los vacíos de precios (68 % a 85 %) y de perros y gatos (70 %) son estructurales. El crecimiento del Laboratorio está vacío antes de tener 12 meses de venta.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Cinco de los diez modelos probados, con sus parámetros elegidos y el error en validación. El modelo A salió elegido por la regla declarada de antemano (más simple dentro de un error estándar del mejor). La regresión lineal sin regularizar se sobreajusta (13 puntos de error en el mercado).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16</a:t>
            </a:fld>
            <a:endParaRPr lang="en-US"/>
          </a:p>
        </p:txBody>
      </p:sp>
    </p:spTree>
    <p:extLst>
      <p:ext uri="{BB962C8B-B14F-4D97-AF65-F5344CB8AC3E}">
        <p14:creationId xmlns:p14="http://schemas.microsoft.com/office/powerpoint/2010/main" val="4039268460"/>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Lectura honesta: las variables económicas y de precios explican poco del crecimiento. Por eso se presentan dos modelos como rango y se declara un margen de error de unos 5 puntos.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Demostración: mover la inflación o el precio del cerdo y mostrar cómo cambian el rango y el escenario por especie. Se publica como página web (GitHub Pages o artefacto).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El mercado crecería entre 13,7 % y 15,4 % en 2027 y Zoetis entre 20,6 % y 22,3 %. Por especie, cerdos es la de mayor crecimiento y bovinos la de menor para Zoetis (cerca de 5 %).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Respuesta a la pregunta: el mercado crecería entre 13,7 % y 15,4 % y Zoetis entre 20,6 % y 22,3 % en 2027. Recomendaciones: usar el rango como referencia, conocer sus límites y revalidar en el primer trimestre de 2027 con los datos de julio a diciembre de 2026.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Cierre y preguntas. Tiempo total estimado: 15 minutos.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svg"/><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emf"/></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sv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7.emf"/></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emf"/></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Photography">
    <p:bg>
      <p:bgRef idx="1001">
        <a:schemeClr val="bg1"/>
      </p:bgRef>
    </p:bg>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E4967F4E-719C-6B42-932D-98730D55070B}"/>
              </a:ext>
            </a:extLst>
          </p:cNvPr>
          <p:cNvSpPr>
            <a:spLocks noGrp="1"/>
          </p:cNvSpPr>
          <p:nvPr>
            <p:ph type="pic" sz="quarter" idx="10" hasCustomPrompt="1"/>
          </p:nvPr>
        </p:nvSpPr>
        <p:spPr>
          <a:xfrm>
            <a:off x="0" y="0"/>
            <a:ext cx="9144000" cy="5143500"/>
          </a:xfrm>
          <a:solidFill>
            <a:schemeClr val="bg2">
              <a:lumMod val="20000"/>
              <a:lumOff val="80000"/>
            </a:schemeClr>
          </a:solidFill>
        </p:spPr>
        <p:txBody>
          <a:bodyPr/>
          <a:lstStyle>
            <a:lvl1pPr marL="0" indent="0">
              <a:buNone/>
              <a:defRPr i="1">
                <a:solidFill>
                  <a:schemeClr val="bg2"/>
                </a:solidFill>
              </a:defRPr>
            </a:lvl1pPr>
          </a:lstStyle>
          <a:p>
            <a:r>
              <a:rPr lang="en-US"/>
              <a:t>Add background image, send to back and adjust crop as needed.</a:t>
            </a:r>
          </a:p>
        </p:txBody>
      </p:sp>
      <p:pic>
        <p:nvPicPr>
          <p:cNvPr id="6" name="Picture 5">
            <a:extLst>
              <a:ext uri="{FF2B5EF4-FFF2-40B4-BE49-F238E27FC236}">
                <a16:creationId xmlns:a16="http://schemas.microsoft.com/office/drawing/2014/main" id="{4FC21F57-41B0-AB4F-AF30-2FE21073B2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7" name="Subtitle 2">
            <a:extLst>
              <a:ext uri="{FF2B5EF4-FFF2-40B4-BE49-F238E27FC236}">
                <a16:creationId xmlns:a16="http://schemas.microsoft.com/office/drawing/2014/main" id="{82562381-0EA8-E940-A0FD-D279D35D4745}"/>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bg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9" name="Title 3">
            <a:extLst>
              <a:ext uri="{FF2B5EF4-FFF2-40B4-BE49-F238E27FC236}">
                <a16:creationId xmlns:a16="http://schemas.microsoft.com/office/drawing/2014/main" id="{9994BFCD-30EE-7448-947E-D7A05A797759}"/>
              </a:ext>
            </a:extLst>
          </p:cNvPr>
          <p:cNvSpPr>
            <a:spLocks noGrp="1"/>
          </p:cNvSpPr>
          <p:nvPr>
            <p:ph type="title" hasCustomPrompt="1"/>
          </p:nvPr>
        </p:nvSpPr>
        <p:spPr>
          <a:xfrm>
            <a:off x="336854" y="1266554"/>
            <a:ext cx="4343400" cy="1817745"/>
          </a:xfrm>
        </p:spPr>
        <p:txBody>
          <a:bodyPr/>
          <a:lstStyle>
            <a:lvl1pPr>
              <a:defRPr sz="4800" spc="-100" baseline="0">
                <a:solidFill>
                  <a:schemeClr val="bg1"/>
                </a:solidFill>
              </a:defRPr>
            </a:lvl1pPr>
          </a:lstStyle>
          <a:p>
            <a:r>
              <a:rPr lang="en-US"/>
              <a:t>Presentation Title in Arial Bold 48pt</a:t>
            </a:r>
          </a:p>
        </p:txBody>
      </p:sp>
    </p:spTree>
    <p:extLst>
      <p:ext uri="{BB962C8B-B14F-4D97-AF65-F5344CB8AC3E}">
        <p14:creationId xmlns:p14="http://schemas.microsoft.com/office/powerpoint/2010/main" val="34760260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range">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FC21F57-41B0-AB4F-AF30-2FE21073B2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7" name="Subtitle 2">
            <a:extLst>
              <a:ext uri="{FF2B5EF4-FFF2-40B4-BE49-F238E27FC236}">
                <a16:creationId xmlns:a16="http://schemas.microsoft.com/office/drawing/2014/main" id="{82562381-0EA8-E940-A0FD-D279D35D4745}"/>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bg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9" name="Title 3">
            <a:extLst>
              <a:ext uri="{FF2B5EF4-FFF2-40B4-BE49-F238E27FC236}">
                <a16:creationId xmlns:a16="http://schemas.microsoft.com/office/drawing/2014/main" id="{9994BFCD-30EE-7448-947E-D7A05A797759}"/>
              </a:ext>
            </a:extLst>
          </p:cNvPr>
          <p:cNvSpPr>
            <a:spLocks noGrp="1"/>
          </p:cNvSpPr>
          <p:nvPr>
            <p:ph type="title" hasCustomPrompt="1"/>
          </p:nvPr>
        </p:nvSpPr>
        <p:spPr>
          <a:xfrm>
            <a:off x="336854" y="1266554"/>
            <a:ext cx="4343400" cy="1817745"/>
          </a:xfrm>
        </p:spPr>
        <p:txBody>
          <a:bodyPr/>
          <a:lstStyle>
            <a:lvl1pPr>
              <a:defRPr sz="4800" spc="-100" baseline="0">
                <a:solidFill>
                  <a:schemeClr val="bg1"/>
                </a:solidFill>
              </a:defRPr>
            </a:lvl1pPr>
          </a:lstStyle>
          <a:p>
            <a:r>
              <a:rPr lang="en-US"/>
              <a:t>Presentation Title in Arial Bold 48pt</a:t>
            </a:r>
          </a:p>
        </p:txBody>
      </p:sp>
    </p:spTree>
    <p:extLst>
      <p:ext uri="{BB962C8B-B14F-4D97-AF65-F5344CB8AC3E}">
        <p14:creationId xmlns:p14="http://schemas.microsoft.com/office/powerpoint/2010/main" val="310869396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Orange Swooping Z">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899BCCC-0A98-9F67-CC09-FA16E7C751D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7" name="Picture 6">
            <a:extLst>
              <a:ext uri="{FF2B5EF4-FFF2-40B4-BE49-F238E27FC236}">
                <a16:creationId xmlns:a16="http://schemas.microsoft.com/office/drawing/2014/main" id="{0BDEEDEB-AE9B-1E46-899A-18FBE56CF03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7962900" y="4654656"/>
            <a:ext cx="831849" cy="313820"/>
          </a:xfrm>
          <a:prstGeom prst="rect">
            <a:avLst/>
          </a:prstGeom>
          <a:noFill/>
        </p:spPr>
      </p:pic>
      <p:sp>
        <p:nvSpPr>
          <p:cNvPr id="2" name="Subtitle 2">
            <a:extLst>
              <a:ext uri="{FF2B5EF4-FFF2-40B4-BE49-F238E27FC236}">
                <a16:creationId xmlns:a16="http://schemas.microsoft.com/office/drawing/2014/main" id="{E825D5FE-00CE-4A9E-2E52-633C525DE47A}"/>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tx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4" name="Title 3">
            <a:extLst>
              <a:ext uri="{FF2B5EF4-FFF2-40B4-BE49-F238E27FC236}">
                <a16:creationId xmlns:a16="http://schemas.microsoft.com/office/drawing/2014/main" id="{F3034880-40B8-B347-7A5E-FB24D7996472}"/>
              </a:ext>
            </a:extLst>
          </p:cNvPr>
          <p:cNvSpPr>
            <a:spLocks noGrp="1"/>
          </p:cNvSpPr>
          <p:nvPr>
            <p:ph type="title" hasCustomPrompt="1"/>
          </p:nvPr>
        </p:nvSpPr>
        <p:spPr>
          <a:xfrm>
            <a:off x="336854" y="1266554"/>
            <a:ext cx="4343400" cy="1817745"/>
          </a:xfrm>
        </p:spPr>
        <p:txBody>
          <a:bodyPr/>
          <a:lstStyle>
            <a:lvl1pPr>
              <a:defRPr sz="4800" spc="-100" baseline="0">
                <a:solidFill>
                  <a:schemeClr val="tx1"/>
                </a:solidFill>
              </a:defRPr>
            </a:lvl1pPr>
          </a:lstStyle>
          <a:p>
            <a:r>
              <a:rPr lang="en-US"/>
              <a:t>Presentation Title in Arial Bold 48pt</a:t>
            </a:r>
          </a:p>
        </p:txBody>
      </p:sp>
    </p:spTree>
    <p:extLst>
      <p:ext uri="{BB962C8B-B14F-4D97-AF65-F5344CB8AC3E}">
        <p14:creationId xmlns:p14="http://schemas.microsoft.com/office/powerpoint/2010/main" val="248693279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86438CD-81BE-0426-03C6-CAE932D3DF8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9143998" cy="5143498"/>
          </a:xfrm>
          <a:prstGeom prst="rect">
            <a:avLst/>
          </a:prstGeom>
        </p:spPr>
      </p:pic>
      <p:pic>
        <p:nvPicPr>
          <p:cNvPr id="11" name="Picture 10">
            <a:extLst>
              <a:ext uri="{FF2B5EF4-FFF2-40B4-BE49-F238E27FC236}">
                <a16:creationId xmlns:a16="http://schemas.microsoft.com/office/drawing/2014/main" id="{36065226-BBE4-4943-81FB-7397341A23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962900" y="4654656"/>
            <a:ext cx="831849" cy="313821"/>
          </a:xfrm>
          <a:prstGeom prst="rect">
            <a:avLst/>
          </a:prstGeom>
          <a:noFill/>
        </p:spPr>
      </p:pic>
      <p:sp>
        <p:nvSpPr>
          <p:cNvPr id="2" name="Subtitle 2">
            <a:extLst>
              <a:ext uri="{FF2B5EF4-FFF2-40B4-BE49-F238E27FC236}">
                <a16:creationId xmlns:a16="http://schemas.microsoft.com/office/drawing/2014/main" id="{36D6ADE8-9296-B1F8-83C8-44F3FA79D7D7}"/>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tx2"/>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4" name="Title 3">
            <a:extLst>
              <a:ext uri="{FF2B5EF4-FFF2-40B4-BE49-F238E27FC236}">
                <a16:creationId xmlns:a16="http://schemas.microsoft.com/office/drawing/2014/main" id="{BDE660A8-7C52-813C-4B06-41D1034BEFF6}"/>
              </a:ext>
            </a:extLst>
          </p:cNvPr>
          <p:cNvSpPr>
            <a:spLocks noGrp="1"/>
          </p:cNvSpPr>
          <p:nvPr>
            <p:ph type="title" hasCustomPrompt="1"/>
          </p:nvPr>
        </p:nvSpPr>
        <p:spPr>
          <a:xfrm>
            <a:off x="336854" y="1266554"/>
            <a:ext cx="4343400" cy="1817745"/>
          </a:xfrm>
        </p:spPr>
        <p:txBody>
          <a:bodyPr/>
          <a:lstStyle>
            <a:lvl1pPr>
              <a:defRPr sz="4800" spc="-100" baseline="0">
                <a:solidFill>
                  <a:schemeClr val="tx2"/>
                </a:solidFill>
              </a:defRPr>
            </a:lvl1pPr>
          </a:lstStyle>
          <a:p>
            <a:r>
              <a:rPr lang="en-US"/>
              <a:t>Presentation Title in Arial Bold 48pt</a:t>
            </a:r>
          </a:p>
        </p:txBody>
      </p:sp>
    </p:spTree>
    <p:extLst>
      <p:ext uri="{BB962C8B-B14F-4D97-AF65-F5344CB8AC3E}">
        <p14:creationId xmlns:p14="http://schemas.microsoft.com/office/powerpoint/2010/main" val="101747520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Light Orange Swooping Z">
    <p:bg>
      <p:bgPr>
        <a:solidFill>
          <a:schemeClr val="tx2">
            <a:lumMod val="20000"/>
            <a:lumOff val="80000"/>
            <a:alpha val="50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7B6AFBE7-3355-1EEF-26AF-41C1F348386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9143998" cy="5143498"/>
          </a:xfrm>
          <a:prstGeom prst="rect">
            <a:avLst/>
          </a:prstGeom>
        </p:spPr>
      </p:pic>
      <p:pic>
        <p:nvPicPr>
          <p:cNvPr id="11" name="Picture 10">
            <a:extLst>
              <a:ext uri="{FF2B5EF4-FFF2-40B4-BE49-F238E27FC236}">
                <a16:creationId xmlns:a16="http://schemas.microsoft.com/office/drawing/2014/main" id="{36065226-BBE4-4943-81FB-7397341A23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962900" y="4654656"/>
            <a:ext cx="831849" cy="313821"/>
          </a:xfrm>
          <a:prstGeom prst="rect">
            <a:avLst/>
          </a:prstGeom>
          <a:noFill/>
        </p:spPr>
      </p:pic>
      <p:sp>
        <p:nvSpPr>
          <p:cNvPr id="2" name="Subtitle 2">
            <a:extLst>
              <a:ext uri="{FF2B5EF4-FFF2-40B4-BE49-F238E27FC236}">
                <a16:creationId xmlns:a16="http://schemas.microsoft.com/office/drawing/2014/main" id="{01F40A48-97E8-2F06-3A3A-53226D1FD755}"/>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tx2"/>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3" name="Title 3">
            <a:extLst>
              <a:ext uri="{FF2B5EF4-FFF2-40B4-BE49-F238E27FC236}">
                <a16:creationId xmlns:a16="http://schemas.microsoft.com/office/drawing/2014/main" id="{D3D5EC4C-6304-DDCD-88B9-B2357EB85115}"/>
              </a:ext>
            </a:extLst>
          </p:cNvPr>
          <p:cNvSpPr>
            <a:spLocks noGrp="1"/>
          </p:cNvSpPr>
          <p:nvPr>
            <p:ph type="title" hasCustomPrompt="1"/>
          </p:nvPr>
        </p:nvSpPr>
        <p:spPr>
          <a:xfrm>
            <a:off x="336854" y="1266554"/>
            <a:ext cx="4343400" cy="1817745"/>
          </a:xfrm>
        </p:spPr>
        <p:txBody>
          <a:bodyPr/>
          <a:lstStyle>
            <a:lvl1pPr>
              <a:defRPr sz="4800" spc="-100" baseline="0">
                <a:solidFill>
                  <a:schemeClr val="tx2"/>
                </a:solidFill>
              </a:defRPr>
            </a:lvl1pPr>
          </a:lstStyle>
          <a:p>
            <a:r>
              <a:rPr lang="en-US"/>
              <a:t>Presentation Title in Arial Bold 48pt</a:t>
            </a:r>
          </a:p>
        </p:txBody>
      </p:sp>
    </p:spTree>
    <p:extLst>
      <p:ext uri="{BB962C8B-B14F-4D97-AF65-F5344CB8AC3E}">
        <p14:creationId xmlns:p14="http://schemas.microsoft.com/office/powerpoint/2010/main" val="204196770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 Orange">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920"/>
            <a:ext cx="4235146" cy="1249680"/>
          </a:xfrm>
        </p:spPr>
        <p:txBody>
          <a:bodyPr/>
          <a:lstStyle>
            <a:lvl1pPr>
              <a:defRPr sz="4800" spc="-100" baseline="0">
                <a:solidFill>
                  <a:schemeClr val="bg1"/>
                </a:solidFill>
              </a:defRPr>
            </a:lvl1pPr>
          </a:lstStyle>
          <a:p>
            <a:r>
              <a:rPr lang="en-US"/>
              <a:t>Section title in 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8" name="Footer Placeholder 4">
            <a:extLst>
              <a:ext uri="{FF2B5EF4-FFF2-40B4-BE49-F238E27FC236}">
                <a16:creationId xmlns:a16="http://schemas.microsoft.com/office/drawing/2014/main" id="{8CBD4C62-1905-C9A9-7DFF-11DD3440D234}"/>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9" name="TextBox 8">
            <a:extLst>
              <a:ext uri="{FF2B5EF4-FFF2-40B4-BE49-F238E27FC236}">
                <a16:creationId xmlns:a16="http://schemas.microsoft.com/office/drawing/2014/main" id="{6E4A1A5F-2FEC-A5FC-95A7-3AA581E425D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7201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 White">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 name="Title 3">
            <a:extLst>
              <a:ext uri="{FF2B5EF4-FFF2-40B4-BE49-F238E27FC236}">
                <a16:creationId xmlns:a16="http://schemas.microsoft.com/office/drawing/2014/main" id="{DBFE9D10-50DD-7B0E-9724-2C128D7F27D7}"/>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3" name="Text Placeholder 8">
            <a:extLst>
              <a:ext uri="{FF2B5EF4-FFF2-40B4-BE49-F238E27FC236}">
                <a16:creationId xmlns:a16="http://schemas.microsoft.com/office/drawing/2014/main" id="{1B30DAB7-1482-ED9F-4680-65EFC8CDDB5E}"/>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3" name="Footer Placeholder 4">
            <a:extLst>
              <a:ext uri="{FF2B5EF4-FFF2-40B4-BE49-F238E27FC236}">
                <a16:creationId xmlns:a16="http://schemas.microsoft.com/office/drawing/2014/main" id="{D3D9E219-558B-8E96-9BC4-5A8F78295C38}"/>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3B9AA8BA-1FCC-2C18-A93F-CC36F8D41FB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9927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 Light Gray">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3" name="Title 3">
            <a:extLst>
              <a:ext uri="{FF2B5EF4-FFF2-40B4-BE49-F238E27FC236}">
                <a16:creationId xmlns:a16="http://schemas.microsoft.com/office/drawing/2014/main" id="{CFF8F20C-346B-C4CD-E36B-B20BC3A39665}"/>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4" name="Text Placeholder 8">
            <a:extLst>
              <a:ext uri="{FF2B5EF4-FFF2-40B4-BE49-F238E27FC236}">
                <a16:creationId xmlns:a16="http://schemas.microsoft.com/office/drawing/2014/main" id="{8A618ECC-FD54-00D9-DBB7-DD4B1B78895B}"/>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3" name="Footer Placeholder 4">
            <a:extLst>
              <a:ext uri="{FF2B5EF4-FFF2-40B4-BE49-F238E27FC236}">
                <a16:creationId xmlns:a16="http://schemas.microsoft.com/office/drawing/2014/main" id="{E5AB6D21-54A7-59B9-C816-8CEE0515828B}"/>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9CA2D414-0A21-ED7F-1BB6-6DE1AF81C838}"/>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45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 Photography">
    <p:bg>
      <p:bgPr>
        <a:solidFill>
          <a:schemeClr val="bg1">
            <a:lumMod val="95000"/>
          </a:schemeClr>
        </a:solidFill>
        <a:effectLst/>
      </p:bgPr>
    </p:bg>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280B8D1D-8D7F-4745-99CC-E918951970D1}"/>
              </a:ext>
            </a:extLst>
          </p:cNvPr>
          <p:cNvSpPr>
            <a:spLocks noGrp="1"/>
          </p:cNvSpPr>
          <p:nvPr>
            <p:ph type="pic" sz="quarter" idx="10" hasCustomPrompt="1"/>
          </p:nvPr>
        </p:nvSpPr>
        <p:spPr>
          <a:xfrm>
            <a:off x="0" y="0"/>
            <a:ext cx="9144000" cy="5143500"/>
          </a:xfrm>
          <a:solidFill>
            <a:schemeClr val="bg2">
              <a:lumMod val="20000"/>
              <a:lumOff val="80000"/>
            </a:schemeClr>
          </a:solidFill>
        </p:spPr>
        <p:txBody>
          <a:bodyPr/>
          <a:lstStyle>
            <a:lvl1pPr marL="0" indent="0">
              <a:buNone/>
              <a:defRPr i="1"/>
            </a:lvl1pPr>
          </a:lstStyle>
          <a:p>
            <a:r>
              <a:rPr lang="en-US"/>
              <a:t>Add background image, send to back and adjust crop as needed.</a:t>
            </a:r>
          </a:p>
        </p:txBody>
      </p:sp>
      <p:sp>
        <p:nvSpPr>
          <p:cNvPr id="4" name="Title 3">
            <a:extLst>
              <a:ext uri="{FF2B5EF4-FFF2-40B4-BE49-F238E27FC236}">
                <a16:creationId xmlns:a16="http://schemas.microsoft.com/office/drawing/2014/main" id="{6FB20060-6AB4-12B6-BA06-2DB137959F4A}"/>
              </a:ext>
            </a:extLst>
          </p:cNvPr>
          <p:cNvSpPr>
            <a:spLocks noGrp="1"/>
          </p:cNvSpPr>
          <p:nvPr>
            <p:ph type="title" hasCustomPrompt="1"/>
          </p:nvPr>
        </p:nvSpPr>
        <p:spPr>
          <a:xfrm>
            <a:off x="336855" y="443920"/>
            <a:ext cx="4235146" cy="1249680"/>
          </a:xfrm>
        </p:spPr>
        <p:txBody>
          <a:bodyPr/>
          <a:lstStyle>
            <a:lvl1pPr>
              <a:defRPr sz="4800" spc="-100" baseline="0">
                <a:solidFill>
                  <a:schemeClr val="bg1"/>
                </a:solidFill>
              </a:defRPr>
            </a:lvl1pPr>
          </a:lstStyle>
          <a:p>
            <a:r>
              <a:rPr lang="en-US"/>
              <a:t>Section title in Arial Bold 48pt</a:t>
            </a:r>
          </a:p>
        </p:txBody>
      </p:sp>
      <p:sp>
        <p:nvSpPr>
          <p:cNvPr id="5" name="Text Placeholder 8">
            <a:extLst>
              <a:ext uri="{FF2B5EF4-FFF2-40B4-BE49-F238E27FC236}">
                <a16:creationId xmlns:a16="http://schemas.microsoft.com/office/drawing/2014/main" id="{E4B5F5BF-3781-3782-71D7-A7D28A63F54C}"/>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sp>
        <p:nvSpPr>
          <p:cNvPr id="13" name="Footer Placeholder 4">
            <a:extLst>
              <a:ext uri="{FF2B5EF4-FFF2-40B4-BE49-F238E27FC236}">
                <a16:creationId xmlns:a16="http://schemas.microsoft.com/office/drawing/2014/main" id="{55D42316-3B87-249C-9742-C808F2876BA0}"/>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4" name="TextBox 13">
            <a:extLst>
              <a:ext uri="{FF2B5EF4-FFF2-40B4-BE49-F238E27FC236}">
                <a16:creationId xmlns:a16="http://schemas.microsoft.com/office/drawing/2014/main" id="{C4FA6209-6F51-8C29-23B5-791E1D13AAA5}"/>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319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 - Orange Swooping Z">
    <p:bg>
      <p:bgPr>
        <a:solidFill>
          <a:schemeClr val="tx2"/>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BFB6C8C-3471-5FE5-6F56-CE093A97D7C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920"/>
            <a:ext cx="4235146" cy="1249680"/>
          </a:xfrm>
        </p:spPr>
        <p:txBody>
          <a:bodyPr/>
          <a:lstStyle>
            <a:lvl1pPr>
              <a:defRPr sz="4800" spc="-100" baseline="0">
                <a:solidFill>
                  <a:schemeClr val="bg1"/>
                </a:solidFill>
              </a:defRPr>
            </a:lvl1pPr>
          </a:lstStyle>
          <a:p>
            <a:r>
              <a:rPr lang="en-US"/>
              <a:t>Section title in 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Footer Placeholder 4">
            <a:extLst>
              <a:ext uri="{FF2B5EF4-FFF2-40B4-BE49-F238E27FC236}">
                <a16:creationId xmlns:a16="http://schemas.microsoft.com/office/drawing/2014/main" id="{7886A6A5-6F7F-A6C0-5EF5-FE552ED14C35}"/>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44082C91-D219-FBBE-6E8D-8A0B3A2A39B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3502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B599257-BA47-F9AC-0028-3740688BCB2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3" name="Title 3">
            <a:extLst>
              <a:ext uri="{FF2B5EF4-FFF2-40B4-BE49-F238E27FC236}">
                <a16:creationId xmlns:a16="http://schemas.microsoft.com/office/drawing/2014/main" id="{CFF8F20C-346B-C4CD-E36B-B20BC3A39665}"/>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4" name="Text Placeholder 8">
            <a:extLst>
              <a:ext uri="{FF2B5EF4-FFF2-40B4-BE49-F238E27FC236}">
                <a16:creationId xmlns:a16="http://schemas.microsoft.com/office/drawing/2014/main" id="{8A618ECC-FD54-00D9-DBB7-DD4B1B78895B}"/>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4" name="Footer Placeholder 4">
            <a:extLst>
              <a:ext uri="{FF2B5EF4-FFF2-40B4-BE49-F238E27FC236}">
                <a16:creationId xmlns:a16="http://schemas.microsoft.com/office/drawing/2014/main" id="{ED9B8C4E-5969-557D-B1FA-2F736ECF566D}"/>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5" name="TextBox 14">
            <a:extLst>
              <a:ext uri="{FF2B5EF4-FFF2-40B4-BE49-F238E27FC236}">
                <a16:creationId xmlns:a16="http://schemas.microsoft.com/office/drawing/2014/main" id="{97E3FEA1-FC4A-3292-DF57-044F149FD26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8756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 Light Orange Swooping Z">
    <p:bg>
      <p:bgPr>
        <a:solidFill>
          <a:schemeClr val="tx2">
            <a:lumMod val="20000"/>
            <a:lumOff val="80000"/>
            <a:alpha val="50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0366391-E718-983B-B4A2-CF5C354CB1F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 name="Title 3">
            <a:extLst>
              <a:ext uri="{FF2B5EF4-FFF2-40B4-BE49-F238E27FC236}">
                <a16:creationId xmlns:a16="http://schemas.microsoft.com/office/drawing/2014/main" id="{DBFE9D10-50DD-7B0E-9724-2C128D7F27D7}"/>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3" name="Text Placeholder 8">
            <a:extLst>
              <a:ext uri="{FF2B5EF4-FFF2-40B4-BE49-F238E27FC236}">
                <a16:creationId xmlns:a16="http://schemas.microsoft.com/office/drawing/2014/main" id="{1B30DAB7-1482-ED9F-4680-65EFC8CDDB5E}"/>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4" name="Footer Placeholder 4">
            <a:extLst>
              <a:ext uri="{FF2B5EF4-FFF2-40B4-BE49-F238E27FC236}">
                <a16:creationId xmlns:a16="http://schemas.microsoft.com/office/drawing/2014/main" id="{AB06432B-9C90-6FFE-E6D4-21A3B7F5E901}"/>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5" name="TextBox 14">
            <a:extLst>
              <a:ext uri="{FF2B5EF4-FFF2-40B4-BE49-F238E27FC236}">
                <a16:creationId xmlns:a16="http://schemas.microsoft.com/office/drawing/2014/main" id="{B05194D2-2DB5-5952-701F-3F16DD187CC8}"/>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35742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tement or Section Break - Orange">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4" y="444500"/>
            <a:ext cx="6197630" cy="3023095"/>
          </a:xfrm>
        </p:spPr>
        <p:txBody>
          <a:bodyPr/>
          <a:lstStyle>
            <a:lvl1pPr>
              <a:defRPr sz="4800" spc="-100" baseline="0">
                <a:solidFill>
                  <a:schemeClr val="bg1"/>
                </a:solidFill>
              </a:defRPr>
            </a:lvl1pPr>
          </a:lstStyle>
          <a:p>
            <a:r>
              <a:rPr lang="en-US"/>
              <a:t>Section title or emphasized key point in Arial Bold 48 pt</a:t>
            </a:r>
          </a:p>
        </p:txBody>
      </p:sp>
      <p:sp>
        <p:nvSpPr>
          <p:cNvPr id="5" name="Text Placeholder 9">
            <a:extLst>
              <a:ext uri="{FF2B5EF4-FFF2-40B4-BE49-F238E27FC236}">
                <a16:creationId xmlns:a16="http://schemas.microsoft.com/office/drawing/2014/main" id="{E62F97A4-35D5-2545-8B16-5DEB8757C2FC}"/>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2D3B7EC0-38E8-8C4D-B8B5-E42E955368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5" name="Footer Placeholder 4">
            <a:extLst>
              <a:ext uri="{FF2B5EF4-FFF2-40B4-BE49-F238E27FC236}">
                <a16:creationId xmlns:a16="http://schemas.microsoft.com/office/drawing/2014/main" id="{0C0C4979-9E36-9738-1C0C-9F9F758600CD}"/>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6" name="TextBox 15">
            <a:extLst>
              <a:ext uri="{FF2B5EF4-FFF2-40B4-BE49-F238E27FC236}">
                <a16:creationId xmlns:a16="http://schemas.microsoft.com/office/drawing/2014/main" id="{75025251-ACB6-FF93-FD46-6F1D5BAD84E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6393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tement or Section Break - Lt Gray">
    <p:bg>
      <p:bgPr>
        <a:solidFill>
          <a:schemeClr val="bg1">
            <a:lumMod val="95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7316BF3-C09D-4D49-A87A-C380337E1B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Title 3">
            <a:extLst>
              <a:ext uri="{FF2B5EF4-FFF2-40B4-BE49-F238E27FC236}">
                <a16:creationId xmlns:a16="http://schemas.microsoft.com/office/drawing/2014/main" id="{63CBB935-2BF8-9145-AABF-1E8326308890}"/>
              </a:ext>
            </a:extLst>
          </p:cNvPr>
          <p:cNvSpPr>
            <a:spLocks noGrp="1"/>
          </p:cNvSpPr>
          <p:nvPr>
            <p:ph type="title" hasCustomPrompt="1"/>
          </p:nvPr>
        </p:nvSpPr>
        <p:spPr>
          <a:xfrm>
            <a:off x="336853" y="444500"/>
            <a:ext cx="6176241" cy="3023095"/>
          </a:xfrm>
        </p:spPr>
        <p:txBody>
          <a:bodyPr/>
          <a:lstStyle>
            <a:lvl1pPr>
              <a:defRPr sz="4800" spc="-100" baseline="0">
                <a:solidFill>
                  <a:schemeClr val="tx2"/>
                </a:solidFill>
              </a:defRPr>
            </a:lvl1pPr>
          </a:lstStyle>
          <a:p>
            <a:r>
              <a:rPr lang="en-US"/>
              <a:t>Section title or emphasized key point in Arial Bold 48 pt</a:t>
            </a:r>
          </a:p>
        </p:txBody>
      </p:sp>
      <p:sp>
        <p:nvSpPr>
          <p:cNvPr id="13" name="Text Placeholder 9">
            <a:extLst>
              <a:ext uri="{FF2B5EF4-FFF2-40B4-BE49-F238E27FC236}">
                <a16:creationId xmlns:a16="http://schemas.microsoft.com/office/drawing/2014/main" id="{C2F28D6F-B104-4B4B-9AB7-5B3B935DE37F}"/>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D8C5E75E-8D23-3A90-B073-C4C50F91F69C}"/>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BFAD5DBC-4F1E-DED7-4E9E-85C7670A562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4652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Section Break - Photography">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801E043-4136-8B42-BC49-C6FDB049732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5" name="Picture Placeholder 4">
            <a:extLst>
              <a:ext uri="{FF2B5EF4-FFF2-40B4-BE49-F238E27FC236}">
                <a16:creationId xmlns:a16="http://schemas.microsoft.com/office/drawing/2014/main" id="{C436F944-748A-FE4F-A5B8-0EF05B6FEBC4}"/>
              </a:ext>
            </a:extLst>
          </p:cNvPr>
          <p:cNvSpPr>
            <a:spLocks noGrp="1"/>
          </p:cNvSpPr>
          <p:nvPr>
            <p:ph type="pic" sz="quarter" idx="10" hasCustomPrompt="1"/>
          </p:nvPr>
        </p:nvSpPr>
        <p:spPr>
          <a:xfrm>
            <a:off x="0" y="0"/>
            <a:ext cx="9144000" cy="5148072"/>
          </a:xfrm>
          <a:solidFill>
            <a:schemeClr val="bg2">
              <a:lumMod val="20000"/>
              <a:lumOff val="80000"/>
            </a:schemeClr>
          </a:solidFill>
        </p:spPr>
        <p:txBody>
          <a:bodyPr/>
          <a:lstStyle>
            <a:lvl1pPr marL="0" indent="0">
              <a:buNone/>
              <a:defRPr i="1"/>
            </a:lvl1pPr>
          </a:lstStyle>
          <a:p>
            <a:r>
              <a:rPr lang="en-US"/>
              <a:t>Add background image, send to back and adjust crop as needed.</a:t>
            </a:r>
          </a:p>
        </p:txBody>
      </p:sp>
      <p:sp>
        <p:nvSpPr>
          <p:cNvPr id="11" name="Title 3">
            <a:extLst>
              <a:ext uri="{FF2B5EF4-FFF2-40B4-BE49-F238E27FC236}">
                <a16:creationId xmlns:a16="http://schemas.microsoft.com/office/drawing/2014/main" id="{5D6E9710-5F48-DA4A-91E1-8EC2E567DBAC}"/>
              </a:ext>
            </a:extLst>
          </p:cNvPr>
          <p:cNvSpPr>
            <a:spLocks noGrp="1"/>
          </p:cNvSpPr>
          <p:nvPr>
            <p:ph type="title" hasCustomPrompt="1"/>
          </p:nvPr>
        </p:nvSpPr>
        <p:spPr>
          <a:xfrm>
            <a:off x="336854" y="444500"/>
            <a:ext cx="6112072" cy="3023095"/>
          </a:xfrm>
        </p:spPr>
        <p:txBody>
          <a:bodyPr/>
          <a:lstStyle>
            <a:lvl1pPr>
              <a:defRPr sz="4800" spc="-100" baseline="0">
                <a:solidFill>
                  <a:schemeClr val="bg1"/>
                </a:solidFill>
              </a:defRPr>
            </a:lvl1pPr>
          </a:lstStyle>
          <a:p>
            <a:r>
              <a:rPr lang="en-US"/>
              <a:t>Section title or emphasized key point in Arial Bold 48 pt</a:t>
            </a:r>
          </a:p>
        </p:txBody>
      </p:sp>
      <p:sp>
        <p:nvSpPr>
          <p:cNvPr id="12" name="Text Placeholder 9">
            <a:extLst>
              <a:ext uri="{FF2B5EF4-FFF2-40B4-BE49-F238E27FC236}">
                <a16:creationId xmlns:a16="http://schemas.microsoft.com/office/drawing/2014/main" id="{8E5FE0FA-1734-C149-A424-D84F13B2ACD8}"/>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Footer Placeholder 4">
            <a:extLst>
              <a:ext uri="{FF2B5EF4-FFF2-40B4-BE49-F238E27FC236}">
                <a16:creationId xmlns:a16="http://schemas.microsoft.com/office/drawing/2014/main" id="{B633AC14-F6D7-9D0C-171A-FF3AC72F6077}"/>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3" name="TextBox 12">
            <a:extLst>
              <a:ext uri="{FF2B5EF4-FFF2-40B4-BE49-F238E27FC236}">
                <a16:creationId xmlns:a16="http://schemas.microsoft.com/office/drawing/2014/main" id="{3C3541DC-88B7-6800-04EB-70A6FFC99B1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9022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bleed Image w Heading">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436F944-748A-FE4F-A5B8-0EF05B6FEBC4}"/>
              </a:ext>
            </a:extLst>
          </p:cNvPr>
          <p:cNvSpPr>
            <a:spLocks noGrp="1"/>
          </p:cNvSpPr>
          <p:nvPr>
            <p:ph type="pic" sz="quarter" idx="10" hasCustomPrompt="1"/>
          </p:nvPr>
        </p:nvSpPr>
        <p:spPr>
          <a:xfrm>
            <a:off x="0" y="0"/>
            <a:ext cx="9144000" cy="5143500"/>
          </a:xfrm>
          <a:solidFill>
            <a:schemeClr val="bg2">
              <a:lumMod val="20000"/>
              <a:lumOff val="80000"/>
            </a:schemeClr>
          </a:solidFill>
        </p:spPr>
        <p:txBody>
          <a:bodyPr/>
          <a:lstStyle>
            <a:lvl1pPr marL="0" indent="0">
              <a:buNone/>
              <a:defRPr/>
            </a:lvl1pPr>
          </a:lstStyle>
          <a:p>
            <a:r>
              <a:rPr lang="en-US"/>
              <a:t>Add Background Image</a:t>
            </a:r>
          </a:p>
        </p:txBody>
      </p:sp>
      <p:sp>
        <p:nvSpPr>
          <p:cNvPr id="9" name="Text Placeholder 9">
            <a:extLst>
              <a:ext uri="{FF2B5EF4-FFF2-40B4-BE49-F238E27FC236}">
                <a16:creationId xmlns:a16="http://schemas.microsoft.com/office/drawing/2014/main" id="{337708B5-7C7E-7941-8D52-FD0C96524FBC}"/>
              </a:ext>
            </a:extLst>
          </p:cNvPr>
          <p:cNvSpPr>
            <a:spLocks noGrp="1"/>
          </p:cNvSpPr>
          <p:nvPr>
            <p:ph type="body" sz="quarter" idx="16" hasCustomPrompt="1"/>
          </p:nvPr>
        </p:nvSpPr>
        <p:spPr>
          <a:xfrm>
            <a:off x="348855" y="250372"/>
            <a:ext cx="4085170"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Title 3">
            <a:extLst>
              <a:ext uri="{FF2B5EF4-FFF2-40B4-BE49-F238E27FC236}">
                <a16:creationId xmlns:a16="http://schemas.microsoft.com/office/drawing/2014/main" id="{3D4C4828-5F29-2F42-90C7-F1E494E417F6}"/>
              </a:ext>
            </a:extLst>
          </p:cNvPr>
          <p:cNvSpPr>
            <a:spLocks noGrp="1"/>
          </p:cNvSpPr>
          <p:nvPr>
            <p:ph type="title" hasCustomPrompt="1"/>
          </p:nvPr>
        </p:nvSpPr>
        <p:spPr>
          <a:xfrm>
            <a:off x="350488" y="444501"/>
            <a:ext cx="4221512" cy="1859503"/>
          </a:xfrm>
        </p:spPr>
        <p:txBody>
          <a:bodyPr>
            <a:normAutofit/>
          </a:bodyPr>
          <a:lstStyle>
            <a:lvl1pPr>
              <a:defRPr sz="4800" spc="-100" baseline="0">
                <a:solidFill>
                  <a:schemeClr val="bg1"/>
                </a:solidFill>
              </a:defRPr>
            </a:lvl1pPr>
          </a:lstStyle>
          <a:p>
            <a:r>
              <a:rPr lang="en-US"/>
              <a:t>Headline </a:t>
            </a:r>
            <a:br>
              <a:rPr lang="en-US"/>
            </a:br>
            <a:r>
              <a:rPr lang="en-US"/>
              <a:t>in Arial Bold </a:t>
            </a:r>
            <a:br>
              <a:rPr lang="en-US"/>
            </a:br>
            <a:r>
              <a:rPr lang="en-US"/>
              <a:t>48pt</a:t>
            </a:r>
          </a:p>
        </p:txBody>
      </p:sp>
      <p:pic>
        <p:nvPicPr>
          <p:cNvPr id="12" name="Picture 11">
            <a:extLst>
              <a:ext uri="{FF2B5EF4-FFF2-40B4-BE49-F238E27FC236}">
                <a16:creationId xmlns:a16="http://schemas.microsoft.com/office/drawing/2014/main" id="{5103A864-6359-3448-AFAA-135F0374EE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3" name="Text Placeholder 8">
            <a:extLst>
              <a:ext uri="{FF2B5EF4-FFF2-40B4-BE49-F238E27FC236}">
                <a16:creationId xmlns:a16="http://schemas.microsoft.com/office/drawing/2014/main" id="{ABC1D878-0F6F-8B4D-84DC-B309F6A23E7A}"/>
              </a:ext>
            </a:extLst>
          </p:cNvPr>
          <p:cNvSpPr>
            <a:spLocks noGrp="1"/>
          </p:cNvSpPr>
          <p:nvPr>
            <p:ph type="body" sz="quarter" idx="15" hasCustomPrompt="1"/>
          </p:nvPr>
        </p:nvSpPr>
        <p:spPr>
          <a:xfrm>
            <a:off x="336855" y="2304004"/>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sp>
        <p:nvSpPr>
          <p:cNvPr id="15" name="Footer Placeholder 4">
            <a:extLst>
              <a:ext uri="{FF2B5EF4-FFF2-40B4-BE49-F238E27FC236}">
                <a16:creationId xmlns:a16="http://schemas.microsoft.com/office/drawing/2014/main" id="{06F960AC-20CB-0DAD-3402-73564046BA01}"/>
              </a:ext>
            </a:extLst>
          </p:cNvPr>
          <p:cNvSpPr>
            <a:spLocks noGrp="1"/>
          </p:cNvSpPr>
          <p:nvPr>
            <p:ph type="ftr" sz="quarter" idx="17"/>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6" name="TextBox 15">
            <a:extLst>
              <a:ext uri="{FF2B5EF4-FFF2-40B4-BE49-F238E27FC236}">
                <a16:creationId xmlns:a16="http://schemas.microsoft.com/office/drawing/2014/main" id="{4DF6C2A1-F92D-D349-39EB-800B9C31E93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2070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Section Break - Orange Swooping Z">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AAD8283-B43B-92EC-43BB-264413D0386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4" y="444500"/>
            <a:ext cx="6197630" cy="3023095"/>
          </a:xfrm>
        </p:spPr>
        <p:txBody>
          <a:bodyPr/>
          <a:lstStyle>
            <a:lvl1pPr>
              <a:defRPr sz="4800" spc="-100" baseline="0">
                <a:solidFill>
                  <a:schemeClr val="bg1"/>
                </a:solidFill>
              </a:defRPr>
            </a:lvl1pPr>
          </a:lstStyle>
          <a:p>
            <a:r>
              <a:rPr lang="en-US"/>
              <a:t>Section title or emphasized key point in Arial Bold 48 pt</a:t>
            </a:r>
          </a:p>
        </p:txBody>
      </p:sp>
      <p:sp>
        <p:nvSpPr>
          <p:cNvPr id="5" name="Text Placeholder 9">
            <a:extLst>
              <a:ext uri="{FF2B5EF4-FFF2-40B4-BE49-F238E27FC236}">
                <a16:creationId xmlns:a16="http://schemas.microsoft.com/office/drawing/2014/main" id="{E62F97A4-35D5-2545-8B16-5DEB8757C2FC}"/>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2D3B7EC0-38E8-8C4D-B8B5-E42E955368E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2" name="Footer Placeholder 4">
            <a:extLst>
              <a:ext uri="{FF2B5EF4-FFF2-40B4-BE49-F238E27FC236}">
                <a16:creationId xmlns:a16="http://schemas.microsoft.com/office/drawing/2014/main" id="{D693C064-1E8D-1177-AF30-4F09417D3963}"/>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3" name="TextBox 12">
            <a:extLst>
              <a:ext uri="{FF2B5EF4-FFF2-40B4-BE49-F238E27FC236}">
                <a16:creationId xmlns:a16="http://schemas.microsoft.com/office/drawing/2014/main" id="{64163A41-5DCD-C668-C5F2-75808BFE90A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94803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atement or Section Break - L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703DCF-AA8D-A63D-4323-38617E0C255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9" name="Picture 8">
            <a:extLst>
              <a:ext uri="{FF2B5EF4-FFF2-40B4-BE49-F238E27FC236}">
                <a16:creationId xmlns:a16="http://schemas.microsoft.com/office/drawing/2014/main" id="{27316BF3-C09D-4D49-A87A-C380337E1BA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Title 3">
            <a:extLst>
              <a:ext uri="{FF2B5EF4-FFF2-40B4-BE49-F238E27FC236}">
                <a16:creationId xmlns:a16="http://schemas.microsoft.com/office/drawing/2014/main" id="{63CBB935-2BF8-9145-AABF-1E8326308890}"/>
              </a:ext>
            </a:extLst>
          </p:cNvPr>
          <p:cNvSpPr>
            <a:spLocks noGrp="1"/>
          </p:cNvSpPr>
          <p:nvPr>
            <p:ph type="title" hasCustomPrompt="1"/>
          </p:nvPr>
        </p:nvSpPr>
        <p:spPr>
          <a:xfrm>
            <a:off x="336853" y="444500"/>
            <a:ext cx="6176241" cy="3023095"/>
          </a:xfrm>
        </p:spPr>
        <p:txBody>
          <a:bodyPr/>
          <a:lstStyle>
            <a:lvl1pPr>
              <a:defRPr sz="4800" spc="-100" baseline="0">
                <a:solidFill>
                  <a:schemeClr val="tx2"/>
                </a:solidFill>
              </a:defRPr>
            </a:lvl1pPr>
          </a:lstStyle>
          <a:p>
            <a:r>
              <a:rPr lang="en-US"/>
              <a:t>Section title or emphasized key point in Arial Bold 48 pt</a:t>
            </a:r>
          </a:p>
        </p:txBody>
      </p:sp>
      <p:sp>
        <p:nvSpPr>
          <p:cNvPr id="13" name="Text Placeholder 9">
            <a:extLst>
              <a:ext uri="{FF2B5EF4-FFF2-40B4-BE49-F238E27FC236}">
                <a16:creationId xmlns:a16="http://schemas.microsoft.com/office/drawing/2014/main" id="{C2F28D6F-B104-4B4B-9AB7-5B3B935DE37F}"/>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Footer Placeholder 4">
            <a:extLst>
              <a:ext uri="{FF2B5EF4-FFF2-40B4-BE49-F238E27FC236}">
                <a16:creationId xmlns:a16="http://schemas.microsoft.com/office/drawing/2014/main" id="{1B765333-C13A-F324-EDD6-219AE4286C7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0E2DC074-C902-1502-6FC5-1CE083D5CD2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86729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tatement or Section Break - Lt Orange Swooping Z">
    <p:bg>
      <p:bgPr>
        <a:solidFill>
          <a:schemeClr val="tx2">
            <a:lumMod val="20000"/>
            <a:lumOff val="80000"/>
            <a:alpha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56AC45D8-BD97-0AEE-C348-B75606D94A4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9" name="Picture 8">
            <a:extLst>
              <a:ext uri="{FF2B5EF4-FFF2-40B4-BE49-F238E27FC236}">
                <a16:creationId xmlns:a16="http://schemas.microsoft.com/office/drawing/2014/main" id="{27316BF3-C09D-4D49-A87A-C380337E1BA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Title 3">
            <a:extLst>
              <a:ext uri="{FF2B5EF4-FFF2-40B4-BE49-F238E27FC236}">
                <a16:creationId xmlns:a16="http://schemas.microsoft.com/office/drawing/2014/main" id="{63CBB935-2BF8-9145-AABF-1E8326308890}"/>
              </a:ext>
            </a:extLst>
          </p:cNvPr>
          <p:cNvSpPr>
            <a:spLocks noGrp="1"/>
          </p:cNvSpPr>
          <p:nvPr>
            <p:ph type="title" hasCustomPrompt="1"/>
          </p:nvPr>
        </p:nvSpPr>
        <p:spPr>
          <a:xfrm>
            <a:off x="336853" y="444500"/>
            <a:ext cx="6176241" cy="3023095"/>
          </a:xfrm>
        </p:spPr>
        <p:txBody>
          <a:bodyPr/>
          <a:lstStyle>
            <a:lvl1pPr>
              <a:defRPr sz="4800" spc="-100" baseline="0">
                <a:solidFill>
                  <a:schemeClr val="tx2"/>
                </a:solidFill>
              </a:defRPr>
            </a:lvl1pPr>
          </a:lstStyle>
          <a:p>
            <a:r>
              <a:rPr lang="en-US"/>
              <a:t>Section title or emphasized key point in Arial Bold 48 pt</a:t>
            </a:r>
          </a:p>
        </p:txBody>
      </p:sp>
      <p:sp>
        <p:nvSpPr>
          <p:cNvPr id="13" name="Text Placeholder 9">
            <a:extLst>
              <a:ext uri="{FF2B5EF4-FFF2-40B4-BE49-F238E27FC236}">
                <a16:creationId xmlns:a16="http://schemas.microsoft.com/office/drawing/2014/main" id="{C2F28D6F-B104-4B4B-9AB7-5B3B935DE37F}"/>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Footer Placeholder 4">
            <a:extLst>
              <a:ext uri="{FF2B5EF4-FFF2-40B4-BE49-F238E27FC236}">
                <a16:creationId xmlns:a16="http://schemas.microsoft.com/office/drawing/2014/main" id="{D47CDFDE-01FD-4A80-AD1B-36E32DC67E1F}"/>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6C37E4DE-329E-2914-2876-8C3A00DD96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30106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 Orange 25/75">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3E65EF0-19FE-0B44-B291-04868B1D0CB4}"/>
              </a:ext>
            </a:extLst>
          </p:cNvPr>
          <p:cNvSpPr/>
          <p:nvPr userDrawn="1"/>
        </p:nvSpPr>
        <p:spPr>
          <a:xfrm>
            <a:off x="0" y="-1"/>
            <a:ext cx="3052417" cy="51435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4" y="437322"/>
            <a:ext cx="2517988" cy="2932043"/>
          </a:xfrm>
        </p:spPr>
        <p:txBody>
          <a:bodyPr>
            <a:noAutofit/>
          </a:bodyPr>
          <a:lstStyle>
            <a:lvl1pPr>
              <a:defRPr sz="4800" spc="-100" baseline="0">
                <a:solidFill>
                  <a:schemeClr val="bg1"/>
                </a:solidFill>
              </a:defRPr>
            </a:lvl1pPr>
          </a:lstStyle>
          <a:p>
            <a:r>
              <a:rPr lang="en-US"/>
              <a:t>Headline in Arial Bold 48pt</a:t>
            </a:r>
          </a:p>
        </p:txBody>
      </p:sp>
      <p:pic>
        <p:nvPicPr>
          <p:cNvPr id="6" name="Picture 5">
            <a:extLst>
              <a:ext uri="{FF2B5EF4-FFF2-40B4-BE49-F238E27FC236}">
                <a16:creationId xmlns:a16="http://schemas.microsoft.com/office/drawing/2014/main" id="{7DBC6885-72DB-DF4E-832B-A26E890AAF8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1" name="Footer Placeholder 4">
            <a:extLst>
              <a:ext uri="{FF2B5EF4-FFF2-40B4-BE49-F238E27FC236}">
                <a16:creationId xmlns:a16="http://schemas.microsoft.com/office/drawing/2014/main" id="{2F887EFE-2FC7-5548-4206-7BE8A4A5ECC7}"/>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11BE6345-CFC1-C7F4-A738-79800C02F6B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5594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 White 25/75">
    <p:bg>
      <p:bgPr>
        <a:solidFill>
          <a:schemeClr val="bg1"/>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5C038588-61BF-4948-B972-F73FE096622F}"/>
              </a:ext>
            </a:extLst>
          </p:cNvPr>
          <p:cNvSpPr>
            <a:spLocks noGrp="1"/>
          </p:cNvSpPr>
          <p:nvPr>
            <p:ph type="title" hasCustomPrompt="1"/>
          </p:nvPr>
        </p:nvSpPr>
        <p:spPr>
          <a:xfrm>
            <a:off x="336854" y="437322"/>
            <a:ext cx="2512672" cy="2932043"/>
          </a:xfrm>
        </p:spPr>
        <p:txBody>
          <a:bodyPr>
            <a:noAutofit/>
          </a:bodyPr>
          <a:lstStyle>
            <a:lvl1pPr>
              <a:defRPr sz="4800" spc="-100" baseline="0">
                <a:solidFill>
                  <a:schemeClr val="tx2"/>
                </a:solidFill>
              </a:defRPr>
            </a:lvl1pPr>
          </a:lstStyle>
          <a:p>
            <a:r>
              <a:rPr lang="en-US"/>
              <a:t>Headline in Arial Bold 48pt</a:t>
            </a:r>
          </a:p>
        </p:txBody>
      </p:sp>
      <p:pic>
        <p:nvPicPr>
          <p:cNvPr id="6" name="Picture 5">
            <a:extLst>
              <a:ext uri="{FF2B5EF4-FFF2-40B4-BE49-F238E27FC236}">
                <a16:creationId xmlns:a16="http://schemas.microsoft.com/office/drawing/2014/main" id="{0C8DDABE-4049-AA42-86F8-153F8A28227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C65B7D7F-1EE2-A86E-8CE3-32813700755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E703AE01-279B-5D92-DFF7-3AAE40207F2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94490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 Image 25/7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7C034CF-3A8A-4540-82AB-9EA807E377A9}"/>
              </a:ext>
            </a:extLst>
          </p:cNvPr>
          <p:cNvSpPr>
            <a:spLocks noGrp="1"/>
          </p:cNvSpPr>
          <p:nvPr>
            <p:ph type="pic" sz="quarter" idx="10" hasCustomPrompt="1"/>
          </p:nvPr>
        </p:nvSpPr>
        <p:spPr>
          <a:xfrm>
            <a:off x="0" y="0"/>
            <a:ext cx="3037540" cy="5148072"/>
          </a:xfrm>
          <a:solidFill>
            <a:schemeClr val="bg2">
              <a:lumMod val="20000"/>
              <a:lumOff val="80000"/>
            </a:schemeClr>
          </a:solidFill>
        </p:spPr>
        <p:txBody>
          <a:bodyPr/>
          <a:lstStyle>
            <a:lvl1pPr marL="0" indent="0">
              <a:buNone/>
              <a:defRPr/>
            </a:lvl1pPr>
          </a:lstStyle>
          <a:p>
            <a:r>
              <a:rPr lang="en-US"/>
              <a:t>Add Background Image</a:t>
            </a:r>
          </a:p>
        </p:txBody>
      </p:sp>
      <p:sp>
        <p:nvSpPr>
          <p:cNvPr id="5" name="Title 3">
            <a:extLst>
              <a:ext uri="{FF2B5EF4-FFF2-40B4-BE49-F238E27FC236}">
                <a16:creationId xmlns:a16="http://schemas.microsoft.com/office/drawing/2014/main" id="{7860656F-FA0A-0C44-BE09-A3A77C5F2DF3}"/>
              </a:ext>
            </a:extLst>
          </p:cNvPr>
          <p:cNvSpPr>
            <a:spLocks noGrp="1"/>
          </p:cNvSpPr>
          <p:nvPr>
            <p:ph type="title" hasCustomPrompt="1"/>
          </p:nvPr>
        </p:nvSpPr>
        <p:spPr>
          <a:xfrm>
            <a:off x="336854" y="437322"/>
            <a:ext cx="2443513" cy="2932043"/>
          </a:xfrm>
        </p:spPr>
        <p:txBody>
          <a:bodyPr>
            <a:noAutofit/>
          </a:bodyPr>
          <a:lstStyle>
            <a:lvl1pPr>
              <a:defRPr sz="4800" spc="-100" baseline="0">
                <a:solidFill>
                  <a:schemeClr val="bg1"/>
                </a:solidFill>
              </a:defRPr>
            </a:lvl1pPr>
          </a:lstStyle>
          <a:p>
            <a:r>
              <a:rPr lang="en-US"/>
              <a:t>Headline in Arial Bold </a:t>
            </a:r>
            <a:br>
              <a:rPr lang="en-US"/>
            </a:br>
            <a:r>
              <a:rPr lang="en-US"/>
              <a:t>48pt</a:t>
            </a:r>
          </a:p>
        </p:txBody>
      </p:sp>
      <p:pic>
        <p:nvPicPr>
          <p:cNvPr id="6" name="Picture 5">
            <a:extLst>
              <a:ext uri="{FF2B5EF4-FFF2-40B4-BE49-F238E27FC236}">
                <a16:creationId xmlns:a16="http://schemas.microsoft.com/office/drawing/2014/main" id="{92DE4B4F-0D62-5343-B972-1F46C3FCF9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1" name="Footer Placeholder 4">
            <a:extLst>
              <a:ext uri="{FF2B5EF4-FFF2-40B4-BE49-F238E27FC236}">
                <a16:creationId xmlns:a16="http://schemas.microsoft.com/office/drawing/2014/main" id="{126A94D5-9B85-47A3-840F-73E2F7A3D0DB}"/>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30615096-4620-B227-3B81-B6593768412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4422998"/>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e-read Exec Summary">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5" y="445961"/>
            <a:ext cx="8470292" cy="506940"/>
          </a:xfrm>
        </p:spPr>
        <p:txBody>
          <a:bodyPr>
            <a:noAutofit/>
          </a:bodyPr>
          <a:lstStyle>
            <a:lvl1pPr>
              <a:defRPr/>
            </a:lvl1pPr>
          </a:lstStyle>
          <a:p>
            <a:r>
              <a:rPr lang="en-US"/>
              <a:t>Editable Pre-Read Summary</a:t>
            </a:r>
          </a:p>
        </p:txBody>
      </p:sp>
      <p:graphicFrame>
        <p:nvGraphicFramePr>
          <p:cNvPr id="111" name="Table Placeholder 14">
            <a:extLst>
              <a:ext uri="{FF2B5EF4-FFF2-40B4-BE49-F238E27FC236}">
                <a16:creationId xmlns:a16="http://schemas.microsoft.com/office/drawing/2014/main" id="{BC760A1B-CF73-4012-B23D-99DEB2958ABC}"/>
              </a:ext>
            </a:extLst>
          </p:cNvPr>
          <p:cNvGraphicFramePr>
            <a:graphicFrameLocks/>
          </p:cNvGraphicFramePr>
          <p:nvPr userDrawn="1">
            <p:extLst>
              <p:ext uri="{D42A27DB-BD31-4B8C-83A1-F6EECF244321}">
                <p14:modId xmlns:p14="http://schemas.microsoft.com/office/powerpoint/2010/main" val="1732143041"/>
              </p:ext>
            </p:extLst>
          </p:nvPr>
        </p:nvGraphicFramePr>
        <p:xfrm>
          <a:off x="648930" y="981477"/>
          <a:ext cx="8265751" cy="3628230"/>
        </p:xfrm>
        <a:graphic>
          <a:graphicData uri="http://schemas.openxmlformats.org/drawingml/2006/table">
            <a:tbl>
              <a:tblPr firstRow="1" bandRow="1">
                <a:tableStyleId>{7E9639D4-E3E2-4D34-9284-5A2195B3D0D7}</a:tableStyleId>
              </a:tblPr>
              <a:tblGrid>
                <a:gridCol w="505460">
                  <a:extLst>
                    <a:ext uri="{9D8B030D-6E8A-4147-A177-3AD203B41FA5}">
                      <a16:colId xmlns:a16="http://schemas.microsoft.com/office/drawing/2014/main" val="20000"/>
                    </a:ext>
                  </a:extLst>
                </a:gridCol>
                <a:gridCol w="7760291">
                  <a:extLst>
                    <a:ext uri="{9D8B030D-6E8A-4147-A177-3AD203B41FA5}">
                      <a16:colId xmlns:a16="http://schemas.microsoft.com/office/drawing/2014/main" val="20001"/>
                    </a:ext>
                  </a:extLst>
                </a:gridCol>
              </a:tblGrid>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50000"/>
                      </a:schemeClr>
                    </a:solidFill>
                  </a:tcPr>
                </a:tc>
                <a:extLst>
                  <a:ext uri="{0D108BD9-81ED-4DB2-BD59-A6C34878D82A}">
                    <a16:rowId xmlns:a16="http://schemas.microsoft.com/office/drawing/2014/main" val="3641150661"/>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extLst>
                  <a:ext uri="{0D108BD9-81ED-4DB2-BD59-A6C34878D82A}">
                    <a16:rowId xmlns:a16="http://schemas.microsoft.com/office/drawing/2014/main" val="3369787495"/>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50000"/>
                      </a:schemeClr>
                    </a:solidFill>
                  </a:tcPr>
                </a:tc>
                <a:extLst>
                  <a:ext uri="{0D108BD9-81ED-4DB2-BD59-A6C34878D82A}">
                    <a16:rowId xmlns:a16="http://schemas.microsoft.com/office/drawing/2014/main" val="2274258411"/>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extLst>
                  <a:ext uri="{0D108BD9-81ED-4DB2-BD59-A6C34878D82A}">
                    <a16:rowId xmlns:a16="http://schemas.microsoft.com/office/drawing/2014/main" val="3240781910"/>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50000"/>
                      </a:schemeClr>
                    </a:solidFill>
                  </a:tcPr>
                </a:tc>
                <a:extLst>
                  <a:ext uri="{0D108BD9-81ED-4DB2-BD59-A6C34878D82A}">
                    <a16:rowId xmlns:a16="http://schemas.microsoft.com/office/drawing/2014/main" val="2056704"/>
                  </a:ext>
                </a:extLst>
              </a:tr>
            </a:tbl>
          </a:graphicData>
        </a:graphic>
      </p:graphicFrame>
      <p:sp>
        <p:nvSpPr>
          <p:cNvPr id="113" name="Oval 112">
            <a:extLst>
              <a:ext uri="{FF2B5EF4-FFF2-40B4-BE49-F238E27FC236}">
                <a16:creationId xmlns:a16="http://schemas.microsoft.com/office/drawing/2014/main" id="{09A6B7AF-6965-42F0-8B35-0EDE51E01298}"/>
              </a:ext>
            </a:extLst>
          </p:cNvPr>
          <p:cNvSpPr/>
          <p:nvPr/>
        </p:nvSpPr>
        <p:spPr>
          <a:xfrm>
            <a:off x="348744" y="2503261"/>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38" name="Oval 137">
            <a:extLst>
              <a:ext uri="{FF2B5EF4-FFF2-40B4-BE49-F238E27FC236}">
                <a16:creationId xmlns:a16="http://schemas.microsoft.com/office/drawing/2014/main" id="{CB7EEA35-FDB6-44EB-8018-57B1A191D77F}"/>
              </a:ext>
            </a:extLst>
          </p:cNvPr>
          <p:cNvSpPr/>
          <p:nvPr/>
        </p:nvSpPr>
        <p:spPr>
          <a:xfrm>
            <a:off x="348744" y="3228070"/>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33" name="Oval 132">
            <a:extLst>
              <a:ext uri="{FF2B5EF4-FFF2-40B4-BE49-F238E27FC236}">
                <a16:creationId xmlns:a16="http://schemas.microsoft.com/office/drawing/2014/main" id="{267A2804-856D-4B3C-9C4B-01BE5728E8E0}"/>
              </a:ext>
            </a:extLst>
          </p:cNvPr>
          <p:cNvSpPr/>
          <p:nvPr/>
        </p:nvSpPr>
        <p:spPr>
          <a:xfrm>
            <a:off x="348744" y="1053643"/>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25" name="Oval 124">
            <a:extLst>
              <a:ext uri="{FF2B5EF4-FFF2-40B4-BE49-F238E27FC236}">
                <a16:creationId xmlns:a16="http://schemas.microsoft.com/office/drawing/2014/main" id="{FA4FD1F4-6E87-421B-A114-7E425B129789}"/>
              </a:ext>
            </a:extLst>
          </p:cNvPr>
          <p:cNvSpPr/>
          <p:nvPr/>
        </p:nvSpPr>
        <p:spPr>
          <a:xfrm>
            <a:off x="348744" y="3952879"/>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19" name="Oval 118">
            <a:extLst>
              <a:ext uri="{FF2B5EF4-FFF2-40B4-BE49-F238E27FC236}">
                <a16:creationId xmlns:a16="http://schemas.microsoft.com/office/drawing/2014/main" id="{1D24A6EC-0EB8-4E9F-9BEA-F780D0A8DB8D}"/>
              </a:ext>
            </a:extLst>
          </p:cNvPr>
          <p:cNvSpPr/>
          <p:nvPr/>
        </p:nvSpPr>
        <p:spPr>
          <a:xfrm>
            <a:off x="348744" y="1778451"/>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47" name="Text Placeholder 145">
            <a:extLst>
              <a:ext uri="{FF2B5EF4-FFF2-40B4-BE49-F238E27FC236}">
                <a16:creationId xmlns:a16="http://schemas.microsoft.com/office/drawing/2014/main" id="{14A8A8AC-4CAB-4D71-8859-B6E909B19DF1}"/>
              </a:ext>
            </a:extLst>
          </p:cNvPr>
          <p:cNvSpPr>
            <a:spLocks noGrp="1"/>
          </p:cNvSpPr>
          <p:nvPr>
            <p:ph type="body" sz="quarter" idx="23" hasCustomPrompt="1"/>
          </p:nvPr>
        </p:nvSpPr>
        <p:spPr>
          <a:xfrm>
            <a:off x="1377950" y="1200977"/>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48" name="Text Placeholder 145">
            <a:extLst>
              <a:ext uri="{FF2B5EF4-FFF2-40B4-BE49-F238E27FC236}">
                <a16:creationId xmlns:a16="http://schemas.microsoft.com/office/drawing/2014/main" id="{FD88517B-CA8C-4F2B-8838-4D520295515B}"/>
              </a:ext>
            </a:extLst>
          </p:cNvPr>
          <p:cNvSpPr>
            <a:spLocks noGrp="1"/>
          </p:cNvSpPr>
          <p:nvPr>
            <p:ph type="body" sz="quarter" idx="24" hasCustomPrompt="1"/>
          </p:nvPr>
        </p:nvSpPr>
        <p:spPr>
          <a:xfrm>
            <a:off x="1377950" y="1929579"/>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49" name="Text Placeholder 145">
            <a:extLst>
              <a:ext uri="{FF2B5EF4-FFF2-40B4-BE49-F238E27FC236}">
                <a16:creationId xmlns:a16="http://schemas.microsoft.com/office/drawing/2014/main" id="{89466C10-0BB5-4AF9-909C-08723784C87E}"/>
              </a:ext>
            </a:extLst>
          </p:cNvPr>
          <p:cNvSpPr>
            <a:spLocks noGrp="1"/>
          </p:cNvSpPr>
          <p:nvPr>
            <p:ph type="body" sz="quarter" idx="25" hasCustomPrompt="1"/>
          </p:nvPr>
        </p:nvSpPr>
        <p:spPr>
          <a:xfrm>
            <a:off x="1377950" y="2653697"/>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50" name="Text Placeholder 145">
            <a:extLst>
              <a:ext uri="{FF2B5EF4-FFF2-40B4-BE49-F238E27FC236}">
                <a16:creationId xmlns:a16="http://schemas.microsoft.com/office/drawing/2014/main" id="{D4CFED35-E2E4-41A4-A3E5-C8F0DDD32C0D}"/>
              </a:ext>
            </a:extLst>
          </p:cNvPr>
          <p:cNvSpPr>
            <a:spLocks noGrp="1"/>
          </p:cNvSpPr>
          <p:nvPr>
            <p:ph type="body" sz="quarter" idx="26" hasCustomPrompt="1"/>
          </p:nvPr>
        </p:nvSpPr>
        <p:spPr>
          <a:xfrm>
            <a:off x="1377950" y="3382299"/>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51" name="Text Placeholder 145">
            <a:extLst>
              <a:ext uri="{FF2B5EF4-FFF2-40B4-BE49-F238E27FC236}">
                <a16:creationId xmlns:a16="http://schemas.microsoft.com/office/drawing/2014/main" id="{8792C8DF-8028-4FB8-A645-D403EA9BFC1C}"/>
              </a:ext>
            </a:extLst>
          </p:cNvPr>
          <p:cNvSpPr>
            <a:spLocks noGrp="1"/>
          </p:cNvSpPr>
          <p:nvPr>
            <p:ph type="body" sz="quarter" idx="27" hasCustomPrompt="1"/>
          </p:nvPr>
        </p:nvSpPr>
        <p:spPr>
          <a:xfrm>
            <a:off x="1377950" y="4101085"/>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4" name="Text Placeholder 3">
            <a:extLst>
              <a:ext uri="{FF2B5EF4-FFF2-40B4-BE49-F238E27FC236}">
                <a16:creationId xmlns:a16="http://schemas.microsoft.com/office/drawing/2014/main" id="{E7F78814-EF0A-D8B7-69C0-CD60B87C279D}"/>
              </a:ext>
            </a:extLst>
          </p:cNvPr>
          <p:cNvSpPr>
            <a:spLocks noGrp="1"/>
          </p:cNvSpPr>
          <p:nvPr>
            <p:ph type="body" sz="quarter" idx="28" hasCustomPrompt="1"/>
          </p:nvPr>
        </p:nvSpPr>
        <p:spPr>
          <a:xfrm>
            <a:off x="1377950" y="1011901"/>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9" name="Text Placeholder 3">
            <a:extLst>
              <a:ext uri="{FF2B5EF4-FFF2-40B4-BE49-F238E27FC236}">
                <a16:creationId xmlns:a16="http://schemas.microsoft.com/office/drawing/2014/main" id="{D408B99D-C520-2F83-67AD-6F883DCC600A}"/>
              </a:ext>
            </a:extLst>
          </p:cNvPr>
          <p:cNvSpPr>
            <a:spLocks noGrp="1"/>
          </p:cNvSpPr>
          <p:nvPr>
            <p:ph type="body" sz="quarter" idx="29" hasCustomPrompt="1"/>
          </p:nvPr>
        </p:nvSpPr>
        <p:spPr>
          <a:xfrm>
            <a:off x="1377950" y="1742254"/>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0" name="Text Placeholder 3">
            <a:extLst>
              <a:ext uri="{FF2B5EF4-FFF2-40B4-BE49-F238E27FC236}">
                <a16:creationId xmlns:a16="http://schemas.microsoft.com/office/drawing/2014/main" id="{22A5AF51-E93D-F9EF-F91B-4E2FB0089EB1}"/>
              </a:ext>
            </a:extLst>
          </p:cNvPr>
          <p:cNvSpPr>
            <a:spLocks noGrp="1"/>
          </p:cNvSpPr>
          <p:nvPr>
            <p:ph type="body" sz="quarter" idx="30" hasCustomPrompt="1"/>
          </p:nvPr>
        </p:nvSpPr>
        <p:spPr>
          <a:xfrm>
            <a:off x="1377950" y="2452084"/>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1" name="Text Placeholder 3">
            <a:extLst>
              <a:ext uri="{FF2B5EF4-FFF2-40B4-BE49-F238E27FC236}">
                <a16:creationId xmlns:a16="http://schemas.microsoft.com/office/drawing/2014/main" id="{2DB70C33-E24D-5C1D-0F93-A48E1ED8869D}"/>
              </a:ext>
            </a:extLst>
          </p:cNvPr>
          <p:cNvSpPr>
            <a:spLocks noGrp="1"/>
          </p:cNvSpPr>
          <p:nvPr>
            <p:ph type="body" sz="quarter" idx="31" hasCustomPrompt="1"/>
          </p:nvPr>
        </p:nvSpPr>
        <p:spPr>
          <a:xfrm>
            <a:off x="1377950" y="3194974"/>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2" name="Text Placeholder 3">
            <a:extLst>
              <a:ext uri="{FF2B5EF4-FFF2-40B4-BE49-F238E27FC236}">
                <a16:creationId xmlns:a16="http://schemas.microsoft.com/office/drawing/2014/main" id="{990E6472-4234-3189-2988-AA800F7A1A42}"/>
              </a:ext>
            </a:extLst>
          </p:cNvPr>
          <p:cNvSpPr>
            <a:spLocks noGrp="1"/>
          </p:cNvSpPr>
          <p:nvPr>
            <p:ph type="body" sz="quarter" idx="32" hasCustomPrompt="1"/>
          </p:nvPr>
        </p:nvSpPr>
        <p:spPr>
          <a:xfrm>
            <a:off x="1377950" y="3913760"/>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6" name="Footer Placeholder 4">
            <a:extLst>
              <a:ext uri="{FF2B5EF4-FFF2-40B4-BE49-F238E27FC236}">
                <a16:creationId xmlns:a16="http://schemas.microsoft.com/office/drawing/2014/main" id="{C463AD57-3338-CA89-E234-066596A3B91B}"/>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7" name="TextBox 16">
            <a:extLst>
              <a:ext uri="{FF2B5EF4-FFF2-40B4-BE49-F238E27FC236}">
                <a16:creationId xmlns:a16="http://schemas.microsoft.com/office/drawing/2014/main" id="{8CC6F601-4CE5-A96D-4F08-E757D9CD80F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89923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e-read Exec Summary 5-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5" y="445961"/>
            <a:ext cx="8470292" cy="506940"/>
          </a:xfrm>
        </p:spPr>
        <p:txBody>
          <a:bodyPr>
            <a:noAutofit/>
          </a:bodyPr>
          <a:lstStyle>
            <a:lvl1pPr>
              <a:defRPr/>
            </a:lvl1pPr>
          </a:lstStyle>
          <a:p>
            <a:r>
              <a:rPr lang="en-US"/>
              <a:t>Editable Pre-Read Summary</a:t>
            </a:r>
          </a:p>
        </p:txBody>
      </p:sp>
      <p:graphicFrame>
        <p:nvGraphicFramePr>
          <p:cNvPr id="9" name="Table 7">
            <a:extLst>
              <a:ext uri="{FF2B5EF4-FFF2-40B4-BE49-F238E27FC236}">
                <a16:creationId xmlns:a16="http://schemas.microsoft.com/office/drawing/2014/main" id="{A63BF2E2-D910-4E0D-BEE7-3CCB02D5CC30}"/>
              </a:ext>
            </a:extLst>
          </p:cNvPr>
          <p:cNvGraphicFramePr>
            <a:graphicFrameLocks noGrp="1"/>
          </p:cNvGraphicFramePr>
          <p:nvPr userDrawn="1">
            <p:extLst>
              <p:ext uri="{D42A27DB-BD31-4B8C-83A1-F6EECF244321}">
                <p14:modId xmlns:p14="http://schemas.microsoft.com/office/powerpoint/2010/main" val="421018182"/>
              </p:ext>
            </p:extLst>
          </p:nvPr>
        </p:nvGraphicFramePr>
        <p:xfrm>
          <a:off x="336855" y="1467467"/>
          <a:ext cx="8497430" cy="3154680"/>
        </p:xfrm>
        <a:graphic>
          <a:graphicData uri="http://schemas.openxmlformats.org/drawingml/2006/table">
            <a:tbl>
              <a:tblPr>
                <a:tableStyleId>{5C22544A-7EE6-4342-B048-85BDC9FD1C3A}</a:tableStyleId>
              </a:tblPr>
              <a:tblGrid>
                <a:gridCol w="1699486">
                  <a:extLst>
                    <a:ext uri="{9D8B030D-6E8A-4147-A177-3AD203B41FA5}">
                      <a16:colId xmlns:a16="http://schemas.microsoft.com/office/drawing/2014/main" val="1057846306"/>
                    </a:ext>
                  </a:extLst>
                </a:gridCol>
                <a:gridCol w="1699486">
                  <a:extLst>
                    <a:ext uri="{9D8B030D-6E8A-4147-A177-3AD203B41FA5}">
                      <a16:colId xmlns:a16="http://schemas.microsoft.com/office/drawing/2014/main" val="99373118"/>
                    </a:ext>
                  </a:extLst>
                </a:gridCol>
                <a:gridCol w="1699486">
                  <a:extLst>
                    <a:ext uri="{9D8B030D-6E8A-4147-A177-3AD203B41FA5}">
                      <a16:colId xmlns:a16="http://schemas.microsoft.com/office/drawing/2014/main" val="2868359795"/>
                    </a:ext>
                  </a:extLst>
                </a:gridCol>
                <a:gridCol w="1699486">
                  <a:extLst>
                    <a:ext uri="{9D8B030D-6E8A-4147-A177-3AD203B41FA5}">
                      <a16:colId xmlns:a16="http://schemas.microsoft.com/office/drawing/2014/main" val="609614656"/>
                    </a:ext>
                  </a:extLst>
                </a:gridCol>
                <a:gridCol w="1699486">
                  <a:extLst>
                    <a:ext uri="{9D8B030D-6E8A-4147-A177-3AD203B41FA5}">
                      <a16:colId xmlns:a16="http://schemas.microsoft.com/office/drawing/2014/main" val="3725678281"/>
                    </a:ext>
                  </a:extLst>
                </a:gridCol>
              </a:tblGrid>
              <a:tr h="411480">
                <a:tc>
                  <a:txBody>
                    <a:bodyPr/>
                    <a:lstStyle/>
                    <a:p>
                      <a:endParaRPr lang="en-US" sz="1000"/>
                    </a:p>
                  </a:txBody>
                  <a:tcPr marL="68580" marR="68580" marT="34290" marB="34290">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B w="635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3697836643"/>
                  </a:ext>
                </a:extLst>
              </a:tr>
              <a:tr h="2743200">
                <a:tc>
                  <a:txBody>
                    <a:bodyPr/>
                    <a:lstStyle/>
                    <a:p>
                      <a:pPr algn="ctr">
                        <a:spcAft>
                          <a:spcPts val="600"/>
                        </a:spcAft>
                      </a:pPr>
                      <a:endParaRPr lang="en-US" sz="900">
                        <a:solidFill>
                          <a:schemeClr val="bg2"/>
                        </a:solidFill>
                      </a:endParaRPr>
                    </a:p>
                  </a:txBody>
                  <a:tcPr marL="68580" marR="68580" marT="68580" marB="34290">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tx2">
                        <a:lumMod val="20000"/>
                        <a:lumOff val="80000"/>
                        <a:alpha val="50000"/>
                      </a:schemeClr>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bg1"/>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tx2">
                        <a:lumMod val="20000"/>
                        <a:lumOff val="80000"/>
                        <a:alpha val="50000"/>
                      </a:schemeClr>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bg1"/>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T w="6350" cap="flat" cmpd="sng" algn="ctr">
                      <a:solidFill>
                        <a:schemeClr val="tx2"/>
                      </a:solidFill>
                      <a:prstDash val="solid"/>
                      <a:round/>
                      <a:headEnd type="none" w="med" len="med"/>
                      <a:tailEnd type="none" w="med" len="med"/>
                    </a:lnT>
                    <a:solidFill>
                      <a:schemeClr val="tx2">
                        <a:lumMod val="20000"/>
                        <a:lumOff val="80000"/>
                        <a:alpha val="50000"/>
                      </a:schemeClr>
                    </a:solidFill>
                  </a:tcPr>
                </a:tc>
                <a:extLst>
                  <a:ext uri="{0D108BD9-81ED-4DB2-BD59-A6C34878D82A}">
                    <a16:rowId xmlns:a16="http://schemas.microsoft.com/office/drawing/2014/main" val="3919878585"/>
                  </a:ext>
                </a:extLst>
              </a:tr>
            </a:tbl>
          </a:graphicData>
        </a:graphic>
      </p:graphicFrame>
      <p:sp>
        <p:nvSpPr>
          <p:cNvPr id="12" name="Oval 11">
            <a:extLst>
              <a:ext uri="{FF2B5EF4-FFF2-40B4-BE49-F238E27FC236}">
                <a16:creationId xmlns:a16="http://schemas.microsoft.com/office/drawing/2014/main" id="{E095F2F9-4E8E-4654-A690-92337225D5C9}"/>
              </a:ext>
            </a:extLst>
          </p:cNvPr>
          <p:cNvSpPr/>
          <p:nvPr/>
        </p:nvSpPr>
        <p:spPr>
          <a:xfrm>
            <a:off x="4230956" y="990703"/>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37" name="Oval 36">
            <a:extLst>
              <a:ext uri="{FF2B5EF4-FFF2-40B4-BE49-F238E27FC236}">
                <a16:creationId xmlns:a16="http://schemas.microsoft.com/office/drawing/2014/main" id="{C87D2B8A-DBE2-4485-A33B-3C91F0B3ABBF}"/>
              </a:ext>
            </a:extLst>
          </p:cNvPr>
          <p:cNvSpPr/>
          <p:nvPr/>
        </p:nvSpPr>
        <p:spPr>
          <a:xfrm>
            <a:off x="5929312" y="996491"/>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32" name="Oval 31">
            <a:extLst>
              <a:ext uri="{FF2B5EF4-FFF2-40B4-BE49-F238E27FC236}">
                <a16:creationId xmlns:a16="http://schemas.microsoft.com/office/drawing/2014/main" id="{D6079373-5A45-4D8B-AA24-4068645F4E15}"/>
              </a:ext>
            </a:extLst>
          </p:cNvPr>
          <p:cNvSpPr/>
          <p:nvPr/>
        </p:nvSpPr>
        <p:spPr>
          <a:xfrm>
            <a:off x="834243" y="1009753"/>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24" name="Oval 23">
            <a:extLst>
              <a:ext uri="{FF2B5EF4-FFF2-40B4-BE49-F238E27FC236}">
                <a16:creationId xmlns:a16="http://schemas.microsoft.com/office/drawing/2014/main" id="{EDE20BE6-16AA-4746-9078-3980D9D66A2B}"/>
              </a:ext>
            </a:extLst>
          </p:cNvPr>
          <p:cNvSpPr/>
          <p:nvPr/>
        </p:nvSpPr>
        <p:spPr>
          <a:xfrm>
            <a:off x="7627667" y="988103"/>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8" name="Oval 17">
            <a:extLst>
              <a:ext uri="{FF2B5EF4-FFF2-40B4-BE49-F238E27FC236}">
                <a16:creationId xmlns:a16="http://schemas.microsoft.com/office/drawing/2014/main" id="{BD7C3B19-0E1C-4B30-8DDC-154E6FDA4581}"/>
              </a:ext>
            </a:extLst>
          </p:cNvPr>
          <p:cNvSpPr/>
          <p:nvPr/>
        </p:nvSpPr>
        <p:spPr>
          <a:xfrm>
            <a:off x="2532599" y="1009752"/>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51" name="Text Placeholder 145">
            <a:extLst>
              <a:ext uri="{FF2B5EF4-FFF2-40B4-BE49-F238E27FC236}">
                <a16:creationId xmlns:a16="http://schemas.microsoft.com/office/drawing/2014/main" id="{6289AEFC-1DCC-474D-AECB-2478B8CC2857}"/>
              </a:ext>
            </a:extLst>
          </p:cNvPr>
          <p:cNvSpPr>
            <a:spLocks noGrp="1"/>
          </p:cNvSpPr>
          <p:nvPr>
            <p:ph type="body" sz="quarter" idx="28" hasCustomPrompt="1"/>
          </p:nvPr>
        </p:nvSpPr>
        <p:spPr>
          <a:xfrm>
            <a:off x="421989"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2" name="Text Placeholder 145">
            <a:extLst>
              <a:ext uri="{FF2B5EF4-FFF2-40B4-BE49-F238E27FC236}">
                <a16:creationId xmlns:a16="http://schemas.microsoft.com/office/drawing/2014/main" id="{68389D3B-B79B-4A58-B259-71A72A0F9F88}"/>
              </a:ext>
            </a:extLst>
          </p:cNvPr>
          <p:cNvSpPr>
            <a:spLocks noGrp="1"/>
          </p:cNvSpPr>
          <p:nvPr>
            <p:ph type="body" sz="quarter" idx="29" hasCustomPrompt="1"/>
          </p:nvPr>
        </p:nvSpPr>
        <p:spPr>
          <a:xfrm>
            <a:off x="7210680"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3" name="Text Placeholder 145">
            <a:extLst>
              <a:ext uri="{FF2B5EF4-FFF2-40B4-BE49-F238E27FC236}">
                <a16:creationId xmlns:a16="http://schemas.microsoft.com/office/drawing/2014/main" id="{4A228E89-0C2C-4C0B-9DEE-049850206095}"/>
              </a:ext>
            </a:extLst>
          </p:cNvPr>
          <p:cNvSpPr>
            <a:spLocks noGrp="1"/>
          </p:cNvSpPr>
          <p:nvPr>
            <p:ph type="body" sz="quarter" idx="30" hasCustomPrompt="1"/>
          </p:nvPr>
        </p:nvSpPr>
        <p:spPr>
          <a:xfrm>
            <a:off x="5512325"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4" name="Text Placeholder 145">
            <a:extLst>
              <a:ext uri="{FF2B5EF4-FFF2-40B4-BE49-F238E27FC236}">
                <a16:creationId xmlns:a16="http://schemas.microsoft.com/office/drawing/2014/main" id="{B3B650E2-F9FA-44A9-B427-DF0CC7827977}"/>
              </a:ext>
            </a:extLst>
          </p:cNvPr>
          <p:cNvSpPr>
            <a:spLocks noGrp="1"/>
          </p:cNvSpPr>
          <p:nvPr>
            <p:ph type="body" sz="quarter" idx="31" hasCustomPrompt="1"/>
          </p:nvPr>
        </p:nvSpPr>
        <p:spPr>
          <a:xfrm>
            <a:off x="3813970"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5" name="Text Placeholder 145">
            <a:extLst>
              <a:ext uri="{FF2B5EF4-FFF2-40B4-BE49-F238E27FC236}">
                <a16:creationId xmlns:a16="http://schemas.microsoft.com/office/drawing/2014/main" id="{86F74E4B-A560-484F-9633-25052C4919EC}"/>
              </a:ext>
            </a:extLst>
          </p:cNvPr>
          <p:cNvSpPr>
            <a:spLocks noGrp="1"/>
          </p:cNvSpPr>
          <p:nvPr>
            <p:ph type="body" sz="quarter" idx="32" hasCustomPrompt="1"/>
          </p:nvPr>
        </p:nvSpPr>
        <p:spPr>
          <a:xfrm>
            <a:off x="2125477"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1" name="Text Placeholder 145">
            <a:extLst>
              <a:ext uri="{FF2B5EF4-FFF2-40B4-BE49-F238E27FC236}">
                <a16:creationId xmlns:a16="http://schemas.microsoft.com/office/drawing/2014/main" id="{2870B7D9-B22B-C1CD-84CD-6AC3B4AB53FE}"/>
              </a:ext>
            </a:extLst>
          </p:cNvPr>
          <p:cNvSpPr>
            <a:spLocks noGrp="1"/>
          </p:cNvSpPr>
          <p:nvPr>
            <p:ph type="body" sz="quarter" idx="33" hasCustomPrompt="1"/>
          </p:nvPr>
        </p:nvSpPr>
        <p:spPr>
          <a:xfrm>
            <a:off x="421989"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4" name="Text Placeholder 145">
            <a:extLst>
              <a:ext uri="{FF2B5EF4-FFF2-40B4-BE49-F238E27FC236}">
                <a16:creationId xmlns:a16="http://schemas.microsoft.com/office/drawing/2014/main" id="{E7134D79-D258-DDE5-5C56-854E99A43969}"/>
              </a:ext>
            </a:extLst>
          </p:cNvPr>
          <p:cNvSpPr>
            <a:spLocks noGrp="1"/>
          </p:cNvSpPr>
          <p:nvPr>
            <p:ph type="body" sz="quarter" idx="34" hasCustomPrompt="1"/>
          </p:nvPr>
        </p:nvSpPr>
        <p:spPr>
          <a:xfrm>
            <a:off x="2125477"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5" name="Text Placeholder 145">
            <a:extLst>
              <a:ext uri="{FF2B5EF4-FFF2-40B4-BE49-F238E27FC236}">
                <a16:creationId xmlns:a16="http://schemas.microsoft.com/office/drawing/2014/main" id="{59150BF6-3EEA-2028-6208-5087E8312EFA}"/>
              </a:ext>
            </a:extLst>
          </p:cNvPr>
          <p:cNvSpPr>
            <a:spLocks noGrp="1"/>
          </p:cNvSpPr>
          <p:nvPr>
            <p:ph type="body" sz="quarter" idx="35" hasCustomPrompt="1"/>
          </p:nvPr>
        </p:nvSpPr>
        <p:spPr>
          <a:xfrm>
            <a:off x="3809803"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6" name="Text Placeholder 145">
            <a:extLst>
              <a:ext uri="{FF2B5EF4-FFF2-40B4-BE49-F238E27FC236}">
                <a16:creationId xmlns:a16="http://schemas.microsoft.com/office/drawing/2014/main" id="{FF5C6216-8D4E-B84B-FB1F-A814B3C1C717}"/>
              </a:ext>
            </a:extLst>
          </p:cNvPr>
          <p:cNvSpPr>
            <a:spLocks noGrp="1"/>
          </p:cNvSpPr>
          <p:nvPr>
            <p:ph type="body" sz="quarter" idx="36" hasCustomPrompt="1"/>
          </p:nvPr>
        </p:nvSpPr>
        <p:spPr>
          <a:xfrm>
            <a:off x="5512325"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7" name="Text Placeholder 145">
            <a:extLst>
              <a:ext uri="{FF2B5EF4-FFF2-40B4-BE49-F238E27FC236}">
                <a16:creationId xmlns:a16="http://schemas.microsoft.com/office/drawing/2014/main" id="{5D0A2A7C-C42F-414C-E98D-7FC28B73064B}"/>
              </a:ext>
            </a:extLst>
          </p:cNvPr>
          <p:cNvSpPr>
            <a:spLocks noGrp="1"/>
          </p:cNvSpPr>
          <p:nvPr>
            <p:ph type="body" sz="quarter" idx="37" hasCustomPrompt="1"/>
          </p:nvPr>
        </p:nvSpPr>
        <p:spPr>
          <a:xfrm>
            <a:off x="7212357"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19" name="Footer Placeholder 4">
            <a:extLst>
              <a:ext uri="{FF2B5EF4-FFF2-40B4-BE49-F238E27FC236}">
                <a16:creationId xmlns:a16="http://schemas.microsoft.com/office/drawing/2014/main" id="{CF3D1E4D-5DE0-0F4A-F722-2CAE977DD50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0" name="TextBox 19">
            <a:extLst>
              <a:ext uri="{FF2B5EF4-FFF2-40B4-BE49-F238E27FC236}">
                <a16:creationId xmlns:a16="http://schemas.microsoft.com/office/drawing/2014/main" id="{3E802D7D-7A0A-ABEA-C80D-BA7F29B53FEB}"/>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54582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0/50 Headline w Image - Orange">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4D1C187-0654-DD4B-B6ED-23DB7B18F70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336854" y="250372"/>
            <a:ext cx="396025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336854" y="444501"/>
            <a:ext cx="3960256" cy="1889124"/>
          </a:xfrm>
        </p:spPr>
        <p:txBody>
          <a:bodyPr>
            <a:noAutofit/>
          </a:bodyPr>
          <a:lstStyle>
            <a:lvl1pPr>
              <a:defRPr sz="4800" spc="-100" baseline="0">
                <a:solidFill>
                  <a:schemeClr val="bg1"/>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4553712" y="0"/>
            <a:ext cx="4590288" cy="5143500"/>
          </a:xfrm>
          <a:solidFill>
            <a:schemeClr val="bg1">
              <a:lumMod val="95000"/>
            </a:schemeClr>
          </a:solidFill>
        </p:spPr>
        <p:txBody>
          <a:bodyPr/>
          <a:lstStyle>
            <a:lvl1pPr marL="0" indent="0">
              <a:buNone/>
              <a:defRPr/>
            </a:lvl1pPr>
          </a:lstStyle>
          <a:p>
            <a:r>
              <a:rPr lang="en-US"/>
              <a:t>Add Background Image</a:t>
            </a:r>
          </a:p>
        </p:txBody>
      </p:sp>
      <p:sp>
        <p:nvSpPr>
          <p:cNvPr id="10" name="Text Placeholder 8">
            <a:extLst>
              <a:ext uri="{FF2B5EF4-FFF2-40B4-BE49-F238E27FC236}">
                <a16:creationId xmlns:a16="http://schemas.microsoft.com/office/drawing/2014/main" id="{8DB6A547-D383-CD4D-9A31-701C037BAB6C}"/>
              </a:ext>
            </a:extLst>
          </p:cNvPr>
          <p:cNvSpPr>
            <a:spLocks noGrp="1"/>
          </p:cNvSpPr>
          <p:nvPr>
            <p:ph type="body" sz="quarter" idx="15" hasCustomPrompt="1"/>
          </p:nvPr>
        </p:nvSpPr>
        <p:spPr>
          <a:xfrm>
            <a:off x="336854" y="2509838"/>
            <a:ext cx="3960256" cy="859871"/>
          </a:xfrm>
        </p:spPr>
        <p:txBody>
          <a:bodyPr>
            <a:noAutofit/>
          </a:bodyPr>
          <a:lstStyle>
            <a:lvl1pPr marL="0" marR="0" indent="0" algn="l" defTabSz="685800" rtl="0" eaLnBrk="1" fontAlgn="auto" latinLnBrk="0" hangingPunct="1">
              <a:lnSpc>
                <a:spcPct val="85000"/>
              </a:lnSpc>
              <a:spcBef>
                <a:spcPts val="0"/>
              </a:spcBef>
              <a:spcAft>
                <a:spcPts val="600"/>
              </a:spcAft>
              <a:buClr>
                <a:schemeClr val="tx2"/>
              </a:buClr>
              <a:buSzTx/>
              <a:buFont typeface="Arial" panose="020B0604020202020204" pitchFamily="34" charset="0"/>
              <a:buNone/>
              <a:tabLst/>
              <a:defRPr sz="1400" b="0">
                <a:solidFill>
                  <a:schemeClr val="bg1"/>
                </a:solidFill>
                <a:latin typeface="+mn-lt"/>
              </a:defRPr>
            </a:lvl1pPr>
          </a:lstStyle>
          <a:p>
            <a:pPr marL="0" marR="0" lvl="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pPr>
            <a:r>
              <a:rPr lang="en-US"/>
              <a:t>Subhead (optional) in Arial Regular 14pt.</a:t>
            </a:r>
          </a:p>
        </p:txBody>
      </p:sp>
      <p:sp>
        <p:nvSpPr>
          <p:cNvPr id="9" name="Footer Placeholder 4">
            <a:extLst>
              <a:ext uri="{FF2B5EF4-FFF2-40B4-BE49-F238E27FC236}">
                <a16:creationId xmlns:a16="http://schemas.microsoft.com/office/drawing/2014/main" id="{38B7BF53-129F-12D9-26D2-5DEEF84E4DDE}"/>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1" name="TextBox 10">
            <a:extLst>
              <a:ext uri="{FF2B5EF4-FFF2-40B4-BE49-F238E27FC236}">
                <a16:creationId xmlns:a16="http://schemas.microsoft.com/office/drawing/2014/main" id="{B9713005-16B6-359C-FD4B-94385B7DC2A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23832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0/50 Headline w Image Rev - Orange">
    <p:bg>
      <p:bgPr>
        <a:solidFill>
          <a:schemeClr val="tx2"/>
        </a:solidFill>
        <a:effectLst/>
      </p:bgPr>
    </p:bg>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63D015CC-B433-774E-9371-B1C0510F9FDE}"/>
              </a:ext>
            </a:extLst>
          </p:cNvPr>
          <p:cNvSpPr>
            <a:spLocks noGrp="1"/>
          </p:cNvSpPr>
          <p:nvPr>
            <p:ph type="body" sz="quarter" idx="15" hasCustomPrompt="1"/>
          </p:nvPr>
        </p:nvSpPr>
        <p:spPr>
          <a:xfrm>
            <a:off x="4858319" y="2509838"/>
            <a:ext cx="3960256" cy="859871"/>
          </a:xfrm>
        </p:spPr>
        <p:txBody>
          <a:bodyPr>
            <a:noAutofit/>
          </a:bodyPr>
          <a:lstStyle>
            <a:lvl1pPr marL="0" indent="0">
              <a:lnSpc>
                <a:spcPct val="85000"/>
              </a:lnSpc>
              <a:buNone/>
              <a:defRPr sz="1400" b="0">
                <a:solidFill>
                  <a:schemeClr val="bg1"/>
                </a:solidFill>
                <a:latin typeface="+mn-lt"/>
              </a:defRPr>
            </a:lvl1pPr>
          </a:lstStyle>
          <a:p>
            <a:r>
              <a:rPr lang="en-US"/>
              <a:t>Subhead (optional) in Arial Regular 14pt.</a:t>
            </a:r>
          </a:p>
        </p:txBody>
      </p:sp>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4858101" y="250372"/>
            <a:ext cx="3960256" cy="167013"/>
          </a:xfrm>
        </p:spPr>
        <p:txBody>
          <a:bodyPr>
            <a:noAutofit/>
          </a:bodyPr>
          <a:lstStyle>
            <a:lvl1pPr marL="0" marR="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4858319" y="444501"/>
            <a:ext cx="3960256" cy="1851024"/>
          </a:xfrm>
        </p:spPr>
        <p:txBody>
          <a:bodyPr>
            <a:noAutofit/>
          </a:bodyPr>
          <a:lstStyle>
            <a:lvl1pPr>
              <a:defRPr sz="4800" spc="-100" baseline="0">
                <a:solidFill>
                  <a:schemeClr val="bg1"/>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18288" y="0"/>
            <a:ext cx="4590288" cy="5143500"/>
          </a:xfrm>
          <a:solidFill>
            <a:schemeClr val="bg1">
              <a:lumMod val="95000"/>
            </a:schemeClr>
          </a:solidFill>
        </p:spPr>
        <p:txBody>
          <a:bodyPr/>
          <a:lstStyle>
            <a:lvl1pPr marL="0" indent="0">
              <a:buNone/>
              <a:defRPr/>
            </a:lvl1pPr>
          </a:lstStyle>
          <a:p>
            <a:r>
              <a:rPr lang="en-US"/>
              <a:t>Add Background Image</a:t>
            </a:r>
          </a:p>
        </p:txBody>
      </p:sp>
      <p:pic>
        <p:nvPicPr>
          <p:cNvPr id="9" name="Picture 8">
            <a:extLst>
              <a:ext uri="{FF2B5EF4-FFF2-40B4-BE49-F238E27FC236}">
                <a16:creationId xmlns:a16="http://schemas.microsoft.com/office/drawing/2014/main" id="{66B7FBBB-23AD-BA4E-99F5-45EFF0A02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8" name="Footer Placeholder 4">
            <a:extLst>
              <a:ext uri="{FF2B5EF4-FFF2-40B4-BE49-F238E27FC236}">
                <a16:creationId xmlns:a16="http://schemas.microsoft.com/office/drawing/2014/main" id="{F153D343-C0AB-264C-3CAC-C86B962D6AA7}"/>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EDD3632B-6644-BB47-3EF1-2AAA876F49EB}"/>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85990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0/50 Headline w Image - 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B8F768-BDFE-8743-A7CD-33119B2DB7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1" name="Text Placeholder 8">
            <a:extLst>
              <a:ext uri="{FF2B5EF4-FFF2-40B4-BE49-F238E27FC236}">
                <a16:creationId xmlns:a16="http://schemas.microsoft.com/office/drawing/2014/main" id="{63D015CC-B433-774E-9371-B1C0510F9FDE}"/>
              </a:ext>
            </a:extLst>
          </p:cNvPr>
          <p:cNvSpPr>
            <a:spLocks noGrp="1"/>
          </p:cNvSpPr>
          <p:nvPr>
            <p:ph type="body" sz="quarter" idx="15" hasCustomPrompt="1"/>
          </p:nvPr>
        </p:nvSpPr>
        <p:spPr>
          <a:xfrm>
            <a:off x="336854" y="2509838"/>
            <a:ext cx="3960256" cy="859871"/>
          </a:xfrm>
        </p:spPr>
        <p:txBody>
          <a:bodyPr>
            <a:noAutofit/>
          </a:bodyPr>
          <a:lstStyle>
            <a:lvl1pPr marL="0" marR="0" indent="0" algn="l" defTabSz="685800" rtl="0" eaLnBrk="1" fontAlgn="auto" latinLnBrk="0" hangingPunct="1">
              <a:lnSpc>
                <a:spcPct val="85000"/>
              </a:lnSpc>
              <a:spcBef>
                <a:spcPts val="0"/>
              </a:spcBef>
              <a:spcAft>
                <a:spcPts val="600"/>
              </a:spcAft>
              <a:buClr>
                <a:schemeClr val="tx2"/>
              </a:buClr>
              <a:buSzTx/>
              <a:buFont typeface="Arial" panose="020B0604020202020204" pitchFamily="34" charset="0"/>
              <a:buNone/>
              <a:tabLst/>
              <a:defRPr sz="1400" b="0">
                <a:solidFill>
                  <a:schemeClr val="bg2"/>
                </a:solidFill>
                <a:latin typeface="+mn-lt"/>
              </a:defRPr>
            </a:lvl1pPr>
          </a:lstStyle>
          <a:p>
            <a:pPr marL="0" marR="0" lvl="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pPr>
            <a:r>
              <a:rPr lang="en-US"/>
              <a:t>Subhead (optional) in Arial Regular 14pt.</a:t>
            </a:r>
          </a:p>
        </p:txBody>
      </p:sp>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336854" y="250372"/>
            <a:ext cx="396025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336854" y="444501"/>
            <a:ext cx="3960256" cy="1851024"/>
          </a:xfrm>
        </p:spPr>
        <p:txBody>
          <a:bodyPr>
            <a:noAutofit/>
          </a:bodyPr>
          <a:lstStyle>
            <a:lvl1pPr>
              <a:defRPr sz="4800" spc="-100" baseline="0">
                <a:solidFill>
                  <a:schemeClr val="tx2"/>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4553712" y="0"/>
            <a:ext cx="4590288" cy="5143500"/>
          </a:xfrm>
          <a:solidFill>
            <a:schemeClr val="bg1">
              <a:lumMod val="95000"/>
            </a:schemeClr>
          </a:solidFill>
        </p:spPr>
        <p:txBody>
          <a:bodyPr/>
          <a:lstStyle>
            <a:lvl1pPr marL="0" indent="0">
              <a:buNone/>
              <a:defRPr/>
            </a:lvl1pPr>
          </a:lstStyle>
          <a:p>
            <a:r>
              <a:rPr lang="en-US"/>
              <a:t>Add Background Image</a:t>
            </a:r>
          </a:p>
        </p:txBody>
      </p:sp>
      <p:sp>
        <p:nvSpPr>
          <p:cNvPr id="9" name="Footer Placeholder 4">
            <a:extLst>
              <a:ext uri="{FF2B5EF4-FFF2-40B4-BE49-F238E27FC236}">
                <a16:creationId xmlns:a16="http://schemas.microsoft.com/office/drawing/2014/main" id="{904D229C-F2F8-97D3-1423-AB1EBB0085D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5254F90B-AD14-68B9-3A9B-1DBE111FC6F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3278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0/50 Headline w Image Rev - White">
    <p:bg>
      <p:bgPr>
        <a:solidFill>
          <a:schemeClr val="bg1"/>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4858320" y="250372"/>
            <a:ext cx="3960256" cy="167013"/>
          </a:xfrm>
        </p:spPr>
        <p:txBody>
          <a:bodyPr lIns="36576" anchor="t" anchorCtr="0">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4858319" y="444501"/>
            <a:ext cx="3960256" cy="1851024"/>
          </a:xfrm>
        </p:spPr>
        <p:txBody>
          <a:bodyPr anchor="t" anchorCtr="0">
            <a:noAutofit/>
          </a:bodyPr>
          <a:lstStyle>
            <a:lvl1pPr>
              <a:defRPr sz="4800" spc="-100" baseline="0">
                <a:solidFill>
                  <a:schemeClr val="tx2"/>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18288" y="0"/>
            <a:ext cx="4590288" cy="5143500"/>
          </a:xfrm>
          <a:solidFill>
            <a:schemeClr val="bg1">
              <a:lumMod val="95000"/>
            </a:schemeClr>
          </a:solidFill>
        </p:spPr>
        <p:txBody>
          <a:bodyPr/>
          <a:lstStyle>
            <a:lvl1pPr marL="0" indent="0">
              <a:buNone/>
              <a:defRPr/>
            </a:lvl1pPr>
          </a:lstStyle>
          <a:p>
            <a:r>
              <a:rPr lang="en-US"/>
              <a:t>Add Background Image</a:t>
            </a:r>
          </a:p>
        </p:txBody>
      </p:sp>
      <p:pic>
        <p:nvPicPr>
          <p:cNvPr id="8" name="Picture 7">
            <a:extLst>
              <a:ext uri="{FF2B5EF4-FFF2-40B4-BE49-F238E27FC236}">
                <a16:creationId xmlns:a16="http://schemas.microsoft.com/office/drawing/2014/main" id="{A168485A-0B71-8046-99C3-C347F08F90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Text Placeholder 8">
            <a:extLst>
              <a:ext uri="{FF2B5EF4-FFF2-40B4-BE49-F238E27FC236}">
                <a16:creationId xmlns:a16="http://schemas.microsoft.com/office/drawing/2014/main" id="{0F61E08D-102A-EE40-AF92-46810987554F}"/>
              </a:ext>
            </a:extLst>
          </p:cNvPr>
          <p:cNvSpPr>
            <a:spLocks noGrp="1"/>
          </p:cNvSpPr>
          <p:nvPr>
            <p:ph type="body" sz="quarter" idx="15" hasCustomPrompt="1"/>
          </p:nvPr>
        </p:nvSpPr>
        <p:spPr>
          <a:xfrm>
            <a:off x="4858319" y="2509838"/>
            <a:ext cx="3960256" cy="859871"/>
          </a:xfrm>
        </p:spPr>
        <p:txBody>
          <a:bodyPr anchor="t" anchorCtr="0">
            <a:noAutofit/>
          </a:bodyPr>
          <a:lstStyle>
            <a:lvl1pPr marL="0" indent="0">
              <a:lnSpc>
                <a:spcPct val="85000"/>
              </a:lnSpc>
              <a:buNone/>
              <a:defRPr sz="1400" b="0">
                <a:solidFill>
                  <a:schemeClr val="bg2"/>
                </a:solidFill>
                <a:latin typeface="+mn-lt"/>
              </a:defRPr>
            </a:lvl1pPr>
          </a:lstStyle>
          <a:p>
            <a:r>
              <a:rPr lang="en-US"/>
              <a:t>Subhead (optional) in Arial Regular 14pt.</a:t>
            </a:r>
          </a:p>
        </p:txBody>
      </p:sp>
      <p:sp>
        <p:nvSpPr>
          <p:cNvPr id="10" name="Footer Placeholder 4">
            <a:extLst>
              <a:ext uri="{FF2B5EF4-FFF2-40B4-BE49-F238E27FC236}">
                <a16:creationId xmlns:a16="http://schemas.microsoft.com/office/drawing/2014/main" id="{3D6335F6-11AF-C888-9311-711D4DE7B611}"/>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1" name="TextBox 10">
            <a:extLst>
              <a:ext uri="{FF2B5EF4-FFF2-40B4-BE49-F238E27FC236}">
                <a16:creationId xmlns:a16="http://schemas.microsoft.com/office/drawing/2014/main" id="{ECFA8822-393A-FB7A-B1DE-23CF3AC0C10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64577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 Title and Subhead">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11" name="Footer Placeholder 4">
            <a:extLst>
              <a:ext uri="{FF2B5EF4-FFF2-40B4-BE49-F238E27FC236}">
                <a16:creationId xmlns:a16="http://schemas.microsoft.com/office/drawing/2014/main" id="{37EE237D-6787-83C1-F592-2E543D1CADF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BB0A27B9-E519-7551-5441-B57CA2D2032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18300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 Title + Subhead">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29580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 1 Column">
    <p:spTree>
      <p:nvGrpSpPr>
        <p:cNvPr id="1" name=""/>
        <p:cNvGrpSpPr/>
        <p:nvPr/>
      </p:nvGrpSpPr>
      <p:grpSpPr>
        <a:xfrm>
          <a:off x="0" y="0"/>
          <a:ext cx="0" cy="0"/>
          <a:chOff x="0" y="0"/>
          <a:chExt cx="0" cy="0"/>
        </a:xfrm>
      </p:grpSpPr>
      <p:sp>
        <p:nvSpPr>
          <p:cNvPr id="14" name="Content Placeholder 3">
            <a:extLst>
              <a:ext uri="{FF2B5EF4-FFF2-40B4-BE49-F238E27FC236}">
                <a16:creationId xmlns:a16="http://schemas.microsoft.com/office/drawing/2014/main" id="{5E8097F4-C799-6F48-A808-4526AA9AD058}"/>
              </a:ext>
            </a:extLst>
          </p:cNvPr>
          <p:cNvSpPr>
            <a:spLocks noGrp="1"/>
          </p:cNvSpPr>
          <p:nvPr>
            <p:ph sz="quarter" idx="18" hasCustomPrompt="1"/>
          </p:nvPr>
        </p:nvSpPr>
        <p:spPr>
          <a:xfrm>
            <a:off x="336855" y="1497091"/>
            <a:ext cx="5721045" cy="3113410"/>
          </a:xfrm>
        </p:spPr>
        <p:txBody>
          <a:bodyPr/>
          <a:lstStyle/>
          <a:p>
            <a:pPr lvl="0"/>
            <a:r>
              <a:rPr lang="en-US"/>
              <a:t>Bullet and copy set in Arial Regular 14pt</a:t>
            </a:r>
          </a:p>
        </p:txBody>
      </p:sp>
      <p:sp>
        <p:nvSpPr>
          <p:cNvPr id="19" name="Text Placeholder 8">
            <a:extLst>
              <a:ext uri="{FF2B5EF4-FFF2-40B4-BE49-F238E27FC236}">
                <a16:creationId xmlns:a16="http://schemas.microsoft.com/office/drawing/2014/main" id="{7B770F4C-DD91-E444-956B-16715B52D2D9}"/>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Title 7">
            <a:extLst>
              <a:ext uri="{FF2B5EF4-FFF2-40B4-BE49-F238E27FC236}">
                <a16:creationId xmlns:a16="http://schemas.microsoft.com/office/drawing/2014/main" id="{F690522F-9C57-0D40-AA23-D8959DECD547}"/>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16" name="Text Placeholder 9">
            <a:extLst>
              <a:ext uri="{FF2B5EF4-FFF2-40B4-BE49-F238E27FC236}">
                <a16:creationId xmlns:a16="http://schemas.microsoft.com/office/drawing/2014/main" id="{0A9C089A-1AF8-A147-8956-6641C8A53879}"/>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5C3406CE-F2B3-6B46-AEAA-2B50F21E6C6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71E37E82-7753-8D06-8D6A-B7C7DDB8DB6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AB374F21-8543-8FA3-4812-BA46835B4F6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07791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 1 Full Column">
    <p:spTree>
      <p:nvGrpSpPr>
        <p:cNvPr id="1" name=""/>
        <p:cNvGrpSpPr/>
        <p:nvPr/>
      </p:nvGrpSpPr>
      <p:grpSpPr>
        <a:xfrm>
          <a:off x="0" y="0"/>
          <a:ext cx="0" cy="0"/>
          <a:chOff x="0" y="0"/>
          <a:chExt cx="0" cy="0"/>
        </a:xfrm>
      </p:grpSpPr>
      <p:sp>
        <p:nvSpPr>
          <p:cNvPr id="14" name="Content Placeholder 3">
            <a:extLst>
              <a:ext uri="{FF2B5EF4-FFF2-40B4-BE49-F238E27FC236}">
                <a16:creationId xmlns:a16="http://schemas.microsoft.com/office/drawing/2014/main" id="{5E8097F4-C799-6F48-A808-4526AA9AD058}"/>
              </a:ext>
            </a:extLst>
          </p:cNvPr>
          <p:cNvSpPr>
            <a:spLocks noGrp="1"/>
          </p:cNvSpPr>
          <p:nvPr>
            <p:ph sz="quarter" idx="18" hasCustomPrompt="1"/>
          </p:nvPr>
        </p:nvSpPr>
        <p:spPr>
          <a:xfrm>
            <a:off x="336855" y="1497091"/>
            <a:ext cx="8470291" cy="3113410"/>
          </a:xfrm>
        </p:spPr>
        <p:txBody>
          <a:bodyPr/>
          <a:lstStyle/>
          <a:p>
            <a:pPr lvl="0"/>
            <a:r>
              <a:rPr lang="en-US"/>
              <a:t>Bullet and copy set in Arial Regular 14pt</a:t>
            </a:r>
          </a:p>
        </p:txBody>
      </p:sp>
      <p:sp>
        <p:nvSpPr>
          <p:cNvPr id="19" name="Text Placeholder 8">
            <a:extLst>
              <a:ext uri="{FF2B5EF4-FFF2-40B4-BE49-F238E27FC236}">
                <a16:creationId xmlns:a16="http://schemas.microsoft.com/office/drawing/2014/main" id="{7B770F4C-DD91-E444-956B-16715B52D2D9}"/>
              </a:ext>
            </a:extLst>
          </p:cNvPr>
          <p:cNvSpPr>
            <a:spLocks noGrp="1"/>
          </p:cNvSpPr>
          <p:nvPr>
            <p:ph type="body" sz="quarter" idx="35" hasCustomPrompt="1"/>
          </p:nvPr>
        </p:nvSpPr>
        <p:spPr>
          <a:xfrm>
            <a:off x="336854" y="962227"/>
            <a:ext cx="847029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Title 7">
            <a:extLst>
              <a:ext uri="{FF2B5EF4-FFF2-40B4-BE49-F238E27FC236}">
                <a16:creationId xmlns:a16="http://schemas.microsoft.com/office/drawing/2014/main" id="{F690522F-9C57-0D40-AA23-D8959DECD547}"/>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16" name="Text Placeholder 9">
            <a:extLst>
              <a:ext uri="{FF2B5EF4-FFF2-40B4-BE49-F238E27FC236}">
                <a16:creationId xmlns:a16="http://schemas.microsoft.com/office/drawing/2014/main" id="{0A9C089A-1AF8-A147-8956-6641C8A53879}"/>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5C3406CE-F2B3-6B46-AEAA-2B50F21E6C6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7470FDA3-CA47-5DAC-8FD4-9DB393424FD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0C06606F-FD09-7555-CB48-B84D224E772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81522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50/50 SPLIT: COPY + IM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CD04829-9CCA-BC44-A025-DCD4970800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Picture Placeholder 4">
            <a:extLst>
              <a:ext uri="{FF2B5EF4-FFF2-40B4-BE49-F238E27FC236}">
                <a16:creationId xmlns:a16="http://schemas.microsoft.com/office/drawing/2014/main" id="{5C6A5818-4520-DC46-A993-B6307A75C6B3}"/>
              </a:ext>
            </a:extLst>
          </p:cNvPr>
          <p:cNvSpPr>
            <a:spLocks noGrp="1"/>
          </p:cNvSpPr>
          <p:nvPr>
            <p:ph type="pic" sz="quarter" idx="18" hasCustomPrompt="1"/>
          </p:nvPr>
        </p:nvSpPr>
        <p:spPr>
          <a:xfrm>
            <a:off x="4553712" y="0"/>
            <a:ext cx="4590288" cy="5143500"/>
          </a:xfrm>
          <a:solidFill>
            <a:schemeClr val="bg1">
              <a:lumMod val="95000"/>
            </a:schemeClr>
          </a:solidFill>
        </p:spPr>
        <p:txBody>
          <a:bodyPr>
            <a:noAutofit/>
          </a:bodyPr>
          <a:lstStyle>
            <a:lvl1pPr marL="0" indent="0">
              <a:buNone/>
              <a:defRPr/>
            </a:lvl1pPr>
          </a:lstStyle>
          <a:p>
            <a:r>
              <a:rPr lang="en-US"/>
              <a:t>Add Background Image</a:t>
            </a:r>
          </a:p>
        </p:txBody>
      </p:sp>
      <p:sp>
        <p:nvSpPr>
          <p:cNvPr id="2" name="Title 1">
            <a:extLst>
              <a:ext uri="{FF2B5EF4-FFF2-40B4-BE49-F238E27FC236}">
                <a16:creationId xmlns:a16="http://schemas.microsoft.com/office/drawing/2014/main" id="{3101E2D4-E5E3-A941-882E-26E2775F567A}"/>
              </a:ext>
            </a:extLst>
          </p:cNvPr>
          <p:cNvSpPr>
            <a:spLocks noGrp="1"/>
          </p:cNvSpPr>
          <p:nvPr>
            <p:ph type="title" hasCustomPrompt="1"/>
          </p:nvPr>
        </p:nvSpPr>
        <p:spPr>
          <a:xfrm>
            <a:off x="336854" y="445960"/>
            <a:ext cx="3960256" cy="820131"/>
          </a:xfrm>
        </p:spPr>
        <p:txBody>
          <a:bodyPr>
            <a:noAutofit/>
          </a:bodyPr>
          <a:lstStyle/>
          <a:p>
            <a:r>
              <a:rPr lang="en-US"/>
              <a:t>Headline in Arial Bold 32pt</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396025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9" name="Text Placeholder 8">
            <a:extLst>
              <a:ext uri="{FF2B5EF4-FFF2-40B4-BE49-F238E27FC236}">
                <a16:creationId xmlns:a16="http://schemas.microsoft.com/office/drawing/2014/main" id="{2B900571-19D3-CA44-87E5-211E5D595534}"/>
              </a:ext>
            </a:extLst>
          </p:cNvPr>
          <p:cNvSpPr>
            <a:spLocks noGrp="1"/>
          </p:cNvSpPr>
          <p:nvPr>
            <p:ph type="body" sz="quarter" idx="15"/>
          </p:nvPr>
        </p:nvSpPr>
        <p:spPr>
          <a:xfrm>
            <a:off x="336854" y="2029767"/>
            <a:ext cx="3960256" cy="960856"/>
          </a:xfrm>
        </p:spPr>
        <p:txBody>
          <a:bodyPr>
            <a:noAutofit/>
          </a:bodyPr>
          <a:lstStyle>
            <a:lvl1pPr marL="0" indent="0">
              <a:lnSpc>
                <a:spcPct val="100000"/>
              </a:lnSpc>
              <a:buNone/>
              <a:defRPr sz="1050" b="0">
                <a:solidFill>
                  <a:schemeClr val="bg2"/>
                </a:solidFill>
                <a:latin typeface="+mn-lt"/>
              </a:defRPr>
            </a:lvl1pPr>
          </a:lstStyle>
          <a:p>
            <a:pPr lvl="0"/>
            <a:r>
              <a:rPr lang="en-US"/>
              <a:t>Click to edit Master text styles</a:t>
            </a:r>
          </a:p>
          <a:p>
            <a:pPr lvl="1"/>
            <a:r>
              <a:rPr lang="en-US"/>
              <a:t>Second level</a:t>
            </a:r>
          </a:p>
        </p:txBody>
      </p:sp>
      <p:sp>
        <p:nvSpPr>
          <p:cNvPr id="13" name="Footer Placeholder 4">
            <a:extLst>
              <a:ext uri="{FF2B5EF4-FFF2-40B4-BE49-F238E27FC236}">
                <a16:creationId xmlns:a16="http://schemas.microsoft.com/office/drawing/2014/main" id="{ABD7BD3B-38EA-A9DD-1FEA-87FCA1A928F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6AB4935D-EE7E-55A7-5480-9B730D9A456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72251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25/75 Split Copy - Lt Gray">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7274BA1-D24B-414C-843E-FE53AA6BF4BC}"/>
              </a:ext>
            </a:extLst>
          </p:cNvPr>
          <p:cNvSpPr>
            <a:spLocks noGrp="1"/>
          </p:cNvSpPr>
          <p:nvPr>
            <p:ph sz="quarter" idx="18" hasCustomPrompt="1"/>
          </p:nvPr>
        </p:nvSpPr>
        <p:spPr>
          <a:xfrm>
            <a:off x="3222625" y="833438"/>
            <a:ext cx="5570538" cy="3854450"/>
          </a:xfrm>
        </p:spPr>
        <p:txBody>
          <a:bodyPr/>
          <a:lstStyle/>
          <a:p>
            <a:pPr lvl="0"/>
            <a:r>
              <a:rPr lang="en-US"/>
              <a:t>Bullet and copy set in Arial Regular 14pt</a:t>
            </a:r>
          </a:p>
        </p:txBody>
      </p:sp>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2" name="Title 1">
            <a:extLst>
              <a:ext uri="{FF2B5EF4-FFF2-40B4-BE49-F238E27FC236}">
                <a16:creationId xmlns:a16="http://schemas.microsoft.com/office/drawing/2014/main" id="{3101E2D4-E5E3-A941-882E-26E2775F567A}"/>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15" name="Text Placeholder 12">
            <a:extLst>
              <a:ext uri="{FF2B5EF4-FFF2-40B4-BE49-F238E27FC236}">
                <a16:creationId xmlns:a16="http://schemas.microsoft.com/office/drawing/2014/main" id="{FCBEBEA0-AE00-454D-91AD-A0147568C397}"/>
              </a:ext>
            </a:extLst>
          </p:cNvPr>
          <p:cNvSpPr>
            <a:spLocks noGrp="1"/>
          </p:cNvSpPr>
          <p:nvPr>
            <p:ph type="body" sz="quarter" idx="15" hasCustomPrompt="1"/>
          </p:nvPr>
        </p:nvSpPr>
        <p:spPr>
          <a:xfrm>
            <a:off x="3223260" y="451901"/>
            <a:ext cx="5570252"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Click to edit Master Title styles</a:t>
            </a:r>
          </a:p>
        </p:txBody>
      </p:sp>
      <p:pic>
        <p:nvPicPr>
          <p:cNvPr id="12" name="Picture 11">
            <a:extLst>
              <a:ext uri="{FF2B5EF4-FFF2-40B4-BE49-F238E27FC236}">
                <a16:creationId xmlns:a16="http://schemas.microsoft.com/office/drawing/2014/main" id="{73379ABE-94A4-0C4D-9E85-0C245A9EF10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7" name="Text Placeholder 8">
            <a:extLst>
              <a:ext uri="{FF2B5EF4-FFF2-40B4-BE49-F238E27FC236}">
                <a16:creationId xmlns:a16="http://schemas.microsoft.com/office/drawing/2014/main" id="{6562854E-714A-CB4A-98D4-EEE83B5B4EE8}"/>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11" name="Footer Placeholder 4">
            <a:extLst>
              <a:ext uri="{FF2B5EF4-FFF2-40B4-BE49-F238E27FC236}">
                <a16:creationId xmlns:a16="http://schemas.microsoft.com/office/drawing/2014/main" id="{84291A63-85A3-E293-D493-41515F31754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4CC62FAD-0715-6868-2F45-635D715469D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72548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25/75 Split Copy - 2 Col - Lt Gray">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11" name="Text Placeholder 5">
            <a:extLst>
              <a:ext uri="{FF2B5EF4-FFF2-40B4-BE49-F238E27FC236}">
                <a16:creationId xmlns:a16="http://schemas.microsoft.com/office/drawing/2014/main" id="{E82B8A21-2630-C345-BA8E-FBF48464CC55}"/>
              </a:ext>
            </a:extLst>
          </p:cNvPr>
          <p:cNvSpPr>
            <a:spLocks noGrp="1"/>
          </p:cNvSpPr>
          <p:nvPr>
            <p:ph type="body" sz="quarter" idx="13" hasCustomPrompt="1"/>
          </p:nvPr>
        </p:nvSpPr>
        <p:spPr>
          <a:xfrm>
            <a:off x="3223260" y="832927"/>
            <a:ext cx="2697480" cy="3854508"/>
          </a:xfrm>
        </p:spPr>
        <p:txBody>
          <a:bodyPr>
            <a:noAutofit/>
          </a:bodyPr>
          <a:lstStyle/>
          <a:p>
            <a:pPr lvl="0"/>
            <a:r>
              <a:rPr lang="en-US"/>
              <a:t>Bullet and copy set in Arial Regular 14pt</a:t>
            </a:r>
          </a:p>
        </p:txBody>
      </p:sp>
      <p:sp>
        <p:nvSpPr>
          <p:cNvPr id="15" name="Text Placeholder 12">
            <a:extLst>
              <a:ext uri="{FF2B5EF4-FFF2-40B4-BE49-F238E27FC236}">
                <a16:creationId xmlns:a16="http://schemas.microsoft.com/office/drawing/2014/main" id="{FCBEBEA0-AE00-454D-91AD-A0147568C397}"/>
              </a:ext>
            </a:extLst>
          </p:cNvPr>
          <p:cNvSpPr>
            <a:spLocks noGrp="1"/>
          </p:cNvSpPr>
          <p:nvPr>
            <p:ph type="body" sz="quarter" idx="15" hasCustomPrompt="1"/>
          </p:nvPr>
        </p:nvSpPr>
        <p:spPr>
          <a:xfrm>
            <a:off x="3217227"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6" name="Text Placeholder 12">
            <a:extLst>
              <a:ext uri="{FF2B5EF4-FFF2-40B4-BE49-F238E27FC236}">
                <a16:creationId xmlns:a16="http://schemas.microsoft.com/office/drawing/2014/main" id="{2573C5FA-8986-7E48-BA15-697C84EC77CB}"/>
              </a:ext>
            </a:extLst>
          </p:cNvPr>
          <p:cNvSpPr>
            <a:spLocks noGrp="1"/>
          </p:cNvSpPr>
          <p:nvPr>
            <p:ph type="body" sz="quarter" idx="22" hasCustomPrompt="1"/>
          </p:nvPr>
        </p:nvSpPr>
        <p:spPr>
          <a:xfrm>
            <a:off x="6105832"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7" name="Text Placeholder 5">
            <a:extLst>
              <a:ext uri="{FF2B5EF4-FFF2-40B4-BE49-F238E27FC236}">
                <a16:creationId xmlns:a16="http://schemas.microsoft.com/office/drawing/2014/main" id="{4CD09E90-7BC7-5A44-8DBC-0C070E12601D}"/>
              </a:ext>
            </a:extLst>
          </p:cNvPr>
          <p:cNvSpPr>
            <a:spLocks noGrp="1"/>
          </p:cNvSpPr>
          <p:nvPr>
            <p:ph type="body" sz="quarter" idx="23" hasCustomPrompt="1"/>
          </p:nvPr>
        </p:nvSpPr>
        <p:spPr>
          <a:xfrm>
            <a:off x="6117038" y="832927"/>
            <a:ext cx="2697480" cy="3854508"/>
          </a:xfrm>
        </p:spPr>
        <p:txBody>
          <a:bodyPr>
            <a:noAutofit/>
          </a:bodyPr>
          <a:lstStyle/>
          <a:p>
            <a:pPr lvl="0"/>
            <a:r>
              <a:rPr lang="en-US"/>
              <a:t>Bullet and copy set in Arial Regular 14pt</a:t>
            </a:r>
          </a:p>
        </p:txBody>
      </p:sp>
      <p:pic>
        <p:nvPicPr>
          <p:cNvPr id="19" name="Picture 18">
            <a:extLst>
              <a:ext uri="{FF2B5EF4-FFF2-40B4-BE49-F238E27FC236}">
                <a16:creationId xmlns:a16="http://schemas.microsoft.com/office/drawing/2014/main" id="{D936A973-6748-5C4C-BDAC-0AC83230B9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itle 1">
            <a:extLst>
              <a:ext uri="{FF2B5EF4-FFF2-40B4-BE49-F238E27FC236}">
                <a16:creationId xmlns:a16="http://schemas.microsoft.com/office/drawing/2014/main" id="{DC84F014-346B-6948-A99E-3300DD965094}"/>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20" name="Text Placeholder 9">
            <a:extLst>
              <a:ext uri="{FF2B5EF4-FFF2-40B4-BE49-F238E27FC236}">
                <a16:creationId xmlns:a16="http://schemas.microsoft.com/office/drawing/2014/main" id="{67D376C5-A654-1845-B494-0BEA76037B25}"/>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1" name="Text Placeholder 8">
            <a:extLst>
              <a:ext uri="{FF2B5EF4-FFF2-40B4-BE49-F238E27FC236}">
                <a16:creationId xmlns:a16="http://schemas.microsoft.com/office/drawing/2014/main" id="{1274BD85-7703-5F45-861A-051D8198162B}"/>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8" name="Footer Placeholder 4">
            <a:extLst>
              <a:ext uri="{FF2B5EF4-FFF2-40B4-BE49-F238E27FC236}">
                <a16:creationId xmlns:a16="http://schemas.microsoft.com/office/drawing/2014/main" id="{7341A797-A557-3ADB-92D0-5A087C6096AB}"/>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6BE56E06-7BFD-358F-AFF1-D614C38E0B8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42367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25/75 Split Copy - Orang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CFC773-F767-6342-9325-0D986DCC7695}"/>
              </a:ext>
            </a:extLst>
          </p:cNvPr>
          <p:cNvSpPr/>
          <p:nvPr userDrawn="1"/>
        </p:nvSpPr>
        <p:spPr>
          <a:xfrm>
            <a:off x="-1584" y="0"/>
            <a:ext cx="3043008"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15" name="Text Placeholder 12">
            <a:extLst>
              <a:ext uri="{FF2B5EF4-FFF2-40B4-BE49-F238E27FC236}">
                <a16:creationId xmlns:a16="http://schemas.microsoft.com/office/drawing/2014/main" id="{FCBEBEA0-AE00-454D-91AD-A0147568C397}"/>
              </a:ext>
            </a:extLst>
          </p:cNvPr>
          <p:cNvSpPr>
            <a:spLocks noGrp="1"/>
          </p:cNvSpPr>
          <p:nvPr>
            <p:ph type="body" sz="quarter" idx="15" hasCustomPrompt="1"/>
          </p:nvPr>
        </p:nvSpPr>
        <p:spPr>
          <a:xfrm>
            <a:off x="3223260" y="451901"/>
            <a:ext cx="5570252"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Click to edit Master Title styles</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pic>
        <p:nvPicPr>
          <p:cNvPr id="12" name="Picture 11">
            <a:extLst>
              <a:ext uri="{FF2B5EF4-FFF2-40B4-BE49-F238E27FC236}">
                <a16:creationId xmlns:a16="http://schemas.microsoft.com/office/drawing/2014/main" id="{4DCA0124-A8E8-C64D-8829-7AA6050DC39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9" name="Title 1">
            <a:extLst>
              <a:ext uri="{FF2B5EF4-FFF2-40B4-BE49-F238E27FC236}">
                <a16:creationId xmlns:a16="http://schemas.microsoft.com/office/drawing/2014/main" id="{714343EE-E8F7-B047-9FE4-1C8C97587AA4}"/>
              </a:ext>
            </a:extLst>
          </p:cNvPr>
          <p:cNvSpPr>
            <a:spLocks noGrp="1"/>
          </p:cNvSpPr>
          <p:nvPr>
            <p:ph type="title" hasCustomPrompt="1"/>
          </p:nvPr>
        </p:nvSpPr>
        <p:spPr>
          <a:xfrm>
            <a:off x="336854" y="445961"/>
            <a:ext cx="2528272" cy="1240338"/>
          </a:xfrm>
        </p:spPr>
        <p:txBody>
          <a:bodyPr>
            <a:noAutofit/>
          </a:bodyPr>
          <a:lstStyle>
            <a:lvl1pPr>
              <a:defRPr>
                <a:solidFill>
                  <a:schemeClr val="bg1"/>
                </a:solidFill>
              </a:defRPr>
            </a:lvl1pPr>
          </a:lstStyle>
          <a:p>
            <a:r>
              <a:rPr lang="en-US"/>
              <a:t>Headline in Arial Bold 32pt</a:t>
            </a:r>
          </a:p>
        </p:txBody>
      </p:sp>
      <p:sp>
        <p:nvSpPr>
          <p:cNvPr id="20" name="Text Placeholder 9">
            <a:extLst>
              <a:ext uri="{FF2B5EF4-FFF2-40B4-BE49-F238E27FC236}">
                <a16:creationId xmlns:a16="http://schemas.microsoft.com/office/drawing/2014/main" id="{5CBA3050-1ACA-FE47-AFA6-F7727EEDC908}"/>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2" name="Text Placeholder 8">
            <a:extLst>
              <a:ext uri="{FF2B5EF4-FFF2-40B4-BE49-F238E27FC236}">
                <a16:creationId xmlns:a16="http://schemas.microsoft.com/office/drawing/2014/main" id="{DB4E0D65-6C7F-4A48-88B5-CCDA53444D55}"/>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bg1"/>
                </a:solidFill>
                <a:latin typeface="+mn-lt"/>
              </a:defRPr>
            </a:lvl1pPr>
          </a:lstStyle>
          <a:p>
            <a:r>
              <a:rPr lang="en-US"/>
              <a:t>Subhead (optional) in Arial Regular 14pt.</a:t>
            </a:r>
          </a:p>
        </p:txBody>
      </p:sp>
      <p:sp>
        <p:nvSpPr>
          <p:cNvPr id="23" name="Content Placeholder 3">
            <a:extLst>
              <a:ext uri="{FF2B5EF4-FFF2-40B4-BE49-F238E27FC236}">
                <a16:creationId xmlns:a16="http://schemas.microsoft.com/office/drawing/2014/main" id="{044A8B92-BF4A-D84C-A393-37E496132A82}"/>
              </a:ext>
            </a:extLst>
          </p:cNvPr>
          <p:cNvSpPr>
            <a:spLocks noGrp="1"/>
          </p:cNvSpPr>
          <p:nvPr>
            <p:ph sz="quarter" idx="20" hasCustomPrompt="1"/>
          </p:nvPr>
        </p:nvSpPr>
        <p:spPr>
          <a:xfrm>
            <a:off x="3222625" y="833438"/>
            <a:ext cx="5570538" cy="3854450"/>
          </a:xfrm>
        </p:spPr>
        <p:txBody>
          <a:bodyPr/>
          <a:lstStyle/>
          <a:p>
            <a:pPr lvl="0"/>
            <a:r>
              <a:rPr lang="en-US"/>
              <a:t>Bullet and copy set in Arial Regular 14pt</a:t>
            </a:r>
          </a:p>
        </p:txBody>
      </p:sp>
      <p:sp>
        <p:nvSpPr>
          <p:cNvPr id="8" name="Footer Placeholder 4">
            <a:extLst>
              <a:ext uri="{FF2B5EF4-FFF2-40B4-BE49-F238E27FC236}">
                <a16:creationId xmlns:a16="http://schemas.microsoft.com/office/drawing/2014/main" id="{8DA39F8E-3747-98C7-123C-76DF3F4453AC}"/>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9" name="TextBox 8">
            <a:extLst>
              <a:ext uri="{FF2B5EF4-FFF2-40B4-BE49-F238E27FC236}">
                <a16:creationId xmlns:a16="http://schemas.microsoft.com/office/drawing/2014/main" id="{4946C8B4-5708-CC21-B0A0-57C79802674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3833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 25/75 Split Copy - 2 Col - Orang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11" name="Text Placeholder 5">
            <a:extLst>
              <a:ext uri="{FF2B5EF4-FFF2-40B4-BE49-F238E27FC236}">
                <a16:creationId xmlns:a16="http://schemas.microsoft.com/office/drawing/2014/main" id="{E82B8A21-2630-C345-BA8E-FBF48464CC55}"/>
              </a:ext>
            </a:extLst>
          </p:cNvPr>
          <p:cNvSpPr>
            <a:spLocks noGrp="1"/>
          </p:cNvSpPr>
          <p:nvPr>
            <p:ph type="body" sz="quarter" idx="13" hasCustomPrompt="1"/>
          </p:nvPr>
        </p:nvSpPr>
        <p:spPr>
          <a:xfrm>
            <a:off x="3223260" y="832927"/>
            <a:ext cx="2697480" cy="3854508"/>
          </a:xfrm>
        </p:spPr>
        <p:txBody>
          <a:bodyPr>
            <a:noAutofit/>
          </a:bodyPr>
          <a:lstStyle/>
          <a:p>
            <a:pPr lvl="0"/>
            <a:r>
              <a:rPr lang="en-US"/>
              <a:t>Bullet and copy set in Arial Regular 14pt</a:t>
            </a:r>
          </a:p>
        </p:txBody>
      </p:sp>
      <p:sp>
        <p:nvSpPr>
          <p:cNvPr id="17" name="Text Placeholder 5">
            <a:extLst>
              <a:ext uri="{FF2B5EF4-FFF2-40B4-BE49-F238E27FC236}">
                <a16:creationId xmlns:a16="http://schemas.microsoft.com/office/drawing/2014/main" id="{4CD09E90-7BC7-5A44-8DBC-0C070E12601D}"/>
              </a:ext>
            </a:extLst>
          </p:cNvPr>
          <p:cNvSpPr>
            <a:spLocks noGrp="1"/>
          </p:cNvSpPr>
          <p:nvPr>
            <p:ph type="body" sz="quarter" idx="23" hasCustomPrompt="1"/>
          </p:nvPr>
        </p:nvSpPr>
        <p:spPr>
          <a:xfrm>
            <a:off x="6117038" y="832927"/>
            <a:ext cx="2697480" cy="3854508"/>
          </a:xfrm>
        </p:spPr>
        <p:txBody>
          <a:bodyPr>
            <a:noAutofit/>
          </a:bodyPr>
          <a:lstStyle/>
          <a:p>
            <a:pPr lvl="0"/>
            <a:r>
              <a:rPr lang="en-US"/>
              <a:t>Bullet and copy set in Arial Regular 14pt</a:t>
            </a:r>
          </a:p>
        </p:txBody>
      </p:sp>
      <p:pic>
        <p:nvPicPr>
          <p:cNvPr id="19" name="Picture 18">
            <a:extLst>
              <a:ext uri="{FF2B5EF4-FFF2-40B4-BE49-F238E27FC236}">
                <a16:creationId xmlns:a16="http://schemas.microsoft.com/office/drawing/2014/main" id="{B985EA2C-A60F-B943-B63B-D7FB4617AB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ext Placeholder 12">
            <a:extLst>
              <a:ext uri="{FF2B5EF4-FFF2-40B4-BE49-F238E27FC236}">
                <a16:creationId xmlns:a16="http://schemas.microsoft.com/office/drawing/2014/main" id="{8F7A9487-1F18-BF48-8C37-E1F09DA2C9C2}"/>
              </a:ext>
            </a:extLst>
          </p:cNvPr>
          <p:cNvSpPr>
            <a:spLocks noGrp="1"/>
          </p:cNvSpPr>
          <p:nvPr>
            <p:ph type="body" sz="quarter" idx="15" hasCustomPrompt="1"/>
          </p:nvPr>
        </p:nvSpPr>
        <p:spPr>
          <a:xfrm>
            <a:off x="3217227"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0" name="Text Placeholder 12">
            <a:extLst>
              <a:ext uri="{FF2B5EF4-FFF2-40B4-BE49-F238E27FC236}">
                <a16:creationId xmlns:a16="http://schemas.microsoft.com/office/drawing/2014/main" id="{6A882915-F0F0-C14F-928B-83840593C8EA}"/>
              </a:ext>
            </a:extLst>
          </p:cNvPr>
          <p:cNvSpPr>
            <a:spLocks noGrp="1"/>
          </p:cNvSpPr>
          <p:nvPr>
            <p:ph type="body" sz="quarter" idx="22" hasCustomPrompt="1"/>
          </p:nvPr>
        </p:nvSpPr>
        <p:spPr>
          <a:xfrm>
            <a:off x="6105832"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1" name="Title 1">
            <a:extLst>
              <a:ext uri="{FF2B5EF4-FFF2-40B4-BE49-F238E27FC236}">
                <a16:creationId xmlns:a16="http://schemas.microsoft.com/office/drawing/2014/main" id="{DEEF1CC4-7294-0D40-9E36-B1901FC5C88D}"/>
              </a:ext>
            </a:extLst>
          </p:cNvPr>
          <p:cNvSpPr>
            <a:spLocks noGrp="1"/>
          </p:cNvSpPr>
          <p:nvPr>
            <p:ph type="title" hasCustomPrompt="1"/>
          </p:nvPr>
        </p:nvSpPr>
        <p:spPr>
          <a:xfrm>
            <a:off x="336854" y="445961"/>
            <a:ext cx="2528272" cy="1240338"/>
          </a:xfrm>
        </p:spPr>
        <p:txBody>
          <a:bodyPr>
            <a:noAutofit/>
          </a:bodyPr>
          <a:lstStyle>
            <a:lvl1pPr>
              <a:defRPr>
                <a:solidFill>
                  <a:schemeClr val="bg1"/>
                </a:solidFill>
              </a:defRPr>
            </a:lvl1pPr>
          </a:lstStyle>
          <a:p>
            <a:r>
              <a:rPr lang="en-US"/>
              <a:t>Headline in Arial Bold 32pt</a:t>
            </a:r>
          </a:p>
        </p:txBody>
      </p:sp>
      <p:sp>
        <p:nvSpPr>
          <p:cNvPr id="22" name="Text Placeholder 9">
            <a:extLst>
              <a:ext uri="{FF2B5EF4-FFF2-40B4-BE49-F238E27FC236}">
                <a16:creationId xmlns:a16="http://schemas.microsoft.com/office/drawing/2014/main" id="{8765F5D9-52A6-7844-8C9C-EA6038517B2A}"/>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3" name="Text Placeholder 8">
            <a:extLst>
              <a:ext uri="{FF2B5EF4-FFF2-40B4-BE49-F238E27FC236}">
                <a16:creationId xmlns:a16="http://schemas.microsoft.com/office/drawing/2014/main" id="{4F9223B1-5096-BC45-90A3-C8DE9D365D7F}"/>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bg1"/>
                </a:solidFill>
                <a:latin typeface="+mn-lt"/>
              </a:defRPr>
            </a:lvl1pPr>
          </a:lstStyle>
          <a:p>
            <a:r>
              <a:rPr lang="en-US"/>
              <a:t>Subhead (optional) in Arial Regular 14pt.</a:t>
            </a:r>
          </a:p>
        </p:txBody>
      </p:sp>
      <p:sp>
        <p:nvSpPr>
          <p:cNvPr id="10" name="Footer Placeholder 4">
            <a:extLst>
              <a:ext uri="{FF2B5EF4-FFF2-40B4-BE49-F238E27FC236}">
                <a16:creationId xmlns:a16="http://schemas.microsoft.com/office/drawing/2014/main" id="{7C884D8A-5C98-3EE7-B0F5-67E836013093}"/>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B5D15BAA-F2FD-602F-917D-8567FD3E2A2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7528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 1 Column w Imag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4C2EB25-3A5F-FF4F-97EF-668457FD34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Picture Placeholder 4">
            <a:extLst>
              <a:ext uri="{FF2B5EF4-FFF2-40B4-BE49-F238E27FC236}">
                <a16:creationId xmlns:a16="http://schemas.microsoft.com/office/drawing/2014/main" id="{5C6A5818-4520-DC46-A993-B6307A75C6B3}"/>
              </a:ext>
            </a:extLst>
          </p:cNvPr>
          <p:cNvSpPr>
            <a:spLocks noGrp="1"/>
          </p:cNvSpPr>
          <p:nvPr>
            <p:ph type="pic" sz="quarter" idx="18" hasCustomPrompt="1"/>
          </p:nvPr>
        </p:nvSpPr>
        <p:spPr>
          <a:xfrm>
            <a:off x="6096000" y="0"/>
            <a:ext cx="3048000" cy="5143500"/>
          </a:xfrm>
          <a:solidFill>
            <a:schemeClr val="bg1">
              <a:lumMod val="95000"/>
            </a:schemeClr>
          </a:solidFill>
        </p:spPr>
        <p:txBody>
          <a:bodyPr>
            <a:noAutofit/>
          </a:bodyPr>
          <a:lstStyle>
            <a:lvl1pPr marL="0" indent="0">
              <a:buNone/>
              <a:defRPr/>
            </a:lvl1pPr>
          </a:lstStyle>
          <a:p>
            <a:r>
              <a:rPr lang="en-US"/>
              <a:t>Add Background Image</a:t>
            </a:r>
          </a:p>
        </p:txBody>
      </p:sp>
      <p:sp>
        <p:nvSpPr>
          <p:cNvPr id="2" name="Title 1">
            <a:extLst>
              <a:ext uri="{FF2B5EF4-FFF2-40B4-BE49-F238E27FC236}">
                <a16:creationId xmlns:a16="http://schemas.microsoft.com/office/drawing/2014/main" id="{3101E2D4-E5E3-A941-882E-26E2775F567A}"/>
              </a:ext>
            </a:extLst>
          </p:cNvPr>
          <p:cNvSpPr>
            <a:spLocks noGrp="1"/>
          </p:cNvSpPr>
          <p:nvPr>
            <p:ph type="title" hasCustomPrompt="1"/>
          </p:nvPr>
        </p:nvSpPr>
        <p:spPr>
          <a:xfrm>
            <a:off x="336854" y="445961"/>
            <a:ext cx="5576037" cy="587676"/>
          </a:xfrm>
        </p:spPr>
        <p:txBody>
          <a:bodyPr>
            <a:noAutofit/>
          </a:bodyPr>
          <a:lstStyle/>
          <a:p>
            <a:r>
              <a:rPr lang="en-US"/>
              <a:t>Headline in Arial Bold 32pt</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5576037"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8" name="Text Placeholder 8">
            <a:extLst>
              <a:ext uri="{FF2B5EF4-FFF2-40B4-BE49-F238E27FC236}">
                <a16:creationId xmlns:a16="http://schemas.microsoft.com/office/drawing/2014/main" id="{FDEDE54B-806D-5A44-BF98-74CD9AAAA403}"/>
              </a:ext>
            </a:extLst>
          </p:cNvPr>
          <p:cNvSpPr>
            <a:spLocks noGrp="1"/>
          </p:cNvSpPr>
          <p:nvPr>
            <p:ph type="body" sz="quarter" idx="35" hasCustomPrompt="1"/>
          </p:nvPr>
        </p:nvSpPr>
        <p:spPr>
          <a:xfrm>
            <a:off x="336854" y="962227"/>
            <a:ext cx="5576037"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0" name="Content Placeholder 3">
            <a:extLst>
              <a:ext uri="{FF2B5EF4-FFF2-40B4-BE49-F238E27FC236}">
                <a16:creationId xmlns:a16="http://schemas.microsoft.com/office/drawing/2014/main" id="{41422AE6-28A5-9A49-9C92-1CDDD2487DCB}"/>
              </a:ext>
            </a:extLst>
          </p:cNvPr>
          <p:cNvSpPr>
            <a:spLocks noGrp="1"/>
          </p:cNvSpPr>
          <p:nvPr>
            <p:ph sz="quarter" idx="36" hasCustomPrompt="1"/>
          </p:nvPr>
        </p:nvSpPr>
        <p:spPr>
          <a:xfrm>
            <a:off x="336856" y="1497091"/>
            <a:ext cx="5576036" cy="3113410"/>
          </a:xfrm>
        </p:spPr>
        <p:txBody>
          <a:bodyPr/>
          <a:lstStyle/>
          <a:p>
            <a:pPr lvl="0"/>
            <a:r>
              <a:rPr lang="en-US"/>
              <a:t>Bullet and copy set in Arial Regular 14pt</a:t>
            </a:r>
          </a:p>
        </p:txBody>
      </p:sp>
      <p:sp>
        <p:nvSpPr>
          <p:cNvPr id="10" name="Footer Placeholder 4">
            <a:extLst>
              <a:ext uri="{FF2B5EF4-FFF2-40B4-BE49-F238E27FC236}">
                <a16:creationId xmlns:a16="http://schemas.microsoft.com/office/drawing/2014/main" id="{F2EB197C-42AC-9225-6A0A-30D56DAC548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778A5E5D-2130-138C-D349-15F1BDBE12B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90349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 2 Column">
    <p:spTree>
      <p:nvGrpSpPr>
        <p:cNvPr id="1" name=""/>
        <p:cNvGrpSpPr/>
        <p:nvPr/>
      </p:nvGrpSpPr>
      <p:grpSpPr>
        <a:xfrm>
          <a:off x="0" y="0"/>
          <a:ext cx="0" cy="0"/>
          <a:chOff x="0" y="0"/>
          <a:chExt cx="0" cy="0"/>
        </a:xfrm>
      </p:grpSpPr>
      <p:sp>
        <p:nvSpPr>
          <p:cNvPr id="20" name="Text Placeholder 5">
            <a:extLst>
              <a:ext uri="{FF2B5EF4-FFF2-40B4-BE49-F238E27FC236}">
                <a16:creationId xmlns:a16="http://schemas.microsoft.com/office/drawing/2014/main" id="{B0002878-FAD3-0D40-B684-B50431177C04}"/>
              </a:ext>
            </a:extLst>
          </p:cNvPr>
          <p:cNvSpPr>
            <a:spLocks noGrp="1"/>
          </p:cNvSpPr>
          <p:nvPr>
            <p:ph type="body" sz="quarter" idx="36"/>
          </p:nvPr>
        </p:nvSpPr>
        <p:spPr>
          <a:xfrm>
            <a:off x="336854" y="1834771"/>
            <a:ext cx="4133086" cy="2775729"/>
          </a:xfrm>
        </p:spPr>
        <p:txBody>
          <a:bodyPr>
            <a:noAutofit/>
          </a:bodyPr>
          <a:lstStyle>
            <a:lvl1pPr marL="117475" indent="-117475">
              <a:buFont typeface="Arial" panose="020B0604020202020204" pitchFamily="34" charset="0"/>
              <a:buChar char="•"/>
              <a:tabLst/>
              <a:defRPr/>
            </a:lvl1pPr>
          </a:lstStyle>
          <a:p>
            <a:pPr lvl="0"/>
            <a:r>
              <a:rPr lang="en-US"/>
              <a:t>Click to edit Master text styles</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497091"/>
            <a:ext cx="4133085"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0" name="Text Placeholder 5">
            <a:extLst>
              <a:ext uri="{FF2B5EF4-FFF2-40B4-BE49-F238E27FC236}">
                <a16:creationId xmlns:a16="http://schemas.microsoft.com/office/drawing/2014/main" id="{0B1AF30D-4F95-9744-8D0B-50BD8957B33D}"/>
              </a:ext>
            </a:extLst>
          </p:cNvPr>
          <p:cNvSpPr>
            <a:spLocks noGrp="1"/>
          </p:cNvSpPr>
          <p:nvPr>
            <p:ph type="body" sz="quarter" idx="37"/>
          </p:nvPr>
        </p:nvSpPr>
        <p:spPr>
          <a:xfrm>
            <a:off x="4673684" y="1834771"/>
            <a:ext cx="4133086" cy="2775729"/>
          </a:xfrm>
        </p:spPr>
        <p:txBody>
          <a:bodyPr>
            <a:noAutofit/>
          </a:bodyPr>
          <a:lstStyle>
            <a:lvl1pPr marL="117475" indent="-117475">
              <a:buFont typeface="Arial" panose="020B0604020202020204" pitchFamily="34" charset="0"/>
              <a:buChar char="•"/>
              <a:tabLst/>
              <a:defRPr/>
            </a:lvl1pPr>
          </a:lstStyle>
          <a:p>
            <a:pPr lvl="0"/>
            <a:r>
              <a:rPr lang="en-US"/>
              <a:t>Click to edit Master text styles</a:t>
            </a:r>
          </a:p>
        </p:txBody>
      </p:sp>
      <p:sp>
        <p:nvSpPr>
          <p:cNvPr id="11" name="Text Placeholder 12">
            <a:extLst>
              <a:ext uri="{FF2B5EF4-FFF2-40B4-BE49-F238E27FC236}">
                <a16:creationId xmlns:a16="http://schemas.microsoft.com/office/drawing/2014/main" id="{3CF56CA4-0507-154B-A50A-FFD2995AC09C}"/>
              </a:ext>
            </a:extLst>
          </p:cNvPr>
          <p:cNvSpPr>
            <a:spLocks noGrp="1"/>
          </p:cNvSpPr>
          <p:nvPr>
            <p:ph type="body" sz="quarter" idx="38" hasCustomPrompt="1"/>
          </p:nvPr>
        </p:nvSpPr>
        <p:spPr>
          <a:xfrm>
            <a:off x="4673685" y="1497091"/>
            <a:ext cx="4133085"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pic>
        <p:nvPicPr>
          <p:cNvPr id="12" name="Picture 11">
            <a:extLst>
              <a:ext uri="{FF2B5EF4-FFF2-40B4-BE49-F238E27FC236}">
                <a16:creationId xmlns:a16="http://schemas.microsoft.com/office/drawing/2014/main" id="{2835C04F-CBC9-044F-B396-0EF900FB9F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4" name="Text Placeholder 8">
            <a:extLst>
              <a:ext uri="{FF2B5EF4-FFF2-40B4-BE49-F238E27FC236}">
                <a16:creationId xmlns:a16="http://schemas.microsoft.com/office/drawing/2014/main" id="{0764EB60-86D2-CA41-B458-D8C6927A8607}"/>
              </a:ext>
            </a:extLst>
          </p:cNvPr>
          <p:cNvSpPr>
            <a:spLocks noGrp="1"/>
          </p:cNvSpPr>
          <p:nvPr>
            <p:ph type="body" sz="quarter" idx="35" hasCustomPrompt="1"/>
          </p:nvPr>
        </p:nvSpPr>
        <p:spPr>
          <a:xfrm>
            <a:off x="336854" y="962227"/>
            <a:ext cx="8469916"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5" name="Title 7">
            <a:extLst>
              <a:ext uri="{FF2B5EF4-FFF2-40B4-BE49-F238E27FC236}">
                <a16:creationId xmlns:a16="http://schemas.microsoft.com/office/drawing/2014/main" id="{E348B974-0008-274D-91E1-67A1455769F7}"/>
              </a:ext>
            </a:extLst>
          </p:cNvPr>
          <p:cNvSpPr>
            <a:spLocks noGrp="1"/>
          </p:cNvSpPr>
          <p:nvPr>
            <p:ph type="title" hasCustomPrompt="1"/>
          </p:nvPr>
        </p:nvSpPr>
        <p:spPr>
          <a:xfrm>
            <a:off x="336854" y="445961"/>
            <a:ext cx="8469916" cy="506940"/>
          </a:xfrm>
        </p:spPr>
        <p:txBody>
          <a:bodyPr>
            <a:noAutofit/>
          </a:bodyPr>
          <a:lstStyle/>
          <a:p>
            <a:r>
              <a:rPr lang="en-US"/>
              <a:t>Headline in Arial Bold 32pt</a:t>
            </a:r>
          </a:p>
        </p:txBody>
      </p:sp>
      <p:sp>
        <p:nvSpPr>
          <p:cNvPr id="17" name="Text Placeholder 9">
            <a:extLst>
              <a:ext uri="{FF2B5EF4-FFF2-40B4-BE49-F238E27FC236}">
                <a16:creationId xmlns:a16="http://schemas.microsoft.com/office/drawing/2014/main" id="{22BE221B-A4C4-E548-AF8D-D63E2C690820}"/>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81FA8C86-4E41-B540-0B14-633AE5CE427A}"/>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3A17941E-551A-4FF3-EF19-3E7CAEE0D77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43214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 2 Column w Imag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4C2EB25-3A5F-FF4F-97EF-668457FD34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Picture Placeholder 4">
            <a:extLst>
              <a:ext uri="{FF2B5EF4-FFF2-40B4-BE49-F238E27FC236}">
                <a16:creationId xmlns:a16="http://schemas.microsoft.com/office/drawing/2014/main" id="{5C6A5818-4520-DC46-A993-B6307A75C6B3}"/>
              </a:ext>
            </a:extLst>
          </p:cNvPr>
          <p:cNvSpPr>
            <a:spLocks noGrp="1"/>
          </p:cNvSpPr>
          <p:nvPr>
            <p:ph type="pic" sz="quarter" idx="18" hasCustomPrompt="1"/>
          </p:nvPr>
        </p:nvSpPr>
        <p:spPr>
          <a:xfrm>
            <a:off x="6096000" y="0"/>
            <a:ext cx="3048000" cy="5143500"/>
          </a:xfrm>
          <a:solidFill>
            <a:schemeClr val="bg1">
              <a:lumMod val="95000"/>
            </a:schemeClr>
          </a:solidFill>
        </p:spPr>
        <p:txBody>
          <a:bodyPr>
            <a:noAutofit/>
          </a:bodyPr>
          <a:lstStyle>
            <a:lvl1pPr marL="0" indent="0">
              <a:buNone/>
              <a:defRPr/>
            </a:lvl1pPr>
          </a:lstStyle>
          <a:p>
            <a:r>
              <a:rPr lang="en-US"/>
              <a:t>Add Background Image</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5576037"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Text Placeholder 5">
            <a:extLst>
              <a:ext uri="{FF2B5EF4-FFF2-40B4-BE49-F238E27FC236}">
                <a16:creationId xmlns:a16="http://schemas.microsoft.com/office/drawing/2014/main" id="{3DCBCE08-7ED1-6448-BB04-6AEBF9168D28}"/>
              </a:ext>
            </a:extLst>
          </p:cNvPr>
          <p:cNvSpPr>
            <a:spLocks noGrp="1"/>
          </p:cNvSpPr>
          <p:nvPr>
            <p:ph type="body" sz="quarter" idx="13" hasCustomPrompt="1"/>
          </p:nvPr>
        </p:nvSpPr>
        <p:spPr>
          <a:xfrm>
            <a:off x="336854" y="1777013"/>
            <a:ext cx="2697480" cy="2794987"/>
          </a:xfrm>
        </p:spPr>
        <p:txBody>
          <a:bodyPr>
            <a:noAutofit/>
          </a:bodyPr>
          <a:lstStyle/>
          <a:p>
            <a:pPr lvl="0"/>
            <a:r>
              <a:rPr lang="en-US"/>
              <a:t>Bullet and copy set in Arial Regular 14pt</a:t>
            </a:r>
          </a:p>
        </p:txBody>
      </p:sp>
      <p:sp>
        <p:nvSpPr>
          <p:cNvPr id="13" name="Text Placeholder 12">
            <a:extLst>
              <a:ext uri="{FF2B5EF4-FFF2-40B4-BE49-F238E27FC236}">
                <a16:creationId xmlns:a16="http://schemas.microsoft.com/office/drawing/2014/main" id="{BE1BA862-9265-7049-8D5E-55B0A8589223}"/>
              </a:ext>
            </a:extLst>
          </p:cNvPr>
          <p:cNvSpPr>
            <a:spLocks noGrp="1"/>
          </p:cNvSpPr>
          <p:nvPr>
            <p:ph type="body" sz="quarter" idx="15" hasCustomPrompt="1"/>
          </p:nvPr>
        </p:nvSpPr>
        <p:spPr>
          <a:xfrm>
            <a:off x="336854" y="1374723"/>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4" name="Text Placeholder 12">
            <a:extLst>
              <a:ext uri="{FF2B5EF4-FFF2-40B4-BE49-F238E27FC236}">
                <a16:creationId xmlns:a16="http://schemas.microsoft.com/office/drawing/2014/main" id="{9EE868FB-99C7-DA49-8CE7-B585813918CA}"/>
              </a:ext>
            </a:extLst>
          </p:cNvPr>
          <p:cNvSpPr>
            <a:spLocks noGrp="1"/>
          </p:cNvSpPr>
          <p:nvPr>
            <p:ph type="body" sz="quarter" idx="22" hasCustomPrompt="1"/>
          </p:nvPr>
        </p:nvSpPr>
        <p:spPr>
          <a:xfrm>
            <a:off x="3227300" y="1374723"/>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sp>
        <p:nvSpPr>
          <p:cNvPr id="15" name="Text Placeholder 5">
            <a:extLst>
              <a:ext uri="{FF2B5EF4-FFF2-40B4-BE49-F238E27FC236}">
                <a16:creationId xmlns:a16="http://schemas.microsoft.com/office/drawing/2014/main" id="{BC6CD162-0619-E24B-8BBF-468991FB3A79}"/>
              </a:ext>
            </a:extLst>
          </p:cNvPr>
          <p:cNvSpPr>
            <a:spLocks noGrp="1"/>
          </p:cNvSpPr>
          <p:nvPr>
            <p:ph type="body" sz="quarter" idx="23" hasCustomPrompt="1"/>
          </p:nvPr>
        </p:nvSpPr>
        <p:spPr>
          <a:xfrm>
            <a:off x="3232473" y="1777013"/>
            <a:ext cx="2697480" cy="2794987"/>
          </a:xfrm>
        </p:spPr>
        <p:txBody>
          <a:bodyPr>
            <a:noAutofit/>
          </a:bodyPr>
          <a:lstStyle/>
          <a:p>
            <a:pPr lvl="0"/>
            <a:r>
              <a:rPr lang="en-US"/>
              <a:t>Bullet and copy set in Arial Regular 14pt</a:t>
            </a:r>
          </a:p>
        </p:txBody>
      </p:sp>
      <p:sp>
        <p:nvSpPr>
          <p:cNvPr id="16" name="Title 7">
            <a:extLst>
              <a:ext uri="{FF2B5EF4-FFF2-40B4-BE49-F238E27FC236}">
                <a16:creationId xmlns:a16="http://schemas.microsoft.com/office/drawing/2014/main" id="{23284763-019C-2F46-A596-041F9C255F38}"/>
              </a:ext>
            </a:extLst>
          </p:cNvPr>
          <p:cNvSpPr>
            <a:spLocks noGrp="1"/>
          </p:cNvSpPr>
          <p:nvPr>
            <p:ph type="title" hasCustomPrompt="1"/>
          </p:nvPr>
        </p:nvSpPr>
        <p:spPr>
          <a:xfrm>
            <a:off x="336854" y="445961"/>
            <a:ext cx="5587926" cy="506940"/>
          </a:xfrm>
        </p:spPr>
        <p:txBody>
          <a:bodyPr>
            <a:noAutofit/>
          </a:bodyPr>
          <a:lstStyle/>
          <a:p>
            <a:r>
              <a:rPr lang="en-US"/>
              <a:t>Headline in Arial Bold 32pt</a:t>
            </a:r>
          </a:p>
        </p:txBody>
      </p:sp>
      <p:sp>
        <p:nvSpPr>
          <p:cNvPr id="9" name="Footer Placeholder 4">
            <a:extLst>
              <a:ext uri="{FF2B5EF4-FFF2-40B4-BE49-F238E27FC236}">
                <a16:creationId xmlns:a16="http://schemas.microsoft.com/office/drawing/2014/main" id="{A8C7DEE0-155C-7D81-688E-30BD39EBE75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977773E6-E845-C9FD-8B5D-DA871B484DC5}"/>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14430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 3 Column">
    <p:spTree>
      <p:nvGrpSpPr>
        <p:cNvPr id="1" name=""/>
        <p:cNvGrpSpPr/>
        <p:nvPr/>
      </p:nvGrpSpPr>
      <p:grpSpPr>
        <a:xfrm>
          <a:off x="0" y="0"/>
          <a:ext cx="0" cy="0"/>
          <a:chOff x="0" y="0"/>
          <a:chExt cx="0" cy="0"/>
        </a:xfrm>
      </p:grpSpPr>
      <p:sp>
        <p:nvSpPr>
          <p:cNvPr id="20" name="Text Placeholder 5">
            <a:extLst>
              <a:ext uri="{FF2B5EF4-FFF2-40B4-BE49-F238E27FC236}">
                <a16:creationId xmlns:a16="http://schemas.microsoft.com/office/drawing/2014/main" id="{B0002878-FAD3-0D40-B684-B50431177C04}"/>
              </a:ext>
            </a:extLst>
          </p:cNvPr>
          <p:cNvSpPr>
            <a:spLocks noGrp="1"/>
          </p:cNvSpPr>
          <p:nvPr>
            <p:ph type="body" sz="quarter" idx="36" hasCustomPrompt="1"/>
          </p:nvPr>
        </p:nvSpPr>
        <p:spPr>
          <a:xfrm>
            <a:off x="336854" y="1834771"/>
            <a:ext cx="2697480"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497091"/>
            <a:ext cx="2697479"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4" name="Text Placeholder 5">
            <a:extLst>
              <a:ext uri="{FF2B5EF4-FFF2-40B4-BE49-F238E27FC236}">
                <a16:creationId xmlns:a16="http://schemas.microsoft.com/office/drawing/2014/main" id="{C38E0D23-48AC-3C4C-93FB-D01C31663230}"/>
              </a:ext>
            </a:extLst>
          </p:cNvPr>
          <p:cNvSpPr>
            <a:spLocks noGrp="1"/>
          </p:cNvSpPr>
          <p:nvPr>
            <p:ph type="body" sz="quarter" idx="37" hasCustomPrompt="1"/>
          </p:nvPr>
        </p:nvSpPr>
        <p:spPr>
          <a:xfrm>
            <a:off x="3223993" y="1834771"/>
            <a:ext cx="2697480"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5" name="Text Placeholder 12">
            <a:extLst>
              <a:ext uri="{FF2B5EF4-FFF2-40B4-BE49-F238E27FC236}">
                <a16:creationId xmlns:a16="http://schemas.microsoft.com/office/drawing/2014/main" id="{76DB1B30-DC7D-5E46-A06D-98ABF0720EE7}"/>
              </a:ext>
            </a:extLst>
          </p:cNvPr>
          <p:cNvSpPr>
            <a:spLocks noGrp="1"/>
          </p:cNvSpPr>
          <p:nvPr>
            <p:ph type="body" sz="quarter" idx="38" hasCustomPrompt="1"/>
          </p:nvPr>
        </p:nvSpPr>
        <p:spPr>
          <a:xfrm>
            <a:off x="3223993" y="1497091"/>
            <a:ext cx="2697479"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sp>
        <p:nvSpPr>
          <p:cNvPr id="17" name="Text Placeholder 5">
            <a:extLst>
              <a:ext uri="{FF2B5EF4-FFF2-40B4-BE49-F238E27FC236}">
                <a16:creationId xmlns:a16="http://schemas.microsoft.com/office/drawing/2014/main" id="{507F2F1F-9CAB-B94E-A38C-E2E62ADAFE73}"/>
              </a:ext>
            </a:extLst>
          </p:cNvPr>
          <p:cNvSpPr>
            <a:spLocks noGrp="1"/>
          </p:cNvSpPr>
          <p:nvPr>
            <p:ph type="body" sz="quarter" idx="39" hasCustomPrompt="1"/>
          </p:nvPr>
        </p:nvSpPr>
        <p:spPr>
          <a:xfrm>
            <a:off x="6109290" y="1834771"/>
            <a:ext cx="2697480"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8" name="Text Placeholder 12">
            <a:extLst>
              <a:ext uri="{FF2B5EF4-FFF2-40B4-BE49-F238E27FC236}">
                <a16:creationId xmlns:a16="http://schemas.microsoft.com/office/drawing/2014/main" id="{6C0879E5-D61D-6840-8326-93681AC8A11B}"/>
              </a:ext>
            </a:extLst>
          </p:cNvPr>
          <p:cNvSpPr>
            <a:spLocks noGrp="1"/>
          </p:cNvSpPr>
          <p:nvPr>
            <p:ph type="body" sz="quarter" idx="40" hasCustomPrompt="1"/>
          </p:nvPr>
        </p:nvSpPr>
        <p:spPr>
          <a:xfrm>
            <a:off x="6109291" y="1497091"/>
            <a:ext cx="2697479"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p:txBody>
      </p:sp>
      <p:pic>
        <p:nvPicPr>
          <p:cNvPr id="21" name="Picture 20">
            <a:extLst>
              <a:ext uri="{FF2B5EF4-FFF2-40B4-BE49-F238E27FC236}">
                <a16:creationId xmlns:a16="http://schemas.microsoft.com/office/drawing/2014/main" id="{ECE67E24-8C67-A64F-9AE4-02E85AD378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2" name="Text Placeholder 8">
            <a:extLst>
              <a:ext uri="{FF2B5EF4-FFF2-40B4-BE49-F238E27FC236}">
                <a16:creationId xmlns:a16="http://schemas.microsoft.com/office/drawing/2014/main" id="{9E4B15AF-BB96-8D41-BFCF-5C1F4FB08F65}"/>
              </a:ext>
            </a:extLst>
          </p:cNvPr>
          <p:cNvSpPr>
            <a:spLocks noGrp="1"/>
          </p:cNvSpPr>
          <p:nvPr>
            <p:ph type="body" sz="quarter" idx="35" hasCustomPrompt="1"/>
          </p:nvPr>
        </p:nvSpPr>
        <p:spPr>
          <a:xfrm>
            <a:off x="336854" y="962227"/>
            <a:ext cx="8469916"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3" name="Title 7">
            <a:extLst>
              <a:ext uri="{FF2B5EF4-FFF2-40B4-BE49-F238E27FC236}">
                <a16:creationId xmlns:a16="http://schemas.microsoft.com/office/drawing/2014/main" id="{7E196FD8-6B4D-174D-ADEF-E68A0F83DF39}"/>
              </a:ext>
            </a:extLst>
          </p:cNvPr>
          <p:cNvSpPr>
            <a:spLocks noGrp="1"/>
          </p:cNvSpPr>
          <p:nvPr>
            <p:ph type="title" hasCustomPrompt="1"/>
          </p:nvPr>
        </p:nvSpPr>
        <p:spPr>
          <a:xfrm>
            <a:off x="336853" y="445961"/>
            <a:ext cx="8469917" cy="506940"/>
          </a:xfrm>
        </p:spPr>
        <p:txBody>
          <a:bodyPr>
            <a:noAutofit/>
          </a:bodyPr>
          <a:lstStyle/>
          <a:p>
            <a:r>
              <a:rPr lang="en-US"/>
              <a:t>Headline in Arial Bold 32pt</a:t>
            </a:r>
          </a:p>
        </p:txBody>
      </p:sp>
      <p:sp>
        <p:nvSpPr>
          <p:cNvPr id="24" name="Text Placeholder 9">
            <a:extLst>
              <a:ext uri="{FF2B5EF4-FFF2-40B4-BE49-F238E27FC236}">
                <a16:creationId xmlns:a16="http://schemas.microsoft.com/office/drawing/2014/main" id="{C022E281-3451-AE41-8C95-B3315304C26A}"/>
              </a:ext>
            </a:extLst>
          </p:cNvPr>
          <p:cNvSpPr>
            <a:spLocks noGrp="1"/>
          </p:cNvSpPr>
          <p:nvPr>
            <p:ph type="body" sz="quarter" idx="41"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F518F760-7913-95F3-85D0-AA1B9654AA6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C4CF14C0-C06B-554F-D396-BEDECFE6555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78404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 3 Column w Images">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3015455"/>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336854" y="3342795"/>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16" name="Picture Placeholder 4">
            <a:extLst>
              <a:ext uri="{FF2B5EF4-FFF2-40B4-BE49-F238E27FC236}">
                <a16:creationId xmlns:a16="http://schemas.microsoft.com/office/drawing/2014/main" id="{7A167143-D9F8-5B49-8B38-8E85C90CC3EB}"/>
              </a:ext>
            </a:extLst>
          </p:cNvPr>
          <p:cNvSpPr>
            <a:spLocks noGrp="1"/>
          </p:cNvSpPr>
          <p:nvPr>
            <p:ph type="pic" sz="quarter" idx="26" hasCustomPrompt="1"/>
          </p:nvPr>
        </p:nvSpPr>
        <p:spPr>
          <a:xfrm>
            <a:off x="336854" y="1231177"/>
            <a:ext cx="2697480" cy="1628718"/>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17" name="Picture Placeholder 4">
            <a:extLst>
              <a:ext uri="{FF2B5EF4-FFF2-40B4-BE49-F238E27FC236}">
                <a16:creationId xmlns:a16="http://schemas.microsoft.com/office/drawing/2014/main" id="{34701BDD-FE81-9A41-98F0-D4DC7216B783}"/>
              </a:ext>
            </a:extLst>
          </p:cNvPr>
          <p:cNvSpPr>
            <a:spLocks noGrp="1"/>
          </p:cNvSpPr>
          <p:nvPr>
            <p:ph type="pic" sz="quarter" idx="27" hasCustomPrompt="1"/>
          </p:nvPr>
        </p:nvSpPr>
        <p:spPr>
          <a:xfrm>
            <a:off x="3218048" y="1231177"/>
            <a:ext cx="2697480" cy="1628718"/>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21" name="Picture Placeholder 4">
            <a:extLst>
              <a:ext uri="{FF2B5EF4-FFF2-40B4-BE49-F238E27FC236}">
                <a16:creationId xmlns:a16="http://schemas.microsoft.com/office/drawing/2014/main" id="{8B14D350-1875-4A48-B63F-4BE147B1452D}"/>
              </a:ext>
            </a:extLst>
          </p:cNvPr>
          <p:cNvSpPr>
            <a:spLocks noGrp="1"/>
          </p:cNvSpPr>
          <p:nvPr>
            <p:ph type="pic" sz="quarter" idx="28" hasCustomPrompt="1"/>
          </p:nvPr>
        </p:nvSpPr>
        <p:spPr>
          <a:xfrm>
            <a:off x="6099242" y="1231177"/>
            <a:ext cx="2697480" cy="1628718"/>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22" name="Text Placeholder 12">
            <a:extLst>
              <a:ext uri="{FF2B5EF4-FFF2-40B4-BE49-F238E27FC236}">
                <a16:creationId xmlns:a16="http://schemas.microsoft.com/office/drawing/2014/main" id="{5C3B15EB-2551-C442-BD02-8DE1D37D5C5F}"/>
              </a:ext>
            </a:extLst>
          </p:cNvPr>
          <p:cNvSpPr>
            <a:spLocks noGrp="1"/>
          </p:cNvSpPr>
          <p:nvPr>
            <p:ph type="body" sz="quarter" idx="29" hasCustomPrompt="1"/>
          </p:nvPr>
        </p:nvSpPr>
        <p:spPr>
          <a:xfrm>
            <a:off x="6099242" y="3015455"/>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headline3 </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5">
            <a:extLst>
              <a:ext uri="{FF2B5EF4-FFF2-40B4-BE49-F238E27FC236}">
                <a16:creationId xmlns:a16="http://schemas.microsoft.com/office/drawing/2014/main" id="{C95DCDD3-D6B5-3447-BC63-7B910A969554}"/>
              </a:ext>
            </a:extLst>
          </p:cNvPr>
          <p:cNvSpPr>
            <a:spLocks noGrp="1"/>
          </p:cNvSpPr>
          <p:nvPr>
            <p:ph type="body" sz="quarter" idx="30" hasCustomPrompt="1"/>
          </p:nvPr>
        </p:nvSpPr>
        <p:spPr>
          <a:xfrm>
            <a:off x="6099242" y="3342795"/>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24" name="Text Placeholder 12">
            <a:extLst>
              <a:ext uri="{FF2B5EF4-FFF2-40B4-BE49-F238E27FC236}">
                <a16:creationId xmlns:a16="http://schemas.microsoft.com/office/drawing/2014/main" id="{26676AFD-CF8A-4F46-B013-E3C1181AAD76}"/>
              </a:ext>
            </a:extLst>
          </p:cNvPr>
          <p:cNvSpPr>
            <a:spLocks noGrp="1"/>
          </p:cNvSpPr>
          <p:nvPr>
            <p:ph type="body" sz="quarter" idx="31" hasCustomPrompt="1"/>
          </p:nvPr>
        </p:nvSpPr>
        <p:spPr>
          <a:xfrm>
            <a:off x="3218048" y="3015455"/>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5" name="Text Placeholder 5">
            <a:extLst>
              <a:ext uri="{FF2B5EF4-FFF2-40B4-BE49-F238E27FC236}">
                <a16:creationId xmlns:a16="http://schemas.microsoft.com/office/drawing/2014/main" id="{BD87726F-1252-4546-8B0C-602FECB75E96}"/>
              </a:ext>
            </a:extLst>
          </p:cNvPr>
          <p:cNvSpPr>
            <a:spLocks noGrp="1"/>
          </p:cNvSpPr>
          <p:nvPr>
            <p:ph type="body" sz="quarter" idx="32" hasCustomPrompt="1"/>
          </p:nvPr>
        </p:nvSpPr>
        <p:spPr>
          <a:xfrm>
            <a:off x="3218048" y="3342795"/>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pic>
        <p:nvPicPr>
          <p:cNvPr id="15" name="Picture 14">
            <a:extLst>
              <a:ext uri="{FF2B5EF4-FFF2-40B4-BE49-F238E27FC236}">
                <a16:creationId xmlns:a16="http://schemas.microsoft.com/office/drawing/2014/main" id="{D4CD84C9-F0FB-EE45-A61A-BDAF8855F1B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9" name="Title 7">
            <a:extLst>
              <a:ext uri="{FF2B5EF4-FFF2-40B4-BE49-F238E27FC236}">
                <a16:creationId xmlns:a16="http://schemas.microsoft.com/office/drawing/2014/main" id="{A07C8547-F508-5248-AB66-63EECE5B22EE}"/>
              </a:ext>
            </a:extLst>
          </p:cNvPr>
          <p:cNvSpPr>
            <a:spLocks noGrp="1"/>
          </p:cNvSpPr>
          <p:nvPr>
            <p:ph type="title" hasCustomPrompt="1"/>
          </p:nvPr>
        </p:nvSpPr>
        <p:spPr>
          <a:xfrm>
            <a:off x="336854" y="445961"/>
            <a:ext cx="8459868" cy="506940"/>
          </a:xfrm>
        </p:spPr>
        <p:txBody>
          <a:bodyPr>
            <a:noAutofit/>
          </a:bodyPr>
          <a:lstStyle/>
          <a:p>
            <a:r>
              <a:rPr lang="en-US"/>
              <a:t>Headline in Arial Bold 32pt</a:t>
            </a:r>
          </a:p>
        </p:txBody>
      </p:sp>
      <p:sp>
        <p:nvSpPr>
          <p:cNvPr id="20" name="Text Placeholder 9">
            <a:extLst>
              <a:ext uri="{FF2B5EF4-FFF2-40B4-BE49-F238E27FC236}">
                <a16:creationId xmlns:a16="http://schemas.microsoft.com/office/drawing/2014/main" id="{4D388168-0F6B-4C47-9A47-195FA713962C}"/>
              </a:ext>
            </a:extLst>
          </p:cNvPr>
          <p:cNvSpPr>
            <a:spLocks noGrp="1"/>
          </p:cNvSpPr>
          <p:nvPr>
            <p:ph type="body" sz="quarter" idx="36"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A1BED389-4C34-98F0-1FDD-E8A99C2015F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485130CD-0E5C-8503-1AF1-7D097CFB679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56812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 3 Column w Icons">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2502340"/>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336854" y="2829680"/>
            <a:ext cx="2697480" cy="1114904"/>
          </a:xfrm>
        </p:spPr>
        <p:txBody>
          <a:bodyPr>
            <a:noAutofit/>
          </a:bodyPr>
          <a:lstStyle>
            <a:lvl1pPr marL="0" marR="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16" name="Picture Placeholder 4">
            <a:extLst>
              <a:ext uri="{FF2B5EF4-FFF2-40B4-BE49-F238E27FC236}">
                <a16:creationId xmlns:a16="http://schemas.microsoft.com/office/drawing/2014/main" id="{7A167143-D9F8-5B49-8B38-8E85C90CC3EB}"/>
              </a:ext>
            </a:extLst>
          </p:cNvPr>
          <p:cNvSpPr>
            <a:spLocks noGrp="1"/>
          </p:cNvSpPr>
          <p:nvPr>
            <p:ph type="pic" sz="quarter" idx="26" hasCustomPrompt="1"/>
          </p:nvPr>
        </p:nvSpPr>
        <p:spPr>
          <a:xfrm>
            <a:off x="331170" y="1296423"/>
            <a:ext cx="1143995" cy="1011305"/>
          </a:xfrm>
          <a:noFill/>
        </p:spPr>
        <p:txBody>
          <a:bodyPr>
            <a:noAutofit/>
          </a:bodyPr>
          <a:lstStyle>
            <a:lvl1pPr marL="0" indent="0">
              <a:buNone/>
              <a:defRPr sz="1100" i="1"/>
            </a:lvl1pPr>
          </a:lstStyle>
          <a:p>
            <a:r>
              <a:rPr lang="en-US"/>
              <a:t>Add icon</a:t>
            </a:r>
          </a:p>
        </p:txBody>
      </p:sp>
      <p:sp>
        <p:nvSpPr>
          <p:cNvPr id="17" name="Picture Placeholder 4">
            <a:extLst>
              <a:ext uri="{FF2B5EF4-FFF2-40B4-BE49-F238E27FC236}">
                <a16:creationId xmlns:a16="http://schemas.microsoft.com/office/drawing/2014/main" id="{34701BDD-FE81-9A41-98F0-D4DC7216B783}"/>
              </a:ext>
            </a:extLst>
          </p:cNvPr>
          <p:cNvSpPr>
            <a:spLocks noGrp="1"/>
          </p:cNvSpPr>
          <p:nvPr>
            <p:ph type="pic" sz="quarter" idx="27" hasCustomPrompt="1"/>
          </p:nvPr>
        </p:nvSpPr>
        <p:spPr>
          <a:xfrm>
            <a:off x="3212364" y="1296423"/>
            <a:ext cx="1143995" cy="1011305"/>
          </a:xfrm>
          <a:noFill/>
        </p:spPr>
        <p:txBody>
          <a:bodyPr>
            <a:noAutofit/>
          </a:bodyPr>
          <a:lstStyle>
            <a:lvl1pPr marL="0" indent="0">
              <a:buNone/>
              <a:defRPr sz="1100" i="1"/>
            </a:lvl1pPr>
          </a:lstStyle>
          <a:p>
            <a:r>
              <a:rPr lang="en-US"/>
              <a:t>Add icon</a:t>
            </a:r>
          </a:p>
        </p:txBody>
      </p:sp>
      <p:sp>
        <p:nvSpPr>
          <p:cNvPr id="21" name="Picture Placeholder 4">
            <a:extLst>
              <a:ext uri="{FF2B5EF4-FFF2-40B4-BE49-F238E27FC236}">
                <a16:creationId xmlns:a16="http://schemas.microsoft.com/office/drawing/2014/main" id="{8B14D350-1875-4A48-B63F-4BE147B1452D}"/>
              </a:ext>
            </a:extLst>
          </p:cNvPr>
          <p:cNvSpPr>
            <a:spLocks noGrp="1"/>
          </p:cNvSpPr>
          <p:nvPr>
            <p:ph type="pic" sz="quarter" idx="28" hasCustomPrompt="1"/>
          </p:nvPr>
        </p:nvSpPr>
        <p:spPr>
          <a:xfrm>
            <a:off x="6093558" y="1296423"/>
            <a:ext cx="1143995" cy="1011305"/>
          </a:xfrm>
          <a:noFill/>
        </p:spPr>
        <p:txBody>
          <a:bodyPr>
            <a:noAutofit/>
          </a:bodyPr>
          <a:lstStyle>
            <a:lvl1pPr marL="0" indent="0">
              <a:buNone/>
              <a:defRPr sz="1100" i="1"/>
            </a:lvl1pPr>
          </a:lstStyle>
          <a:p>
            <a:r>
              <a:rPr lang="en-US"/>
              <a:t>Add icon</a:t>
            </a:r>
          </a:p>
        </p:txBody>
      </p:sp>
      <p:sp>
        <p:nvSpPr>
          <p:cNvPr id="22" name="Text Placeholder 12">
            <a:extLst>
              <a:ext uri="{FF2B5EF4-FFF2-40B4-BE49-F238E27FC236}">
                <a16:creationId xmlns:a16="http://schemas.microsoft.com/office/drawing/2014/main" id="{5C3B15EB-2551-C442-BD02-8DE1D37D5C5F}"/>
              </a:ext>
            </a:extLst>
          </p:cNvPr>
          <p:cNvSpPr>
            <a:spLocks noGrp="1"/>
          </p:cNvSpPr>
          <p:nvPr>
            <p:ph type="body" sz="quarter" idx="29" hasCustomPrompt="1"/>
          </p:nvPr>
        </p:nvSpPr>
        <p:spPr>
          <a:xfrm>
            <a:off x="6099242" y="2502340"/>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headline3 </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5">
            <a:extLst>
              <a:ext uri="{FF2B5EF4-FFF2-40B4-BE49-F238E27FC236}">
                <a16:creationId xmlns:a16="http://schemas.microsoft.com/office/drawing/2014/main" id="{C95DCDD3-D6B5-3447-BC63-7B910A969554}"/>
              </a:ext>
            </a:extLst>
          </p:cNvPr>
          <p:cNvSpPr>
            <a:spLocks noGrp="1"/>
          </p:cNvSpPr>
          <p:nvPr>
            <p:ph type="body" sz="quarter" idx="30" hasCustomPrompt="1"/>
          </p:nvPr>
        </p:nvSpPr>
        <p:spPr>
          <a:xfrm>
            <a:off x="6099242" y="2829680"/>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24" name="Text Placeholder 12">
            <a:extLst>
              <a:ext uri="{FF2B5EF4-FFF2-40B4-BE49-F238E27FC236}">
                <a16:creationId xmlns:a16="http://schemas.microsoft.com/office/drawing/2014/main" id="{26676AFD-CF8A-4F46-B013-E3C1181AAD76}"/>
              </a:ext>
            </a:extLst>
          </p:cNvPr>
          <p:cNvSpPr>
            <a:spLocks noGrp="1"/>
          </p:cNvSpPr>
          <p:nvPr>
            <p:ph type="body" sz="quarter" idx="31" hasCustomPrompt="1"/>
          </p:nvPr>
        </p:nvSpPr>
        <p:spPr>
          <a:xfrm>
            <a:off x="3218048" y="2502340"/>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5" name="Text Placeholder 5">
            <a:extLst>
              <a:ext uri="{FF2B5EF4-FFF2-40B4-BE49-F238E27FC236}">
                <a16:creationId xmlns:a16="http://schemas.microsoft.com/office/drawing/2014/main" id="{BD87726F-1252-4546-8B0C-602FECB75E96}"/>
              </a:ext>
            </a:extLst>
          </p:cNvPr>
          <p:cNvSpPr>
            <a:spLocks noGrp="1"/>
          </p:cNvSpPr>
          <p:nvPr>
            <p:ph type="body" sz="quarter" idx="32" hasCustomPrompt="1"/>
          </p:nvPr>
        </p:nvSpPr>
        <p:spPr>
          <a:xfrm>
            <a:off x="3218048" y="2829680"/>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pic>
        <p:nvPicPr>
          <p:cNvPr id="15" name="Picture 14">
            <a:extLst>
              <a:ext uri="{FF2B5EF4-FFF2-40B4-BE49-F238E27FC236}">
                <a16:creationId xmlns:a16="http://schemas.microsoft.com/office/drawing/2014/main" id="{D4CD84C9-F0FB-EE45-A61A-BDAF8855F1B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9" name="Title 7">
            <a:extLst>
              <a:ext uri="{FF2B5EF4-FFF2-40B4-BE49-F238E27FC236}">
                <a16:creationId xmlns:a16="http://schemas.microsoft.com/office/drawing/2014/main" id="{A07C8547-F508-5248-AB66-63EECE5B22EE}"/>
              </a:ext>
            </a:extLst>
          </p:cNvPr>
          <p:cNvSpPr>
            <a:spLocks noGrp="1"/>
          </p:cNvSpPr>
          <p:nvPr>
            <p:ph type="title" hasCustomPrompt="1"/>
          </p:nvPr>
        </p:nvSpPr>
        <p:spPr>
          <a:xfrm>
            <a:off x="336854" y="445961"/>
            <a:ext cx="8459868" cy="506940"/>
          </a:xfrm>
        </p:spPr>
        <p:txBody>
          <a:bodyPr>
            <a:noAutofit/>
          </a:bodyPr>
          <a:lstStyle/>
          <a:p>
            <a:r>
              <a:rPr lang="en-US"/>
              <a:t>Headline in Arial Bold 32pt</a:t>
            </a:r>
          </a:p>
        </p:txBody>
      </p:sp>
      <p:sp>
        <p:nvSpPr>
          <p:cNvPr id="20" name="Text Placeholder 9">
            <a:extLst>
              <a:ext uri="{FF2B5EF4-FFF2-40B4-BE49-F238E27FC236}">
                <a16:creationId xmlns:a16="http://schemas.microsoft.com/office/drawing/2014/main" id="{4D388168-0F6B-4C47-9A47-195FA713962C}"/>
              </a:ext>
            </a:extLst>
          </p:cNvPr>
          <p:cNvSpPr>
            <a:spLocks noGrp="1"/>
          </p:cNvSpPr>
          <p:nvPr>
            <p:ph type="body" sz="quarter" idx="36"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78716C62-3EA4-4954-D2D2-9221855E4A8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DBB9D24A-26B1-9AFE-8302-C145356E82D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91560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 4 Column">
    <p:spTree>
      <p:nvGrpSpPr>
        <p:cNvPr id="1" name=""/>
        <p:cNvGrpSpPr/>
        <p:nvPr/>
      </p:nvGrpSpPr>
      <p:grpSpPr>
        <a:xfrm>
          <a:off x="0" y="0"/>
          <a:ext cx="0" cy="0"/>
          <a:chOff x="0" y="0"/>
          <a:chExt cx="0" cy="0"/>
        </a:xfrm>
      </p:grpSpPr>
      <p:sp>
        <p:nvSpPr>
          <p:cNvPr id="20" name="Text Placeholder 5">
            <a:extLst>
              <a:ext uri="{FF2B5EF4-FFF2-40B4-BE49-F238E27FC236}">
                <a16:creationId xmlns:a16="http://schemas.microsoft.com/office/drawing/2014/main" id="{B0002878-FAD3-0D40-B684-B50431177C04}"/>
              </a:ext>
            </a:extLst>
          </p:cNvPr>
          <p:cNvSpPr>
            <a:spLocks noGrp="1"/>
          </p:cNvSpPr>
          <p:nvPr>
            <p:ph type="body" sz="quarter" idx="36" hasCustomPrompt="1"/>
          </p:nvPr>
        </p:nvSpPr>
        <p:spPr>
          <a:xfrm>
            <a:off x="336854" y="1834771"/>
            <a:ext cx="2035577"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22" name="Text Placeholder 5">
            <a:extLst>
              <a:ext uri="{FF2B5EF4-FFF2-40B4-BE49-F238E27FC236}">
                <a16:creationId xmlns:a16="http://schemas.microsoft.com/office/drawing/2014/main" id="{0FA8B6E2-8ED6-BD4E-AFF9-51DD9C3A3173}"/>
              </a:ext>
            </a:extLst>
          </p:cNvPr>
          <p:cNvSpPr>
            <a:spLocks noGrp="1"/>
          </p:cNvSpPr>
          <p:nvPr>
            <p:ph type="body" sz="quarter" idx="37" hasCustomPrompt="1"/>
          </p:nvPr>
        </p:nvSpPr>
        <p:spPr>
          <a:xfrm>
            <a:off x="2482860" y="1834771"/>
            <a:ext cx="2035577"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23" name="Text Placeholder 12">
            <a:extLst>
              <a:ext uri="{FF2B5EF4-FFF2-40B4-BE49-F238E27FC236}">
                <a16:creationId xmlns:a16="http://schemas.microsoft.com/office/drawing/2014/main" id="{9E39C445-BFE3-2D4B-A344-D2419D5D817C}"/>
              </a:ext>
            </a:extLst>
          </p:cNvPr>
          <p:cNvSpPr>
            <a:spLocks noGrp="1"/>
          </p:cNvSpPr>
          <p:nvPr>
            <p:ph type="body" sz="quarter" idx="38" hasCustomPrompt="1"/>
          </p:nvPr>
        </p:nvSpPr>
        <p:spPr>
          <a:xfrm>
            <a:off x="248163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sp>
        <p:nvSpPr>
          <p:cNvPr id="24" name="Text Placeholder 5">
            <a:extLst>
              <a:ext uri="{FF2B5EF4-FFF2-40B4-BE49-F238E27FC236}">
                <a16:creationId xmlns:a16="http://schemas.microsoft.com/office/drawing/2014/main" id="{2C4A4001-17E4-6A41-9348-BE8AF2B0BBBC}"/>
              </a:ext>
            </a:extLst>
          </p:cNvPr>
          <p:cNvSpPr>
            <a:spLocks noGrp="1"/>
          </p:cNvSpPr>
          <p:nvPr>
            <p:ph type="body" sz="quarter" idx="39" hasCustomPrompt="1"/>
          </p:nvPr>
        </p:nvSpPr>
        <p:spPr>
          <a:xfrm>
            <a:off x="4627026" y="1834771"/>
            <a:ext cx="2035577"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25" name="Text Placeholder 12">
            <a:extLst>
              <a:ext uri="{FF2B5EF4-FFF2-40B4-BE49-F238E27FC236}">
                <a16:creationId xmlns:a16="http://schemas.microsoft.com/office/drawing/2014/main" id="{DD41633F-95DC-4E4B-B86A-C307C67E894D}"/>
              </a:ext>
            </a:extLst>
          </p:cNvPr>
          <p:cNvSpPr>
            <a:spLocks noGrp="1"/>
          </p:cNvSpPr>
          <p:nvPr>
            <p:ph type="body" sz="quarter" idx="40" hasCustomPrompt="1"/>
          </p:nvPr>
        </p:nvSpPr>
        <p:spPr>
          <a:xfrm>
            <a:off x="462641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p:txBody>
      </p:sp>
      <p:sp>
        <p:nvSpPr>
          <p:cNvPr id="26" name="Text Placeholder 5">
            <a:extLst>
              <a:ext uri="{FF2B5EF4-FFF2-40B4-BE49-F238E27FC236}">
                <a16:creationId xmlns:a16="http://schemas.microsoft.com/office/drawing/2014/main" id="{FD3A70A8-3518-6A4E-B90B-063B9B8E5875}"/>
              </a:ext>
            </a:extLst>
          </p:cNvPr>
          <p:cNvSpPr>
            <a:spLocks noGrp="1"/>
          </p:cNvSpPr>
          <p:nvPr>
            <p:ph type="body" sz="quarter" idx="41" hasCustomPrompt="1"/>
          </p:nvPr>
        </p:nvSpPr>
        <p:spPr>
          <a:xfrm>
            <a:off x="6771193" y="1834771"/>
            <a:ext cx="2035577" cy="2775729"/>
          </a:xfrm>
        </p:spPr>
        <p:txBody>
          <a:bodyPr>
            <a:noAutofit/>
          </a:bodyPr>
          <a:lstStyle>
            <a:lvl1pPr marL="117475" indent="-117475">
              <a:buFont typeface="Arial" panose="020B0604020202020204" pitchFamily="34" charset="0"/>
              <a:buChar char="•"/>
              <a:tabLst>
                <a:tab pos="112713" algn="l"/>
              </a:tabLst>
              <a:defRPr/>
            </a:lvl1pPr>
          </a:lstStyle>
          <a:p>
            <a:pPr lvl="0"/>
            <a:r>
              <a:rPr lang="en-US"/>
              <a:t>Bullet and copy set in Arial Regular 14pt</a:t>
            </a:r>
          </a:p>
        </p:txBody>
      </p:sp>
      <p:sp>
        <p:nvSpPr>
          <p:cNvPr id="27" name="Text Placeholder 12">
            <a:extLst>
              <a:ext uri="{FF2B5EF4-FFF2-40B4-BE49-F238E27FC236}">
                <a16:creationId xmlns:a16="http://schemas.microsoft.com/office/drawing/2014/main" id="{17474C74-0568-5840-A552-F6B5FF28EDD2}"/>
              </a:ext>
            </a:extLst>
          </p:cNvPr>
          <p:cNvSpPr>
            <a:spLocks noGrp="1"/>
          </p:cNvSpPr>
          <p:nvPr>
            <p:ph type="body" sz="quarter" idx="42" hasCustomPrompt="1"/>
          </p:nvPr>
        </p:nvSpPr>
        <p:spPr>
          <a:xfrm>
            <a:off x="677119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4</a:t>
            </a:r>
          </a:p>
        </p:txBody>
      </p:sp>
      <p:pic>
        <p:nvPicPr>
          <p:cNvPr id="17" name="Picture 16">
            <a:extLst>
              <a:ext uri="{FF2B5EF4-FFF2-40B4-BE49-F238E27FC236}">
                <a16:creationId xmlns:a16="http://schemas.microsoft.com/office/drawing/2014/main" id="{F52D1B20-B7E7-5343-8AAD-3766436C653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ext Placeholder 8">
            <a:extLst>
              <a:ext uri="{FF2B5EF4-FFF2-40B4-BE49-F238E27FC236}">
                <a16:creationId xmlns:a16="http://schemas.microsoft.com/office/drawing/2014/main" id="{229CD241-B576-DC46-B0AD-F7B88ACB6F7C}"/>
              </a:ext>
            </a:extLst>
          </p:cNvPr>
          <p:cNvSpPr>
            <a:spLocks noGrp="1"/>
          </p:cNvSpPr>
          <p:nvPr>
            <p:ph type="body" sz="quarter" idx="35" hasCustomPrompt="1"/>
          </p:nvPr>
        </p:nvSpPr>
        <p:spPr>
          <a:xfrm>
            <a:off x="336854" y="962227"/>
            <a:ext cx="8469916"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1" name="Title 7">
            <a:extLst>
              <a:ext uri="{FF2B5EF4-FFF2-40B4-BE49-F238E27FC236}">
                <a16:creationId xmlns:a16="http://schemas.microsoft.com/office/drawing/2014/main" id="{60495347-9F84-F447-BD89-C138820B450C}"/>
              </a:ext>
            </a:extLst>
          </p:cNvPr>
          <p:cNvSpPr>
            <a:spLocks noGrp="1"/>
          </p:cNvSpPr>
          <p:nvPr>
            <p:ph type="title" hasCustomPrompt="1"/>
          </p:nvPr>
        </p:nvSpPr>
        <p:spPr>
          <a:xfrm>
            <a:off x="336854" y="445961"/>
            <a:ext cx="8469916" cy="506940"/>
          </a:xfrm>
        </p:spPr>
        <p:txBody>
          <a:bodyPr>
            <a:noAutofit/>
          </a:bodyPr>
          <a:lstStyle/>
          <a:p>
            <a:r>
              <a:rPr lang="en-US"/>
              <a:t>Headline in Arial Bold 32pt</a:t>
            </a:r>
          </a:p>
        </p:txBody>
      </p:sp>
      <p:sp>
        <p:nvSpPr>
          <p:cNvPr id="28" name="Text Placeholder 9">
            <a:extLst>
              <a:ext uri="{FF2B5EF4-FFF2-40B4-BE49-F238E27FC236}">
                <a16:creationId xmlns:a16="http://schemas.microsoft.com/office/drawing/2014/main" id="{0BF98E60-AA96-4847-8C27-73734BE217F8}"/>
              </a:ext>
            </a:extLst>
          </p:cNvPr>
          <p:cNvSpPr>
            <a:spLocks noGrp="1"/>
          </p:cNvSpPr>
          <p:nvPr>
            <p:ph type="body" sz="quarter" idx="43"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041E4B1A-8E6C-F0FB-0283-14E8484C393D}"/>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4377EA24-F1F7-73A9-E08D-873C253ACB4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73072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 4 Column w Numbers">
    <p:spTree>
      <p:nvGrpSpPr>
        <p:cNvPr id="1" name=""/>
        <p:cNvGrpSpPr/>
        <p:nvPr/>
      </p:nvGrpSpPr>
      <p:grpSpPr>
        <a:xfrm>
          <a:off x="0" y="0"/>
          <a:ext cx="0" cy="0"/>
          <a:chOff x="0" y="0"/>
          <a:chExt cx="0" cy="0"/>
        </a:xfrm>
      </p:grpSpPr>
      <p:sp>
        <p:nvSpPr>
          <p:cNvPr id="53" name="Text Placeholder 5">
            <a:extLst>
              <a:ext uri="{FF2B5EF4-FFF2-40B4-BE49-F238E27FC236}">
                <a16:creationId xmlns:a16="http://schemas.microsoft.com/office/drawing/2014/main" id="{1E779696-7516-F74B-A972-BF96ADC70153}"/>
              </a:ext>
            </a:extLst>
          </p:cNvPr>
          <p:cNvSpPr>
            <a:spLocks noGrp="1"/>
          </p:cNvSpPr>
          <p:nvPr>
            <p:ph type="body" sz="quarter" idx="40" hasCustomPrompt="1"/>
          </p:nvPr>
        </p:nvSpPr>
        <p:spPr>
          <a:xfrm>
            <a:off x="336854" y="2019300"/>
            <a:ext cx="2023784" cy="2451700"/>
          </a:xfrm>
        </p:spPr>
        <p:txBody>
          <a:bodyPr/>
          <a:lstStyle/>
          <a:p>
            <a:pPr lvl="0"/>
            <a:r>
              <a:rPr lang="en-US"/>
              <a:t>Bullet and copy set in Arial Regular 14pt</a:t>
            </a:r>
          </a:p>
        </p:txBody>
      </p:sp>
      <p:sp>
        <p:nvSpPr>
          <p:cNvPr id="54" name="Text Placeholder 5">
            <a:extLst>
              <a:ext uri="{FF2B5EF4-FFF2-40B4-BE49-F238E27FC236}">
                <a16:creationId xmlns:a16="http://schemas.microsoft.com/office/drawing/2014/main" id="{7748A254-0B97-5E45-A4CA-EAEE63D32186}"/>
              </a:ext>
            </a:extLst>
          </p:cNvPr>
          <p:cNvSpPr>
            <a:spLocks noGrp="1"/>
          </p:cNvSpPr>
          <p:nvPr>
            <p:ph type="body" sz="quarter" idx="41" hasCustomPrompt="1"/>
          </p:nvPr>
        </p:nvSpPr>
        <p:spPr>
          <a:xfrm>
            <a:off x="2499850" y="2019300"/>
            <a:ext cx="2023784" cy="2451700"/>
          </a:xfrm>
        </p:spPr>
        <p:txBody>
          <a:bodyPr/>
          <a:lstStyle/>
          <a:p>
            <a:pPr lvl="0"/>
            <a:r>
              <a:rPr lang="en-US"/>
              <a:t>Bullet and copy set in Arial Regular 14pt</a:t>
            </a:r>
          </a:p>
        </p:txBody>
      </p:sp>
      <p:sp>
        <p:nvSpPr>
          <p:cNvPr id="55" name="Text Placeholder 5">
            <a:extLst>
              <a:ext uri="{FF2B5EF4-FFF2-40B4-BE49-F238E27FC236}">
                <a16:creationId xmlns:a16="http://schemas.microsoft.com/office/drawing/2014/main" id="{05D0D3FC-48EF-5A4B-9820-7FAAC17E460C}"/>
              </a:ext>
            </a:extLst>
          </p:cNvPr>
          <p:cNvSpPr>
            <a:spLocks noGrp="1"/>
          </p:cNvSpPr>
          <p:nvPr>
            <p:ph type="body" sz="quarter" idx="42" hasCustomPrompt="1"/>
          </p:nvPr>
        </p:nvSpPr>
        <p:spPr>
          <a:xfrm>
            <a:off x="4649213" y="2019300"/>
            <a:ext cx="2023784" cy="2451700"/>
          </a:xfrm>
        </p:spPr>
        <p:txBody>
          <a:bodyPr/>
          <a:lstStyle/>
          <a:p>
            <a:pPr lvl="0"/>
            <a:r>
              <a:rPr lang="en-US"/>
              <a:t>Bullet and copy set in Arial Regular 14pt</a:t>
            </a:r>
          </a:p>
        </p:txBody>
      </p:sp>
      <p:sp>
        <p:nvSpPr>
          <p:cNvPr id="56" name="Text Placeholder 5">
            <a:extLst>
              <a:ext uri="{FF2B5EF4-FFF2-40B4-BE49-F238E27FC236}">
                <a16:creationId xmlns:a16="http://schemas.microsoft.com/office/drawing/2014/main" id="{484C3842-EF4D-9B47-BFCE-FC198E87FD00}"/>
              </a:ext>
            </a:extLst>
          </p:cNvPr>
          <p:cNvSpPr>
            <a:spLocks noGrp="1"/>
          </p:cNvSpPr>
          <p:nvPr>
            <p:ph type="body" sz="quarter" idx="43" hasCustomPrompt="1"/>
          </p:nvPr>
        </p:nvSpPr>
        <p:spPr>
          <a:xfrm>
            <a:off x="6798577" y="2019300"/>
            <a:ext cx="2023784" cy="2451700"/>
          </a:xfrm>
        </p:spPr>
        <p:txBody>
          <a:body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01.</a:t>
            </a:r>
          </a:p>
          <a:p>
            <a:pPr lvl="0"/>
            <a:endParaRPr lang="en-US"/>
          </a:p>
        </p:txBody>
      </p:sp>
      <p:sp>
        <p:nvSpPr>
          <p:cNvPr id="21" name="Text Placeholder 12">
            <a:extLst>
              <a:ext uri="{FF2B5EF4-FFF2-40B4-BE49-F238E27FC236}">
                <a16:creationId xmlns:a16="http://schemas.microsoft.com/office/drawing/2014/main" id="{0F94A645-13A8-504C-9D8D-4043690AD320}"/>
              </a:ext>
            </a:extLst>
          </p:cNvPr>
          <p:cNvSpPr>
            <a:spLocks noGrp="1"/>
          </p:cNvSpPr>
          <p:nvPr>
            <p:ph type="body" sz="quarter" idx="29" hasCustomPrompt="1"/>
          </p:nvPr>
        </p:nvSpPr>
        <p:spPr>
          <a:xfrm>
            <a:off x="2499850"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2" name="Text Placeholder 12">
            <a:extLst>
              <a:ext uri="{FF2B5EF4-FFF2-40B4-BE49-F238E27FC236}">
                <a16:creationId xmlns:a16="http://schemas.microsoft.com/office/drawing/2014/main" id="{B9655252-BD12-C44A-9D60-68199D4E17E0}"/>
              </a:ext>
            </a:extLst>
          </p:cNvPr>
          <p:cNvSpPr>
            <a:spLocks noGrp="1"/>
          </p:cNvSpPr>
          <p:nvPr>
            <p:ph type="body" sz="quarter" idx="30" hasCustomPrompt="1"/>
          </p:nvPr>
        </p:nvSpPr>
        <p:spPr>
          <a:xfrm>
            <a:off x="4649213"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12">
            <a:extLst>
              <a:ext uri="{FF2B5EF4-FFF2-40B4-BE49-F238E27FC236}">
                <a16:creationId xmlns:a16="http://schemas.microsoft.com/office/drawing/2014/main" id="{26BCDB6D-7287-E14F-9F1A-7A12307EDD2F}"/>
              </a:ext>
            </a:extLst>
          </p:cNvPr>
          <p:cNvSpPr>
            <a:spLocks noGrp="1"/>
          </p:cNvSpPr>
          <p:nvPr>
            <p:ph type="body" sz="quarter" idx="31" hasCustomPrompt="1"/>
          </p:nvPr>
        </p:nvSpPr>
        <p:spPr>
          <a:xfrm>
            <a:off x="6798577"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04.</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2" name="Text Placeholder 27">
            <a:extLst>
              <a:ext uri="{FF2B5EF4-FFF2-40B4-BE49-F238E27FC236}">
                <a16:creationId xmlns:a16="http://schemas.microsoft.com/office/drawing/2014/main" id="{7AC5F751-A689-1946-AEDA-3C564BB3F946}"/>
              </a:ext>
            </a:extLst>
          </p:cNvPr>
          <p:cNvSpPr>
            <a:spLocks noGrp="1"/>
          </p:cNvSpPr>
          <p:nvPr>
            <p:ph type="body" sz="quarter" idx="32" hasCustomPrompt="1"/>
          </p:nvPr>
        </p:nvSpPr>
        <p:spPr>
          <a:xfrm>
            <a:off x="336854" y="1392710"/>
            <a:ext cx="2023784" cy="540558"/>
          </a:xfrm>
        </p:spPr>
        <p:txBody>
          <a:bodyPr>
            <a:noAutofit/>
          </a:bodyPr>
          <a:lstStyle>
            <a:lvl1pPr marL="0" indent="0">
              <a:lnSpc>
                <a:spcPct val="90000"/>
              </a:lnSpc>
              <a:buNone/>
              <a:defRPr sz="1800" b="1"/>
            </a:lvl1pPr>
          </a:lstStyle>
          <a:p>
            <a:r>
              <a:rPr lang="en-US" sz="2000">
                <a:solidFill>
                  <a:schemeClr val="tx2"/>
                </a:solidFill>
              </a:rPr>
              <a:t>Column headline one</a:t>
            </a:r>
          </a:p>
        </p:txBody>
      </p:sp>
      <p:sp>
        <p:nvSpPr>
          <p:cNvPr id="37" name="Text Placeholder 31">
            <a:extLst>
              <a:ext uri="{FF2B5EF4-FFF2-40B4-BE49-F238E27FC236}">
                <a16:creationId xmlns:a16="http://schemas.microsoft.com/office/drawing/2014/main" id="{AD3D19D2-8975-1947-9929-C38173F73B56}"/>
              </a:ext>
            </a:extLst>
          </p:cNvPr>
          <p:cNvSpPr>
            <a:spLocks noGrp="1"/>
          </p:cNvSpPr>
          <p:nvPr>
            <p:ph type="body" sz="quarter" idx="37" hasCustomPrompt="1"/>
          </p:nvPr>
        </p:nvSpPr>
        <p:spPr>
          <a:xfrm>
            <a:off x="4649213" y="1392710"/>
            <a:ext cx="2023784" cy="549565"/>
          </a:xfrm>
        </p:spPr>
        <p:txBody>
          <a:bodyPr>
            <a:noAutofit/>
          </a:bodyPr>
          <a:lstStyle>
            <a:lvl1pPr marL="0" indent="0">
              <a:lnSpc>
                <a:spcPct val="90000"/>
              </a:lnSpc>
              <a:buNone/>
              <a:defRPr sz="1800" b="1"/>
            </a:lvl1pPr>
          </a:lstStyle>
          <a:p>
            <a:r>
              <a:rPr lang="en-US" sz="2000">
                <a:solidFill>
                  <a:schemeClr val="tx2"/>
                </a:solidFill>
              </a:rPr>
              <a:t>Column headline three</a:t>
            </a:r>
          </a:p>
        </p:txBody>
      </p:sp>
      <p:sp>
        <p:nvSpPr>
          <p:cNvPr id="38" name="Text Placeholder 32">
            <a:extLst>
              <a:ext uri="{FF2B5EF4-FFF2-40B4-BE49-F238E27FC236}">
                <a16:creationId xmlns:a16="http://schemas.microsoft.com/office/drawing/2014/main" id="{5519C474-BF1A-234E-AF1F-98E1243BCA20}"/>
              </a:ext>
            </a:extLst>
          </p:cNvPr>
          <p:cNvSpPr>
            <a:spLocks noGrp="1"/>
          </p:cNvSpPr>
          <p:nvPr>
            <p:ph type="body" sz="quarter" idx="38" hasCustomPrompt="1"/>
          </p:nvPr>
        </p:nvSpPr>
        <p:spPr>
          <a:xfrm>
            <a:off x="6798577" y="1392710"/>
            <a:ext cx="2023784" cy="549565"/>
          </a:xfrm>
        </p:spPr>
        <p:txBody>
          <a:bodyPr>
            <a:noAutofit/>
          </a:bodyPr>
          <a:lstStyle>
            <a:lvl1pPr marL="0" indent="0">
              <a:lnSpc>
                <a:spcPct val="90000"/>
              </a:lnSpc>
              <a:buNone/>
              <a:defRPr sz="1800" b="1"/>
            </a:lvl1pPr>
          </a:lstStyle>
          <a:p>
            <a:r>
              <a:rPr lang="en-US" sz="2000">
                <a:solidFill>
                  <a:schemeClr val="tx2"/>
                </a:solidFill>
              </a:rPr>
              <a:t>Column headline four</a:t>
            </a:r>
          </a:p>
        </p:txBody>
      </p:sp>
      <p:sp>
        <p:nvSpPr>
          <p:cNvPr id="43" name="Text Placeholder 36">
            <a:extLst>
              <a:ext uri="{FF2B5EF4-FFF2-40B4-BE49-F238E27FC236}">
                <a16:creationId xmlns:a16="http://schemas.microsoft.com/office/drawing/2014/main" id="{A4C6CF82-146F-6748-AD50-8DC6ECCADB01}"/>
              </a:ext>
            </a:extLst>
          </p:cNvPr>
          <p:cNvSpPr>
            <a:spLocks noGrp="1"/>
          </p:cNvSpPr>
          <p:nvPr>
            <p:ph type="body" sz="quarter" idx="39" hasCustomPrompt="1"/>
          </p:nvPr>
        </p:nvSpPr>
        <p:spPr>
          <a:xfrm>
            <a:off x="2499850" y="1392710"/>
            <a:ext cx="2023784" cy="549565"/>
          </a:xfrm>
        </p:spPr>
        <p:txBody>
          <a:bodyPr>
            <a:noAutofit/>
          </a:bodyPr>
          <a:lstStyle>
            <a:lvl1pPr marL="0" indent="0">
              <a:lnSpc>
                <a:spcPct val="90000"/>
              </a:lnSpc>
              <a:buNone/>
              <a:defRPr sz="1800" b="1"/>
            </a:lvl1pPr>
          </a:lstStyle>
          <a:p>
            <a:r>
              <a:rPr lang="en-US" sz="2000">
                <a:solidFill>
                  <a:schemeClr val="tx2"/>
                </a:solidFill>
              </a:rPr>
              <a:t>Column headline two</a:t>
            </a:r>
          </a:p>
        </p:txBody>
      </p:sp>
      <p:sp>
        <p:nvSpPr>
          <p:cNvPr id="52" name="Text Placeholder 9">
            <a:extLst>
              <a:ext uri="{FF2B5EF4-FFF2-40B4-BE49-F238E27FC236}">
                <a16:creationId xmlns:a16="http://schemas.microsoft.com/office/drawing/2014/main" id="{FA2E1D6E-F8D2-CC4A-BFBE-9BEF6E3B5F5D}"/>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18" name="Picture 17">
            <a:extLst>
              <a:ext uri="{FF2B5EF4-FFF2-40B4-BE49-F238E27FC236}">
                <a16:creationId xmlns:a16="http://schemas.microsoft.com/office/drawing/2014/main" id="{90757110-09BA-984D-8BBD-9DF2CDF5BE3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 name="Title 1">
            <a:extLst>
              <a:ext uri="{FF2B5EF4-FFF2-40B4-BE49-F238E27FC236}">
                <a16:creationId xmlns:a16="http://schemas.microsoft.com/office/drawing/2014/main" id="{66F8F7AE-8C06-4E2A-9F0B-B5071293596C}"/>
              </a:ext>
            </a:extLst>
          </p:cNvPr>
          <p:cNvSpPr>
            <a:spLocks noGrp="1"/>
          </p:cNvSpPr>
          <p:nvPr>
            <p:ph type="title"/>
          </p:nvPr>
        </p:nvSpPr>
        <p:spPr/>
        <p:txBody>
          <a:bodyPr/>
          <a:lstStyle/>
          <a:p>
            <a:r>
              <a:rPr lang="en-US"/>
              <a:t>Click to edit Master title style</a:t>
            </a:r>
          </a:p>
        </p:txBody>
      </p:sp>
      <p:sp>
        <p:nvSpPr>
          <p:cNvPr id="9" name="Footer Placeholder 4">
            <a:extLst>
              <a:ext uri="{FF2B5EF4-FFF2-40B4-BE49-F238E27FC236}">
                <a16:creationId xmlns:a16="http://schemas.microsoft.com/office/drawing/2014/main" id="{1BBD5F59-B6F7-AEEC-9CB7-DCAFB093D01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087CEE64-B41B-2A16-1FEA-583FB0F0EC1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48399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 4 Column Alt">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350487" y="1526640"/>
            <a:ext cx="2023784" cy="2944360"/>
          </a:xfrm>
        </p:spPr>
        <p:txBody>
          <a:bodyPr>
            <a:noAutofit/>
          </a:body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50487"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4" name="Text Placeholder 5">
            <a:extLst>
              <a:ext uri="{FF2B5EF4-FFF2-40B4-BE49-F238E27FC236}">
                <a16:creationId xmlns:a16="http://schemas.microsoft.com/office/drawing/2014/main" id="{F27A5E00-D8D7-E448-B17F-10FA5C6F4BEF}"/>
              </a:ext>
            </a:extLst>
          </p:cNvPr>
          <p:cNvSpPr>
            <a:spLocks noGrp="1"/>
          </p:cNvSpPr>
          <p:nvPr>
            <p:ph type="body" sz="quarter" idx="26" hasCustomPrompt="1"/>
          </p:nvPr>
        </p:nvSpPr>
        <p:spPr>
          <a:xfrm>
            <a:off x="2499850" y="1526640"/>
            <a:ext cx="2023784" cy="2944360"/>
          </a:xfrm>
        </p:spPr>
        <p:txBody>
          <a:bodyPr>
            <a:noAutofit/>
          </a:bodyPr>
          <a:lstStyle/>
          <a:p>
            <a:pPr lvl="0"/>
            <a:r>
              <a:rPr lang="en-US"/>
              <a:t>Bullet and copy set in Arial Regular 14pt</a:t>
            </a:r>
          </a:p>
        </p:txBody>
      </p:sp>
      <p:sp>
        <p:nvSpPr>
          <p:cNvPr id="16" name="Text Placeholder 5">
            <a:extLst>
              <a:ext uri="{FF2B5EF4-FFF2-40B4-BE49-F238E27FC236}">
                <a16:creationId xmlns:a16="http://schemas.microsoft.com/office/drawing/2014/main" id="{F15FA9C5-5D6F-6645-9C3E-F49FF6B3A89C}"/>
              </a:ext>
            </a:extLst>
          </p:cNvPr>
          <p:cNvSpPr>
            <a:spLocks noGrp="1"/>
          </p:cNvSpPr>
          <p:nvPr>
            <p:ph type="body" sz="quarter" idx="27" hasCustomPrompt="1"/>
          </p:nvPr>
        </p:nvSpPr>
        <p:spPr>
          <a:xfrm>
            <a:off x="4636102" y="1526640"/>
            <a:ext cx="2023784" cy="2944360"/>
          </a:xfrm>
        </p:spPr>
        <p:txBody>
          <a:bodyPr>
            <a:noAutofit/>
          </a:bodyPr>
          <a:lstStyle/>
          <a:p>
            <a:pPr lvl="0"/>
            <a:r>
              <a:rPr lang="en-US"/>
              <a:t>Bullet and copy set in Arial Regular 14pt</a:t>
            </a:r>
          </a:p>
        </p:txBody>
      </p:sp>
      <p:sp>
        <p:nvSpPr>
          <p:cNvPr id="17" name="Text Placeholder 5">
            <a:extLst>
              <a:ext uri="{FF2B5EF4-FFF2-40B4-BE49-F238E27FC236}">
                <a16:creationId xmlns:a16="http://schemas.microsoft.com/office/drawing/2014/main" id="{332F2726-A5E8-F249-B07F-574D90AAFC28}"/>
              </a:ext>
            </a:extLst>
          </p:cNvPr>
          <p:cNvSpPr>
            <a:spLocks noGrp="1"/>
          </p:cNvSpPr>
          <p:nvPr>
            <p:ph type="body" sz="quarter" idx="28" hasCustomPrompt="1"/>
          </p:nvPr>
        </p:nvSpPr>
        <p:spPr>
          <a:xfrm>
            <a:off x="6798577" y="1526640"/>
            <a:ext cx="2023784" cy="2944360"/>
          </a:xfrm>
        </p:spPr>
        <p:txBody>
          <a:bodyPr>
            <a:noAutofit/>
          </a:bodyPr>
          <a:lstStyle/>
          <a:p>
            <a:pPr lvl="0"/>
            <a:r>
              <a:rPr lang="en-US"/>
              <a:t>Bullet and copy set in Arial Regular 14pt</a:t>
            </a:r>
          </a:p>
        </p:txBody>
      </p:sp>
      <p:sp>
        <p:nvSpPr>
          <p:cNvPr id="21" name="Text Placeholder 12">
            <a:extLst>
              <a:ext uri="{FF2B5EF4-FFF2-40B4-BE49-F238E27FC236}">
                <a16:creationId xmlns:a16="http://schemas.microsoft.com/office/drawing/2014/main" id="{0F94A645-13A8-504C-9D8D-4043690AD320}"/>
              </a:ext>
            </a:extLst>
          </p:cNvPr>
          <p:cNvSpPr>
            <a:spLocks noGrp="1"/>
          </p:cNvSpPr>
          <p:nvPr>
            <p:ph type="body" sz="quarter" idx="29" hasCustomPrompt="1"/>
          </p:nvPr>
        </p:nvSpPr>
        <p:spPr>
          <a:xfrm>
            <a:off x="2496642"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2" name="Text Placeholder 12">
            <a:extLst>
              <a:ext uri="{FF2B5EF4-FFF2-40B4-BE49-F238E27FC236}">
                <a16:creationId xmlns:a16="http://schemas.microsoft.com/office/drawing/2014/main" id="{B9655252-BD12-C44A-9D60-68199D4E17E0}"/>
              </a:ext>
            </a:extLst>
          </p:cNvPr>
          <p:cNvSpPr>
            <a:spLocks noGrp="1"/>
          </p:cNvSpPr>
          <p:nvPr>
            <p:ph type="body" sz="quarter" idx="30" hasCustomPrompt="1"/>
          </p:nvPr>
        </p:nvSpPr>
        <p:spPr>
          <a:xfrm>
            <a:off x="4649213"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12">
            <a:extLst>
              <a:ext uri="{FF2B5EF4-FFF2-40B4-BE49-F238E27FC236}">
                <a16:creationId xmlns:a16="http://schemas.microsoft.com/office/drawing/2014/main" id="{26BCDB6D-7287-E14F-9F1A-7A12307EDD2F}"/>
              </a:ext>
            </a:extLst>
          </p:cNvPr>
          <p:cNvSpPr>
            <a:spLocks noGrp="1"/>
          </p:cNvSpPr>
          <p:nvPr>
            <p:ph type="body" sz="quarter" idx="31" hasCustomPrompt="1"/>
          </p:nvPr>
        </p:nvSpPr>
        <p:spPr>
          <a:xfrm>
            <a:off x="6788952"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h4</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pic>
        <p:nvPicPr>
          <p:cNvPr id="18" name="Picture 17">
            <a:extLst>
              <a:ext uri="{FF2B5EF4-FFF2-40B4-BE49-F238E27FC236}">
                <a16:creationId xmlns:a16="http://schemas.microsoft.com/office/drawing/2014/main" id="{9AE733EB-4E2E-BA49-9FA7-88BED95939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4" name="Title 7">
            <a:extLst>
              <a:ext uri="{FF2B5EF4-FFF2-40B4-BE49-F238E27FC236}">
                <a16:creationId xmlns:a16="http://schemas.microsoft.com/office/drawing/2014/main" id="{CDFEC947-6110-FB48-9813-0BAC3CF8FA5D}"/>
              </a:ext>
            </a:extLst>
          </p:cNvPr>
          <p:cNvSpPr>
            <a:spLocks noGrp="1"/>
          </p:cNvSpPr>
          <p:nvPr>
            <p:ph type="title" hasCustomPrompt="1"/>
          </p:nvPr>
        </p:nvSpPr>
        <p:spPr>
          <a:xfrm>
            <a:off x="336854" y="445961"/>
            <a:ext cx="8475882" cy="506940"/>
          </a:xfrm>
        </p:spPr>
        <p:txBody>
          <a:bodyPr>
            <a:noAutofit/>
          </a:bodyPr>
          <a:lstStyle/>
          <a:p>
            <a:r>
              <a:rPr lang="en-US"/>
              <a:t>Headline in Arial Bold 32pt</a:t>
            </a:r>
          </a:p>
        </p:txBody>
      </p:sp>
      <p:sp>
        <p:nvSpPr>
          <p:cNvPr id="25" name="Text Placeholder 9">
            <a:extLst>
              <a:ext uri="{FF2B5EF4-FFF2-40B4-BE49-F238E27FC236}">
                <a16:creationId xmlns:a16="http://schemas.microsoft.com/office/drawing/2014/main" id="{0967C8BB-E2AD-F042-B0DE-F86AB12FD817}"/>
              </a:ext>
            </a:extLst>
          </p:cNvPr>
          <p:cNvSpPr>
            <a:spLocks noGrp="1"/>
          </p:cNvSpPr>
          <p:nvPr>
            <p:ph type="body" sz="quarter" idx="43"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7805238E-689B-6F76-22E7-51D6723EDA8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B13E6FA3-E0ED-420A-1776-E7AF43A61DC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05569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 3 Column Boxe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0BF1640E-D729-854A-BC0A-186E8FE29E02}"/>
              </a:ext>
            </a:extLst>
          </p:cNvPr>
          <p:cNvSpPr/>
          <p:nvPr userDrawn="1"/>
        </p:nvSpPr>
        <p:spPr>
          <a:xfrm>
            <a:off x="3220999" y="1575044"/>
            <a:ext cx="2729445"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3" name="Rectangle 32">
            <a:extLst>
              <a:ext uri="{FF2B5EF4-FFF2-40B4-BE49-F238E27FC236}">
                <a16:creationId xmlns:a16="http://schemas.microsoft.com/office/drawing/2014/main" id="{46F557A8-35BC-1C40-ACB0-105F276BE06E}"/>
              </a:ext>
            </a:extLst>
          </p:cNvPr>
          <p:cNvSpPr/>
          <p:nvPr userDrawn="1"/>
        </p:nvSpPr>
        <p:spPr>
          <a:xfrm>
            <a:off x="332829" y="1575044"/>
            <a:ext cx="2729445"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5" name="Rectangle 34">
            <a:extLst>
              <a:ext uri="{FF2B5EF4-FFF2-40B4-BE49-F238E27FC236}">
                <a16:creationId xmlns:a16="http://schemas.microsoft.com/office/drawing/2014/main" id="{67A5A6CA-4359-DE46-AC46-BA708B1B12CF}"/>
              </a:ext>
            </a:extLst>
          </p:cNvPr>
          <p:cNvSpPr/>
          <p:nvPr userDrawn="1"/>
        </p:nvSpPr>
        <p:spPr>
          <a:xfrm>
            <a:off x="6105832" y="1575044"/>
            <a:ext cx="2729445"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494866" y="1952891"/>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7" name="Text Placeholder 8">
            <a:extLst>
              <a:ext uri="{FF2B5EF4-FFF2-40B4-BE49-F238E27FC236}">
                <a16:creationId xmlns:a16="http://schemas.microsoft.com/office/drawing/2014/main" id="{065900E3-890B-6F4E-8965-11B9993D1B3A}"/>
              </a:ext>
            </a:extLst>
          </p:cNvPr>
          <p:cNvSpPr>
            <a:spLocks noGrp="1"/>
          </p:cNvSpPr>
          <p:nvPr>
            <p:ph type="body" sz="quarter" idx="36" hasCustomPrompt="1"/>
          </p:nvPr>
        </p:nvSpPr>
        <p:spPr>
          <a:xfrm>
            <a:off x="505803" y="1681721"/>
            <a:ext cx="464898" cy="257705"/>
          </a:xfrm>
        </p:spPr>
        <p:txBody>
          <a:bodyPr>
            <a:noAutofit/>
          </a:bodyPr>
          <a:lstStyle>
            <a:lvl1pPr marL="0" indent="0">
              <a:buNone/>
              <a:defRPr sz="1400" b="1">
                <a:solidFill>
                  <a:schemeClr val="tx2"/>
                </a:solidFill>
                <a:latin typeface="+mn-lt"/>
              </a:defRPr>
            </a:lvl1pPr>
          </a:lstStyle>
          <a:p>
            <a:pPr lvl="0"/>
            <a:r>
              <a:rPr lang="en-US"/>
              <a:t>01.</a:t>
            </a:r>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494866" y="2392440"/>
            <a:ext cx="2402243" cy="2075794"/>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47" name="Text Placeholder 12">
            <a:extLst>
              <a:ext uri="{FF2B5EF4-FFF2-40B4-BE49-F238E27FC236}">
                <a16:creationId xmlns:a16="http://schemas.microsoft.com/office/drawing/2014/main" id="{9F768A21-DC3D-A945-A36E-504445A5A349}"/>
              </a:ext>
            </a:extLst>
          </p:cNvPr>
          <p:cNvSpPr>
            <a:spLocks noGrp="1"/>
          </p:cNvSpPr>
          <p:nvPr>
            <p:ph type="body" sz="quarter" idx="37" hasCustomPrompt="1"/>
          </p:nvPr>
        </p:nvSpPr>
        <p:spPr>
          <a:xfrm>
            <a:off x="3391976" y="1952891"/>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8" name="Text Placeholder 8">
            <a:extLst>
              <a:ext uri="{FF2B5EF4-FFF2-40B4-BE49-F238E27FC236}">
                <a16:creationId xmlns:a16="http://schemas.microsoft.com/office/drawing/2014/main" id="{FFE95E91-1A9D-C349-8874-9972FF41B9CF}"/>
              </a:ext>
            </a:extLst>
          </p:cNvPr>
          <p:cNvSpPr>
            <a:spLocks noGrp="1"/>
          </p:cNvSpPr>
          <p:nvPr>
            <p:ph type="body" sz="quarter" idx="38" hasCustomPrompt="1"/>
          </p:nvPr>
        </p:nvSpPr>
        <p:spPr>
          <a:xfrm>
            <a:off x="3402913" y="1681721"/>
            <a:ext cx="464898" cy="257705"/>
          </a:xfrm>
        </p:spPr>
        <p:txBody>
          <a:bodyPr>
            <a:noAutofit/>
          </a:bodyPr>
          <a:lstStyle>
            <a:lvl1pPr marL="0" indent="0">
              <a:buNone/>
              <a:defRPr sz="1400" b="1">
                <a:solidFill>
                  <a:schemeClr val="tx2"/>
                </a:solidFill>
                <a:latin typeface="+mn-lt"/>
              </a:defRPr>
            </a:lvl1pPr>
          </a:lstStyle>
          <a:p>
            <a:pPr lvl="0"/>
            <a:r>
              <a:rPr lang="en-US"/>
              <a:t>02.</a:t>
            </a:r>
          </a:p>
          <a:p>
            <a:pPr lvl="0"/>
            <a:endParaRPr lang="en-US"/>
          </a:p>
        </p:txBody>
      </p:sp>
      <p:sp>
        <p:nvSpPr>
          <p:cNvPr id="49" name="Text Placeholder 5">
            <a:extLst>
              <a:ext uri="{FF2B5EF4-FFF2-40B4-BE49-F238E27FC236}">
                <a16:creationId xmlns:a16="http://schemas.microsoft.com/office/drawing/2014/main" id="{7BB8E96E-7A81-C041-B1F8-C7E00A588158}"/>
              </a:ext>
            </a:extLst>
          </p:cNvPr>
          <p:cNvSpPr>
            <a:spLocks noGrp="1"/>
          </p:cNvSpPr>
          <p:nvPr>
            <p:ph type="body" sz="quarter" idx="39" hasCustomPrompt="1"/>
          </p:nvPr>
        </p:nvSpPr>
        <p:spPr>
          <a:xfrm>
            <a:off x="3391976" y="2392440"/>
            <a:ext cx="2402243" cy="2075794"/>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51" name="Text Placeholder 12">
            <a:extLst>
              <a:ext uri="{FF2B5EF4-FFF2-40B4-BE49-F238E27FC236}">
                <a16:creationId xmlns:a16="http://schemas.microsoft.com/office/drawing/2014/main" id="{98323E2A-91B9-2549-91D7-493089CAF2DB}"/>
              </a:ext>
            </a:extLst>
          </p:cNvPr>
          <p:cNvSpPr>
            <a:spLocks noGrp="1"/>
          </p:cNvSpPr>
          <p:nvPr>
            <p:ph type="body" sz="quarter" idx="40" hasCustomPrompt="1"/>
          </p:nvPr>
        </p:nvSpPr>
        <p:spPr>
          <a:xfrm>
            <a:off x="6270974" y="1952891"/>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2" name="Text Placeholder 8">
            <a:extLst>
              <a:ext uri="{FF2B5EF4-FFF2-40B4-BE49-F238E27FC236}">
                <a16:creationId xmlns:a16="http://schemas.microsoft.com/office/drawing/2014/main" id="{7B6BDD34-FAC3-1647-8CC9-D819DB686506}"/>
              </a:ext>
            </a:extLst>
          </p:cNvPr>
          <p:cNvSpPr>
            <a:spLocks noGrp="1"/>
          </p:cNvSpPr>
          <p:nvPr>
            <p:ph type="body" sz="quarter" idx="41" hasCustomPrompt="1"/>
          </p:nvPr>
        </p:nvSpPr>
        <p:spPr>
          <a:xfrm>
            <a:off x="6281911" y="1681721"/>
            <a:ext cx="464898" cy="257705"/>
          </a:xfrm>
        </p:spPr>
        <p:txBody>
          <a:bodyPr>
            <a:noAutofit/>
          </a:bodyPr>
          <a:lstStyle>
            <a:lvl1pPr marL="0" indent="0">
              <a:buNone/>
              <a:defRPr sz="1400" b="1">
                <a:solidFill>
                  <a:schemeClr val="tx2"/>
                </a:solidFill>
                <a:latin typeface="+mn-lt"/>
              </a:defRPr>
            </a:lvl1pPr>
          </a:lstStyle>
          <a:p>
            <a:pPr lvl="0"/>
            <a:r>
              <a:rPr lang="en-US"/>
              <a:t>03.</a:t>
            </a:r>
          </a:p>
          <a:p>
            <a:pPr lvl="0"/>
            <a:endParaRPr lang="en-US"/>
          </a:p>
        </p:txBody>
      </p:sp>
      <p:sp>
        <p:nvSpPr>
          <p:cNvPr id="53" name="Text Placeholder 5">
            <a:extLst>
              <a:ext uri="{FF2B5EF4-FFF2-40B4-BE49-F238E27FC236}">
                <a16:creationId xmlns:a16="http://schemas.microsoft.com/office/drawing/2014/main" id="{9DA02A10-8666-3A47-90DE-AD50526367E4}"/>
              </a:ext>
            </a:extLst>
          </p:cNvPr>
          <p:cNvSpPr>
            <a:spLocks noGrp="1"/>
          </p:cNvSpPr>
          <p:nvPr>
            <p:ph type="body" sz="quarter" idx="42" hasCustomPrompt="1"/>
          </p:nvPr>
        </p:nvSpPr>
        <p:spPr>
          <a:xfrm>
            <a:off x="6270974" y="2392440"/>
            <a:ext cx="2402243" cy="2075794"/>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p:ph type="title" hasCustomPrompt="1"/>
          </p:nvPr>
        </p:nvSpPr>
        <p:spPr>
          <a:xfrm>
            <a:off x="336853" y="445961"/>
            <a:ext cx="8498423" cy="506940"/>
          </a:xfrm>
        </p:spPr>
        <p:txBody>
          <a:bodyPr>
            <a:noAutofit/>
          </a:bodyPr>
          <a:lstStyle/>
          <a:p>
            <a:r>
              <a:rPr lang="en-US"/>
              <a:t>Headline in Arial Bold 32pt</a:t>
            </a:r>
          </a:p>
        </p:txBody>
      </p:sp>
      <p:sp>
        <p:nvSpPr>
          <p:cNvPr id="24" name="Text Placeholder 8">
            <a:extLst>
              <a:ext uri="{FF2B5EF4-FFF2-40B4-BE49-F238E27FC236}">
                <a16:creationId xmlns:a16="http://schemas.microsoft.com/office/drawing/2014/main" id="{E78148A5-A78C-D240-8617-E30B52020473}"/>
              </a:ext>
            </a:extLst>
          </p:cNvPr>
          <p:cNvSpPr>
            <a:spLocks noGrp="1"/>
          </p:cNvSpPr>
          <p:nvPr>
            <p:ph type="body" sz="quarter" idx="35" hasCustomPrompt="1"/>
          </p:nvPr>
        </p:nvSpPr>
        <p:spPr>
          <a:xfrm>
            <a:off x="336854" y="962227"/>
            <a:ext cx="849842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Footer Placeholder 4">
            <a:extLst>
              <a:ext uri="{FF2B5EF4-FFF2-40B4-BE49-F238E27FC236}">
                <a16:creationId xmlns:a16="http://schemas.microsoft.com/office/drawing/2014/main" id="{0C5E3297-D6BD-D223-A0A6-2251A280A36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CB0C7644-5E25-3E73-8C32-7FB8FCD12D6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63214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 3 Column Boxed Lower">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0BF1640E-D729-854A-BC0A-186E8FE29E02}"/>
              </a:ext>
            </a:extLst>
          </p:cNvPr>
          <p:cNvSpPr/>
          <p:nvPr userDrawn="1"/>
        </p:nvSpPr>
        <p:spPr>
          <a:xfrm>
            <a:off x="3220999" y="2146570"/>
            <a:ext cx="2729445" cy="252450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3" name="Rectangle 32">
            <a:extLst>
              <a:ext uri="{FF2B5EF4-FFF2-40B4-BE49-F238E27FC236}">
                <a16:creationId xmlns:a16="http://schemas.microsoft.com/office/drawing/2014/main" id="{46F557A8-35BC-1C40-ACB0-105F276BE06E}"/>
              </a:ext>
            </a:extLst>
          </p:cNvPr>
          <p:cNvSpPr/>
          <p:nvPr userDrawn="1"/>
        </p:nvSpPr>
        <p:spPr>
          <a:xfrm>
            <a:off x="332829" y="2146570"/>
            <a:ext cx="2729445" cy="252450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5" name="Rectangle 34">
            <a:extLst>
              <a:ext uri="{FF2B5EF4-FFF2-40B4-BE49-F238E27FC236}">
                <a16:creationId xmlns:a16="http://schemas.microsoft.com/office/drawing/2014/main" id="{67A5A6CA-4359-DE46-AC46-BA708B1B12CF}"/>
              </a:ext>
            </a:extLst>
          </p:cNvPr>
          <p:cNvSpPr/>
          <p:nvPr userDrawn="1"/>
        </p:nvSpPr>
        <p:spPr>
          <a:xfrm>
            <a:off x="6105832" y="2146570"/>
            <a:ext cx="2729445" cy="252450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494866" y="2571750"/>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7" name="Text Placeholder 8">
            <a:extLst>
              <a:ext uri="{FF2B5EF4-FFF2-40B4-BE49-F238E27FC236}">
                <a16:creationId xmlns:a16="http://schemas.microsoft.com/office/drawing/2014/main" id="{065900E3-890B-6F4E-8965-11B9993D1B3A}"/>
              </a:ext>
            </a:extLst>
          </p:cNvPr>
          <p:cNvSpPr>
            <a:spLocks noGrp="1"/>
          </p:cNvSpPr>
          <p:nvPr>
            <p:ph type="body" sz="quarter" idx="36" hasCustomPrompt="1"/>
          </p:nvPr>
        </p:nvSpPr>
        <p:spPr>
          <a:xfrm>
            <a:off x="505803" y="2300580"/>
            <a:ext cx="464898" cy="257705"/>
          </a:xfrm>
        </p:spPr>
        <p:txBody>
          <a:bodyPr>
            <a:noAutofit/>
          </a:bodyPr>
          <a:lstStyle>
            <a:lvl1pPr marL="0" indent="0">
              <a:buNone/>
              <a:defRPr sz="1400" b="1">
                <a:solidFill>
                  <a:schemeClr val="tx2"/>
                </a:solidFill>
                <a:latin typeface="+mn-lt"/>
              </a:defRPr>
            </a:lvl1pPr>
          </a:lstStyle>
          <a:p>
            <a:pPr lvl="0"/>
            <a:r>
              <a:rPr lang="en-US"/>
              <a:t>01.</a:t>
            </a:r>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494866" y="3011299"/>
            <a:ext cx="2402243" cy="1580156"/>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47" name="Text Placeholder 12">
            <a:extLst>
              <a:ext uri="{FF2B5EF4-FFF2-40B4-BE49-F238E27FC236}">
                <a16:creationId xmlns:a16="http://schemas.microsoft.com/office/drawing/2014/main" id="{9F768A21-DC3D-A945-A36E-504445A5A349}"/>
              </a:ext>
            </a:extLst>
          </p:cNvPr>
          <p:cNvSpPr>
            <a:spLocks noGrp="1"/>
          </p:cNvSpPr>
          <p:nvPr>
            <p:ph type="body" sz="quarter" idx="37" hasCustomPrompt="1"/>
          </p:nvPr>
        </p:nvSpPr>
        <p:spPr>
          <a:xfrm>
            <a:off x="3391976" y="2571750"/>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8" name="Text Placeholder 8">
            <a:extLst>
              <a:ext uri="{FF2B5EF4-FFF2-40B4-BE49-F238E27FC236}">
                <a16:creationId xmlns:a16="http://schemas.microsoft.com/office/drawing/2014/main" id="{FFE95E91-1A9D-C349-8874-9972FF41B9CF}"/>
              </a:ext>
            </a:extLst>
          </p:cNvPr>
          <p:cNvSpPr>
            <a:spLocks noGrp="1"/>
          </p:cNvSpPr>
          <p:nvPr>
            <p:ph type="body" sz="quarter" idx="38" hasCustomPrompt="1"/>
          </p:nvPr>
        </p:nvSpPr>
        <p:spPr>
          <a:xfrm>
            <a:off x="3402913" y="2300580"/>
            <a:ext cx="464898" cy="257705"/>
          </a:xfrm>
        </p:spPr>
        <p:txBody>
          <a:bodyPr>
            <a:noAutofit/>
          </a:bodyPr>
          <a:lstStyle>
            <a:lvl1pPr marL="0" indent="0">
              <a:buNone/>
              <a:defRPr sz="1400" b="1">
                <a:solidFill>
                  <a:schemeClr val="tx2"/>
                </a:solidFill>
                <a:latin typeface="+mn-lt"/>
              </a:defRPr>
            </a:lvl1pPr>
          </a:lstStyle>
          <a:p>
            <a:pPr lvl="0"/>
            <a:r>
              <a:rPr lang="en-US"/>
              <a:t>02.</a:t>
            </a:r>
          </a:p>
          <a:p>
            <a:pPr lvl="0"/>
            <a:endParaRPr lang="en-US"/>
          </a:p>
        </p:txBody>
      </p:sp>
      <p:sp>
        <p:nvSpPr>
          <p:cNvPr id="49" name="Text Placeholder 5">
            <a:extLst>
              <a:ext uri="{FF2B5EF4-FFF2-40B4-BE49-F238E27FC236}">
                <a16:creationId xmlns:a16="http://schemas.microsoft.com/office/drawing/2014/main" id="{7BB8E96E-7A81-C041-B1F8-C7E00A588158}"/>
              </a:ext>
            </a:extLst>
          </p:cNvPr>
          <p:cNvSpPr>
            <a:spLocks noGrp="1"/>
          </p:cNvSpPr>
          <p:nvPr>
            <p:ph type="body" sz="quarter" idx="39" hasCustomPrompt="1"/>
          </p:nvPr>
        </p:nvSpPr>
        <p:spPr>
          <a:xfrm>
            <a:off x="3391976" y="3011299"/>
            <a:ext cx="2402243" cy="1580156"/>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51" name="Text Placeholder 12">
            <a:extLst>
              <a:ext uri="{FF2B5EF4-FFF2-40B4-BE49-F238E27FC236}">
                <a16:creationId xmlns:a16="http://schemas.microsoft.com/office/drawing/2014/main" id="{98323E2A-91B9-2549-91D7-493089CAF2DB}"/>
              </a:ext>
            </a:extLst>
          </p:cNvPr>
          <p:cNvSpPr>
            <a:spLocks noGrp="1"/>
          </p:cNvSpPr>
          <p:nvPr>
            <p:ph type="body" sz="quarter" idx="40" hasCustomPrompt="1"/>
          </p:nvPr>
        </p:nvSpPr>
        <p:spPr>
          <a:xfrm>
            <a:off x="6270974" y="2571750"/>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2" name="Text Placeholder 8">
            <a:extLst>
              <a:ext uri="{FF2B5EF4-FFF2-40B4-BE49-F238E27FC236}">
                <a16:creationId xmlns:a16="http://schemas.microsoft.com/office/drawing/2014/main" id="{7B6BDD34-FAC3-1647-8CC9-D819DB686506}"/>
              </a:ext>
            </a:extLst>
          </p:cNvPr>
          <p:cNvSpPr>
            <a:spLocks noGrp="1"/>
          </p:cNvSpPr>
          <p:nvPr>
            <p:ph type="body" sz="quarter" idx="41" hasCustomPrompt="1"/>
          </p:nvPr>
        </p:nvSpPr>
        <p:spPr>
          <a:xfrm>
            <a:off x="6281911" y="2300580"/>
            <a:ext cx="464898" cy="257705"/>
          </a:xfrm>
        </p:spPr>
        <p:txBody>
          <a:bodyPr>
            <a:noAutofit/>
          </a:bodyPr>
          <a:lstStyle>
            <a:lvl1pPr marL="0" indent="0">
              <a:buNone/>
              <a:defRPr sz="1400" b="1">
                <a:solidFill>
                  <a:schemeClr val="tx2"/>
                </a:solidFill>
                <a:latin typeface="+mn-lt"/>
              </a:defRPr>
            </a:lvl1pPr>
          </a:lstStyle>
          <a:p>
            <a:pPr lvl="0"/>
            <a:r>
              <a:rPr lang="en-US"/>
              <a:t>03.</a:t>
            </a:r>
          </a:p>
          <a:p>
            <a:pPr lvl="0"/>
            <a:endParaRPr lang="en-US"/>
          </a:p>
        </p:txBody>
      </p:sp>
      <p:sp>
        <p:nvSpPr>
          <p:cNvPr id="53" name="Text Placeholder 5">
            <a:extLst>
              <a:ext uri="{FF2B5EF4-FFF2-40B4-BE49-F238E27FC236}">
                <a16:creationId xmlns:a16="http://schemas.microsoft.com/office/drawing/2014/main" id="{9DA02A10-8666-3A47-90DE-AD50526367E4}"/>
              </a:ext>
            </a:extLst>
          </p:cNvPr>
          <p:cNvSpPr>
            <a:spLocks noGrp="1"/>
          </p:cNvSpPr>
          <p:nvPr>
            <p:ph type="body" sz="quarter" idx="42" hasCustomPrompt="1"/>
          </p:nvPr>
        </p:nvSpPr>
        <p:spPr>
          <a:xfrm>
            <a:off x="6270974" y="3011299"/>
            <a:ext cx="2402243" cy="1580156"/>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p:ph type="title" hasCustomPrompt="1"/>
          </p:nvPr>
        </p:nvSpPr>
        <p:spPr>
          <a:xfrm>
            <a:off x="336853" y="445961"/>
            <a:ext cx="8498423" cy="506940"/>
          </a:xfrm>
        </p:spPr>
        <p:txBody>
          <a:bodyPr>
            <a:noAutofit/>
          </a:bodyPr>
          <a:lstStyle/>
          <a:p>
            <a:r>
              <a:rPr lang="en-US"/>
              <a:t>Headline in Arial Bold 32pt</a:t>
            </a:r>
          </a:p>
        </p:txBody>
      </p:sp>
      <p:sp>
        <p:nvSpPr>
          <p:cNvPr id="24" name="Text Placeholder 8">
            <a:extLst>
              <a:ext uri="{FF2B5EF4-FFF2-40B4-BE49-F238E27FC236}">
                <a16:creationId xmlns:a16="http://schemas.microsoft.com/office/drawing/2014/main" id="{E78148A5-A78C-D240-8617-E30B52020473}"/>
              </a:ext>
            </a:extLst>
          </p:cNvPr>
          <p:cNvSpPr>
            <a:spLocks noGrp="1"/>
          </p:cNvSpPr>
          <p:nvPr>
            <p:ph type="body" sz="quarter" idx="35" hasCustomPrompt="1"/>
          </p:nvPr>
        </p:nvSpPr>
        <p:spPr>
          <a:xfrm>
            <a:off x="336854" y="962227"/>
            <a:ext cx="849842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Footer Placeholder 4">
            <a:extLst>
              <a:ext uri="{FF2B5EF4-FFF2-40B4-BE49-F238E27FC236}">
                <a16:creationId xmlns:a16="http://schemas.microsoft.com/office/drawing/2014/main" id="{412DA4E3-E44D-5271-2DA8-B219A935ECB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47BB778C-08A1-6417-44C5-47BBA056B84A}"/>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5689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 4 Column Tall Boxe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46F557A8-35BC-1C40-ACB0-105F276BE06E}"/>
              </a:ext>
            </a:extLst>
          </p:cNvPr>
          <p:cNvSpPr/>
          <p:nvPr userDrawn="1"/>
        </p:nvSpPr>
        <p:spPr>
          <a:xfrm>
            <a:off x="332830"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marR="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pPr marL="0" marR="0" lvl="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pPr>
            <a:r>
              <a:rPr lang="en-US"/>
              <a:t>OVERLINE/SECTION (OPTIONAL) IN ARIAL 8PT ALL CAPS</a:t>
            </a:r>
          </a:p>
        </p:txBody>
      </p:sp>
      <p:sp>
        <p:nvSpPr>
          <p:cNvPr id="20" name="Rectangle 19">
            <a:extLst>
              <a:ext uri="{FF2B5EF4-FFF2-40B4-BE49-F238E27FC236}">
                <a16:creationId xmlns:a16="http://schemas.microsoft.com/office/drawing/2014/main" id="{4E2975DE-FF61-054D-8B1E-97BFB61C007C}"/>
              </a:ext>
            </a:extLst>
          </p:cNvPr>
          <p:cNvSpPr/>
          <p:nvPr userDrawn="1"/>
        </p:nvSpPr>
        <p:spPr>
          <a:xfrm>
            <a:off x="2490059"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1" name="Rectangle 20">
            <a:extLst>
              <a:ext uri="{FF2B5EF4-FFF2-40B4-BE49-F238E27FC236}">
                <a16:creationId xmlns:a16="http://schemas.microsoft.com/office/drawing/2014/main" id="{CF1023D4-87EB-DA41-959B-E8856B63A154}"/>
              </a:ext>
            </a:extLst>
          </p:cNvPr>
          <p:cNvSpPr/>
          <p:nvPr userDrawn="1"/>
        </p:nvSpPr>
        <p:spPr>
          <a:xfrm>
            <a:off x="4647288"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2" name="Rectangle 21">
            <a:extLst>
              <a:ext uri="{FF2B5EF4-FFF2-40B4-BE49-F238E27FC236}">
                <a16:creationId xmlns:a16="http://schemas.microsoft.com/office/drawing/2014/main" id="{29E1CA06-99E7-B54F-B241-CD94120A7C36}"/>
              </a:ext>
            </a:extLst>
          </p:cNvPr>
          <p:cNvSpPr/>
          <p:nvPr userDrawn="1"/>
        </p:nvSpPr>
        <p:spPr>
          <a:xfrm>
            <a:off x="6804517"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7" name="Text Placeholder 12">
            <a:extLst>
              <a:ext uri="{FF2B5EF4-FFF2-40B4-BE49-F238E27FC236}">
                <a16:creationId xmlns:a16="http://schemas.microsoft.com/office/drawing/2014/main" id="{97C08E81-8118-7645-94A3-5468964992E8}"/>
              </a:ext>
            </a:extLst>
          </p:cNvPr>
          <p:cNvSpPr>
            <a:spLocks noGrp="1"/>
          </p:cNvSpPr>
          <p:nvPr>
            <p:ph type="body" sz="quarter" idx="15" hasCustomPrompt="1"/>
          </p:nvPr>
        </p:nvSpPr>
        <p:spPr>
          <a:xfrm>
            <a:off x="494867"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8" name="Text Placeholder 8">
            <a:extLst>
              <a:ext uri="{FF2B5EF4-FFF2-40B4-BE49-F238E27FC236}">
                <a16:creationId xmlns:a16="http://schemas.microsoft.com/office/drawing/2014/main" id="{3839E1DF-B7A0-A645-8F4A-2AEC31692C74}"/>
              </a:ext>
            </a:extLst>
          </p:cNvPr>
          <p:cNvSpPr>
            <a:spLocks noGrp="1"/>
          </p:cNvSpPr>
          <p:nvPr>
            <p:ph type="body" sz="quarter" idx="36" hasCustomPrompt="1"/>
          </p:nvPr>
        </p:nvSpPr>
        <p:spPr>
          <a:xfrm>
            <a:off x="505803" y="1681721"/>
            <a:ext cx="331739" cy="257705"/>
          </a:xfrm>
        </p:spPr>
        <p:txBody>
          <a:bodyPr>
            <a:noAutofit/>
          </a:bodyPr>
          <a:lstStyle>
            <a:lvl1pPr marL="0" indent="0">
              <a:buNone/>
              <a:defRPr sz="1400" b="1">
                <a:solidFill>
                  <a:schemeClr val="tx2"/>
                </a:solidFill>
                <a:latin typeface="+mn-lt"/>
              </a:defRPr>
            </a:lvl1pPr>
          </a:lstStyle>
          <a:p>
            <a:pPr lvl="0"/>
            <a:r>
              <a:rPr lang="en-US"/>
              <a:t>01.</a:t>
            </a:r>
          </a:p>
          <a:p>
            <a:pPr lvl="0"/>
            <a:endParaRPr lang="en-US"/>
          </a:p>
        </p:txBody>
      </p:sp>
      <p:sp>
        <p:nvSpPr>
          <p:cNvPr id="29" name="Text Placeholder 5">
            <a:extLst>
              <a:ext uri="{FF2B5EF4-FFF2-40B4-BE49-F238E27FC236}">
                <a16:creationId xmlns:a16="http://schemas.microsoft.com/office/drawing/2014/main" id="{4D35BC32-D94C-1F42-99D0-4338DFC944DB}"/>
              </a:ext>
            </a:extLst>
          </p:cNvPr>
          <p:cNvSpPr>
            <a:spLocks noGrp="1"/>
          </p:cNvSpPr>
          <p:nvPr>
            <p:ph type="body" sz="quarter" idx="13" hasCustomPrompt="1"/>
          </p:nvPr>
        </p:nvSpPr>
        <p:spPr>
          <a:xfrm>
            <a:off x="494867"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sp>
        <p:nvSpPr>
          <p:cNvPr id="31" name="Text Placeholder 12">
            <a:extLst>
              <a:ext uri="{FF2B5EF4-FFF2-40B4-BE49-F238E27FC236}">
                <a16:creationId xmlns:a16="http://schemas.microsoft.com/office/drawing/2014/main" id="{A0F88830-5D9B-5949-8F04-6480C3B94D34}"/>
              </a:ext>
            </a:extLst>
          </p:cNvPr>
          <p:cNvSpPr>
            <a:spLocks noGrp="1"/>
          </p:cNvSpPr>
          <p:nvPr>
            <p:ph type="body" sz="quarter" idx="37" hasCustomPrompt="1"/>
          </p:nvPr>
        </p:nvSpPr>
        <p:spPr>
          <a:xfrm>
            <a:off x="2658645"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4" name="Text Placeholder 8">
            <a:extLst>
              <a:ext uri="{FF2B5EF4-FFF2-40B4-BE49-F238E27FC236}">
                <a16:creationId xmlns:a16="http://schemas.microsoft.com/office/drawing/2014/main" id="{690924BB-F6E3-2744-B67D-8C72C5507291}"/>
              </a:ext>
            </a:extLst>
          </p:cNvPr>
          <p:cNvSpPr>
            <a:spLocks noGrp="1"/>
          </p:cNvSpPr>
          <p:nvPr>
            <p:ph type="body" sz="quarter" idx="38" hasCustomPrompt="1"/>
          </p:nvPr>
        </p:nvSpPr>
        <p:spPr>
          <a:xfrm>
            <a:off x="2669581" y="1681721"/>
            <a:ext cx="331739" cy="257705"/>
          </a:xfrm>
        </p:spPr>
        <p:txBody>
          <a:bodyPr>
            <a:noAutofit/>
          </a:bodyPr>
          <a:lstStyle>
            <a:lvl1pPr marL="0" indent="0">
              <a:buNone/>
              <a:defRPr sz="1400" b="1">
                <a:solidFill>
                  <a:schemeClr val="tx2"/>
                </a:solidFill>
                <a:latin typeface="+mn-lt"/>
              </a:defRPr>
            </a:lvl1pPr>
          </a:lstStyle>
          <a:p>
            <a:pPr lvl="0"/>
            <a:r>
              <a:rPr lang="en-US"/>
              <a:t>02.</a:t>
            </a:r>
          </a:p>
          <a:p>
            <a:pPr lvl="0"/>
            <a:endParaRPr lang="en-US"/>
          </a:p>
        </p:txBody>
      </p:sp>
      <p:sp>
        <p:nvSpPr>
          <p:cNvPr id="36" name="Text Placeholder 5">
            <a:extLst>
              <a:ext uri="{FF2B5EF4-FFF2-40B4-BE49-F238E27FC236}">
                <a16:creationId xmlns:a16="http://schemas.microsoft.com/office/drawing/2014/main" id="{EA4E7F5D-217E-CC4D-A0BD-019039E83B2F}"/>
              </a:ext>
            </a:extLst>
          </p:cNvPr>
          <p:cNvSpPr>
            <a:spLocks noGrp="1"/>
          </p:cNvSpPr>
          <p:nvPr>
            <p:ph type="body" sz="quarter" idx="39" hasCustomPrompt="1"/>
          </p:nvPr>
        </p:nvSpPr>
        <p:spPr>
          <a:xfrm>
            <a:off x="2658645"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sp>
        <p:nvSpPr>
          <p:cNvPr id="46" name="Text Placeholder 12">
            <a:extLst>
              <a:ext uri="{FF2B5EF4-FFF2-40B4-BE49-F238E27FC236}">
                <a16:creationId xmlns:a16="http://schemas.microsoft.com/office/drawing/2014/main" id="{CED8B402-3FA7-6C43-849E-A6A4551B543E}"/>
              </a:ext>
            </a:extLst>
          </p:cNvPr>
          <p:cNvSpPr>
            <a:spLocks noGrp="1"/>
          </p:cNvSpPr>
          <p:nvPr>
            <p:ph type="body" sz="quarter" idx="40" hasCustomPrompt="1"/>
          </p:nvPr>
        </p:nvSpPr>
        <p:spPr>
          <a:xfrm>
            <a:off x="4822427"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7" name="Text Placeholder 8">
            <a:extLst>
              <a:ext uri="{FF2B5EF4-FFF2-40B4-BE49-F238E27FC236}">
                <a16:creationId xmlns:a16="http://schemas.microsoft.com/office/drawing/2014/main" id="{82E5611D-A042-1943-B19C-334E1B9DD898}"/>
              </a:ext>
            </a:extLst>
          </p:cNvPr>
          <p:cNvSpPr>
            <a:spLocks noGrp="1"/>
          </p:cNvSpPr>
          <p:nvPr>
            <p:ph type="body" sz="quarter" idx="41" hasCustomPrompt="1"/>
          </p:nvPr>
        </p:nvSpPr>
        <p:spPr>
          <a:xfrm>
            <a:off x="4833363" y="1681721"/>
            <a:ext cx="331739" cy="257705"/>
          </a:xfrm>
        </p:spPr>
        <p:txBody>
          <a:bodyPr>
            <a:noAutofit/>
          </a:bodyPr>
          <a:lstStyle>
            <a:lvl1pPr marL="0" indent="0">
              <a:buNone/>
              <a:defRPr sz="1400" b="1">
                <a:solidFill>
                  <a:schemeClr val="tx2"/>
                </a:solidFill>
                <a:latin typeface="+mn-lt"/>
              </a:defRPr>
            </a:lvl1pPr>
          </a:lstStyle>
          <a:p>
            <a:pPr lvl="0"/>
            <a:r>
              <a:rPr lang="en-US"/>
              <a:t>03.</a:t>
            </a:r>
          </a:p>
          <a:p>
            <a:pPr lvl="0"/>
            <a:endParaRPr lang="en-US"/>
          </a:p>
        </p:txBody>
      </p:sp>
      <p:sp>
        <p:nvSpPr>
          <p:cNvPr id="48" name="Text Placeholder 5">
            <a:extLst>
              <a:ext uri="{FF2B5EF4-FFF2-40B4-BE49-F238E27FC236}">
                <a16:creationId xmlns:a16="http://schemas.microsoft.com/office/drawing/2014/main" id="{BCB6AEA4-9216-124F-B71D-FC218BC97131}"/>
              </a:ext>
            </a:extLst>
          </p:cNvPr>
          <p:cNvSpPr>
            <a:spLocks noGrp="1"/>
          </p:cNvSpPr>
          <p:nvPr>
            <p:ph type="body" sz="quarter" idx="42" hasCustomPrompt="1"/>
          </p:nvPr>
        </p:nvSpPr>
        <p:spPr>
          <a:xfrm>
            <a:off x="4822427"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sp>
        <p:nvSpPr>
          <p:cNvPr id="50" name="Text Placeholder 12">
            <a:extLst>
              <a:ext uri="{FF2B5EF4-FFF2-40B4-BE49-F238E27FC236}">
                <a16:creationId xmlns:a16="http://schemas.microsoft.com/office/drawing/2014/main" id="{CF806B62-9638-9149-952C-DCCD734B50E6}"/>
              </a:ext>
            </a:extLst>
          </p:cNvPr>
          <p:cNvSpPr>
            <a:spLocks noGrp="1"/>
          </p:cNvSpPr>
          <p:nvPr>
            <p:ph type="body" sz="quarter" idx="43" hasCustomPrompt="1"/>
          </p:nvPr>
        </p:nvSpPr>
        <p:spPr>
          <a:xfrm>
            <a:off x="6977152"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4</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1" name="Text Placeholder 8">
            <a:extLst>
              <a:ext uri="{FF2B5EF4-FFF2-40B4-BE49-F238E27FC236}">
                <a16:creationId xmlns:a16="http://schemas.microsoft.com/office/drawing/2014/main" id="{5EAE1CA4-9CBA-3E44-8293-B124A757D9D5}"/>
              </a:ext>
            </a:extLst>
          </p:cNvPr>
          <p:cNvSpPr>
            <a:spLocks noGrp="1"/>
          </p:cNvSpPr>
          <p:nvPr>
            <p:ph type="body" sz="quarter" idx="44" hasCustomPrompt="1"/>
          </p:nvPr>
        </p:nvSpPr>
        <p:spPr>
          <a:xfrm>
            <a:off x="6988088" y="1681721"/>
            <a:ext cx="331739" cy="257705"/>
          </a:xfrm>
        </p:spPr>
        <p:txBody>
          <a:bodyPr>
            <a:noAutofit/>
          </a:bodyPr>
          <a:lstStyle>
            <a:lvl1pPr marL="0" indent="0">
              <a:buNone/>
              <a:defRPr sz="1400" b="1">
                <a:solidFill>
                  <a:schemeClr val="tx2"/>
                </a:solidFill>
                <a:latin typeface="+mn-lt"/>
              </a:defRPr>
            </a:lvl1pPr>
          </a:lstStyle>
          <a:p>
            <a:pPr lvl="0"/>
            <a:r>
              <a:rPr lang="en-US"/>
              <a:t>04.</a:t>
            </a:r>
          </a:p>
          <a:p>
            <a:pPr lvl="0"/>
            <a:endParaRPr lang="en-US"/>
          </a:p>
        </p:txBody>
      </p:sp>
      <p:sp>
        <p:nvSpPr>
          <p:cNvPr id="52" name="Text Placeholder 5">
            <a:extLst>
              <a:ext uri="{FF2B5EF4-FFF2-40B4-BE49-F238E27FC236}">
                <a16:creationId xmlns:a16="http://schemas.microsoft.com/office/drawing/2014/main" id="{A3B77536-B21A-B14C-B492-D504887E14FB}"/>
              </a:ext>
            </a:extLst>
          </p:cNvPr>
          <p:cNvSpPr>
            <a:spLocks noGrp="1"/>
          </p:cNvSpPr>
          <p:nvPr>
            <p:ph type="body" sz="quarter" idx="45" hasCustomPrompt="1"/>
          </p:nvPr>
        </p:nvSpPr>
        <p:spPr>
          <a:xfrm>
            <a:off x="6977152"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pic>
        <p:nvPicPr>
          <p:cNvPr id="23" name="Picture 22">
            <a:extLst>
              <a:ext uri="{FF2B5EF4-FFF2-40B4-BE49-F238E27FC236}">
                <a16:creationId xmlns:a16="http://schemas.microsoft.com/office/drawing/2014/main" id="{9E84B6A0-9AF2-7242-975E-E18D068313B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4" name="Title 7">
            <a:extLst>
              <a:ext uri="{FF2B5EF4-FFF2-40B4-BE49-F238E27FC236}">
                <a16:creationId xmlns:a16="http://schemas.microsoft.com/office/drawing/2014/main" id="{A83A3B26-FCF5-7D47-AEFB-9A4C748C1EAB}"/>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25" name="Text Placeholder 8">
            <a:extLst>
              <a:ext uri="{FF2B5EF4-FFF2-40B4-BE49-F238E27FC236}">
                <a16:creationId xmlns:a16="http://schemas.microsoft.com/office/drawing/2014/main" id="{BECFADA9-05DC-7746-BE37-7EFD9E3C883F}"/>
              </a:ext>
            </a:extLst>
          </p:cNvPr>
          <p:cNvSpPr>
            <a:spLocks noGrp="1"/>
          </p:cNvSpPr>
          <p:nvPr>
            <p:ph type="body" sz="quarter" idx="35" hasCustomPrompt="1"/>
          </p:nvPr>
        </p:nvSpPr>
        <p:spPr>
          <a:xfrm>
            <a:off x="336854" y="962227"/>
            <a:ext cx="847029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Footer Placeholder 4">
            <a:extLst>
              <a:ext uri="{FF2B5EF4-FFF2-40B4-BE49-F238E27FC236}">
                <a16:creationId xmlns:a16="http://schemas.microsoft.com/office/drawing/2014/main" id="{DD797D85-6755-E001-91E7-B25596992838}"/>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263A6467-6830-2C97-29CD-6FF7DAD3D2D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9379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Featured Speaker Orange">
    <p:bg>
      <p:bgPr>
        <a:solidFill>
          <a:schemeClr val="tx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133"/>
            <a:ext cx="4235146" cy="2526778"/>
          </a:xfrm>
        </p:spPr>
        <p:txBody>
          <a:bodyPr/>
          <a:lstStyle>
            <a:lvl1pPr>
              <a:defRPr sz="4800" spc="-100" baseline="0">
                <a:solidFill>
                  <a:schemeClr val="bg1"/>
                </a:solidFill>
              </a:defRPr>
            </a:lvl1pPr>
          </a:lstStyle>
          <a:p>
            <a:r>
              <a:rPr lang="en-US"/>
              <a:t>Speaker </a:t>
            </a:r>
            <a:br>
              <a:rPr lang="en-US"/>
            </a:b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106025"/>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Footer Placeholder 4">
            <a:extLst>
              <a:ext uri="{FF2B5EF4-FFF2-40B4-BE49-F238E27FC236}">
                <a16:creationId xmlns:a16="http://schemas.microsoft.com/office/drawing/2014/main" id="{329E6D64-5733-FFD1-3A86-F18A7474F2AB}"/>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523E30F7-D969-FA96-3486-009D1A5C06C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90404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Featured Speaker Light Gray">
    <p:bg>
      <p:bgPr>
        <a:solidFill>
          <a:schemeClr val="bg1">
            <a:lumMod val="95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50165"/>
            <a:ext cx="4235146" cy="2447779"/>
          </a:xfrm>
        </p:spPr>
        <p:txBody>
          <a:bodyPr/>
          <a:lstStyle>
            <a:lvl1pPr>
              <a:defRPr sz="4800" spc="-100" baseline="0">
                <a:solidFill>
                  <a:schemeClr val="tx2"/>
                </a:solidFill>
              </a:defRPr>
            </a:lvl1pPr>
          </a:lstStyle>
          <a:p>
            <a:r>
              <a:rPr lang="en-US"/>
              <a:t>Speaker </a:t>
            </a: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091957"/>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pic>
        <p:nvPicPr>
          <p:cNvPr id="16" name="Picture 15">
            <a:extLst>
              <a:ext uri="{FF2B5EF4-FFF2-40B4-BE49-F238E27FC236}">
                <a16:creationId xmlns:a16="http://schemas.microsoft.com/office/drawing/2014/main" id="{1F26A8A1-FCF7-4CF1-A118-AB88E582436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Footer Placeholder 4">
            <a:extLst>
              <a:ext uri="{FF2B5EF4-FFF2-40B4-BE49-F238E27FC236}">
                <a16:creationId xmlns:a16="http://schemas.microsoft.com/office/drawing/2014/main" id="{2D11CA38-34F6-A334-CD02-80BA0ADFBDF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8F65312B-D4B1-AC47-C9D7-E3C3B7D4CF6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758171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eatured Speaker Orange Swooping Z">
    <p:bg>
      <p:bgPr>
        <a:solidFill>
          <a:schemeClr val="tx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E936ABF-D29F-C2E4-3EB7-E49B14F72B6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133"/>
            <a:ext cx="4235146" cy="2526778"/>
          </a:xfrm>
        </p:spPr>
        <p:txBody>
          <a:bodyPr/>
          <a:lstStyle>
            <a:lvl1pPr>
              <a:defRPr sz="4800" spc="-100" baseline="0">
                <a:solidFill>
                  <a:schemeClr val="bg1"/>
                </a:solidFill>
              </a:defRPr>
            </a:lvl1pPr>
          </a:lstStyle>
          <a:p>
            <a:r>
              <a:rPr lang="en-US"/>
              <a:t>Speaker </a:t>
            </a:r>
            <a:br>
              <a:rPr lang="en-US"/>
            </a:b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106025"/>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Footer Placeholder 4">
            <a:extLst>
              <a:ext uri="{FF2B5EF4-FFF2-40B4-BE49-F238E27FC236}">
                <a16:creationId xmlns:a16="http://schemas.microsoft.com/office/drawing/2014/main" id="{5A5832FE-155C-8574-58AB-F0C5D3A19BAE}"/>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7C69CEF9-CFC5-BDC2-D0BE-DF42DA67602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39904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eatured Speaker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665EA0C-AFA1-E021-DE7F-CCCD7E4154E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50165"/>
            <a:ext cx="4235146" cy="2447779"/>
          </a:xfrm>
        </p:spPr>
        <p:txBody>
          <a:bodyPr/>
          <a:lstStyle>
            <a:lvl1pPr>
              <a:defRPr sz="4800" spc="-100" baseline="0">
                <a:solidFill>
                  <a:schemeClr val="tx2"/>
                </a:solidFill>
              </a:defRPr>
            </a:lvl1pPr>
          </a:lstStyle>
          <a:p>
            <a:r>
              <a:rPr lang="en-US"/>
              <a:t>Speaker </a:t>
            </a: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091957"/>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pic>
        <p:nvPicPr>
          <p:cNvPr id="16" name="Picture 15">
            <a:extLst>
              <a:ext uri="{FF2B5EF4-FFF2-40B4-BE49-F238E27FC236}">
                <a16:creationId xmlns:a16="http://schemas.microsoft.com/office/drawing/2014/main" id="{1F26A8A1-FCF7-4CF1-A118-AB88E582436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D957826C-0423-2166-28D3-D43E9E7394B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418B3A8A-F73D-768C-0966-BCEBB8F74C9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06513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peaker Panel">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3A085E36-D14C-4FBB-88C0-806587C35A61}"/>
              </a:ext>
            </a:extLst>
          </p:cNvPr>
          <p:cNvSpPr>
            <a:spLocks noGrp="1"/>
          </p:cNvSpPr>
          <p:nvPr>
            <p:ph type="pic" sz="quarter" idx="15"/>
          </p:nvPr>
        </p:nvSpPr>
        <p:spPr>
          <a:xfrm>
            <a:off x="688974" y="1644650"/>
            <a:ext cx="1435608" cy="1435608"/>
          </a:xfrm>
          <a:prstGeom prst="ellipse">
            <a:avLst/>
          </a:prstGeom>
          <a:solidFill>
            <a:schemeClr val="bg1">
              <a:lumMod val="95000"/>
            </a:schemeClr>
          </a:solidFill>
        </p:spPr>
        <p:txBody>
          <a:bodyPr/>
          <a:lstStyle>
            <a:lvl1pPr marL="0" indent="0" algn="ctr">
              <a:buNone/>
              <a:defRPr sz="1100">
                <a:solidFill>
                  <a:schemeClr val="bg1">
                    <a:lumMod val="75000"/>
                  </a:schemeClr>
                </a:solidFill>
              </a:defRPr>
            </a:lvl1p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9">
            <a:extLst>
              <a:ext uri="{FF2B5EF4-FFF2-40B4-BE49-F238E27FC236}">
                <a16:creationId xmlns:a16="http://schemas.microsoft.com/office/drawing/2014/main" id="{8981A192-D119-4990-B9F7-7C92108CE0C8}"/>
              </a:ext>
            </a:extLst>
          </p:cNvPr>
          <p:cNvSpPr>
            <a:spLocks noGrp="1"/>
          </p:cNvSpPr>
          <p:nvPr>
            <p:ph type="body" sz="quarter" idx="13" hasCustomPrompt="1"/>
          </p:nvPr>
        </p:nvSpPr>
        <p:spPr>
          <a:xfrm>
            <a:off x="437461"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11" name="Text Placeholder 9">
            <a:extLst>
              <a:ext uri="{FF2B5EF4-FFF2-40B4-BE49-F238E27FC236}">
                <a16:creationId xmlns:a16="http://schemas.microsoft.com/office/drawing/2014/main" id="{226A4BBC-DFE8-4847-964A-3A7A4A65E2FA}"/>
              </a:ext>
            </a:extLst>
          </p:cNvPr>
          <p:cNvSpPr>
            <a:spLocks noGrp="1"/>
          </p:cNvSpPr>
          <p:nvPr>
            <p:ph type="body" sz="quarter" idx="14" hasCustomPrompt="1"/>
          </p:nvPr>
        </p:nvSpPr>
        <p:spPr>
          <a:xfrm>
            <a:off x="437461"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14" name="Picture Placeholder 12">
            <a:extLst>
              <a:ext uri="{FF2B5EF4-FFF2-40B4-BE49-F238E27FC236}">
                <a16:creationId xmlns:a16="http://schemas.microsoft.com/office/drawing/2014/main" id="{1E115F5B-A964-42D4-A60A-5EF258C022E1}"/>
              </a:ext>
            </a:extLst>
          </p:cNvPr>
          <p:cNvSpPr>
            <a:spLocks noGrp="1"/>
          </p:cNvSpPr>
          <p:nvPr>
            <p:ph type="pic" sz="quarter" idx="16"/>
          </p:nvPr>
        </p:nvSpPr>
        <p:spPr>
          <a:xfrm>
            <a:off x="2744153" y="1644650"/>
            <a:ext cx="1435608" cy="1435608"/>
          </a:xfrm>
          <a:prstGeom prst="ellipse">
            <a:avLst/>
          </a:prstGeom>
          <a:solidFill>
            <a:schemeClr val="bg1">
              <a:lumMod val="95000"/>
            </a:schemeClr>
          </a:solidFill>
        </p:spPr>
        <p:txBody>
          <a:bodyPr/>
          <a:lstStyle>
            <a:lvl1pPr marL="0" indent="0" algn="ctr">
              <a:buNone/>
              <a:defRPr sz="1100">
                <a:solidFill>
                  <a:schemeClr val="bg1">
                    <a:lumMod val="75000"/>
                  </a:schemeClr>
                </a:solidFill>
              </a:defRPr>
            </a:lvl1pPr>
          </a:lstStyle>
          <a:p>
            <a:endParaRPr lang="en-US"/>
          </a:p>
        </p:txBody>
      </p:sp>
      <p:sp>
        <p:nvSpPr>
          <p:cNvPr id="15" name="Text Placeholder 9">
            <a:extLst>
              <a:ext uri="{FF2B5EF4-FFF2-40B4-BE49-F238E27FC236}">
                <a16:creationId xmlns:a16="http://schemas.microsoft.com/office/drawing/2014/main" id="{466512E9-5807-4235-98F6-7C3EA9F4F23A}"/>
              </a:ext>
            </a:extLst>
          </p:cNvPr>
          <p:cNvSpPr>
            <a:spLocks noGrp="1"/>
          </p:cNvSpPr>
          <p:nvPr>
            <p:ph type="body" sz="quarter" idx="17" hasCustomPrompt="1"/>
          </p:nvPr>
        </p:nvSpPr>
        <p:spPr>
          <a:xfrm>
            <a:off x="2492640"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16" name="Text Placeholder 9">
            <a:extLst>
              <a:ext uri="{FF2B5EF4-FFF2-40B4-BE49-F238E27FC236}">
                <a16:creationId xmlns:a16="http://schemas.microsoft.com/office/drawing/2014/main" id="{6DA76A4A-6582-4CB3-A281-7211E52F0B83}"/>
              </a:ext>
            </a:extLst>
          </p:cNvPr>
          <p:cNvSpPr>
            <a:spLocks noGrp="1"/>
          </p:cNvSpPr>
          <p:nvPr>
            <p:ph type="body" sz="quarter" idx="18" hasCustomPrompt="1"/>
          </p:nvPr>
        </p:nvSpPr>
        <p:spPr>
          <a:xfrm>
            <a:off x="2492640"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17" name="Picture Placeholder 12">
            <a:extLst>
              <a:ext uri="{FF2B5EF4-FFF2-40B4-BE49-F238E27FC236}">
                <a16:creationId xmlns:a16="http://schemas.microsoft.com/office/drawing/2014/main" id="{5552E455-A7D3-4FA7-A10D-3966A6E5C930}"/>
              </a:ext>
            </a:extLst>
          </p:cNvPr>
          <p:cNvSpPr>
            <a:spLocks noGrp="1"/>
          </p:cNvSpPr>
          <p:nvPr>
            <p:ph type="pic" sz="quarter" idx="19"/>
          </p:nvPr>
        </p:nvSpPr>
        <p:spPr>
          <a:xfrm>
            <a:off x="4799332" y="1644650"/>
            <a:ext cx="1435608" cy="1435608"/>
          </a:xfrm>
          <a:prstGeom prst="ellipse">
            <a:avLst/>
          </a:prstGeom>
          <a:solidFill>
            <a:schemeClr val="bg1">
              <a:lumMod val="95000"/>
            </a:schemeClr>
          </a:solidFill>
        </p:spPr>
        <p:txBody>
          <a:bodyPr/>
          <a:lstStyle>
            <a:lvl1pPr marL="0" indent="0" algn="ctr">
              <a:buNone/>
              <a:defRPr sz="1100">
                <a:solidFill>
                  <a:schemeClr val="bg1">
                    <a:lumMod val="75000"/>
                  </a:schemeClr>
                </a:solidFill>
              </a:defRPr>
            </a:lvl1pPr>
          </a:lstStyle>
          <a:p>
            <a:endParaRPr lang="en-US"/>
          </a:p>
        </p:txBody>
      </p:sp>
      <p:sp>
        <p:nvSpPr>
          <p:cNvPr id="18" name="Text Placeholder 9">
            <a:extLst>
              <a:ext uri="{FF2B5EF4-FFF2-40B4-BE49-F238E27FC236}">
                <a16:creationId xmlns:a16="http://schemas.microsoft.com/office/drawing/2014/main" id="{BEA2EB09-6F6D-4781-B5F6-3FD45FA97C2F}"/>
              </a:ext>
            </a:extLst>
          </p:cNvPr>
          <p:cNvSpPr>
            <a:spLocks noGrp="1"/>
          </p:cNvSpPr>
          <p:nvPr>
            <p:ph type="body" sz="quarter" idx="20" hasCustomPrompt="1"/>
          </p:nvPr>
        </p:nvSpPr>
        <p:spPr>
          <a:xfrm>
            <a:off x="4547819"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19" name="Text Placeholder 9">
            <a:extLst>
              <a:ext uri="{FF2B5EF4-FFF2-40B4-BE49-F238E27FC236}">
                <a16:creationId xmlns:a16="http://schemas.microsoft.com/office/drawing/2014/main" id="{1D9DD4A0-0209-4781-AF83-C8149C2B5DD0}"/>
              </a:ext>
            </a:extLst>
          </p:cNvPr>
          <p:cNvSpPr>
            <a:spLocks noGrp="1"/>
          </p:cNvSpPr>
          <p:nvPr>
            <p:ph type="body" sz="quarter" idx="21" hasCustomPrompt="1"/>
          </p:nvPr>
        </p:nvSpPr>
        <p:spPr>
          <a:xfrm>
            <a:off x="4547819"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20" name="Picture Placeholder 12">
            <a:extLst>
              <a:ext uri="{FF2B5EF4-FFF2-40B4-BE49-F238E27FC236}">
                <a16:creationId xmlns:a16="http://schemas.microsoft.com/office/drawing/2014/main" id="{35B7D9A9-4A10-44BE-B40E-C381DC314E6A}"/>
              </a:ext>
            </a:extLst>
          </p:cNvPr>
          <p:cNvSpPr>
            <a:spLocks noGrp="1"/>
          </p:cNvSpPr>
          <p:nvPr>
            <p:ph type="pic" sz="quarter" idx="22"/>
          </p:nvPr>
        </p:nvSpPr>
        <p:spPr>
          <a:xfrm>
            <a:off x="6854511" y="1644650"/>
            <a:ext cx="1435608" cy="1435608"/>
          </a:xfrm>
          <a:prstGeom prst="ellipse">
            <a:avLst/>
          </a:prstGeom>
          <a:solidFill>
            <a:schemeClr val="bg1">
              <a:lumMod val="95000"/>
            </a:schemeClr>
          </a:solidFill>
        </p:spPr>
        <p:txBody>
          <a:bodyPr/>
          <a:lstStyle>
            <a:lvl1pPr marL="0" indent="0" algn="ctr">
              <a:buNone/>
              <a:defRPr sz="1000">
                <a:solidFill>
                  <a:schemeClr val="bg1">
                    <a:lumMod val="75000"/>
                  </a:schemeClr>
                </a:solidFill>
              </a:defRPr>
            </a:lvl1pPr>
          </a:lstStyle>
          <a:p>
            <a:endParaRPr lang="en-US"/>
          </a:p>
        </p:txBody>
      </p:sp>
      <p:sp>
        <p:nvSpPr>
          <p:cNvPr id="21" name="Text Placeholder 9">
            <a:extLst>
              <a:ext uri="{FF2B5EF4-FFF2-40B4-BE49-F238E27FC236}">
                <a16:creationId xmlns:a16="http://schemas.microsoft.com/office/drawing/2014/main" id="{F4B3E081-6112-45E3-BFD6-DB1DBB249A44}"/>
              </a:ext>
            </a:extLst>
          </p:cNvPr>
          <p:cNvSpPr>
            <a:spLocks noGrp="1"/>
          </p:cNvSpPr>
          <p:nvPr>
            <p:ph type="body" sz="quarter" idx="23" hasCustomPrompt="1"/>
          </p:nvPr>
        </p:nvSpPr>
        <p:spPr>
          <a:xfrm>
            <a:off x="6602998"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22" name="Text Placeholder 9">
            <a:extLst>
              <a:ext uri="{FF2B5EF4-FFF2-40B4-BE49-F238E27FC236}">
                <a16:creationId xmlns:a16="http://schemas.microsoft.com/office/drawing/2014/main" id="{E8ED267F-F412-44C4-A0C6-37E77F4B4C81}"/>
              </a:ext>
            </a:extLst>
          </p:cNvPr>
          <p:cNvSpPr>
            <a:spLocks noGrp="1"/>
          </p:cNvSpPr>
          <p:nvPr>
            <p:ph type="body" sz="quarter" idx="24" hasCustomPrompt="1"/>
          </p:nvPr>
        </p:nvSpPr>
        <p:spPr>
          <a:xfrm>
            <a:off x="6602998"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23" name="Footer Placeholder 4">
            <a:extLst>
              <a:ext uri="{FF2B5EF4-FFF2-40B4-BE49-F238E27FC236}">
                <a16:creationId xmlns:a16="http://schemas.microsoft.com/office/drawing/2014/main" id="{A60A2537-F742-9F76-C121-43A84BC2848E}"/>
              </a:ext>
            </a:extLst>
          </p:cNvPr>
          <p:cNvSpPr>
            <a:spLocks noGrp="1"/>
          </p:cNvSpPr>
          <p:nvPr>
            <p:ph type="ftr" sz="quarter" idx="25"/>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4" name="TextBox 23">
            <a:extLst>
              <a:ext uri="{FF2B5EF4-FFF2-40B4-BE49-F238E27FC236}">
                <a16:creationId xmlns:a16="http://schemas.microsoft.com/office/drawing/2014/main" id="{B9F2BCCB-A59E-54DF-64C1-75BD2F851CB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54709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llage - 4 Columns x 3 Row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10EF64D-9175-44B7-9E7B-A832C7BFCB41}"/>
              </a:ext>
            </a:extLst>
          </p:cNvPr>
          <p:cNvSpPr>
            <a:spLocks noGrp="1"/>
          </p:cNvSpPr>
          <p:nvPr>
            <p:ph type="pic" sz="quarter" idx="13"/>
          </p:nvPr>
        </p:nvSpPr>
        <p:spPr>
          <a:xfrm>
            <a:off x="330964" y="1100315"/>
            <a:ext cx="2039112" cy="1099425"/>
          </a:xfrm>
        </p:spPr>
        <p:txBody>
          <a:bodyPr/>
          <a:lstStyle/>
          <a:p>
            <a:endParaRPr lang="en-US"/>
          </a:p>
        </p:txBody>
      </p:sp>
      <p:sp>
        <p:nvSpPr>
          <p:cNvPr id="10" name="Picture Placeholder 8">
            <a:extLst>
              <a:ext uri="{FF2B5EF4-FFF2-40B4-BE49-F238E27FC236}">
                <a16:creationId xmlns:a16="http://schemas.microsoft.com/office/drawing/2014/main" id="{10FEA499-CCB3-4D76-949E-A4D64C2AF5DA}"/>
              </a:ext>
            </a:extLst>
          </p:cNvPr>
          <p:cNvSpPr>
            <a:spLocks noGrp="1"/>
          </p:cNvSpPr>
          <p:nvPr>
            <p:ph type="pic" sz="quarter" idx="14"/>
          </p:nvPr>
        </p:nvSpPr>
        <p:spPr>
          <a:xfrm>
            <a:off x="2473530" y="1100315"/>
            <a:ext cx="2039112" cy="1099425"/>
          </a:xfrm>
        </p:spPr>
        <p:txBody>
          <a:bodyPr/>
          <a:lstStyle/>
          <a:p>
            <a:endParaRPr lang="en-US"/>
          </a:p>
        </p:txBody>
      </p:sp>
      <p:sp>
        <p:nvSpPr>
          <p:cNvPr id="11" name="Picture Placeholder 8">
            <a:extLst>
              <a:ext uri="{FF2B5EF4-FFF2-40B4-BE49-F238E27FC236}">
                <a16:creationId xmlns:a16="http://schemas.microsoft.com/office/drawing/2014/main" id="{5B41F0CC-745A-46C5-B019-D5D25ECC8AE4}"/>
              </a:ext>
            </a:extLst>
          </p:cNvPr>
          <p:cNvSpPr>
            <a:spLocks noGrp="1"/>
          </p:cNvSpPr>
          <p:nvPr>
            <p:ph type="pic" sz="quarter" idx="15"/>
          </p:nvPr>
        </p:nvSpPr>
        <p:spPr>
          <a:xfrm>
            <a:off x="4616096" y="1100315"/>
            <a:ext cx="2039112" cy="1099425"/>
          </a:xfrm>
        </p:spPr>
        <p:txBody>
          <a:bodyPr/>
          <a:lstStyle/>
          <a:p>
            <a:endParaRPr lang="en-US"/>
          </a:p>
        </p:txBody>
      </p:sp>
      <p:sp>
        <p:nvSpPr>
          <p:cNvPr id="12" name="Picture Placeholder 8">
            <a:extLst>
              <a:ext uri="{FF2B5EF4-FFF2-40B4-BE49-F238E27FC236}">
                <a16:creationId xmlns:a16="http://schemas.microsoft.com/office/drawing/2014/main" id="{ECB95669-CC78-4BA3-923A-0412B8ED5C8A}"/>
              </a:ext>
            </a:extLst>
          </p:cNvPr>
          <p:cNvSpPr>
            <a:spLocks noGrp="1"/>
          </p:cNvSpPr>
          <p:nvPr>
            <p:ph type="pic" sz="quarter" idx="16"/>
          </p:nvPr>
        </p:nvSpPr>
        <p:spPr>
          <a:xfrm>
            <a:off x="6758661" y="1100315"/>
            <a:ext cx="2039112" cy="1099425"/>
          </a:xfrm>
        </p:spPr>
        <p:txBody>
          <a:body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29" name="Picture Placeholder 8">
            <a:extLst>
              <a:ext uri="{FF2B5EF4-FFF2-40B4-BE49-F238E27FC236}">
                <a16:creationId xmlns:a16="http://schemas.microsoft.com/office/drawing/2014/main" id="{9B94DC7F-5F29-94CC-D839-FAAD92CD7955}"/>
              </a:ext>
            </a:extLst>
          </p:cNvPr>
          <p:cNvSpPr>
            <a:spLocks noGrp="1"/>
          </p:cNvSpPr>
          <p:nvPr>
            <p:ph type="pic" sz="quarter" idx="17"/>
          </p:nvPr>
        </p:nvSpPr>
        <p:spPr>
          <a:xfrm>
            <a:off x="330964" y="2296655"/>
            <a:ext cx="2039112" cy="1099425"/>
          </a:xfrm>
        </p:spPr>
        <p:txBody>
          <a:bodyPr/>
          <a:lstStyle/>
          <a:p>
            <a:endParaRPr lang="en-US"/>
          </a:p>
        </p:txBody>
      </p:sp>
      <p:sp>
        <p:nvSpPr>
          <p:cNvPr id="30" name="Picture Placeholder 8">
            <a:extLst>
              <a:ext uri="{FF2B5EF4-FFF2-40B4-BE49-F238E27FC236}">
                <a16:creationId xmlns:a16="http://schemas.microsoft.com/office/drawing/2014/main" id="{41C36FFC-F399-FD67-ED4E-040FE40DC17C}"/>
              </a:ext>
            </a:extLst>
          </p:cNvPr>
          <p:cNvSpPr>
            <a:spLocks noGrp="1"/>
          </p:cNvSpPr>
          <p:nvPr>
            <p:ph type="pic" sz="quarter" idx="18"/>
          </p:nvPr>
        </p:nvSpPr>
        <p:spPr>
          <a:xfrm>
            <a:off x="2473530" y="2296655"/>
            <a:ext cx="2039112" cy="1099425"/>
          </a:xfrm>
        </p:spPr>
        <p:txBody>
          <a:bodyPr/>
          <a:lstStyle/>
          <a:p>
            <a:endParaRPr lang="en-US"/>
          </a:p>
        </p:txBody>
      </p:sp>
      <p:sp>
        <p:nvSpPr>
          <p:cNvPr id="31" name="Picture Placeholder 8">
            <a:extLst>
              <a:ext uri="{FF2B5EF4-FFF2-40B4-BE49-F238E27FC236}">
                <a16:creationId xmlns:a16="http://schemas.microsoft.com/office/drawing/2014/main" id="{E305DDF8-C79F-5920-899E-F3C1A845E8F9}"/>
              </a:ext>
            </a:extLst>
          </p:cNvPr>
          <p:cNvSpPr>
            <a:spLocks noGrp="1"/>
          </p:cNvSpPr>
          <p:nvPr>
            <p:ph type="pic" sz="quarter" idx="19"/>
          </p:nvPr>
        </p:nvSpPr>
        <p:spPr>
          <a:xfrm>
            <a:off x="4616096" y="2296655"/>
            <a:ext cx="2039112" cy="1099425"/>
          </a:xfrm>
        </p:spPr>
        <p:txBody>
          <a:bodyPr/>
          <a:lstStyle/>
          <a:p>
            <a:endParaRPr lang="en-US"/>
          </a:p>
        </p:txBody>
      </p:sp>
      <p:sp>
        <p:nvSpPr>
          <p:cNvPr id="32" name="Picture Placeholder 8">
            <a:extLst>
              <a:ext uri="{FF2B5EF4-FFF2-40B4-BE49-F238E27FC236}">
                <a16:creationId xmlns:a16="http://schemas.microsoft.com/office/drawing/2014/main" id="{898E6C48-369F-7668-9EB5-5F8C58031BA6}"/>
              </a:ext>
            </a:extLst>
          </p:cNvPr>
          <p:cNvSpPr>
            <a:spLocks noGrp="1"/>
          </p:cNvSpPr>
          <p:nvPr>
            <p:ph type="pic" sz="quarter" idx="20"/>
          </p:nvPr>
        </p:nvSpPr>
        <p:spPr>
          <a:xfrm>
            <a:off x="6758661" y="2296655"/>
            <a:ext cx="2039112" cy="1099425"/>
          </a:xfrm>
        </p:spPr>
        <p:txBody>
          <a:bodyPr/>
          <a:lstStyle/>
          <a:p>
            <a:endParaRPr lang="en-US"/>
          </a:p>
        </p:txBody>
      </p:sp>
      <p:sp>
        <p:nvSpPr>
          <p:cNvPr id="33" name="Picture Placeholder 8">
            <a:extLst>
              <a:ext uri="{FF2B5EF4-FFF2-40B4-BE49-F238E27FC236}">
                <a16:creationId xmlns:a16="http://schemas.microsoft.com/office/drawing/2014/main" id="{77810396-5D8A-BA84-CA89-143961A4960C}"/>
              </a:ext>
            </a:extLst>
          </p:cNvPr>
          <p:cNvSpPr>
            <a:spLocks noGrp="1"/>
          </p:cNvSpPr>
          <p:nvPr>
            <p:ph type="pic" sz="quarter" idx="21"/>
          </p:nvPr>
        </p:nvSpPr>
        <p:spPr>
          <a:xfrm>
            <a:off x="330964" y="3492995"/>
            <a:ext cx="2039112" cy="1099425"/>
          </a:xfrm>
        </p:spPr>
        <p:txBody>
          <a:bodyPr/>
          <a:lstStyle/>
          <a:p>
            <a:endParaRPr lang="en-US"/>
          </a:p>
        </p:txBody>
      </p:sp>
      <p:sp>
        <p:nvSpPr>
          <p:cNvPr id="34" name="Picture Placeholder 8">
            <a:extLst>
              <a:ext uri="{FF2B5EF4-FFF2-40B4-BE49-F238E27FC236}">
                <a16:creationId xmlns:a16="http://schemas.microsoft.com/office/drawing/2014/main" id="{0DEF930F-F157-F697-D827-F6D4C884AF14}"/>
              </a:ext>
            </a:extLst>
          </p:cNvPr>
          <p:cNvSpPr>
            <a:spLocks noGrp="1"/>
          </p:cNvSpPr>
          <p:nvPr>
            <p:ph type="pic" sz="quarter" idx="22"/>
          </p:nvPr>
        </p:nvSpPr>
        <p:spPr>
          <a:xfrm>
            <a:off x="2473530" y="3492995"/>
            <a:ext cx="2039112" cy="1099425"/>
          </a:xfrm>
        </p:spPr>
        <p:txBody>
          <a:bodyPr/>
          <a:lstStyle/>
          <a:p>
            <a:endParaRPr lang="en-US"/>
          </a:p>
        </p:txBody>
      </p:sp>
      <p:sp>
        <p:nvSpPr>
          <p:cNvPr id="35" name="Picture Placeholder 8">
            <a:extLst>
              <a:ext uri="{FF2B5EF4-FFF2-40B4-BE49-F238E27FC236}">
                <a16:creationId xmlns:a16="http://schemas.microsoft.com/office/drawing/2014/main" id="{10EB64EF-3C81-74B6-86EB-D2480F7F913C}"/>
              </a:ext>
            </a:extLst>
          </p:cNvPr>
          <p:cNvSpPr>
            <a:spLocks noGrp="1"/>
          </p:cNvSpPr>
          <p:nvPr>
            <p:ph type="pic" sz="quarter" idx="23"/>
          </p:nvPr>
        </p:nvSpPr>
        <p:spPr>
          <a:xfrm>
            <a:off x="4616096" y="3492995"/>
            <a:ext cx="2039112" cy="1099425"/>
          </a:xfrm>
        </p:spPr>
        <p:txBody>
          <a:bodyPr/>
          <a:lstStyle/>
          <a:p>
            <a:endParaRPr lang="en-US"/>
          </a:p>
        </p:txBody>
      </p:sp>
      <p:sp>
        <p:nvSpPr>
          <p:cNvPr id="36" name="Picture Placeholder 8">
            <a:extLst>
              <a:ext uri="{FF2B5EF4-FFF2-40B4-BE49-F238E27FC236}">
                <a16:creationId xmlns:a16="http://schemas.microsoft.com/office/drawing/2014/main" id="{4A910619-83D2-9AFE-DA26-A8F71C0CB0C9}"/>
              </a:ext>
            </a:extLst>
          </p:cNvPr>
          <p:cNvSpPr>
            <a:spLocks noGrp="1"/>
          </p:cNvSpPr>
          <p:nvPr>
            <p:ph type="pic" sz="quarter" idx="24"/>
          </p:nvPr>
        </p:nvSpPr>
        <p:spPr>
          <a:xfrm>
            <a:off x="6758661" y="3492995"/>
            <a:ext cx="2039112" cy="1099425"/>
          </a:xfrm>
        </p:spPr>
        <p:txBody>
          <a:bodyPr/>
          <a:lstStyle/>
          <a:p>
            <a:endParaRPr lang="en-US"/>
          </a:p>
        </p:txBody>
      </p:sp>
      <p:sp>
        <p:nvSpPr>
          <p:cNvPr id="15" name="Footer Placeholder 4">
            <a:extLst>
              <a:ext uri="{FF2B5EF4-FFF2-40B4-BE49-F238E27FC236}">
                <a16:creationId xmlns:a16="http://schemas.microsoft.com/office/drawing/2014/main" id="{C476E2B0-0F97-8DFA-6616-732EA8287C84}"/>
              </a:ext>
            </a:extLst>
          </p:cNvPr>
          <p:cNvSpPr>
            <a:spLocks noGrp="1"/>
          </p:cNvSpPr>
          <p:nvPr>
            <p:ph type="ftr" sz="quarter" idx="25"/>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6" name="TextBox 15">
            <a:extLst>
              <a:ext uri="{FF2B5EF4-FFF2-40B4-BE49-F238E27FC236}">
                <a16:creationId xmlns:a16="http://schemas.microsoft.com/office/drawing/2014/main" id="{91ABA00E-3885-B813-98FA-FB2EF5FC3ED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78129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Feature Cards">
    <p:spTree>
      <p:nvGrpSpPr>
        <p:cNvPr id="1" name=""/>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C1DD6EA7-A41A-4961-9F66-E5C1E6AF0F7B}"/>
              </a:ext>
            </a:extLst>
          </p:cNvPr>
          <p:cNvSpPr/>
          <p:nvPr userDrawn="1"/>
        </p:nvSpPr>
        <p:spPr>
          <a:xfrm>
            <a:off x="336854"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4" name="Rectangle: Rounded Corners 33">
            <a:extLst>
              <a:ext uri="{FF2B5EF4-FFF2-40B4-BE49-F238E27FC236}">
                <a16:creationId xmlns:a16="http://schemas.microsoft.com/office/drawing/2014/main" id="{A3BA0948-369F-4508-AE5B-7DA53E899E9C}"/>
              </a:ext>
            </a:extLst>
          </p:cNvPr>
          <p:cNvSpPr/>
          <p:nvPr userDrawn="1"/>
        </p:nvSpPr>
        <p:spPr>
          <a:xfrm>
            <a:off x="2505024"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5" name="Rectangle: Rounded Corners 34">
            <a:extLst>
              <a:ext uri="{FF2B5EF4-FFF2-40B4-BE49-F238E27FC236}">
                <a16:creationId xmlns:a16="http://schemas.microsoft.com/office/drawing/2014/main" id="{032AF2FD-3F42-425E-B5DF-4A2A50540DE3}"/>
              </a:ext>
            </a:extLst>
          </p:cNvPr>
          <p:cNvSpPr/>
          <p:nvPr userDrawn="1"/>
        </p:nvSpPr>
        <p:spPr>
          <a:xfrm>
            <a:off x="4670195"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6" name="Rectangle: Rounded Corners 35">
            <a:extLst>
              <a:ext uri="{FF2B5EF4-FFF2-40B4-BE49-F238E27FC236}">
                <a16:creationId xmlns:a16="http://schemas.microsoft.com/office/drawing/2014/main" id="{7E5E6831-B85C-44FA-BDDB-0763BCF91BE9}"/>
              </a:ext>
            </a:extLst>
          </p:cNvPr>
          <p:cNvSpPr/>
          <p:nvPr userDrawn="1"/>
        </p:nvSpPr>
        <p:spPr>
          <a:xfrm>
            <a:off x="6835366"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1" name="Text Placeholder 20">
            <a:extLst>
              <a:ext uri="{FF2B5EF4-FFF2-40B4-BE49-F238E27FC236}">
                <a16:creationId xmlns:a16="http://schemas.microsoft.com/office/drawing/2014/main" id="{C22C809E-B2FB-4BC6-81E7-3AF21859EEA3}"/>
              </a:ext>
            </a:extLst>
          </p:cNvPr>
          <p:cNvSpPr>
            <a:spLocks noGrp="1"/>
          </p:cNvSpPr>
          <p:nvPr>
            <p:ph type="body" sz="quarter" idx="36" hasCustomPrompt="1"/>
          </p:nvPr>
        </p:nvSpPr>
        <p:spPr>
          <a:xfrm>
            <a:off x="507095"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22" name="Text Placeholder 20">
            <a:extLst>
              <a:ext uri="{FF2B5EF4-FFF2-40B4-BE49-F238E27FC236}">
                <a16:creationId xmlns:a16="http://schemas.microsoft.com/office/drawing/2014/main" id="{56A92A22-F50C-4E5F-AEB7-58D47F8329EE}"/>
              </a:ext>
            </a:extLst>
          </p:cNvPr>
          <p:cNvSpPr>
            <a:spLocks noGrp="1"/>
          </p:cNvSpPr>
          <p:nvPr>
            <p:ph type="body" sz="quarter" idx="37" hasCustomPrompt="1"/>
          </p:nvPr>
        </p:nvSpPr>
        <p:spPr>
          <a:xfrm>
            <a:off x="507095"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23" name="Text Placeholder 20">
            <a:extLst>
              <a:ext uri="{FF2B5EF4-FFF2-40B4-BE49-F238E27FC236}">
                <a16:creationId xmlns:a16="http://schemas.microsoft.com/office/drawing/2014/main" id="{CCAE1FC9-4F2A-4D0E-B238-502557A230D3}"/>
              </a:ext>
            </a:extLst>
          </p:cNvPr>
          <p:cNvSpPr>
            <a:spLocks noGrp="1"/>
          </p:cNvSpPr>
          <p:nvPr>
            <p:ph type="body" sz="quarter" idx="38" hasCustomPrompt="1"/>
          </p:nvPr>
        </p:nvSpPr>
        <p:spPr>
          <a:xfrm>
            <a:off x="507095"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24" name="Text Placeholder 20">
            <a:extLst>
              <a:ext uri="{FF2B5EF4-FFF2-40B4-BE49-F238E27FC236}">
                <a16:creationId xmlns:a16="http://schemas.microsoft.com/office/drawing/2014/main" id="{3DF40E83-3CAC-42FD-A3FC-952843AED38E}"/>
              </a:ext>
            </a:extLst>
          </p:cNvPr>
          <p:cNvSpPr>
            <a:spLocks noGrp="1"/>
          </p:cNvSpPr>
          <p:nvPr>
            <p:ph type="body" sz="quarter" idx="39" hasCustomPrompt="1"/>
          </p:nvPr>
        </p:nvSpPr>
        <p:spPr>
          <a:xfrm>
            <a:off x="2678795"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25" name="Text Placeholder 20">
            <a:extLst>
              <a:ext uri="{FF2B5EF4-FFF2-40B4-BE49-F238E27FC236}">
                <a16:creationId xmlns:a16="http://schemas.microsoft.com/office/drawing/2014/main" id="{F9B7DE75-864F-4315-AD5A-E93E075A7371}"/>
              </a:ext>
            </a:extLst>
          </p:cNvPr>
          <p:cNvSpPr>
            <a:spLocks noGrp="1"/>
          </p:cNvSpPr>
          <p:nvPr>
            <p:ph type="body" sz="quarter" idx="40" hasCustomPrompt="1"/>
          </p:nvPr>
        </p:nvSpPr>
        <p:spPr>
          <a:xfrm>
            <a:off x="2678795"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26" name="Text Placeholder 20">
            <a:extLst>
              <a:ext uri="{FF2B5EF4-FFF2-40B4-BE49-F238E27FC236}">
                <a16:creationId xmlns:a16="http://schemas.microsoft.com/office/drawing/2014/main" id="{6C2F431A-034C-4785-8D08-6ADCEA48BE30}"/>
              </a:ext>
            </a:extLst>
          </p:cNvPr>
          <p:cNvSpPr>
            <a:spLocks noGrp="1"/>
          </p:cNvSpPr>
          <p:nvPr>
            <p:ph type="body" sz="quarter" idx="41" hasCustomPrompt="1"/>
          </p:nvPr>
        </p:nvSpPr>
        <p:spPr>
          <a:xfrm>
            <a:off x="2678795"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27" name="Text Placeholder 20">
            <a:extLst>
              <a:ext uri="{FF2B5EF4-FFF2-40B4-BE49-F238E27FC236}">
                <a16:creationId xmlns:a16="http://schemas.microsoft.com/office/drawing/2014/main" id="{F82C721C-33C9-4BA9-A170-EE847CC00C54}"/>
              </a:ext>
            </a:extLst>
          </p:cNvPr>
          <p:cNvSpPr>
            <a:spLocks noGrp="1"/>
          </p:cNvSpPr>
          <p:nvPr>
            <p:ph type="body" sz="quarter" idx="42" hasCustomPrompt="1"/>
          </p:nvPr>
        </p:nvSpPr>
        <p:spPr>
          <a:xfrm>
            <a:off x="4840970"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28" name="Text Placeholder 20">
            <a:extLst>
              <a:ext uri="{FF2B5EF4-FFF2-40B4-BE49-F238E27FC236}">
                <a16:creationId xmlns:a16="http://schemas.microsoft.com/office/drawing/2014/main" id="{7D44742B-A45C-47CB-B2B9-F81D06E7D1A5}"/>
              </a:ext>
            </a:extLst>
          </p:cNvPr>
          <p:cNvSpPr>
            <a:spLocks noGrp="1"/>
          </p:cNvSpPr>
          <p:nvPr>
            <p:ph type="body" sz="quarter" idx="43" hasCustomPrompt="1"/>
          </p:nvPr>
        </p:nvSpPr>
        <p:spPr>
          <a:xfrm>
            <a:off x="4840970"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29" name="Text Placeholder 20">
            <a:extLst>
              <a:ext uri="{FF2B5EF4-FFF2-40B4-BE49-F238E27FC236}">
                <a16:creationId xmlns:a16="http://schemas.microsoft.com/office/drawing/2014/main" id="{A0F2DED4-046A-41D0-9AEE-6420A50C3DA4}"/>
              </a:ext>
            </a:extLst>
          </p:cNvPr>
          <p:cNvSpPr>
            <a:spLocks noGrp="1"/>
          </p:cNvSpPr>
          <p:nvPr>
            <p:ph type="body" sz="quarter" idx="44" hasCustomPrompt="1"/>
          </p:nvPr>
        </p:nvSpPr>
        <p:spPr>
          <a:xfrm>
            <a:off x="4840970"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30" name="Text Placeholder 20">
            <a:extLst>
              <a:ext uri="{FF2B5EF4-FFF2-40B4-BE49-F238E27FC236}">
                <a16:creationId xmlns:a16="http://schemas.microsoft.com/office/drawing/2014/main" id="{89FB0A70-73BC-4F7C-9198-69A0570332EB}"/>
              </a:ext>
            </a:extLst>
          </p:cNvPr>
          <p:cNvSpPr>
            <a:spLocks noGrp="1"/>
          </p:cNvSpPr>
          <p:nvPr>
            <p:ph type="body" sz="quarter" idx="45" hasCustomPrompt="1"/>
          </p:nvPr>
        </p:nvSpPr>
        <p:spPr>
          <a:xfrm>
            <a:off x="7012670"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31" name="Text Placeholder 20">
            <a:extLst>
              <a:ext uri="{FF2B5EF4-FFF2-40B4-BE49-F238E27FC236}">
                <a16:creationId xmlns:a16="http://schemas.microsoft.com/office/drawing/2014/main" id="{8ABA6A23-2F2D-46BA-A97D-6E88FCD0A060}"/>
              </a:ext>
            </a:extLst>
          </p:cNvPr>
          <p:cNvSpPr>
            <a:spLocks noGrp="1"/>
          </p:cNvSpPr>
          <p:nvPr>
            <p:ph type="body" sz="quarter" idx="46" hasCustomPrompt="1"/>
          </p:nvPr>
        </p:nvSpPr>
        <p:spPr>
          <a:xfrm>
            <a:off x="7012670"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32" name="Text Placeholder 20">
            <a:extLst>
              <a:ext uri="{FF2B5EF4-FFF2-40B4-BE49-F238E27FC236}">
                <a16:creationId xmlns:a16="http://schemas.microsoft.com/office/drawing/2014/main" id="{AECC95D7-81D0-4C1B-B4C8-BFC3CE507AD9}"/>
              </a:ext>
            </a:extLst>
          </p:cNvPr>
          <p:cNvSpPr>
            <a:spLocks noGrp="1"/>
          </p:cNvSpPr>
          <p:nvPr>
            <p:ph type="body" sz="quarter" idx="47" hasCustomPrompt="1"/>
          </p:nvPr>
        </p:nvSpPr>
        <p:spPr>
          <a:xfrm>
            <a:off x="7012670"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38" name="Picture Placeholder 37">
            <a:extLst>
              <a:ext uri="{FF2B5EF4-FFF2-40B4-BE49-F238E27FC236}">
                <a16:creationId xmlns:a16="http://schemas.microsoft.com/office/drawing/2014/main" id="{91935E2B-4419-4CF2-B2C2-EBD36056E320}"/>
              </a:ext>
            </a:extLst>
          </p:cNvPr>
          <p:cNvSpPr>
            <a:spLocks noGrp="1"/>
          </p:cNvSpPr>
          <p:nvPr>
            <p:ph type="pic" sz="quarter" idx="48" hasCustomPrompt="1"/>
          </p:nvPr>
        </p:nvSpPr>
        <p:spPr>
          <a:xfrm>
            <a:off x="336550"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39" name="Picture Placeholder 37">
            <a:extLst>
              <a:ext uri="{FF2B5EF4-FFF2-40B4-BE49-F238E27FC236}">
                <a16:creationId xmlns:a16="http://schemas.microsoft.com/office/drawing/2014/main" id="{2BF5EBDE-6162-4543-B824-380435BB8189}"/>
              </a:ext>
            </a:extLst>
          </p:cNvPr>
          <p:cNvSpPr>
            <a:spLocks noGrp="1"/>
          </p:cNvSpPr>
          <p:nvPr>
            <p:ph type="pic" sz="quarter" idx="49" hasCustomPrompt="1"/>
          </p:nvPr>
        </p:nvSpPr>
        <p:spPr>
          <a:xfrm>
            <a:off x="2505482"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40" name="Picture Placeholder 37">
            <a:extLst>
              <a:ext uri="{FF2B5EF4-FFF2-40B4-BE49-F238E27FC236}">
                <a16:creationId xmlns:a16="http://schemas.microsoft.com/office/drawing/2014/main" id="{1A7B8B57-392D-415B-9625-20ABBA5CF421}"/>
              </a:ext>
            </a:extLst>
          </p:cNvPr>
          <p:cNvSpPr>
            <a:spLocks noGrp="1"/>
          </p:cNvSpPr>
          <p:nvPr>
            <p:ph type="pic" sz="quarter" idx="50" hasCustomPrompt="1"/>
          </p:nvPr>
        </p:nvSpPr>
        <p:spPr>
          <a:xfrm>
            <a:off x="4670195"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41" name="Picture Placeholder 37">
            <a:extLst>
              <a:ext uri="{FF2B5EF4-FFF2-40B4-BE49-F238E27FC236}">
                <a16:creationId xmlns:a16="http://schemas.microsoft.com/office/drawing/2014/main" id="{9B04C5B9-35EE-4D0A-8D44-630617DD2961}"/>
              </a:ext>
            </a:extLst>
          </p:cNvPr>
          <p:cNvSpPr>
            <a:spLocks noGrp="1"/>
          </p:cNvSpPr>
          <p:nvPr>
            <p:ph type="pic" sz="quarter" idx="51" hasCustomPrompt="1"/>
          </p:nvPr>
        </p:nvSpPr>
        <p:spPr>
          <a:xfrm>
            <a:off x="6834908"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12" name="Footer Placeholder 4">
            <a:extLst>
              <a:ext uri="{FF2B5EF4-FFF2-40B4-BE49-F238E27FC236}">
                <a16:creationId xmlns:a16="http://schemas.microsoft.com/office/drawing/2014/main" id="{A40E9994-3012-4987-041B-66A793F2B80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A9FD56B3-0C3B-D1B5-E7ED-603C68A65A5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21980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am Bio - 4 - Orange">
    <p:bg>
      <p:bgPr>
        <a:solidFill>
          <a:schemeClr val="tx2"/>
        </a:solidFill>
        <a:effectLst/>
      </p:bgPr>
    </p:bg>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38" name="Picture Placeholder 4">
            <a:extLst>
              <a:ext uri="{FF2B5EF4-FFF2-40B4-BE49-F238E27FC236}">
                <a16:creationId xmlns:a16="http://schemas.microsoft.com/office/drawing/2014/main" id="{2C2FD738-4868-3242-9008-3256B6017257}"/>
              </a:ext>
            </a:extLst>
          </p:cNvPr>
          <p:cNvSpPr>
            <a:spLocks noGrp="1"/>
          </p:cNvSpPr>
          <p:nvPr>
            <p:ph type="pic" sz="quarter" idx="27" hasCustomPrompt="1"/>
          </p:nvPr>
        </p:nvSpPr>
        <p:spPr>
          <a:xfrm>
            <a:off x="2172046" y="964295"/>
            <a:ext cx="1463040" cy="1371600"/>
          </a:xfrm>
          <a:noFill/>
        </p:spPr>
        <p:txBody>
          <a:bodyPr>
            <a:noAutofit/>
          </a:bodyPr>
          <a:lstStyle>
            <a:lvl1pPr marL="0" indent="0">
              <a:buNone/>
              <a:defRPr>
                <a:solidFill>
                  <a:schemeClr val="bg1"/>
                </a:solidFill>
              </a:defRPr>
            </a:lvl1pPr>
          </a:lstStyle>
          <a:p>
            <a:r>
              <a:rPr lang="en-US"/>
              <a:t>Add Background Image</a:t>
            </a:r>
          </a:p>
        </p:txBody>
      </p:sp>
      <p:sp>
        <p:nvSpPr>
          <p:cNvPr id="39" name="Text Placeholder 12">
            <a:extLst>
              <a:ext uri="{FF2B5EF4-FFF2-40B4-BE49-F238E27FC236}">
                <a16:creationId xmlns:a16="http://schemas.microsoft.com/office/drawing/2014/main" id="{DD1A3011-F07B-2C4F-8FD5-279854FB3965}"/>
              </a:ext>
            </a:extLst>
          </p:cNvPr>
          <p:cNvSpPr>
            <a:spLocks noGrp="1"/>
          </p:cNvSpPr>
          <p:nvPr>
            <p:ph type="body" sz="quarter" idx="31" hasCustomPrompt="1"/>
          </p:nvPr>
        </p:nvSpPr>
        <p:spPr>
          <a:xfrm>
            <a:off x="2158794"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0" name="Text Placeholder 5">
            <a:extLst>
              <a:ext uri="{FF2B5EF4-FFF2-40B4-BE49-F238E27FC236}">
                <a16:creationId xmlns:a16="http://schemas.microsoft.com/office/drawing/2014/main" id="{2965E2DC-2148-5E41-90E3-D170497AEA59}"/>
              </a:ext>
            </a:extLst>
          </p:cNvPr>
          <p:cNvSpPr>
            <a:spLocks noGrp="1"/>
          </p:cNvSpPr>
          <p:nvPr>
            <p:ph type="body" sz="quarter" idx="32" hasCustomPrompt="1"/>
          </p:nvPr>
        </p:nvSpPr>
        <p:spPr>
          <a:xfrm>
            <a:off x="2158794"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41" name="Picture Placeholder 4">
            <a:extLst>
              <a:ext uri="{FF2B5EF4-FFF2-40B4-BE49-F238E27FC236}">
                <a16:creationId xmlns:a16="http://schemas.microsoft.com/office/drawing/2014/main" id="{7C8D64DC-2473-1C42-86AC-79F8FC4786CF}"/>
              </a:ext>
            </a:extLst>
          </p:cNvPr>
          <p:cNvSpPr>
            <a:spLocks noGrp="1"/>
          </p:cNvSpPr>
          <p:nvPr>
            <p:ph type="pic" sz="quarter" idx="33" hasCustomPrompt="1"/>
          </p:nvPr>
        </p:nvSpPr>
        <p:spPr>
          <a:xfrm>
            <a:off x="3853822" y="964295"/>
            <a:ext cx="1508760" cy="1371600"/>
          </a:xfrm>
          <a:noFill/>
        </p:spPr>
        <p:txBody>
          <a:bodyPr>
            <a:noAutofit/>
          </a:bodyPr>
          <a:lstStyle>
            <a:lvl1pPr marL="0" indent="0">
              <a:buNone/>
              <a:defRPr>
                <a:solidFill>
                  <a:schemeClr val="bg1"/>
                </a:solidFill>
              </a:defRPr>
            </a:lvl1pPr>
          </a:lstStyle>
          <a:p>
            <a:r>
              <a:rPr lang="en-US"/>
              <a:t>Add Background Image</a:t>
            </a:r>
          </a:p>
        </p:txBody>
      </p:sp>
      <p:sp>
        <p:nvSpPr>
          <p:cNvPr id="42" name="Picture Placeholder 4">
            <a:extLst>
              <a:ext uri="{FF2B5EF4-FFF2-40B4-BE49-F238E27FC236}">
                <a16:creationId xmlns:a16="http://schemas.microsoft.com/office/drawing/2014/main" id="{56C3C00F-500E-0542-A274-524DB9C95B00}"/>
              </a:ext>
            </a:extLst>
          </p:cNvPr>
          <p:cNvSpPr>
            <a:spLocks noGrp="1"/>
          </p:cNvSpPr>
          <p:nvPr>
            <p:ph type="pic" sz="quarter" idx="34" hasCustomPrompt="1"/>
          </p:nvPr>
        </p:nvSpPr>
        <p:spPr>
          <a:xfrm>
            <a:off x="5581318" y="964295"/>
            <a:ext cx="1508760" cy="1371600"/>
          </a:xfrm>
          <a:noFill/>
        </p:spPr>
        <p:txBody>
          <a:bodyPr>
            <a:noAutofit/>
          </a:bodyPr>
          <a:lstStyle>
            <a:lvl1pPr marL="0" indent="0">
              <a:buNone/>
              <a:defRPr>
                <a:solidFill>
                  <a:schemeClr val="bg1"/>
                </a:solidFill>
              </a:defRPr>
            </a:lvl1pPr>
          </a:lstStyle>
          <a:p>
            <a:r>
              <a:rPr lang="en-US"/>
              <a:t>Add Background Image</a:t>
            </a:r>
          </a:p>
        </p:txBody>
      </p:sp>
      <p:sp>
        <p:nvSpPr>
          <p:cNvPr id="43" name="Picture Placeholder 4">
            <a:extLst>
              <a:ext uri="{FF2B5EF4-FFF2-40B4-BE49-F238E27FC236}">
                <a16:creationId xmlns:a16="http://schemas.microsoft.com/office/drawing/2014/main" id="{3E871ADE-2074-3441-BB79-4E9B152BFEDD}"/>
              </a:ext>
            </a:extLst>
          </p:cNvPr>
          <p:cNvSpPr>
            <a:spLocks noGrp="1"/>
          </p:cNvSpPr>
          <p:nvPr>
            <p:ph type="pic" sz="quarter" idx="35" hasCustomPrompt="1"/>
          </p:nvPr>
        </p:nvSpPr>
        <p:spPr>
          <a:xfrm>
            <a:off x="7308815" y="964295"/>
            <a:ext cx="1508760" cy="1371600"/>
          </a:xfrm>
          <a:noFill/>
        </p:spPr>
        <p:txBody>
          <a:bodyPr>
            <a:noAutofit/>
          </a:bodyPr>
          <a:lstStyle>
            <a:lvl1pPr marL="0" indent="0">
              <a:buNone/>
              <a:defRPr>
                <a:solidFill>
                  <a:schemeClr val="bg1"/>
                </a:solidFill>
              </a:defRPr>
            </a:lvl1pPr>
          </a:lstStyle>
          <a:p>
            <a:r>
              <a:rPr lang="en-US"/>
              <a:t>Add Background Image</a:t>
            </a:r>
          </a:p>
        </p:txBody>
      </p:sp>
      <p:sp>
        <p:nvSpPr>
          <p:cNvPr id="44" name="Text Placeholder 5">
            <a:extLst>
              <a:ext uri="{FF2B5EF4-FFF2-40B4-BE49-F238E27FC236}">
                <a16:creationId xmlns:a16="http://schemas.microsoft.com/office/drawing/2014/main" id="{CBC70101-0AE1-5647-A382-86968FFD26E8}"/>
              </a:ext>
            </a:extLst>
          </p:cNvPr>
          <p:cNvSpPr>
            <a:spLocks noGrp="1"/>
          </p:cNvSpPr>
          <p:nvPr>
            <p:ph type="body" sz="quarter" idx="36"/>
          </p:nvPr>
        </p:nvSpPr>
        <p:spPr>
          <a:xfrm>
            <a:off x="2158794"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45" name="Text Placeholder 12">
            <a:extLst>
              <a:ext uri="{FF2B5EF4-FFF2-40B4-BE49-F238E27FC236}">
                <a16:creationId xmlns:a16="http://schemas.microsoft.com/office/drawing/2014/main" id="{2EE5479D-05C1-0949-A031-548A50B23D86}"/>
              </a:ext>
            </a:extLst>
          </p:cNvPr>
          <p:cNvSpPr>
            <a:spLocks noGrp="1"/>
          </p:cNvSpPr>
          <p:nvPr>
            <p:ph type="body" sz="quarter" idx="37" hasCustomPrompt="1"/>
          </p:nvPr>
        </p:nvSpPr>
        <p:spPr>
          <a:xfrm>
            <a:off x="3853822"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9" name="Text Placeholder 5">
            <a:extLst>
              <a:ext uri="{FF2B5EF4-FFF2-40B4-BE49-F238E27FC236}">
                <a16:creationId xmlns:a16="http://schemas.microsoft.com/office/drawing/2014/main" id="{0F3D2B7E-D576-034D-9E2D-FD70346C1FB6}"/>
              </a:ext>
            </a:extLst>
          </p:cNvPr>
          <p:cNvSpPr>
            <a:spLocks noGrp="1"/>
          </p:cNvSpPr>
          <p:nvPr>
            <p:ph type="body" sz="quarter" idx="38" hasCustomPrompt="1"/>
          </p:nvPr>
        </p:nvSpPr>
        <p:spPr>
          <a:xfrm>
            <a:off x="3853822"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3" name="Text Placeholder 5">
            <a:extLst>
              <a:ext uri="{FF2B5EF4-FFF2-40B4-BE49-F238E27FC236}">
                <a16:creationId xmlns:a16="http://schemas.microsoft.com/office/drawing/2014/main" id="{E6DA0C0B-4BAE-7942-9BA6-9561FF04580B}"/>
              </a:ext>
            </a:extLst>
          </p:cNvPr>
          <p:cNvSpPr>
            <a:spLocks noGrp="1"/>
          </p:cNvSpPr>
          <p:nvPr>
            <p:ph type="body" sz="quarter" idx="39"/>
          </p:nvPr>
        </p:nvSpPr>
        <p:spPr>
          <a:xfrm>
            <a:off x="3853822"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4" name="Text Placeholder 12">
            <a:extLst>
              <a:ext uri="{FF2B5EF4-FFF2-40B4-BE49-F238E27FC236}">
                <a16:creationId xmlns:a16="http://schemas.microsoft.com/office/drawing/2014/main" id="{8C0DE4EA-5396-0048-89EB-7A28D116FD33}"/>
              </a:ext>
            </a:extLst>
          </p:cNvPr>
          <p:cNvSpPr>
            <a:spLocks noGrp="1"/>
          </p:cNvSpPr>
          <p:nvPr>
            <p:ph type="body" sz="quarter" idx="40" hasCustomPrompt="1"/>
          </p:nvPr>
        </p:nvSpPr>
        <p:spPr>
          <a:xfrm>
            <a:off x="5581318"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5" name="Text Placeholder 5">
            <a:extLst>
              <a:ext uri="{FF2B5EF4-FFF2-40B4-BE49-F238E27FC236}">
                <a16:creationId xmlns:a16="http://schemas.microsoft.com/office/drawing/2014/main" id="{8EA5FA90-2FE1-844D-9E44-ED3F8478B2CC}"/>
              </a:ext>
            </a:extLst>
          </p:cNvPr>
          <p:cNvSpPr>
            <a:spLocks noGrp="1"/>
          </p:cNvSpPr>
          <p:nvPr>
            <p:ph type="body" sz="quarter" idx="41" hasCustomPrompt="1"/>
          </p:nvPr>
        </p:nvSpPr>
        <p:spPr>
          <a:xfrm>
            <a:off x="5581318"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6" name="Text Placeholder 5">
            <a:extLst>
              <a:ext uri="{FF2B5EF4-FFF2-40B4-BE49-F238E27FC236}">
                <a16:creationId xmlns:a16="http://schemas.microsoft.com/office/drawing/2014/main" id="{28E6BB8B-F7DC-BF4B-AFB3-C5610E9BC24E}"/>
              </a:ext>
            </a:extLst>
          </p:cNvPr>
          <p:cNvSpPr>
            <a:spLocks noGrp="1"/>
          </p:cNvSpPr>
          <p:nvPr>
            <p:ph type="body" sz="quarter" idx="42"/>
          </p:nvPr>
        </p:nvSpPr>
        <p:spPr>
          <a:xfrm>
            <a:off x="5581318"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7" name="Text Placeholder 12">
            <a:extLst>
              <a:ext uri="{FF2B5EF4-FFF2-40B4-BE49-F238E27FC236}">
                <a16:creationId xmlns:a16="http://schemas.microsoft.com/office/drawing/2014/main" id="{662C177D-F2D2-474F-8EA8-EE5688E329B1}"/>
              </a:ext>
            </a:extLst>
          </p:cNvPr>
          <p:cNvSpPr>
            <a:spLocks noGrp="1"/>
          </p:cNvSpPr>
          <p:nvPr>
            <p:ph type="body" sz="quarter" idx="43" hasCustomPrompt="1"/>
          </p:nvPr>
        </p:nvSpPr>
        <p:spPr>
          <a:xfrm>
            <a:off x="7308815"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8" name="Text Placeholder 5">
            <a:extLst>
              <a:ext uri="{FF2B5EF4-FFF2-40B4-BE49-F238E27FC236}">
                <a16:creationId xmlns:a16="http://schemas.microsoft.com/office/drawing/2014/main" id="{23354ED0-5E4D-2147-A8F9-8B86A9CDF5AC}"/>
              </a:ext>
            </a:extLst>
          </p:cNvPr>
          <p:cNvSpPr>
            <a:spLocks noGrp="1"/>
          </p:cNvSpPr>
          <p:nvPr>
            <p:ph type="body" sz="quarter" idx="44" hasCustomPrompt="1"/>
          </p:nvPr>
        </p:nvSpPr>
        <p:spPr>
          <a:xfrm>
            <a:off x="7308815"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9" name="Text Placeholder 5">
            <a:extLst>
              <a:ext uri="{FF2B5EF4-FFF2-40B4-BE49-F238E27FC236}">
                <a16:creationId xmlns:a16="http://schemas.microsoft.com/office/drawing/2014/main" id="{9AC86887-AB69-FE44-88C0-7F2D6F32F303}"/>
              </a:ext>
            </a:extLst>
          </p:cNvPr>
          <p:cNvSpPr>
            <a:spLocks noGrp="1"/>
          </p:cNvSpPr>
          <p:nvPr>
            <p:ph type="body" sz="quarter" idx="45"/>
          </p:nvPr>
        </p:nvSpPr>
        <p:spPr>
          <a:xfrm>
            <a:off x="7308815"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8" name="Title 7">
            <a:extLst>
              <a:ext uri="{FF2B5EF4-FFF2-40B4-BE49-F238E27FC236}">
                <a16:creationId xmlns:a16="http://schemas.microsoft.com/office/drawing/2014/main" id="{4A94290A-5150-124B-AAB7-D1138354669F}"/>
              </a:ext>
            </a:extLst>
          </p:cNvPr>
          <p:cNvSpPr>
            <a:spLocks noGrp="1"/>
          </p:cNvSpPr>
          <p:nvPr>
            <p:ph type="title" hasCustomPrompt="1"/>
          </p:nvPr>
        </p:nvSpPr>
        <p:spPr>
          <a:xfrm>
            <a:off x="336854" y="954142"/>
            <a:ext cx="1705179" cy="3659095"/>
          </a:xfrm>
        </p:spPr>
        <p:txBody>
          <a:bodyPr>
            <a:noAutofit/>
          </a:bodyPr>
          <a:lstStyle>
            <a:lvl1pPr>
              <a:defRPr>
                <a:solidFill>
                  <a:schemeClr val="bg1"/>
                </a:solidFill>
              </a:defRPr>
            </a:lvl1pPr>
          </a:lstStyle>
          <a:p>
            <a:r>
              <a:rPr lang="en-US"/>
              <a:t>Headline in Arial Bold 32pt</a:t>
            </a:r>
          </a:p>
        </p:txBody>
      </p:sp>
      <p:pic>
        <p:nvPicPr>
          <p:cNvPr id="23" name="Picture 22">
            <a:extLst>
              <a:ext uri="{FF2B5EF4-FFF2-40B4-BE49-F238E27FC236}">
                <a16:creationId xmlns:a16="http://schemas.microsoft.com/office/drawing/2014/main" id="{D20C124A-CEFE-D041-B9DA-A1303F6E15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9" name="Footer Placeholder 4">
            <a:extLst>
              <a:ext uri="{FF2B5EF4-FFF2-40B4-BE49-F238E27FC236}">
                <a16:creationId xmlns:a16="http://schemas.microsoft.com/office/drawing/2014/main" id="{4DB638F7-CD72-60BF-E273-FF640C6956E1}"/>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28A8DBD7-737F-85D1-D66A-5BC4BCCC9DC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05796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am Bio - 4 - White">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38" name="Picture Placeholder 4">
            <a:extLst>
              <a:ext uri="{FF2B5EF4-FFF2-40B4-BE49-F238E27FC236}">
                <a16:creationId xmlns:a16="http://schemas.microsoft.com/office/drawing/2014/main" id="{2C2FD738-4868-3242-9008-3256B6017257}"/>
              </a:ext>
            </a:extLst>
          </p:cNvPr>
          <p:cNvSpPr>
            <a:spLocks noGrp="1"/>
          </p:cNvSpPr>
          <p:nvPr>
            <p:ph type="pic" sz="quarter" idx="27" hasCustomPrompt="1"/>
          </p:nvPr>
        </p:nvSpPr>
        <p:spPr>
          <a:xfrm>
            <a:off x="2158794"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39" name="Text Placeholder 12">
            <a:extLst>
              <a:ext uri="{FF2B5EF4-FFF2-40B4-BE49-F238E27FC236}">
                <a16:creationId xmlns:a16="http://schemas.microsoft.com/office/drawing/2014/main" id="{DD1A3011-F07B-2C4F-8FD5-279854FB3965}"/>
              </a:ext>
            </a:extLst>
          </p:cNvPr>
          <p:cNvSpPr>
            <a:spLocks noGrp="1"/>
          </p:cNvSpPr>
          <p:nvPr>
            <p:ph type="body" sz="quarter" idx="31" hasCustomPrompt="1"/>
          </p:nvPr>
        </p:nvSpPr>
        <p:spPr>
          <a:xfrm>
            <a:off x="2158794"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0" name="Text Placeholder 5">
            <a:extLst>
              <a:ext uri="{FF2B5EF4-FFF2-40B4-BE49-F238E27FC236}">
                <a16:creationId xmlns:a16="http://schemas.microsoft.com/office/drawing/2014/main" id="{2965E2DC-2148-5E41-90E3-D170497AEA59}"/>
              </a:ext>
            </a:extLst>
          </p:cNvPr>
          <p:cNvSpPr>
            <a:spLocks noGrp="1"/>
          </p:cNvSpPr>
          <p:nvPr>
            <p:ph type="body" sz="quarter" idx="32" hasCustomPrompt="1"/>
          </p:nvPr>
        </p:nvSpPr>
        <p:spPr>
          <a:xfrm>
            <a:off x="2158794"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41" name="Picture Placeholder 4">
            <a:extLst>
              <a:ext uri="{FF2B5EF4-FFF2-40B4-BE49-F238E27FC236}">
                <a16:creationId xmlns:a16="http://schemas.microsoft.com/office/drawing/2014/main" id="{7C8D64DC-2473-1C42-86AC-79F8FC4786CF}"/>
              </a:ext>
            </a:extLst>
          </p:cNvPr>
          <p:cNvSpPr>
            <a:spLocks noGrp="1"/>
          </p:cNvSpPr>
          <p:nvPr>
            <p:ph type="pic" sz="quarter" idx="33" hasCustomPrompt="1"/>
          </p:nvPr>
        </p:nvSpPr>
        <p:spPr>
          <a:xfrm>
            <a:off x="3853822"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2" name="Picture Placeholder 4">
            <a:extLst>
              <a:ext uri="{FF2B5EF4-FFF2-40B4-BE49-F238E27FC236}">
                <a16:creationId xmlns:a16="http://schemas.microsoft.com/office/drawing/2014/main" id="{56C3C00F-500E-0542-A274-524DB9C95B00}"/>
              </a:ext>
            </a:extLst>
          </p:cNvPr>
          <p:cNvSpPr>
            <a:spLocks noGrp="1"/>
          </p:cNvSpPr>
          <p:nvPr>
            <p:ph type="pic" sz="quarter" idx="34" hasCustomPrompt="1"/>
          </p:nvPr>
        </p:nvSpPr>
        <p:spPr>
          <a:xfrm>
            <a:off x="5581318"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3" name="Picture Placeholder 4">
            <a:extLst>
              <a:ext uri="{FF2B5EF4-FFF2-40B4-BE49-F238E27FC236}">
                <a16:creationId xmlns:a16="http://schemas.microsoft.com/office/drawing/2014/main" id="{3E871ADE-2074-3441-BB79-4E9B152BFEDD}"/>
              </a:ext>
            </a:extLst>
          </p:cNvPr>
          <p:cNvSpPr>
            <a:spLocks noGrp="1"/>
          </p:cNvSpPr>
          <p:nvPr>
            <p:ph type="pic" sz="quarter" idx="35" hasCustomPrompt="1"/>
          </p:nvPr>
        </p:nvSpPr>
        <p:spPr>
          <a:xfrm>
            <a:off x="7308815"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4" name="Text Placeholder 5">
            <a:extLst>
              <a:ext uri="{FF2B5EF4-FFF2-40B4-BE49-F238E27FC236}">
                <a16:creationId xmlns:a16="http://schemas.microsoft.com/office/drawing/2014/main" id="{CBC70101-0AE1-5647-A382-86968FFD26E8}"/>
              </a:ext>
            </a:extLst>
          </p:cNvPr>
          <p:cNvSpPr>
            <a:spLocks noGrp="1"/>
          </p:cNvSpPr>
          <p:nvPr>
            <p:ph type="body" sz="quarter" idx="36"/>
          </p:nvPr>
        </p:nvSpPr>
        <p:spPr>
          <a:xfrm>
            <a:off x="2158794"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45" name="Text Placeholder 12">
            <a:extLst>
              <a:ext uri="{FF2B5EF4-FFF2-40B4-BE49-F238E27FC236}">
                <a16:creationId xmlns:a16="http://schemas.microsoft.com/office/drawing/2014/main" id="{2EE5479D-05C1-0949-A031-548A50B23D86}"/>
              </a:ext>
            </a:extLst>
          </p:cNvPr>
          <p:cNvSpPr>
            <a:spLocks noGrp="1"/>
          </p:cNvSpPr>
          <p:nvPr>
            <p:ph type="body" sz="quarter" idx="37" hasCustomPrompt="1"/>
          </p:nvPr>
        </p:nvSpPr>
        <p:spPr>
          <a:xfrm>
            <a:off x="3853822"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9" name="Text Placeholder 5">
            <a:extLst>
              <a:ext uri="{FF2B5EF4-FFF2-40B4-BE49-F238E27FC236}">
                <a16:creationId xmlns:a16="http://schemas.microsoft.com/office/drawing/2014/main" id="{0F3D2B7E-D576-034D-9E2D-FD70346C1FB6}"/>
              </a:ext>
            </a:extLst>
          </p:cNvPr>
          <p:cNvSpPr>
            <a:spLocks noGrp="1"/>
          </p:cNvSpPr>
          <p:nvPr>
            <p:ph type="body" sz="quarter" idx="38" hasCustomPrompt="1"/>
          </p:nvPr>
        </p:nvSpPr>
        <p:spPr>
          <a:xfrm>
            <a:off x="3853822"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3" name="Text Placeholder 5">
            <a:extLst>
              <a:ext uri="{FF2B5EF4-FFF2-40B4-BE49-F238E27FC236}">
                <a16:creationId xmlns:a16="http://schemas.microsoft.com/office/drawing/2014/main" id="{E6DA0C0B-4BAE-7942-9BA6-9561FF04580B}"/>
              </a:ext>
            </a:extLst>
          </p:cNvPr>
          <p:cNvSpPr>
            <a:spLocks noGrp="1"/>
          </p:cNvSpPr>
          <p:nvPr>
            <p:ph type="body" sz="quarter" idx="39"/>
          </p:nvPr>
        </p:nvSpPr>
        <p:spPr>
          <a:xfrm>
            <a:off x="3853822"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4" name="Text Placeholder 12">
            <a:extLst>
              <a:ext uri="{FF2B5EF4-FFF2-40B4-BE49-F238E27FC236}">
                <a16:creationId xmlns:a16="http://schemas.microsoft.com/office/drawing/2014/main" id="{8C0DE4EA-5396-0048-89EB-7A28D116FD33}"/>
              </a:ext>
            </a:extLst>
          </p:cNvPr>
          <p:cNvSpPr>
            <a:spLocks noGrp="1"/>
          </p:cNvSpPr>
          <p:nvPr>
            <p:ph type="body" sz="quarter" idx="40" hasCustomPrompt="1"/>
          </p:nvPr>
        </p:nvSpPr>
        <p:spPr>
          <a:xfrm>
            <a:off x="5581318"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5" name="Text Placeholder 5">
            <a:extLst>
              <a:ext uri="{FF2B5EF4-FFF2-40B4-BE49-F238E27FC236}">
                <a16:creationId xmlns:a16="http://schemas.microsoft.com/office/drawing/2014/main" id="{8EA5FA90-2FE1-844D-9E44-ED3F8478B2CC}"/>
              </a:ext>
            </a:extLst>
          </p:cNvPr>
          <p:cNvSpPr>
            <a:spLocks noGrp="1"/>
          </p:cNvSpPr>
          <p:nvPr>
            <p:ph type="body" sz="quarter" idx="41" hasCustomPrompt="1"/>
          </p:nvPr>
        </p:nvSpPr>
        <p:spPr>
          <a:xfrm>
            <a:off x="5581318"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6" name="Text Placeholder 5">
            <a:extLst>
              <a:ext uri="{FF2B5EF4-FFF2-40B4-BE49-F238E27FC236}">
                <a16:creationId xmlns:a16="http://schemas.microsoft.com/office/drawing/2014/main" id="{28E6BB8B-F7DC-BF4B-AFB3-C5610E9BC24E}"/>
              </a:ext>
            </a:extLst>
          </p:cNvPr>
          <p:cNvSpPr>
            <a:spLocks noGrp="1"/>
          </p:cNvSpPr>
          <p:nvPr>
            <p:ph type="body" sz="quarter" idx="42"/>
          </p:nvPr>
        </p:nvSpPr>
        <p:spPr>
          <a:xfrm>
            <a:off x="5581318"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7" name="Text Placeholder 12">
            <a:extLst>
              <a:ext uri="{FF2B5EF4-FFF2-40B4-BE49-F238E27FC236}">
                <a16:creationId xmlns:a16="http://schemas.microsoft.com/office/drawing/2014/main" id="{662C177D-F2D2-474F-8EA8-EE5688E329B1}"/>
              </a:ext>
            </a:extLst>
          </p:cNvPr>
          <p:cNvSpPr>
            <a:spLocks noGrp="1"/>
          </p:cNvSpPr>
          <p:nvPr>
            <p:ph type="body" sz="quarter" idx="43" hasCustomPrompt="1"/>
          </p:nvPr>
        </p:nvSpPr>
        <p:spPr>
          <a:xfrm>
            <a:off x="7308815"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8" name="Text Placeholder 5">
            <a:extLst>
              <a:ext uri="{FF2B5EF4-FFF2-40B4-BE49-F238E27FC236}">
                <a16:creationId xmlns:a16="http://schemas.microsoft.com/office/drawing/2014/main" id="{23354ED0-5E4D-2147-A8F9-8B86A9CDF5AC}"/>
              </a:ext>
            </a:extLst>
          </p:cNvPr>
          <p:cNvSpPr>
            <a:spLocks noGrp="1"/>
          </p:cNvSpPr>
          <p:nvPr>
            <p:ph type="body" sz="quarter" idx="44" hasCustomPrompt="1"/>
          </p:nvPr>
        </p:nvSpPr>
        <p:spPr>
          <a:xfrm>
            <a:off x="7308815"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9" name="Text Placeholder 5">
            <a:extLst>
              <a:ext uri="{FF2B5EF4-FFF2-40B4-BE49-F238E27FC236}">
                <a16:creationId xmlns:a16="http://schemas.microsoft.com/office/drawing/2014/main" id="{9AC86887-AB69-FE44-88C0-7F2D6F32F303}"/>
              </a:ext>
            </a:extLst>
          </p:cNvPr>
          <p:cNvSpPr>
            <a:spLocks noGrp="1"/>
          </p:cNvSpPr>
          <p:nvPr>
            <p:ph type="body" sz="quarter" idx="45"/>
          </p:nvPr>
        </p:nvSpPr>
        <p:spPr>
          <a:xfrm>
            <a:off x="7308815"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8" name="Title 7">
            <a:extLst>
              <a:ext uri="{FF2B5EF4-FFF2-40B4-BE49-F238E27FC236}">
                <a16:creationId xmlns:a16="http://schemas.microsoft.com/office/drawing/2014/main" id="{4A94290A-5150-124B-AAB7-D1138354669F}"/>
              </a:ext>
            </a:extLst>
          </p:cNvPr>
          <p:cNvSpPr>
            <a:spLocks noGrp="1"/>
          </p:cNvSpPr>
          <p:nvPr>
            <p:ph type="title" hasCustomPrompt="1"/>
          </p:nvPr>
        </p:nvSpPr>
        <p:spPr>
          <a:xfrm>
            <a:off x="336854" y="954142"/>
            <a:ext cx="1705179" cy="3659095"/>
          </a:xfrm>
        </p:spPr>
        <p:txBody>
          <a:bodyPr>
            <a:noAutofit/>
          </a:bodyPr>
          <a:lstStyle/>
          <a:p>
            <a:r>
              <a:rPr lang="en-US"/>
              <a:t>Headline in Arial Bold 32pt</a:t>
            </a:r>
          </a:p>
        </p:txBody>
      </p:sp>
      <p:pic>
        <p:nvPicPr>
          <p:cNvPr id="22" name="Picture 21">
            <a:extLst>
              <a:ext uri="{FF2B5EF4-FFF2-40B4-BE49-F238E27FC236}">
                <a16:creationId xmlns:a16="http://schemas.microsoft.com/office/drawing/2014/main" id="{92BD0B31-FC2E-6C46-ABBE-6968983428B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Footer Placeholder 4">
            <a:extLst>
              <a:ext uri="{FF2B5EF4-FFF2-40B4-BE49-F238E27FC236}">
                <a16:creationId xmlns:a16="http://schemas.microsoft.com/office/drawing/2014/main" id="{FBFCD676-2497-3490-DF8A-A6B05DAB2D7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641787F3-03F9-F572-3E21-9955F79BCED8}"/>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12741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am Bio - 8 - Orange">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38" name="Picture Placeholder 4">
            <a:extLst>
              <a:ext uri="{FF2B5EF4-FFF2-40B4-BE49-F238E27FC236}">
                <a16:creationId xmlns:a16="http://schemas.microsoft.com/office/drawing/2014/main" id="{2C2FD738-4868-3242-9008-3256B6017257}"/>
              </a:ext>
            </a:extLst>
          </p:cNvPr>
          <p:cNvSpPr>
            <a:spLocks noGrp="1"/>
          </p:cNvSpPr>
          <p:nvPr>
            <p:ph type="pic" sz="quarter" idx="27" hasCustomPrompt="1"/>
          </p:nvPr>
        </p:nvSpPr>
        <p:spPr>
          <a:xfrm>
            <a:off x="2172046"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39" name="Text Placeholder 12">
            <a:extLst>
              <a:ext uri="{FF2B5EF4-FFF2-40B4-BE49-F238E27FC236}">
                <a16:creationId xmlns:a16="http://schemas.microsoft.com/office/drawing/2014/main" id="{DD1A3011-F07B-2C4F-8FD5-279854FB3965}"/>
              </a:ext>
            </a:extLst>
          </p:cNvPr>
          <p:cNvSpPr>
            <a:spLocks noGrp="1"/>
          </p:cNvSpPr>
          <p:nvPr>
            <p:ph type="body" sz="quarter" idx="31" hasCustomPrompt="1"/>
          </p:nvPr>
        </p:nvSpPr>
        <p:spPr>
          <a:xfrm>
            <a:off x="2158794"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0" name="Text Placeholder 5">
            <a:extLst>
              <a:ext uri="{FF2B5EF4-FFF2-40B4-BE49-F238E27FC236}">
                <a16:creationId xmlns:a16="http://schemas.microsoft.com/office/drawing/2014/main" id="{2965E2DC-2148-5E41-90E3-D170497AEA59}"/>
              </a:ext>
            </a:extLst>
          </p:cNvPr>
          <p:cNvSpPr>
            <a:spLocks noGrp="1"/>
          </p:cNvSpPr>
          <p:nvPr>
            <p:ph type="body" sz="quarter" idx="32" hasCustomPrompt="1"/>
          </p:nvPr>
        </p:nvSpPr>
        <p:spPr>
          <a:xfrm>
            <a:off x="2158794"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41" name="Picture Placeholder 4">
            <a:extLst>
              <a:ext uri="{FF2B5EF4-FFF2-40B4-BE49-F238E27FC236}">
                <a16:creationId xmlns:a16="http://schemas.microsoft.com/office/drawing/2014/main" id="{7C8D64DC-2473-1C42-86AC-79F8FC4786CF}"/>
              </a:ext>
            </a:extLst>
          </p:cNvPr>
          <p:cNvSpPr>
            <a:spLocks noGrp="1"/>
          </p:cNvSpPr>
          <p:nvPr>
            <p:ph type="pic" sz="quarter" idx="33" hasCustomPrompt="1"/>
          </p:nvPr>
        </p:nvSpPr>
        <p:spPr>
          <a:xfrm>
            <a:off x="3853822"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2" name="Picture Placeholder 4">
            <a:extLst>
              <a:ext uri="{FF2B5EF4-FFF2-40B4-BE49-F238E27FC236}">
                <a16:creationId xmlns:a16="http://schemas.microsoft.com/office/drawing/2014/main" id="{56C3C00F-500E-0542-A274-524DB9C95B00}"/>
              </a:ext>
            </a:extLst>
          </p:cNvPr>
          <p:cNvSpPr>
            <a:spLocks noGrp="1"/>
          </p:cNvSpPr>
          <p:nvPr>
            <p:ph type="pic" sz="quarter" idx="34" hasCustomPrompt="1"/>
          </p:nvPr>
        </p:nvSpPr>
        <p:spPr>
          <a:xfrm>
            <a:off x="5581318"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3" name="Picture Placeholder 4">
            <a:extLst>
              <a:ext uri="{FF2B5EF4-FFF2-40B4-BE49-F238E27FC236}">
                <a16:creationId xmlns:a16="http://schemas.microsoft.com/office/drawing/2014/main" id="{3E871ADE-2074-3441-BB79-4E9B152BFEDD}"/>
              </a:ext>
            </a:extLst>
          </p:cNvPr>
          <p:cNvSpPr>
            <a:spLocks noGrp="1"/>
          </p:cNvSpPr>
          <p:nvPr>
            <p:ph type="pic" sz="quarter" idx="35" hasCustomPrompt="1"/>
          </p:nvPr>
        </p:nvSpPr>
        <p:spPr>
          <a:xfrm>
            <a:off x="7308815"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5" name="Text Placeholder 12">
            <a:extLst>
              <a:ext uri="{FF2B5EF4-FFF2-40B4-BE49-F238E27FC236}">
                <a16:creationId xmlns:a16="http://schemas.microsoft.com/office/drawing/2014/main" id="{2EE5479D-05C1-0949-A031-548A50B23D86}"/>
              </a:ext>
            </a:extLst>
          </p:cNvPr>
          <p:cNvSpPr>
            <a:spLocks noGrp="1"/>
          </p:cNvSpPr>
          <p:nvPr>
            <p:ph type="body" sz="quarter" idx="37" hasCustomPrompt="1"/>
          </p:nvPr>
        </p:nvSpPr>
        <p:spPr>
          <a:xfrm>
            <a:off x="3853822"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9" name="Text Placeholder 5">
            <a:extLst>
              <a:ext uri="{FF2B5EF4-FFF2-40B4-BE49-F238E27FC236}">
                <a16:creationId xmlns:a16="http://schemas.microsoft.com/office/drawing/2014/main" id="{0F3D2B7E-D576-034D-9E2D-FD70346C1FB6}"/>
              </a:ext>
            </a:extLst>
          </p:cNvPr>
          <p:cNvSpPr>
            <a:spLocks noGrp="1"/>
          </p:cNvSpPr>
          <p:nvPr>
            <p:ph type="body" sz="quarter" idx="38" hasCustomPrompt="1"/>
          </p:nvPr>
        </p:nvSpPr>
        <p:spPr>
          <a:xfrm>
            <a:off x="3853822"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4" name="Text Placeholder 12">
            <a:extLst>
              <a:ext uri="{FF2B5EF4-FFF2-40B4-BE49-F238E27FC236}">
                <a16:creationId xmlns:a16="http://schemas.microsoft.com/office/drawing/2014/main" id="{8C0DE4EA-5396-0048-89EB-7A28D116FD33}"/>
              </a:ext>
            </a:extLst>
          </p:cNvPr>
          <p:cNvSpPr>
            <a:spLocks noGrp="1"/>
          </p:cNvSpPr>
          <p:nvPr>
            <p:ph type="body" sz="quarter" idx="40" hasCustomPrompt="1"/>
          </p:nvPr>
        </p:nvSpPr>
        <p:spPr>
          <a:xfrm>
            <a:off x="5581318"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5" name="Text Placeholder 5">
            <a:extLst>
              <a:ext uri="{FF2B5EF4-FFF2-40B4-BE49-F238E27FC236}">
                <a16:creationId xmlns:a16="http://schemas.microsoft.com/office/drawing/2014/main" id="{8EA5FA90-2FE1-844D-9E44-ED3F8478B2CC}"/>
              </a:ext>
            </a:extLst>
          </p:cNvPr>
          <p:cNvSpPr>
            <a:spLocks noGrp="1"/>
          </p:cNvSpPr>
          <p:nvPr>
            <p:ph type="body" sz="quarter" idx="41" hasCustomPrompt="1"/>
          </p:nvPr>
        </p:nvSpPr>
        <p:spPr>
          <a:xfrm>
            <a:off x="5581318"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7" name="Text Placeholder 12">
            <a:extLst>
              <a:ext uri="{FF2B5EF4-FFF2-40B4-BE49-F238E27FC236}">
                <a16:creationId xmlns:a16="http://schemas.microsoft.com/office/drawing/2014/main" id="{662C177D-F2D2-474F-8EA8-EE5688E329B1}"/>
              </a:ext>
            </a:extLst>
          </p:cNvPr>
          <p:cNvSpPr>
            <a:spLocks noGrp="1"/>
          </p:cNvSpPr>
          <p:nvPr>
            <p:ph type="body" sz="quarter" idx="43" hasCustomPrompt="1"/>
          </p:nvPr>
        </p:nvSpPr>
        <p:spPr>
          <a:xfrm>
            <a:off x="7308815"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8" name="Text Placeholder 5">
            <a:extLst>
              <a:ext uri="{FF2B5EF4-FFF2-40B4-BE49-F238E27FC236}">
                <a16:creationId xmlns:a16="http://schemas.microsoft.com/office/drawing/2014/main" id="{23354ED0-5E4D-2147-A8F9-8B86A9CDF5AC}"/>
              </a:ext>
            </a:extLst>
          </p:cNvPr>
          <p:cNvSpPr>
            <a:spLocks noGrp="1"/>
          </p:cNvSpPr>
          <p:nvPr>
            <p:ph type="body" sz="quarter" idx="44" hasCustomPrompt="1"/>
          </p:nvPr>
        </p:nvSpPr>
        <p:spPr>
          <a:xfrm>
            <a:off x="7308815"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8" name="Title 7">
            <a:extLst>
              <a:ext uri="{FF2B5EF4-FFF2-40B4-BE49-F238E27FC236}">
                <a16:creationId xmlns:a16="http://schemas.microsoft.com/office/drawing/2014/main" id="{4A94290A-5150-124B-AAB7-D1138354669F}"/>
              </a:ext>
            </a:extLst>
          </p:cNvPr>
          <p:cNvSpPr>
            <a:spLocks noGrp="1"/>
          </p:cNvSpPr>
          <p:nvPr>
            <p:ph type="title" hasCustomPrompt="1"/>
          </p:nvPr>
        </p:nvSpPr>
        <p:spPr>
          <a:xfrm>
            <a:off x="336854" y="954142"/>
            <a:ext cx="1705179" cy="3659095"/>
          </a:xfrm>
        </p:spPr>
        <p:txBody>
          <a:bodyPr>
            <a:noAutofit/>
          </a:bodyPr>
          <a:lstStyle/>
          <a:p>
            <a:r>
              <a:rPr lang="en-US"/>
              <a:t>Headline in Arial Bold 32pt</a:t>
            </a:r>
          </a:p>
        </p:txBody>
      </p:sp>
      <p:sp>
        <p:nvSpPr>
          <p:cNvPr id="48" name="Picture Placeholder 4">
            <a:extLst>
              <a:ext uri="{FF2B5EF4-FFF2-40B4-BE49-F238E27FC236}">
                <a16:creationId xmlns:a16="http://schemas.microsoft.com/office/drawing/2014/main" id="{6DE71005-F30C-7249-A846-E517B63AC7D7}"/>
              </a:ext>
            </a:extLst>
          </p:cNvPr>
          <p:cNvSpPr>
            <a:spLocks noGrp="1"/>
          </p:cNvSpPr>
          <p:nvPr>
            <p:ph type="pic" sz="quarter" idx="45" hasCustomPrompt="1"/>
          </p:nvPr>
        </p:nvSpPr>
        <p:spPr>
          <a:xfrm>
            <a:off x="2172046" y="2899111"/>
            <a:ext cx="146304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50" name="Text Placeholder 12">
            <a:extLst>
              <a:ext uri="{FF2B5EF4-FFF2-40B4-BE49-F238E27FC236}">
                <a16:creationId xmlns:a16="http://schemas.microsoft.com/office/drawing/2014/main" id="{0CF8F555-AADA-9040-AAC6-0B365EB306E0}"/>
              </a:ext>
            </a:extLst>
          </p:cNvPr>
          <p:cNvSpPr>
            <a:spLocks noGrp="1"/>
          </p:cNvSpPr>
          <p:nvPr>
            <p:ph type="body" sz="quarter" idx="46" hasCustomPrompt="1"/>
          </p:nvPr>
        </p:nvSpPr>
        <p:spPr>
          <a:xfrm>
            <a:off x="2158794"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1" name="Text Placeholder 5">
            <a:extLst>
              <a:ext uri="{FF2B5EF4-FFF2-40B4-BE49-F238E27FC236}">
                <a16:creationId xmlns:a16="http://schemas.microsoft.com/office/drawing/2014/main" id="{8A844426-3464-FF4A-A7DD-6B411CED5F56}"/>
              </a:ext>
            </a:extLst>
          </p:cNvPr>
          <p:cNvSpPr>
            <a:spLocks noGrp="1"/>
          </p:cNvSpPr>
          <p:nvPr>
            <p:ph type="body" sz="quarter" idx="47" hasCustomPrompt="1"/>
          </p:nvPr>
        </p:nvSpPr>
        <p:spPr>
          <a:xfrm>
            <a:off x="2158794"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2" name="Picture Placeholder 4">
            <a:extLst>
              <a:ext uri="{FF2B5EF4-FFF2-40B4-BE49-F238E27FC236}">
                <a16:creationId xmlns:a16="http://schemas.microsoft.com/office/drawing/2014/main" id="{5ACE3ECE-2B1E-4241-97F4-9BAA2F561295}"/>
              </a:ext>
            </a:extLst>
          </p:cNvPr>
          <p:cNvSpPr>
            <a:spLocks noGrp="1"/>
          </p:cNvSpPr>
          <p:nvPr>
            <p:ph type="pic" sz="quarter" idx="48" hasCustomPrompt="1"/>
          </p:nvPr>
        </p:nvSpPr>
        <p:spPr>
          <a:xfrm>
            <a:off x="3853822" y="2899111"/>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60" name="Picture Placeholder 4">
            <a:extLst>
              <a:ext uri="{FF2B5EF4-FFF2-40B4-BE49-F238E27FC236}">
                <a16:creationId xmlns:a16="http://schemas.microsoft.com/office/drawing/2014/main" id="{64440BE8-613A-8B48-8026-5784881B4C4C}"/>
              </a:ext>
            </a:extLst>
          </p:cNvPr>
          <p:cNvSpPr>
            <a:spLocks noGrp="1"/>
          </p:cNvSpPr>
          <p:nvPr>
            <p:ph type="pic" sz="quarter" idx="49" hasCustomPrompt="1"/>
          </p:nvPr>
        </p:nvSpPr>
        <p:spPr>
          <a:xfrm>
            <a:off x="5581318" y="2899111"/>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61" name="Picture Placeholder 4">
            <a:extLst>
              <a:ext uri="{FF2B5EF4-FFF2-40B4-BE49-F238E27FC236}">
                <a16:creationId xmlns:a16="http://schemas.microsoft.com/office/drawing/2014/main" id="{B887A33D-08F1-F142-90B4-C73158EE32C8}"/>
              </a:ext>
            </a:extLst>
          </p:cNvPr>
          <p:cNvSpPr>
            <a:spLocks noGrp="1"/>
          </p:cNvSpPr>
          <p:nvPr>
            <p:ph type="pic" sz="quarter" idx="50" hasCustomPrompt="1"/>
          </p:nvPr>
        </p:nvSpPr>
        <p:spPr>
          <a:xfrm>
            <a:off x="7308815" y="2899111"/>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62" name="Text Placeholder 12">
            <a:extLst>
              <a:ext uri="{FF2B5EF4-FFF2-40B4-BE49-F238E27FC236}">
                <a16:creationId xmlns:a16="http://schemas.microsoft.com/office/drawing/2014/main" id="{7AFC6281-71E3-234B-AFF7-D882EB7FFDF5}"/>
              </a:ext>
            </a:extLst>
          </p:cNvPr>
          <p:cNvSpPr>
            <a:spLocks noGrp="1"/>
          </p:cNvSpPr>
          <p:nvPr>
            <p:ph type="body" sz="quarter" idx="51" hasCustomPrompt="1"/>
          </p:nvPr>
        </p:nvSpPr>
        <p:spPr>
          <a:xfrm>
            <a:off x="3853822"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63" name="Text Placeholder 5">
            <a:extLst>
              <a:ext uri="{FF2B5EF4-FFF2-40B4-BE49-F238E27FC236}">
                <a16:creationId xmlns:a16="http://schemas.microsoft.com/office/drawing/2014/main" id="{8DC8FFFA-E1ED-6C43-983E-2B5531DD21F3}"/>
              </a:ext>
            </a:extLst>
          </p:cNvPr>
          <p:cNvSpPr>
            <a:spLocks noGrp="1"/>
          </p:cNvSpPr>
          <p:nvPr>
            <p:ph type="body" sz="quarter" idx="52" hasCustomPrompt="1"/>
          </p:nvPr>
        </p:nvSpPr>
        <p:spPr>
          <a:xfrm>
            <a:off x="3853822"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64" name="Text Placeholder 12">
            <a:extLst>
              <a:ext uri="{FF2B5EF4-FFF2-40B4-BE49-F238E27FC236}">
                <a16:creationId xmlns:a16="http://schemas.microsoft.com/office/drawing/2014/main" id="{270C43BF-0E3C-804A-9F17-CD85043F83A8}"/>
              </a:ext>
            </a:extLst>
          </p:cNvPr>
          <p:cNvSpPr>
            <a:spLocks noGrp="1"/>
          </p:cNvSpPr>
          <p:nvPr>
            <p:ph type="body" sz="quarter" idx="53" hasCustomPrompt="1"/>
          </p:nvPr>
        </p:nvSpPr>
        <p:spPr>
          <a:xfrm>
            <a:off x="5581318"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65" name="Text Placeholder 5">
            <a:extLst>
              <a:ext uri="{FF2B5EF4-FFF2-40B4-BE49-F238E27FC236}">
                <a16:creationId xmlns:a16="http://schemas.microsoft.com/office/drawing/2014/main" id="{076100AF-F666-494B-BD94-26605B353CC3}"/>
              </a:ext>
            </a:extLst>
          </p:cNvPr>
          <p:cNvSpPr>
            <a:spLocks noGrp="1"/>
          </p:cNvSpPr>
          <p:nvPr>
            <p:ph type="body" sz="quarter" idx="54" hasCustomPrompt="1"/>
          </p:nvPr>
        </p:nvSpPr>
        <p:spPr>
          <a:xfrm>
            <a:off x="5581318"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66" name="Text Placeholder 12">
            <a:extLst>
              <a:ext uri="{FF2B5EF4-FFF2-40B4-BE49-F238E27FC236}">
                <a16:creationId xmlns:a16="http://schemas.microsoft.com/office/drawing/2014/main" id="{5B16FDFA-7444-1141-9B53-CDE4B2614ED6}"/>
              </a:ext>
            </a:extLst>
          </p:cNvPr>
          <p:cNvSpPr>
            <a:spLocks noGrp="1"/>
          </p:cNvSpPr>
          <p:nvPr>
            <p:ph type="body" sz="quarter" idx="55" hasCustomPrompt="1"/>
          </p:nvPr>
        </p:nvSpPr>
        <p:spPr>
          <a:xfrm>
            <a:off x="7308815"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67" name="Text Placeholder 5">
            <a:extLst>
              <a:ext uri="{FF2B5EF4-FFF2-40B4-BE49-F238E27FC236}">
                <a16:creationId xmlns:a16="http://schemas.microsoft.com/office/drawing/2014/main" id="{3098A008-3717-5B4D-8E9C-A11828CD7BF0}"/>
              </a:ext>
            </a:extLst>
          </p:cNvPr>
          <p:cNvSpPr>
            <a:spLocks noGrp="1"/>
          </p:cNvSpPr>
          <p:nvPr>
            <p:ph type="body" sz="quarter" idx="56" hasCustomPrompt="1"/>
          </p:nvPr>
        </p:nvSpPr>
        <p:spPr>
          <a:xfrm>
            <a:off x="7308815"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pic>
        <p:nvPicPr>
          <p:cNvPr id="30" name="Picture 29">
            <a:extLst>
              <a:ext uri="{FF2B5EF4-FFF2-40B4-BE49-F238E27FC236}">
                <a16:creationId xmlns:a16="http://schemas.microsoft.com/office/drawing/2014/main" id="{46583E79-1016-724D-A492-4C7A3AD2809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Footer Placeholder 4">
            <a:extLst>
              <a:ext uri="{FF2B5EF4-FFF2-40B4-BE49-F238E27FC236}">
                <a16:creationId xmlns:a16="http://schemas.microsoft.com/office/drawing/2014/main" id="{A7E0D81C-F4D4-E464-7C1A-05D95D98B51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61BC8EC2-40A6-37CD-0E2B-8A2942E3CD8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86706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Data Highlights - 6">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4" y="445961"/>
            <a:ext cx="8470284"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4" y="962227"/>
            <a:ext cx="8470284"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9" name="Rectangle 8">
            <a:extLst>
              <a:ext uri="{FF2B5EF4-FFF2-40B4-BE49-F238E27FC236}">
                <a16:creationId xmlns:a16="http://schemas.microsoft.com/office/drawing/2014/main" id="{B73EB557-31D5-48DA-A4E5-7FA3A5020089}"/>
              </a:ext>
            </a:extLst>
          </p:cNvPr>
          <p:cNvSpPr/>
          <p:nvPr userDrawn="1"/>
        </p:nvSpPr>
        <p:spPr>
          <a:xfrm>
            <a:off x="336853" y="1394533"/>
            <a:ext cx="8470285" cy="32432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algn="ctr"/>
            <a:endParaRPr lang="en-US" sz="3200" b="1">
              <a:solidFill>
                <a:schemeClr val="tx2"/>
              </a:solidFill>
            </a:endParaRPr>
          </a:p>
        </p:txBody>
      </p:sp>
      <p:grpSp>
        <p:nvGrpSpPr>
          <p:cNvPr id="12" name="Group 11">
            <a:extLst>
              <a:ext uri="{FF2B5EF4-FFF2-40B4-BE49-F238E27FC236}">
                <a16:creationId xmlns:a16="http://schemas.microsoft.com/office/drawing/2014/main" id="{0A4DAD8B-2D92-4C19-AFFB-0E8358D4C50D}"/>
              </a:ext>
            </a:extLst>
          </p:cNvPr>
          <p:cNvGrpSpPr/>
          <p:nvPr userDrawn="1"/>
        </p:nvGrpSpPr>
        <p:grpSpPr>
          <a:xfrm>
            <a:off x="3158287" y="1545264"/>
            <a:ext cx="2821433" cy="1311349"/>
            <a:chOff x="3158287" y="1394532"/>
            <a:chExt cx="2821433" cy="3227086"/>
          </a:xfrm>
        </p:grpSpPr>
        <p:cxnSp>
          <p:nvCxnSpPr>
            <p:cNvPr id="13" name="Straight Connector 12">
              <a:extLst>
                <a:ext uri="{FF2B5EF4-FFF2-40B4-BE49-F238E27FC236}">
                  <a16:creationId xmlns:a16="http://schemas.microsoft.com/office/drawing/2014/main" id="{DC3ADE0A-6559-403E-AEEF-C1A1D571B6DC}"/>
                </a:ext>
              </a:extLst>
            </p:cNvPr>
            <p:cNvCxnSpPr/>
            <p:nvPr/>
          </p:nvCxnSpPr>
          <p:spPr>
            <a:xfrm>
              <a:off x="3158287"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BAF4CCC-3488-45FC-B080-B709C6CBF3BA}"/>
                </a:ext>
              </a:extLst>
            </p:cNvPr>
            <p:cNvCxnSpPr/>
            <p:nvPr/>
          </p:nvCxnSpPr>
          <p:spPr>
            <a:xfrm>
              <a:off x="5979720"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cxnSp>
        <p:nvCxnSpPr>
          <p:cNvPr id="15" name="Straight Connector 14">
            <a:extLst>
              <a:ext uri="{FF2B5EF4-FFF2-40B4-BE49-F238E27FC236}">
                <a16:creationId xmlns:a16="http://schemas.microsoft.com/office/drawing/2014/main" id="{21096E37-785C-457D-8B41-981B8E272E07}"/>
              </a:ext>
            </a:extLst>
          </p:cNvPr>
          <p:cNvCxnSpPr/>
          <p:nvPr userDrawn="1"/>
        </p:nvCxnSpPr>
        <p:spPr>
          <a:xfrm>
            <a:off x="336854" y="3008075"/>
            <a:ext cx="847029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31EE8CE0-5ABE-4A45-8898-4BE4D56A0F6C}"/>
              </a:ext>
            </a:extLst>
          </p:cNvPr>
          <p:cNvGrpSpPr/>
          <p:nvPr userDrawn="1"/>
        </p:nvGrpSpPr>
        <p:grpSpPr>
          <a:xfrm>
            <a:off x="3158287" y="3159171"/>
            <a:ext cx="2821433" cy="1311349"/>
            <a:chOff x="3158287" y="1394532"/>
            <a:chExt cx="2821433" cy="3227086"/>
          </a:xfrm>
        </p:grpSpPr>
        <p:cxnSp>
          <p:nvCxnSpPr>
            <p:cNvPr id="17" name="Straight Connector 16">
              <a:extLst>
                <a:ext uri="{FF2B5EF4-FFF2-40B4-BE49-F238E27FC236}">
                  <a16:creationId xmlns:a16="http://schemas.microsoft.com/office/drawing/2014/main" id="{FF25FBE6-907B-420A-982A-8951704670DC}"/>
                </a:ext>
              </a:extLst>
            </p:cNvPr>
            <p:cNvCxnSpPr/>
            <p:nvPr/>
          </p:nvCxnSpPr>
          <p:spPr>
            <a:xfrm>
              <a:off x="3158287"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0115346-0993-4242-83B2-1CB952093BE8}"/>
                </a:ext>
              </a:extLst>
            </p:cNvPr>
            <p:cNvCxnSpPr/>
            <p:nvPr/>
          </p:nvCxnSpPr>
          <p:spPr>
            <a:xfrm>
              <a:off x="5979720"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1" name="Text Placeholder 2">
            <a:extLst>
              <a:ext uri="{FF2B5EF4-FFF2-40B4-BE49-F238E27FC236}">
                <a16:creationId xmlns:a16="http://schemas.microsoft.com/office/drawing/2014/main" id="{9FF0178D-02BA-4893-B094-DEDECC8FC252}"/>
              </a:ext>
            </a:extLst>
          </p:cNvPr>
          <p:cNvSpPr>
            <a:spLocks noGrp="1"/>
          </p:cNvSpPr>
          <p:nvPr>
            <p:ph type="body" sz="quarter" idx="36" hasCustomPrompt="1"/>
          </p:nvPr>
        </p:nvSpPr>
        <p:spPr>
          <a:xfrm>
            <a:off x="727372" y="1670586"/>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XXX,XXX</a:t>
            </a:r>
          </a:p>
        </p:txBody>
      </p:sp>
      <p:sp>
        <p:nvSpPr>
          <p:cNvPr id="23" name="Text Placeholder 21">
            <a:extLst>
              <a:ext uri="{FF2B5EF4-FFF2-40B4-BE49-F238E27FC236}">
                <a16:creationId xmlns:a16="http://schemas.microsoft.com/office/drawing/2014/main" id="{24BF2DEF-F52A-41C0-B2B4-A1E873FFA9C9}"/>
              </a:ext>
            </a:extLst>
          </p:cNvPr>
          <p:cNvSpPr>
            <a:spLocks noGrp="1"/>
          </p:cNvSpPr>
          <p:nvPr>
            <p:ph type="body" sz="quarter" idx="37" hasCustomPrompt="1"/>
          </p:nvPr>
        </p:nvSpPr>
        <p:spPr>
          <a:xfrm>
            <a:off x="727372" y="2216293"/>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24" name="Text Placeholder 2">
            <a:extLst>
              <a:ext uri="{FF2B5EF4-FFF2-40B4-BE49-F238E27FC236}">
                <a16:creationId xmlns:a16="http://schemas.microsoft.com/office/drawing/2014/main" id="{0367C9D2-30C2-491D-B71D-E51652E2EB66}"/>
              </a:ext>
            </a:extLst>
          </p:cNvPr>
          <p:cNvSpPr>
            <a:spLocks noGrp="1"/>
          </p:cNvSpPr>
          <p:nvPr>
            <p:ph type="body" sz="quarter" idx="38" hasCustomPrompt="1"/>
          </p:nvPr>
        </p:nvSpPr>
        <p:spPr>
          <a:xfrm>
            <a:off x="3548658" y="1670586"/>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Billion</a:t>
            </a:r>
          </a:p>
        </p:txBody>
      </p:sp>
      <p:sp>
        <p:nvSpPr>
          <p:cNvPr id="25" name="Text Placeholder 21">
            <a:extLst>
              <a:ext uri="{FF2B5EF4-FFF2-40B4-BE49-F238E27FC236}">
                <a16:creationId xmlns:a16="http://schemas.microsoft.com/office/drawing/2014/main" id="{44E2648A-272D-4CBA-AD06-7D06ECC577E9}"/>
              </a:ext>
            </a:extLst>
          </p:cNvPr>
          <p:cNvSpPr>
            <a:spLocks noGrp="1"/>
          </p:cNvSpPr>
          <p:nvPr>
            <p:ph type="body" sz="quarter" idx="39" hasCustomPrompt="1"/>
          </p:nvPr>
        </p:nvSpPr>
        <p:spPr>
          <a:xfrm>
            <a:off x="3548658" y="2216293"/>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26" name="Text Placeholder 2">
            <a:extLst>
              <a:ext uri="{FF2B5EF4-FFF2-40B4-BE49-F238E27FC236}">
                <a16:creationId xmlns:a16="http://schemas.microsoft.com/office/drawing/2014/main" id="{2E9CCAB3-93CF-41CC-A6EF-C3749913B1DE}"/>
              </a:ext>
            </a:extLst>
          </p:cNvPr>
          <p:cNvSpPr>
            <a:spLocks noGrp="1"/>
          </p:cNvSpPr>
          <p:nvPr>
            <p:ph type="body" sz="quarter" idx="40" hasCustomPrompt="1"/>
          </p:nvPr>
        </p:nvSpPr>
        <p:spPr>
          <a:xfrm>
            <a:off x="6376380" y="1670586"/>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Reais</a:t>
            </a:r>
          </a:p>
        </p:txBody>
      </p:sp>
      <p:sp>
        <p:nvSpPr>
          <p:cNvPr id="27" name="Text Placeholder 21">
            <a:extLst>
              <a:ext uri="{FF2B5EF4-FFF2-40B4-BE49-F238E27FC236}">
                <a16:creationId xmlns:a16="http://schemas.microsoft.com/office/drawing/2014/main" id="{CC46802F-2568-492C-9445-C2BF839A26DD}"/>
              </a:ext>
            </a:extLst>
          </p:cNvPr>
          <p:cNvSpPr>
            <a:spLocks noGrp="1"/>
          </p:cNvSpPr>
          <p:nvPr>
            <p:ph type="body" sz="quarter" idx="41" hasCustomPrompt="1"/>
          </p:nvPr>
        </p:nvSpPr>
        <p:spPr>
          <a:xfrm>
            <a:off x="6376380" y="2216293"/>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33" name="Text Placeholder 2">
            <a:extLst>
              <a:ext uri="{FF2B5EF4-FFF2-40B4-BE49-F238E27FC236}">
                <a16:creationId xmlns:a16="http://schemas.microsoft.com/office/drawing/2014/main" id="{6FAD97EE-3048-44FF-BA8F-D375EAC81DA9}"/>
              </a:ext>
            </a:extLst>
          </p:cNvPr>
          <p:cNvSpPr>
            <a:spLocks noGrp="1"/>
          </p:cNvSpPr>
          <p:nvPr>
            <p:ph type="body" sz="quarter" idx="42" hasCustomPrompt="1"/>
          </p:nvPr>
        </p:nvSpPr>
        <p:spPr>
          <a:xfrm>
            <a:off x="727372" y="3290947"/>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a:t>
            </a:r>
            <a:r>
              <a:rPr lang="en-US" err="1"/>
              <a:t>Rénmínbì</a:t>
            </a:r>
            <a:endParaRPr lang="en-US"/>
          </a:p>
        </p:txBody>
      </p:sp>
      <p:sp>
        <p:nvSpPr>
          <p:cNvPr id="34" name="Text Placeholder 21">
            <a:extLst>
              <a:ext uri="{FF2B5EF4-FFF2-40B4-BE49-F238E27FC236}">
                <a16:creationId xmlns:a16="http://schemas.microsoft.com/office/drawing/2014/main" id="{C2D219B9-B0B6-474C-935C-76015CBE6D78}"/>
              </a:ext>
            </a:extLst>
          </p:cNvPr>
          <p:cNvSpPr>
            <a:spLocks noGrp="1"/>
          </p:cNvSpPr>
          <p:nvPr>
            <p:ph type="body" sz="quarter" idx="43" hasCustomPrompt="1"/>
          </p:nvPr>
        </p:nvSpPr>
        <p:spPr>
          <a:xfrm>
            <a:off x="727372" y="3836654"/>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35" name="Text Placeholder 2">
            <a:extLst>
              <a:ext uri="{FF2B5EF4-FFF2-40B4-BE49-F238E27FC236}">
                <a16:creationId xmlns:a16="http://schemas.microsoft.com/office/drawing/2014/main" id="{7738C4AD-2396-4B35-A61D-622B7977107A}"/>
              </a:ext>
            </a:extLst>
          </p:cNvPr>
          <p:cNvSpPr>
            <a:spLocks noGrp="1"/>
          </p:cNvSpPr>
          <p:nvPr>
            <p:ph type="body" sz="quarter" idx="44" hasCustomPrompt="1"/>
          </p:nvPr>
        </p:nvSpPr>
        <p:spPr>
          <a:xfrm>
            <a:off x="3548658" y="3290947"/>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Million</a:t>
            </a:r>
          </a:p>
        </p:txBody>
      </p:sp>
      <p:sp>
        <p:nvSpPr>
          <p:cNvPr id="36" name="Text Placeholder 21">
            <a:extLst>
              <a:ext uri="{FF2B5EF4-FFF2-40B4-BE49-F238E27FC236}">
                <a16:creationId xmlns:a16="http://schemas.microsoft.com/office/drawing/2014/main" id="{74259494-7343-470F-8E7D-CBA45F825C2D}"/>
              </a:ext>
            </a:extLst>
          </p:cNvPr>
          <p:cNvSpPr>
            <a:spLocks noGrp="1"/>
          </p:cNvSpPr>
          <p:nvPr>
            <p:ph type="body" sz="quarter" idx="45" hasCustomPrompt="1"/>
          </p:nvPr>
        </p:nvSpPr>
        <p:spPr>
          <a:xfrm>
            <a:off x="3548658" y="3836654"/>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37" name="Text Placeholder 2">
            <a:extLst>
              <a:ext uri="{FF2B5EF4-FFF2-40B4-BE49-F238E27FC236}">
                <a16:creationId xmlns:a16="http://schemas.microsoft.com/office/drawing/2014/main" id="{99BD71E9-0A8A-44C6-87DB-591589D8673B}"/>
              </a:ext>
            </a:extLst>
          </p:cNvPr>
          <p:cNvSpPr>
            <a:spLocks noGrp="1"/>
          </p:cNvSpPr>
          <p:nvPr>
            <p:ph type="body" sz="quarter" idx="46" hasCustomPrompt="1"/>
          </p:nvPr>
        </p:nvSpPr>
        <p:spPr>
          <a:xfrm>
            <a:off x="6376380" y="3290947"/>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XXX,XXX</a:t>
            </a:r>
          </a:p>
        </p:txBody>
      </p:sp>
      <p:sp>
        <p:nvSpPr>
          <p:cNvPr id="38" name="Text Placeholder 21">
            <a:extLst>
              <a:ext uri="{FF2B5EF4-FFF2-40B4-BE49-F238E27FC236}">
                <a16:creationId xmlns:a16="http://schemas.microsoft.com/office/drawing/2014/main" id="{7306A12D-0238-4D79-92C4-140F8E2BAE88}"/>
              </a:ext>
            </a:extLst>
          </p:cNvPr>
          <p:cNvSpPr>
            <a:spLocks noGrp="1"/>
          </p:cNvSpPr>
          <p:nvPr>
            <p:ph type="body" sz="quarter" idx="47" hasCustomPrompt="1"/>
          </p:nvPr>
        </p:nvSpPr>
        <p:spPr>
          <a:xfrm>
            <a:off x="6376380" y="3836654"/>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28" name="Footer Placeholder 4">
            <a:extLst>
              <a:ext uri="{FF2B5EF4-FFF2-40B4-BE49-F238E27FC236}">
                <a16:creationId xmlns:a16="http://schemas.microsoft.com/office/drawing/2014/main" id="{904E0AF8-EDA3-EA14-53A9-40FECD489C7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9" name="TextBox 28">
            <a:extLst>
              <a:ext uri="{FF2B5EF4-FFF2-40B4-BE49-F238E27FC236}">
                <a16:creationId xmlns:a16="http://schemas.microsoft.com/office/drawing/2014/main" id="{9EE88394-B5EE-50AA-5AC2-045F11B3B79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211838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Large Stats Orange Illustration">
    <p:bg>
      <p:bgPr>
        <a:solidFill>
          <a:schemeClr val="tx2"/>
        </a:solidFill>
        <a:effectLst/>
      </p:bgPr>
    </p:bg>
    <p:spTree>
      <p:nvGrpSpPr>
        <p:cNvPr id="1" name=""/>
        <p:cNvGrpSpPr/>
        <p:nvPr/>
      </p:nvGrpSpPr>
      <p:grpSpPr>
        <a:xfrm>
          <a:off x="0" y="0"/>
          <a:ext cx="0" cy="0"/>
          <a:chOff x="0" y="0"/>
          <a:chExt cx="0" cy="0"/>
        </a:xfrm>
      </p:grpSpPr>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pic>
        <p:nvPicPr>
          <p:cNvPr id="53" name="Graphic 52">
            <a:extLst>
              <a:ext uri="{FF2B5EF4-FFF2-40B4-BE49-F238E27FC236}">
                <a16:creationId xmlns:a16="http://schemas.microsoft.com/office/drawing/2014/main" id="{71E8C0BE-7926-4AC9-B4AC-0A714C8736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486264">
            <a:off x="92930" y="745804"/>
            <a:ext cx="8923146" cy="3627324"/>
          </a:xfrm>
          <a:prstGeom prst="rect">
            <a:avLst/>
          </a:prstGeom>
        </p:spPr>
      </p:pic>
      <p:grpSp>
        <p:nvGrpSpPr>
          <p:cNvPr id="13" name="Group 12">
            <a:extLst>
              <a:ext uri="{FF2B5EF4-FFF2-40B4-BE49-F238E27FC236}">
                <a16:creationId xmlns:a16="http://schemas.microsoft.com/office/drawing/2014/main" id="{12822734-0A8E-4135-A6DA-CBEF8270880F}"/>
              </a:ext>
            </a:extLst>
          </p:cNvPr>
          <p:cNvGrpSpPr/>
          <p:nvPr userDrawn="1"/>
        </p:nvGrpSpPr>
        <p:grpSpPr>
          <a:xfrm>
            <a:off x="8245475" y="4740275"/>
            <a:ext cx="711201" cy="268288"/>
            <a:chOff x="8245475" y="4740275"/>
            <a:chExt cx="711201" cy="268288"/>
          </a:xfrm>
        </p:grpSpPr>
        <p:sp>
          <p:nvSpPr>
            <p:cNvPr id="14" name="Freeform 5">
              <a:extLst>
                <a:ext uri="{FF2B5EF4-FFF2-40B4-BE49-F238E27FC236}">
                  <a16:creationId xmlns:a16="http://schemas.microsoft.com/office/drawing/2014/main" id="{E85513EC-2915-4B89-BD0D-D572FF58AE80}"/>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151A203-6E28-4BF6-B971-6EEF039A8DB1}"/>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060F23A6-3E22-40AC-BA59-3E87B9894C1A}"/>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671B7BBF-A23F-469D-9AC4-37306437186E}"/>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AB9414E7-5DBF-4B0E-9A71-9DF4D8580BBE}"/>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BB3FE8F7-617D-407D-ADB6-83F179C3BC17}"/>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1">
              <a:extLst>
                <a:ext uri="{FF2B5EF4-FFF2-40B4-BE49-F238E27FC236}">
                  <a16:creationId xmlns:a16="http://schemas.microsoft.com/office/drawing/2014/main" id="{6D59333E-E3AF-404A-BDCA-B4929F4331CE}"/>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8" name="Footer Placeholder 4">
            <a:extLst>
              <a:ext uri="{FF2B5EF4-FFF2-40B4-BE49-F238E27FC236}">
                <a16:creationId xmlns:a16="http://schemas.microsoft.com/office/drawing/2014/main" id="{6273495D-F1E7-FB21-140D-AA9EE26EECAE}"/>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9" name="TextBox 8">
            <a:extLst>
              <a:ext uri="{FF2B5EF4-FFF2-40B4-BE49-F238E27FC236}">
                <a16:creationId xmlns:a16="http://schemas.microsoft.com/office/drawing/2014/main" id="{0F68E701-34BC-D74A-8CC6-33006E7EE76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A8439BB7-420B-7F8B-7311-0FF0BA71C1BD}"/>
              </a:ext>
            </a:extLst>
          </p:cNvPr>
          <p:cNvSpPr>
            <a:spLocks noGrp="1" noRot="1" noMove="1" noResize="1" noEditPoints="1" noAdjustHandles="1" noChangeArrowheads="1" noChangeShapeType="1"/>
          </p:cNvSpPr>
          <p:nvPr userDrawn="1"/>
        </p:nvSpPr>
        <p:spPr>
          <a:xfrm>
            <a:off x="-278605" y="3429000"/>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 name="Rectangle 2">
            <a:extLst>
              <a:ext uri="{FF2B5EF4-FFF2-40B4-BE49-F238E27FC236}">
                <a16:creationId xmlns:a16="http://schemas.microsoft.com/office/drawing/2014/main" id="{01753081-0A14-09E3-0A33-4D8586865332}"/>
              </a:ext>
            </a:extLst>
          </p:cNvPr>
          <p:cNvSpPr>
            <a:spLocks noGrp="1" noRot="1" noMove="1" noResize="1" noEditPoints="1" noAdjustHandles="1" noChangeArrowheads="1" noChangeShapeType="1"/>
          </p:cNvSpPr>
          <p:nvPr userDrawn="1"/>
        </p:nvSpPr>
        <p:spPr>
          <a:xfrm>
            <a:off x="9151072" y="1117199"/>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Tree>
    <p:extLst>
      <p:ext uri="{BB962C8B-B14F-4D97-AF65-F5344CB8AC3E}">
        <p14:creationId xmlns:p14="http://schemas.microsoft.com/office/powerpoint/2010/main" val="13008171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arge Stats Orange Swooping Z">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93F0C9B-59EA-1986-56BA-226815DF741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grpSp>
        <p:nvGrpSpPr>
          <p:cNvPr id="13" name="Group 12">
            <a:extLst>
              <a:ext uri="{FF2B5EF4-FFF2-40B4-BE49-F238E27FC236}">
                <a16:creationId xmlns:a16="http://schemas.microsoft.com/office/drawing/2014/main" id="{12822734-0A8E-4135-A6DA-CBEF8270880F}"/>
              </a:ext>
            </a:extLst>
          </p:cNvPr>
          <p:cNvGrpSpPr/>
          <p:nvPr userDrawn="1"/>
        </p:nvGrpSpPr>
        <p:grpSpPr>
          <a:xfrm>
            <a:off x="8245475" y="4740275"/>
            <a:ext cx="711201" cy="268288"/>
            <a:chOff x="8245475" y="4740275"/>
            <a:chExt cx="711201" cy="268288"/>
          </a:xfrm>
        </p:grpSpPr>
        <p:sp>
          <p:nvSpPr>
            <p:cNvPr id="14" name="Freeform 5">
              <a:extLst>
                <a:ext uri="{FF2B5EF4-FFF2-40B4-BE49-F238E27FC236}">
                  <a16:creationId xmlns:a16="http://schemas.microsoft.com/office/drawing/2014/main" id="{E85513EC-2915-4B89-BD0D-D572FF58AE80}"/>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151A203-6E28-4BF6-B971-6EEF039A8DB1}"/>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060F23A6-3E22-40AC-BA59-3E87B9894C1A}"/>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671B7BBF-A23F-469D-9AC4-37306437186E}"/>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AB9414E7-5DBF-4B0E-9A71-9DF4D8580BBE}"/>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BB3FE8F7-617D-407D-ADB6-83F179C3BC17}"/>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1">
              <a:extLst>
                <a:ext uri="{FF2B5EF4-FFF2-40B4-BE49-F238E27FC236}">
                  <a16:creationId xmlns:a16="http://schemas.microsoft.com/office/drawing/2014/main" id="{6D59333E-E3AF-404A-BDCA-B4929F4331CE}"/>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Footer Placeholder 4">
            <a:extLst>
              <a:ext uri="{FF2B5EF4-FFF2-40B4-BE49-F238E27FC236}">
                <a16:creationId xmlns:a16="http://schemas.microsoft.com/office/drawing/2014/main" id="{A9D7EBDE-C836-F8D2-EEE2-2DBDEDE54D40}"/>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B1346CF9-4079-FBCA-021D-395A7911FB6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8149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Large Stats Light Gray Illustration">
    <p:bg>
      <p:bgPr>
        <a:solidFill>
          <a:schemeClr val="bg1">
            <a:lumMod val="95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DE9D7E4C-C2F0-DECA-A43B-7F473955360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486264">
            <a:off x="92930" y="745804"/>
            <a:ext cx="8923146" cy="3627324"/>
          </a:xfrm>
          <a:prstGeom prst="rect">
            <a:avLst/>
          </a:prstGeom>
        </p:spPr>
      </p:pic>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9" name="Footer Placeholder 4">
            <a:extLst>
              <a:ext uri="{FF2B5EF4-FFF2-40B4-BE49-F238E27FC236}">
                <a16:creationId xmlns:a16="http://schemas.microsoft.com/office/drawing/2014/main" id="{0D532A41-6A95-A365-4CEC-C000A5AFC2B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C6223521-C8ED-A5B6-1BB1-07562B000A2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7301DBBC-AB08-4040-AAEC-B29500B97AFA}"/>
              </a:ext>
            </a:extLst>
          </p:cNvPr>
          <p:cNvSpPr>
            <a:spLocks noGrp="1" noRot="1" noMove="1" noResize="1" noEditPoints="1" noAdjustHandles="1" noChangeArrowheads="1" noChangeShapeType="1"/>
          </p:cNvSpPr>
          <p:nvPr userDrawn="1"/>
        </p:nvSpPr>
        <p:spPr>
          <a:xfrm>
            <a:off x="-278605" y="3429000"/>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 name="Rectangle 3">
            <a:extLst>
              <a:ext uri="{FF2B5EF4-FFF2-40B4-BE49-F238E27FC236}">
                <a16:creationId xmlns:a16="http://schemas.microsoft.com/office/drawing/2014/main" id="{6CF029BF-8B2C-947A-1673-AA664B39D6EF}"/>
              </a:ext>
            </a:extLst>
          </p:cNvPr>
          <p:cNvSpPr>
            <a:spLocks noGrp="1" noRot="1" noMove="1" noResize="1" noEditPoints="1" noAdjustHandles="1" noChangeArrowheads="1" noChangeShapeType="1"/>
          </p:cNvSpPr>
          <p:nvPr userDrawn="1"/>
        </p:nvSpPr>
        <p:spPr>
          <a:xfrm>
            <a:off x="9151072" y="1117199"/>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Tree>
    <p:extLst>
      <p:ext uri="{BB962C8B-B14F-4D97-AF65-F5344CB8AC3E}">
        <p14:creationId xmlns:p14="http://schemas.microsoft.com/office/powerpoint/2010/main" val="777626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Large Stats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BEF489E-3866-C5EC-3E07-B55A8BDBBBD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10" name="Footer Placeholder 4">
            <a:extLst>
              <a:ext uri="{FF2B5EF4-FFF2-40B4-BE49-F238E27FC236}">
                <a16:creationId xmlns:a16="http://schemas.microsoft.com/office/drawing/2014/main" id="{9E80904E-EE17-974B-1571-9024014E8BF0}"/>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E7458DFE-164B-5140-88CA-47D40A8974F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77735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Aspirations">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p:ph type="body" sz="quarter" idx="12"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p:ph type="title" hasCustomPrompt="1"/>
          </p:nvPr>
        </p:nvSpPr>
        <p:spPr>
          <a:xfrm>
            <a:off x="336854" y="445961"/>
            <a:ext cx="8470291" cy="506940"/>
          </a:xfrm>
        </p:spPr>
        <p:txBody>
          <a:bodyPr>
            <a:noAutofit/>
          </a:bodyPr>
          <a:lstStyle>
            <a:lvl1pPr>
              <a:defRPr/>
            </a:lvl1pPr>
          </a:lstStyle>
          <a:p>
            <a:r>
              <a:rPr lang="en-US"/>
              <a:t>Aspirations</a:t>
            </a:r>
          </a:p>
        </p:txBody>
      </p:sp>
      <p:sp>
        <p:nvSpPr>
          <p:cNvPr id="24" name="Text Placeholder 8">
            <a:extLst>
              <a:ext uri="{FF2B5EF4-FFF2-40B4-BE49-F238E27FC236}">
                <a16:creationId xmlns:a16="http://schemas.microsoft.com/office/drawing/2014/main" id="{E78148A5-A78C-D240-8617-E30B52020473}"/>
              </a:ext>
            </a:extLst>
          </p:cNvPr>
          <p:cNvSpPr>
            <a:spLocks noGrp="1"/>
          </p:cNvSpPr>
          <p:nvPr>
            <p:ph type="body" sz="quarter" idx="35" hasCustomPrompt="1"/>
          </p:nvPr>
        </p:nvSpPr>
        <p:spPr>
          <a:xfrm>
            <a:off x="336854" y="962228"/>
            <a:ext cx="8470291"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4" name="Text Placeholder 3">
            <a:extLst>
              <a:ext uri="{FF2B5EF4-FFF2-40B4-BE49-F238E27FC236}">
                <a16:creationId xmlns:a16="http://schemas.microsoft.com/office/drawing/2014/main" id="{37729D04-0F4C-41F2-B530-E70335B725CD}"/>
              </a:ext>
            </a:extLst>
          </p:cNvPr>
          <p:cNvSpPr>
            <a:spLocks noGrp="1"/>
          </p:cNvSpPr>
          <p:nvPr>
            <p:ph type="body" sz="quarter" idx="43" hasCustomPrompt="1"/>
          </p:nvPr>
        </p:nvSpPr>
        <p:spPr>
          <a:xfrm>
            <a:off x="3240965" y="1536700"/>
            <a:ext cx="2662238" cy="396875"/>
          </a:xfrm>
        </p:spPr>
        <p:txBody>
          <a:bodyPr lIns="0" anchor="ctr"/>
          <a:lstStyle>
            <a:lvl1pPr marL="0" indent="0">
              <a:buFont typeface="Arial" panose="020B0604020202020204" pitchFamily="34" charset="0"/>
              <a:buNone/>
              <a:defRPr sz="18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Category</a:t>
            </a:r>
          </a:p>
        </p:txBody>
      </p:sp>
      <p:sp>
        <p:nvSpPr>
          <p:cNvPr id="32" name="Text Placeholder 3">
            <a:extLst>
              <a:ext uri="{FF2B5EF4-FFF2-40B4-BE49-F238E27FC236}">
                <a16:creationId xmlns:a16="http://schemas.microsoft.com/office/drawing/2014/main" id="{B12E608A-EF13-4D97-AA8B-C28AA3B97392}"/>
              </a:ext>
            </a:extLst>
          </p:cNvPr>
          <p:cNvSpPr>
            <a:spLocks noGrp="1"/>
          </p:cNvSpPr>
          <p:nvPr>
            <p:ph type="body" sz="quarter" idx="44" hasCustomPrompt="1"/>
          </p:nvPr>
        </p:nvSpPr>
        <p:spPr>
          <a:xfrm>
            <a:off x="3345421" y="2095042"/>
            <a:ext cx="978408" cy="978408"/>
          </a:xfrm>
        </p:spPr>
        <p:txBody>
          <a:bodyPr lIns="0" anchor="ctr"/>
          <a:lstStyle>
            <a:lvl1pPr marL="0" indent="0" algn="ctr">
              <a:buFont typeface="Arial" panose="020B0604020202020204" pitchFamily="34" charset="0"/>
              <a:buNone/>
              <a:defRPr sz="2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33" name="Text Placeholder 3">
            <a:extLst>
              <a:ext uri="{FF2B5EF4-FFF2-40B4-BE49-F238E27FC236}">
                <a16:creationId xmlns:a16="http://schemas.microsoft.com/office/drawing/2014/main" id="{8EB76C2C-1EDA-4EC5-9C64-3F17A969C614}"/>
              </a:ext>
            </a:extLst>
          </p:cNvPr>
          <p:cNvSpPr>
            <a:spLocks noGrp="1"/>
          </p:cNvSpPr>
          <p:nvPr>
            <p:ph type="body" sz="quarter" idx="45" hasCustomPrompt="1"/>
          </p:nvPr>
        </p:nvSpPr>
        <p:spPr>
          <a:xfrm>
            <a:off x="4815812" y="2095042"/>
            <a:ext cx="978408" cy="978408"/>
          </a:xfrm>
          <a:prstGeom prst="ellipse">
            <a:avLst/>
          </a:prstGeom>
          <a:solidFill>
            <a:schemeClr val="tx2"/>
          </a:solidFill>
        </p:spPr>
        <p:txBody>
          <a:bodyPr lIns="0" anchor="ctr"/>
          <a:lstStyle>
            <a:lvl1pPr marL="0" indent="0" algn="ctr">
              <a:buFont typeface="Arial" panose="020B0604020202020204" pitchFamily="34" charset="0"/>
              <a:buNone/>
              <a:defRPr sz="2400" b="1">
                <a:solidFill>
                  <a:schemeClr val="bg1"/>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34" name="Arrow: Right 33">
            <a:extLst>
              <a:ext uri="{FF2B5EF4-FFF2-40B4-BE49-F238E27FC236}">
                <a16:creationId xmlns:a16="http://schemas.microsoft.com/office/drawing/2014/main" id="{7B0B7F7B-7452-4B4C-AF30-5AA7F310F097}"/>
              </a:ext>
            </a:extLst>
          </p:cNvPr>
          <p:cNvSpPr/>
          <p:nvPr userDrawn="1"/>
        </p:nvSpPr>
        <p:spPr>
          <a:xfrm>
            <a:off x="4330360" y="2451891"/>
            <a:ext cx="373075" cy="264709"/>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5" name="Text Placeholder 3">
            <a:extLst>
              <a:ext uri="{FF2B5EF4-FFF2-40B4-BE49-F238E27FC236}">
                <a16:creationId xmlns:a16="http://schemas.microsoft.com/office/drawing/2014/main" id="{8CDAF140-5053-4215-B65D-143BA23ACF4B}"/>
              </a:ext>
            </a:extLst>
          </p:cNvPr>
          <p:cNvSpPr>
            <a:spLocks noGrp="1"/>
          </p:cNvSpPr>
          <p:nvPr>
            <p:ph type="body" sz="quarter" idx="46" hasCustomPrompt="1"/>
          </p:nvPr>
        </p:nvSpPr>
        <p:spPr>
          <a:xfrm>
            <a:off x="3240662" y="3194892"/>
            <a:ext cx="2662238" cy="344402"/>
          </a:xfrm>
        </p:spPr>
        <p:txBody>
          <a:bodyPr lIns="0" anchor="ctr"/>
          <a:lstStyle>
            <a:lvl1pPr marL="0" indent="0">
              <a:buFont typeface="Arial" panose="020B0604020202020204" pitchFamily="34" charset="0"/>
              <a:buNone/>
              <a:defRPr sz="1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Aspiration</a:t>
            </a:r>
          </a:p>
        </p:txBody>
      </p:sp>
      <p:sp>
        <p:nvSpPr>
          <p:cNvPr id="36" name="Text Placeholder 3">
            <a:extLst>
              <a:ext uri="{FF2B5EF4-FFF2-40B4-BE49-F238E27FC236}">
                <a16:creationId xmlns:a16="http://schemas.microsoft.com/office/drawing/2014/main" id="{97033271-706C-4976-BF93-B457771412CC}"/>
              </a:ext>
            </a:extLst>
          </p:cNvPr>
          <p:cNvSpPr>
            <a:spLocks noGrp="1"/>
          </p:cNvSpPr>
          <p:nvPr>
            <p:ph type="body" sz="quarter" idx="47" hasCustomPrompt="1"/>
          </p:nvPr>
        </p:nvSpPr>
        <p:spPr>
          <a:xfrm>
            <a:off x="3240662" y="3545144"/>
            <a:ext cx="2662238" cy="786575"/>
          </a:xfrm>
        </p:spPr>
        <p:txBody>
          <a:bodyPr lIns="0" tIns="0" bIns="0" anchor="t"/>
          <a:lstStyle>
            <a:lvl1pPr marL="0" indent="0">
              <a:buFont typeface="Arial" panose="020B0604020202020204" pitchFamily="34" charset="0"/>
              <a:buNone/>
              <a:defRPr sz="1200" b="0">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Summary text here.</a:t>
            </a:r>
          </a:p>
        </p:txBody>
      </p:sp>
      <p:sp>
        <p:nvSpPr>
          <p:cNvPr id="38" name="Text Placeholder 3">
            <a:extLst>
              <a:ext uri="{FF2B5EF4-FFF2-40B4-BE49-F238E27FC236}">
                <a16:creationId xmlns:a16="http://schemas.microsoft.com/office/drawing/2014/main" id="{34FD8F4C-988E-4AD0-8AF1-BA58BBDFA801}"/>
              </a:ext>
            </a:extLst>
          </p:cNvPr>
          <p:cNvSpPr>
            <a:spLocks noGrp="1"/>
          </p:cNvSpPr>
          <p:nvPr>
            <p:ph type="body" sz="quarter" idx="48" hasCustomPrompt="1"/>
          </p:nvPr>
        </p:nvSpPr>
        <p:spPr>
          <a:xfrm>
            <a:off x="3240662" y="4330804"/>
            <a:ext cx="2662238" cy="344402"/>
          </a:xfrm>
        </p:spPr>
        <p:txBody>
          <a:bodyPr lIns="0" anchor="ctr"/>
          <a:lstStyle>
            <a:lvl1pPr marL="0" indent="0">
              <a:buFont typeface="Arial" panose="020B0604020202020204" pitchFamily="34" charset="0"/>
              <a:buNone/>
              <a:defRPr sz="12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Progress: XX%</a:t>
            </a:r>
          </a:p>
        </p:txBody>
      </p:sp>
      <p:sp>
        <p:nvSpPr>
          <p:cNvPr id="39" name="Text Placeholder 3">
            <a:extLst>
              <a:ext uri="{FF2B5EF4-FFF2-40B4-BE49-F238E27FC236}">
                <a16:creationId xmlns:a16="http://schemas.microsoft.com/office/drawing/2014/main" id="{ED886D24-5DC5-41E3-872B-54A3D47786DA}"/>
              </a:ext>
            </a:extLst>
          </p:cNvPr>
          <p:cNvSpPr>
            <a:spLocks noGrp="1"/>
          </p:cNvSpPr>
          <p:nvPr>
            <p:ph type="body" sz="quarter" idx="49" hasCustomPrompt="1"/>
          </p:nvPr>
        </p:nvSpPr>
        <p:spPr>
          <a:xfrm>
            <a:off x="332056" y="1536700"/>
            <a:ext cx="2662238" cy="396875"/>
          </a:xfrm>
        </p:spPr>
        <p:txBody>
          <a:bodyPr lIns="0" anchor="ctr"/>
          <a:lstStyle>
            <a:lvl1pPr marL="0" indent="0">
              <a:buFont typeface="Arial" panose="020B0604020202020204" pitchFamily="34" charset="0"/>
              <a:buNone/>
              <a:defRPr sz="18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Category</a:t>
            </a:r>
          </a:p>
        </p:txBody>
      </p:sp>
      <p:sp>
        <p:nvSpPr>
          <p:cNvPr id="40" name="Text Placeholder 3">
            <a:extLst>
              <a:ext uri="{FF2B5EF4-FFF2-40B4-BE49-F238E27FC236}">
                <a16:creationId xmlns:a16="http://schemas.microsoft.com/office/drawing/2014/main" id="{321CF67F-2F62-453F-8136-30B237D95D3F}"/>
              </a:ext>
            </a:extLst>
          </p:cNvPr>
          <p:cNvSpPr>
            <a:spLocks noGrp="1"/>
          </p:cNvSpPr>
          <p:nvPr>
            <p:ph type="body" sz="quarter" idx="50" hasCustomPrompt="1"/>
          </p:nvPr>
        </p:nvSpPr>
        <p:spPr>
          <a:xfrm>
            <a:off x="436512" y="2095042"/>
            <a:ext cx="978408" cy="978408"/>
          </a:xfrm>
        </p:spPr>
        <p:txBody>
          <a:bodyPr lIns="0" anchor="ctr"/>
          <a:lstStyle>
            <a:lvl1pPr marL="0" indent="0" algn="ctr">
              <a:buFont typeface="Arial" panose="020B0604020202020204" pitchFamily="34" charset="0"/>
              <a:buNone/>
              <a:defRPr sz="2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41" name="Text Placeholder 3">
            <a:extLst>
              <a:ext uri="{FF2B5EF4-FFF2-40B4-BE49-F238E27FC236}">
                <a16:creationId xmlns:a16="http://schemas.microsoft.com/office/drawing/2014/main" id="{EC53C66B-9713-48A4-8A4E-4C0AED037C40}"/>
              </a:ext>
            </a:extLst>
          </p:cNvPr>
          <p:cNvSpPr>
            <a:spLocks noGrp="1"/>
          </p:cNvSpPr>
          <p:nvPr>
            <p:ph type="body" sz="quarter" idx="51" hasCustomPrompt="1"/>
          </p:nvPr>
        </p:nvSpPr>
        <p:spPr>
          <a:xfrm>
            <a:off x="1906903" y="2095042"/>
            <a:ext cx="978408" cy="978408"/>
          </a:xfrm>
          <a:prstGeom prst="ellipse">
            <a:avLst/>
          </a:prstGeom>
          <a:solidFill>
            <a:schemeClr val="tx2"/>
          </a:solidFill>
        </p:spPr>
        <p:txBody>
          <a:bodyPr lIns="0" anchor="ctr"/>
          <a:lstStyle>
            <a:lvl1pPr marL="0" indent="0" algn="ctr">
              <a:buFont typeface="Arial" panose="020B0604020202020204" pitchFamily="34" charset="0"/>
              <a:buNone/>
              <a:defRPr sz="2400" b="1">
                <a:solidFill>
                  <a:schemeClr val="bg1"/>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42" name="Arrow: Right 41">
            <a:extLst>
              <a:ext uri="{FF2B5EF4-FFF2-40B4-BE49-F238E27FC236}">
                <a16:creationId xmlns:a16="http://schemas.microsoft.com/office/drawing/2014/main" id="{450F9DA3-E300-49DA-95D4-67EB1B352942}"/>
              </a:ext>
            </a:extLst>
          </p:cNvPr>
          <p:cNvSpPr/>
          <p:nvPr userDrawn="1"/>
        </p:nvSpPr>
        <p:spPr>
          <a:xfrm>
            <a:off x="1421451" y="2451891"/>
            <a:ext cx="373075" cy="264709"/>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3" name="Text Placeholder 3">
            <a:extLst>
              <a:ext uri="{FF2B5EF4-FFF2-40B4-BE49-F238E27FC236}">
                <a16:creationId xmlns:a16="http://schemas.microsoft.com/office/drawing/2014/main" id="{01A3B32A-0F0A-4785-8DFD-383F34E6740C}"/>
              </a:ext>
            </a:extLst>
          </p:cNvPr>
          <p:cNvSpPr>
            <a:spLocks noGrp="1"/>
          </p:cNvSpPr>
          <p:nvPr>
            <p:ph type="body" sz="quarter" idx="52" hasCustomPrompt="1"/>
          </p:nvPr>
        </p:nvSpPr>
        <p:spPr>
          <a:xfrm>
            <a:off x="331753" y="3194892"/>
            <a:ext cx="2662238" cy="344402"/>
          </a:xfrm>
        </p:spPr>
        <p:txBody>
          <a:bodyPr lIns="0" anchor="ctr"/>
          <a:lstStyle>
            <a:lvl1pPr marL="0" indent="0">
              <a:buFont typeface="Arial" panose="020B0604020202020204" pitchFamily="34" charset="0"/>
              <a:buNone/>
              <a:defRPr sz="1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Aspiration</a:t>
            </a:r>
          </a:p>
        </p:txBody>
      </p:sp>
      <p:sp>
        <p:nvSpPr>
          <p:cNvPr id="44" name="Text Placeholder 3">
            <a:extLst>
              <a:ext uri="{FF2B5EF4-FFF2-40B4-BE49-F238E27FC236}">
                <a16:creationId xmlns:a16="http://schemas.microsoft.com/office/drawing/2014/main" id="{7A0416C7-E40B-4DD2-A0DF-D302A0FF94E3}"/>
              </a:ext>
            </a:extLst>
          </p:cNvPr>
          <p:cNvSpPr>
            <a:spLocks noGrp="1"/>
          </p:cNvSpPr>
          <p:nvPr>
            <p:ph type="body" sz="quarter" idx="53" hasCustomPrompt="1"/>
          </p:nvPr>
        </p:nvSpPr>
        <p:spPr>
          <a:xfrm>
            <a:off x="331753" y="3545144"/>
            <a:ext cx="2662238" cy="786575"/>
          </a:xfrm>
        </p:spPr>
        <p:txBody>
          <a:bodyPr lIns="0" tIns="0" bIns="0" anchor="t"/>
          <a:lstStyle>
            <a:lvl1pPr marL="0" indent="0">
              <a:buFont typeface="Arial" panose="020B0604020202020204" pitchFamily="34" charset="0"/>
              <a:buNone/>
              <a:defRPr sz="1200" b="0">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Summary text here.</a:t>
            </a:r>
          </a:p>
        </p:txBody>
      </p:sp>
      <p:sp>
        <p:nvSpPr>
          <p:cNvPr id="45" name="Text Placeholder 3">
            <a:extLst>
              <a:ext uri="{FF2B5EF4-FFF2-40B4-BE49-F238E27FC236}">
                <a16:creationId xmlns:a16="http://schemas.microsoft.com/office/drawing/2014/main" id="{D25B6B93-B4B4-458F-92BA-431BD679DA46}"/>
              </a:ext>
            </a:extLst>
          </p:cNvPr>
          <p:cNvSpPr>
            <a:spLocks noGrp="1"/>
          </p:cNvSpPr>
          <p:nvPr>
            <p:ph type="body" sz="quarter" idx="54" hasCustomPrompt="1"/>
          </p:nvPr>
        </p:nvSpPr>
        <p:spPr>
          <a:xfrm>
            <a:off x="331753" y="4330804"/>
            <a:ext cx="2662238" cy="344402"/>
          </a:xfrm>
        </p:spPr>
        <p:txBody>
          <a:bodyPr lIns="0" anchor="ctr"/>
          <a:lstStyle>
            <a:lvl1pPr marL="0" indent="0">
              <a:buFont typeface="Arial" panose="020B0604020202020204" pitchFamily="34" charset="0"/>
              <a:buNone/>
              <a:defRPr sz="12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Progress: XX%</a:t>
            </a:r>
          </a:p>
        </p:txBody>
      </p:sp>
      <p:sp>
        <p:nvSpPr>
          <p:cNvPr id="46" name="Text Placeholder 3">
            <a:extLst>
              <a:ext uri="{FF2B5EF4-FFF2-40B4-BE49-F238E27FC236}">
                <a16:creationId xmlns:a16="http://schemas.microsoft.com/office/drawing/2014/main" id="{0BFD7B15-70CE-4C4D-B4EF-5CA95C1586AF}"/>
              </a:ext>
            </a:extLst>
          </p:cNvPr>
          <p:cNvSpPr>
            <a:spLocks noGrp="1"/>
          </p:cNvSpPr>
          <p:nvPr>
            <p:ph type="body" sz="quarter" idx="55" hasCustomPrompt="1"/>
          </p:nvPr>
        </p:nvSpPr>
        <p:spPr>
          <a:xfrm>
            <a:off x="6157081" y="1536700"/>
            <a:ext cx="2662238" cy="396875"/>
          </a:xfrm>
        </p:spPr>
        <p:txBody>
          <a:bodyPr lIns="0" anchor="ctr"/>
          <a:lstStyle>
            <a:lvl1pPr marL="0" indent="0">
              <a:buFont typeface="Arial" panose="020B0604020202020204" pitchFamily="34" charset="0"/>
              <a:buNone/>
              <a:defRPr sz="18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Category</a:t>
            </a:r>
          </a:p>
        </p:txBody>
      </p:sp>
      <p:sp>
        <p:nvSpPr>
          <p:cNvPr id="50" name="Text Placeholder 3">
            <a:extLst>
              <a:ext uri="{FF2B5EF4-FFF2-40B4-BE49-F238E27FC236}">
                <a16:creationId xmlns:a16="http://schemas.microsoft.com/office/drawing/2014/main" id="{0F296A66-DD57-4DDA-849A-3E226C88943C}"/>
              </a:ext>
            </a:extLst>
          </p:cNvPr>
          <p:cNvSpPr>
            <a:spLocks noGrp="1"/>
          </p:cNvSpPr>
          <p:nvPr>
            <p:ph type="body" sz="quarter" idx="56" hasCustomPrompt="1"/>
          </p:nvPr>
        </p:nvSpPr>
        <p:spPr>
          <a:xfrm>
            <a:off x="6261537" y="2095042"/>
            <a:ext cx="978408" cy="978408"/>
          </a:xfrm>
        </p:spPr>
        <p:txBody>
          <a:bodyPr lIns="0" anchor="ctr"/>
          <a:lstStyle>
            <a:lvl1pPr marL="0" indent="0" algn="ctr">
              <a:buFont typeface="Arial" panose="020B0604020202020204" pitchFamily="34" charset="0"/>
              <a:buNone/>
              <a:defRPr sz="2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54" name="Text Placeholder 3">
            <a:extLst>
              <a:ext uri="{FF2B5EF4-FFF2-40B4-BE49-F238E27FC236}">
                <a16:creationId xmlns:a16="http://schemas.microsoft.com/office/drawing/2014/main" id="{7ABDCC3C-DE6A-4626-8110-B8B2859E7CAA}"/>
              </a:ext>
            </a:extLst>
          </p:cNvPr>
          <p:cNvSpPr>
            <a:spLocks noGrp="1"/>
          </p:cNvSpPr>
          <p:nvPr>
            <p:ph type="body" sz="quarter" idx="57" hasCustomPrompt="1"/>
          </p:nvPr>
        </p:nvSpPr>
        <p:spPr>
          <a:xfrm>
            <a:off x="7731928" y="2095042"/>
            <a:ext cx="978408" cy="978408"/>
          </a:xfrm>
          <a:prstGeom prst="ellipse">
            <a:avLst/>
          </a:prstGeom>
          <a:solidFill>
            <a:schemeClr val="tx2"/>
          </a:solidFill>
        </p:spPr>
        <p:txBody>
          <a:bodyPr lIns="0" anchor="ctr"/>
          <a:lstStyle>
            <a:lvl1pPr marL="0" indent="0" algn="ctr">
              <a:buFont typeface="Arial" panose="020B0604020202020204" pitchFamily="34" charset="0"/>
              <a:buNone/>
              <a:defRPr sz="2400" b="1">
                <a:solidFill>
                  <a:schemeClr val="bg1"/>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55" name="Arrow: Right 54">
            <a:extLst>
              <a:ext uri="{FF2B5EF4-FFF2-40B4-BE49-F238E27FC236}">
                <a16:creationId xmlns:a16="http://schemas.microsoft.com/office/drawing/2014/main" id="{E4224F6B-EF61-413F-909A-D810CC697619}"/>
              </a:ext>
            </a:extLst>
          </p:cNvPr>
          <p:cNvSpPr/>
          <p:nvPr userDrawn="1"/>
        </p:nvSpPr>
        <p:spPr>
          <a:xfrm>
            <a:off x="7246476" y="2451891"/>
            <a:ext cx="373075" cy="264709"/>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6" name="Text Placeholder 3">
            <a:extLst>
              <a:ext uri="{FF2B5EF4-FFF2-40B4-BE49-F238E27FC236}">
                <a16:creationId xmlns:a16="http://schemas.microsoft.com/office/drawing/2014/main" id="{C1BB225B-C99D-47FE-9DB2-FF996AF505EF}"/>
              </a:ext>
            </a:extLst>
          </p:cNvPr>
          <p:cNvSpPr>
            <a:spLocks noGrp="1"/>
          </p:cNvSpPr>
          <p:nvPr>
            <p:ph type="body" sz="quarter" idx="58" hasCustomPrompt="1"/>
          </p:nvPr>
        </p:nvSpPr>
        <p:spPr>
          <a:xfrm>
            <a:off x="6156778" y="3194892"/>
            <a:ext cx="2662238" cy="344402"/>
          </a:xfrm>
        </p:spPr>
        <p:txBody>
          <a:bodyPr lIns="0" anchor="ctr"/>
          <a:lstStyle>
            <a:lvl1pPr marL="0" indent="0">
              <a:buFont typeface="Arial" panose="020B0604020202020204" pitchFamily="34" charset="0"/>
              <a:buNone/>
              <a:defRPr sz="1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Aspiration</a:t>
            </a:r>
          </a:p>
        </p:txBody>
      </p:sp>
      <p:sp>
        <p:nvSpPr>
          <p:cNvPr id="57" name="Text Placeholder 3">
            <a:extLst>
              <a:ext uri="{FF2B5EF4-FFF2-40B4-BE49-F238E27FC236}">
                <a16:creationId xmlns:a16="http://schemas.microsoft.com/office/drawing/2014/main" id="{19AB4527-842C-4C9A-9F56-FF65A5E44F33}"/>
              </a:ext>
            </a:extLst>
          </p:cNvPr>
          <p:cNvSpPr>
            <a:spLocks noGrp="1"/>
          </p:cNvSpPr>
          <p:nvPr>
            <p:ph type="body" sz="quarter" idx="59" hasCustomPrompt="1"/>
          </p:nvPr>
        </p:nvSpPr>
        <p:spPr>
          <a:xfrm>
            <a:off x="6156778" y="3545144"/>
            <a:ext cx="2662238" cy="786575"/>
          </a:xfrm>
        </p:spPr>
        <p:txBody>
          <a:bodyPr lIns="0" tIns="0" bIns="0" anchor="t"/>
          <a:lstStyle>
            <a:lvl1pPr marL="0" indent="0">
              <a:buFont typeface="Arial" panose="020B0604020202020204" pitchFamily="34" charset="0"/>
              <a:buNone/>
              <a:defRPr sz="1200" b="0">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Summary text here.</a:t>
            </a:r>
          </a:p>
        </p:txBody>
      </p:sp>
      <p:sp>
        <p:nvSpPr>
          <p:cNvPr id="58" name="Text Placeholder 3">
            <a:extLst>
              <a:ext uri="{FF2B5EF4-FFF2-40B4-BE49-F238E27FC236}">
                <a16:creationId xmlns:a16="http://schemas.microsoft.com/office/drawing/2014/main" id="{FA83B3CF-FA86-462A-87C3-70C8AC8F715D}"/>
              </a:ext>
            </a:extLst>
          </p:cNvPr>
          <p:cNvSpPr>
            <a:spLocks noGrp="1"/>
          </p:cNvSpPr>
          <p:nvPr>
            <p:ph type="body" sz="quarter" idx="60" hasCustomPrompt="1"/>
          </p:nvPr>
        </p:nvSpPr>
        <p:spPr>
          <a:xfrm>
            <a:off x="6156778" y="4330804"/>
            <a:ext cx="2662238" cy="344402"/>
          </a:xfrm>
        </p:spPr>
        <p:txBody>
          <a:bodyPr lIns="0" anchor="ctr"/>
          <a:lstStyle>
            <a:lvl1pPr marL="0" indent="0">
              <a:buFont typeface="Arial" panose="020B0604020202020204" pitchFamily="34" charset="0"/>
              <a:buNone/>
              <a:defRPr sz="12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Progress: XX%</a:t>
            </a:r>
          </a:p>
        </p:txBody>
      </p:sp>
      <p:cxnSp>
        <p:nvCxnSpPr>
          <p:cNvPr id="8" name="Straight Connector 7">
            <a:extLst>
              <a:ext uri="{FF2B5EF4-FFF2-40B4-BE49-F238E27FC236}">
                <a16:creationId xmlns:a16="http://schemas.microsoft.com/office/drawing/2014/main" id="{DD56FB93-38CB-4148-A1ED-0FC3D2C7C64D}"/>
              </a:ext>
            </a:extLst>
          </p:cNvPr>
          <p:cNvCxnSpPr/>
          <p:nvPr userDrawn="1"/>
        </p:nvCxnSpPr>
        <p:spPr>
          <a:xfrm>
            <a:off x="3124200" y="1536700"/>
            <a:ext cx="0" cy="313850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C335D19D-DDBA-460D-ABDE-BBCF62B9087E}"/>
              </a:ext>
            </a:extLst>
          </p:cNvPr>
          <p:cNvCxnSpPr/>
          <p:nvPr userDrawn="1"/>
        </p:nvCxnSpPr>
        <p:spPr>
          <a:xfrm>
            <a:off x="6017359" y="1536700"/>
            <a:ext cx="0" cy="313850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37765233-449A-802F-24BC-24A83A18BAB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E888ABF7-F1BE-D170-74C9-87E885181AE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28062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corecard Six 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6 Column Scorecard and Legend</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FA45F366-5F1E-E56C-398F-89039459123A}"/>
              </a:ext>
            </a:extLst>
          </p:cNvPr>
          <p:cNvGraphicFramePr>
            <a:graphicFrameLocks noGrp="1"/>
          </p:cNvGraphicFramePr>
          <p:nvPr userDrawn="1">
            <p:extLst>
              <p:ext uri="{D42A27DB-BD31-4B8C-83A1-F6EECF244321}">
                <p14:modId xmlns:p14="http://schemas.microsoft.com/office/powerpoint/2010/main" val="2905363104"/>
              </p:ext>
            </p:extLst>
          </p:nvPr>
        </p:nvGraphicFramePr>
        <p:xfrm>
          <a:off x="4422321"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C00000"/>
                      </a:solidFill>
                      <a:prstDash val="solid"/>
                      <a:round/>
                      <a:headEnd type="none" w="med" len="med"/>
                      <a:tailEnd type="none" w="med" len="med"/>
                    </a:lnR>
                    <a:solidFill>
                      <a:schemeClr val="bg1"/>
                    </a:solidFill>
                  </a:tcPr>
                </a:tc>
                <a:tc>
                  <a:txBody>
                    <a:bodyPr/>
                    <a:lstStyle/>
                    <a:p>
                      <a:r>
                        <a:rPr lang="en-US" sz="800" spc="-10" baseline="0">
                          <a:solidFill>
                            <a:schemeClr val="bg1">
                              <a:lumMod val="50000"/>
                            </a:schemeClr>
                          </a:solidFill>
                        </a:rPr>
                        <a:t>Not on track</a:t>
                      </a:r>
                    </a:p>
                  </a:txBody>
                  <a:tcPr marL="36576" marR="0" marT="0" marB="0" anchor="ctr">
                    <a:lnL w="12700" cap="flat" cmpd="sng" algn="ctr">
                      <a:solidFill>
                        <a:srgbClr val="C00000"/>
                      </a:solidFill>
                      <a:prstDash val="solid"/>
                      <a:round/>
                      <a:headEnd type="none" w="med" len="med"/>
                      <a:tailEnd type="none" w="med" len="med"/>
                    </a:lnL>
                    <a:solidFill>
                      <a:srgbClr val="C00000">
                        <a:alpha val="15000"/>
                      </a:srgbClr>
                    </a:solidFill>
                  </a:tcPr>
                </a:tc>
                <a:extLst>
                  <a:ext uri="{0D108BD9-81ED-4DB2-BD59-A6C34878D82A}">
                    <a16:rowId xmlns:a16="http://schemas.microsoft.com/office/drawing/2014/main" val="3646543613"/>
                  </a:ext>
                </a:extLst>
              </a:tr>
            </a:tbl>
          </a:graphicData>
        </a:graphic>
      </p:graphicFrame>
      <p:graphicFrame>
        <p:nvGraphicFramePr>
          <p:cNvPr id="3" name="Table 2">
            <a:extLst>
              <a:ext uri="{FF2B5EF4-FFF2-40B4-BE49-F238E27FC236}">
                <a16:creationId xmlns:a16="http://schemas.microsoft.com/office/drawing/2014/main" id="{3CBF747E-7E3C-6C74-039F-8647CCF32C08}"/>
              </a:ext>
            </a:extLst>
          </p:cNvPr>
          <p:cNvGraphicFramePr>
            <a:graphicFrameLocks noGrp="1"/>
          </p:cNvGraphicFramePr>
          <p:nvPr userDrawn="1">
            <p:extLst>
              <p:ext uri="{D42A27DB-BD31-4B8C-83A1-F6EECF244321}">
                <p14:modId xmlns:p14="http://schemas.microsoft.com/office/powerpoint/2010/main" val="772418996"/>
              </p:ext>
            </p:extLst>
          </p:nvPr>
        </p:nvGraphicFramePr>
        <p:xfrm>
          <a:off x="5290408"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0070C0"/>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Completed</a:t>
                      </a:r>
                    </a:p>
                  </a:txBody>
                  <a:tcPr marL="36576" marR="0" marT="0" marB="0" anchor="ctr">
                    <a:lnL w="12700" cap="flat" cmpd="sng" algn="ctr">
                      <a:solidFill>
                        <a:srgbClr val="0070C0"/>
                      </a:solidFill>
                      <a:prstDash val="solid"/>
                      <a:round/>
                      <a:headEnd type="none" w="med" len="med"/>
                      <a:tailEnd type="none" w="med" len="med"/>
                    </a:lnL>
                    <a:solidFill>
                      <a:srgbClr val="0070C0">
                        <a:alpha val="15000"/>
                      </a:srgbClr>
                    </a:solidFill>
                  </a:tcPr>
                </a:tc>
                <a:extLst>
                  <a:ext uri="{0D108BD9-81ED-4DB2-BD59-A6C34878D82A}">
                    <a16:rowId xmlns:a16="http://schemas.microsoft.com/office/drawing/2014/main" val="3646543613"/>
                  </a:ext>
                </a:extLst>
              </a:tr>
            </a:tbl>
          </a:graphicData>
        </a:graphic>
      </p:graphicFrame>
      <p:graphicFrame>
        <p:nvGraphicFramePr>
          <p:cNvPr id="4" name="Table 3">
            <a:extLst>
              <a:ext uri="{FF2B5EF4-FFF2-40B4-BE49-F238E27FC236}">
                <a16:creationId xmlns:a16="http://schemas.microsoft.com/office/drawing/2014/main" id="{0EECB92F-EA8B-61BC-C725-746CCDA03420}"/>
              </a:ext>
            </a:extLst>
          </p:cNvPr>
          <p:cNvGraphicFramePr>
            <a:graphicFrameLocks noGrp="1"/>
          </p:cNvGraphicFramePr>
          <p:nvPr userDrawn="1">
            <p:extLst>
              <p:ext uri="{D42A27DB-BD31-4B8C-83A1-F6EECF244321}">
                <p14:modId xmlns:p14="http://schemas.microsoft.com/office/powerpoint/2010/main" val="3844127070"/>
              </p:ext>
            </p:extLst>
          </p:nvPr>
        </p:nvGraphicFramePr>
        <p:xfrm>
          <a:off x="6159088"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chemeClr val="bg2"/>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Not started</a:t>
                      </a:r>
                    </a:p>
                  </a:txBody>
                  <a:tcPr marL="36576" marR="0" marT="0" marB="0" anchor="ctr">
                    <a:lnL w="12700" cap="flat" cmpd="sng" algn="ctr">
                      <a:solidFill>
                        <a:schemeClr val="bg2"/>
                      </a:solidFill>
                      <a:prstDash val="solid"/>
                      <a:round/>
                      <a:headEnd type="none" w="med" len="med"/>
                      <a:tailEnd type="none" w="med" len="med"/>
                    </a:lnL>
                    <a:solidFill>
                      <a:schemeClr val="bg2">
                        <a:alpha val="15000"/>
                      </a:schemeClr>
                    </a:solidFill>
                  </a:tcPr>
                </a:tc>
                <a:extLst>
                  <a:ext uri="{0D108BD9-81ED-4DB2-BD59-A6C34878D82A}">
                    <a16:rowId xmlns:a16="http://schemas.microsoft.com/office/drawing/2014/main" val="3646543613"/>
                  </a:ext>
                </a:extLst>
              </a:tr>
            </a:tbl>
          </a:graphicData>
        </a:graphic>
      </p:graphicFrame>
      <p:graphicFrame>
        <p:nvGraphicFramePr>
          <p:cNvPr id="5" name="Table 4">
            <a:extLst>
              <a:ext uri="{FF2B5EF4-FFF2-40B4-BE49-F238E27FC236}">
                <a16:creationId xmlns:a16="http://schemas.microsoft.com/office/drawing/2014/main" id="{736422A5-70D7-A735-B236-70CAC88446EE}"/>
              </a:ext>
            </a:extLst>
          </p:cNvPr>
          <p:cNvGraphicFramePr>
            <a:graphicFrameLocks noGrp="1"/>
          </p:cNvGraphicFramePr>
          <p:nvPr userDrawn="1">
            <p:extLst>
              <p:ext uri="{D42A27DB-BD31-4B8C-83A1-F6EECF244321}">
                <p14:modId xmlns:p14="http://schemas.microsoft.com/office/powerpoint/2010/main" val="2192326547"/>
              </p:ext>
            </p:extLst>
          </p:nvPr>
        </p:nvGraphicFramePr>
        <p:xfrm>
          <a:off x="3553937"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FFC00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At risk</a:t>
                      </a:r>
                    </a:p>
                  </a:txBody>
                  <a:tcPr marL="36576" marR="0" marT="0" marB="0" anchor="ctr">
                    <a:lnL w="12700" cap="flat" cmpd="sng" algn="ctr">
                      <a:solidFill>
                        <a:srgbClr val="FFC000"/>
                      </a:solidFill>
                      <a:prstDash val="solid"/>
                      <a:round/>
                      <a:headEnd type="none" w="med" len="med"/>
                      <a:tailEnd type="none" w="med" len="med"/>
                    </a:lnL>
                    <a:solidFill>
                      <a:srgbClr val="FFC000">
                        <a:alpha val="15000"/>
                      </a:srgbClr>
                    </a:solidFill>
                  </a:tcPr>
                </a:tc>
                <a:extLst>
                  <a:ext uri="{0D108BD9-81ED-4DB2-BD59-A6C34878D82A}">
                    <a16:rowId xmlns:a16="http://schemas.microsoft.com/office/drawing/2014/main" val="3646543613"/>
                  </a:ext>
                </a:extLst>
              </a:tr>
            </a:tbl>
          </a:graphicData>
        </a:graphic>
      </p:graphicFrame>
      <p:graphicFrame>
        <p:nvGraphicFramePr>
          <p:cNvPr id="9" name="Table 8">
            <a:extLst>
              <a:ext uri="{FF2B5EF4-FFF2-40B4-BE49-F238E27FC236}">
                <a16:creationId xmlns:a16="http://schemas.microsoft.com/office/drawing/2014/main" id="{BB4688FC-C54E-C408-8754-16142CAE6EDF}"/>
              </a:ext>
            </a:extLst>
          </p:cNvPr>
          <p:cNvGraphicFramePr>
            <a:graphicFrameLocks noGrp="1"/>
          </p:cNvGraphicFramePr>
          <p:nvPr userDrawn="1">
            <p:extLst>
              <p:ext uri="{D42A27DB-BD31-4B8C-83A1-F6EECF244321}">
                <p14:modId xmlns:p14="http://schemas.microsoft.com/office/powerpoint/2010/main" val="2337816081"/>
              </p:ext>
            </p:extLst>
          </p:nvPr>
        </p:nvGraphicFramePr>
        <p:xfrm>
          <a:off x="2685257"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92D05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On track</a:t>
                      </a:r>
                    </a:p>
                  </a:txBody>
                  <a:tcPr marL="36576" marR="0" marT="0" marB="0" anchor="ctr">
                    <a:lnL w="12700" cap="flat" cmpd="sng" algn="ctr">
                      <a:solidFill>
                        <a:srgbClr val="92D050"/>
                      </a:solidFill>
                      <a:prstDash val="solid"/>
                      <a:round/>
                      <a:headEnd type="none" w="med" len="med"/>
                      <a:tailEnd type="none" w="med" len="med"/>
                    </a:lnL>
                    <a:solidFill>
                      <a:srgbClr val="92D050">
                        <a:alpha val="15000"/>
                      </a:srgbClr>
                    </a:solidFill>
                  </a:tcPr>
                </a:tc>
                <a:extLst>
                  <a:ext uri="{0D108BD9-81ED-4DB2-BD59-A6C34878D82A}">
                    <a16:rowId xmlns:a16="http://schemas.microsoft.com/office/drawing/2014/main" val="3646543613"/>
                  </a:ext>
                </a:extLst>
              </a:tr>
            </a:tbl>
          </a:graphicData>
        </a:graphic>
      </p:graphicFrame>
      <p:sp>
        <p:nvSpPr>
          <p:cNvPr id="33" name="Text Placeholder 8">
            <a:extLst>
              <a:ext uri="{FF2B5EF4-FFF2-40B4-BE49-F238E27FC236}">
                <a16:creationId xmlns:a16="http://schemas.microsoft.com/office/drawing/2014/main" id="{E10F81FE-804E-2D7C-54D7-2CBED4E79F30}"/>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Tree>
    <p:extLst>
      <p:ext uri="{BB962C8B-B14F-4D97-AF65-F5344CB8AC3E}">
        <p14:creationId xmlns:p14="http://schemas.microsoft.com/office/powerpoint/2010/main" val="18533755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corecard w Categories Six 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FA45F366-5F1E-E56C-398F-89039459123A}"/>
              </a:ext>
            </a:extLst>
          </p:cNvPr>
          <p:cNvGraphicFramePr>
            <a:graphicFrameLocks noGrp="1"/>
          </p:cNvGraphicFramePr>
          <p:nvPr userDrawn="1">
            <p:extLst>
              <p:ext uri="{D42A27DB-BD31-4B8C-83A1-F6EECF244321}">
                <p14:modId xmlns:p14="http://schemas.microsoft.com/office/powerpoint/2010/main" val="2905363104"/>
              </p:ext>
            </p:extLst>
          </p:nvPr>
        </p:nvGraphicFramePr>
        <p:xfrm>
          <a:off x="4422321"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C00000"/>
                      </a:solidFill>
                      <a:prstDash val="solid"/>
                      <a:round/>
                      <a:headEnd type="none" w="med" len="med"/>
                      <a:tailEnd type="none" w="med" len="med"/>
                    </a:lnR>
                    <a:solidFill>
                      <a:schemeClr val="bg1"/>
                    </a:solidFill>
                  </a:tcPr>
                </a:tc>
                <a:tc>
                  <a:txBody>
                    <a:bodyPr/>
                    <a:lstStyle/>
                    <a:p>
                      <a:r>
                        <a:rPr lang="en-US" sz="800" spc="-10" baseline="0">
                          <a:solidFill>
                            <a:schemeClr val="bg1">
                              <a:lumMod val="50000"/>
                            </a:schemeClr>
                          </a:solidFill>
                        </a:rPr>
                        <a:t>Not on track</a:t>
                      </a:r>
                    </a:p>
                  </a:txBody>
                  <a:tcPr marL="36576" marR="0" marT="0" marB="0" anchor="ctr">
                    <a:lnL w="12700" cap="flat" cmpd="sng" algn="ctr">
                      <a:solidFill>
                        <a:srgbClr val="C00000"/>
                      </a:solidFill>
                      <a:prstDash val="solid"/>
                      <a:round/>
                      <a:headEnd type="none" w="med" len="med"/>
                      <a:tailEnd type="none" w="med" len="med"/>
                    </a:lnL>
                    <a:solidFill>
                      <a:srgbClr val="C00000">
                        <a:alpha val="15000"/>
                      </a:srgbClr>
                    </a:solidFill>
                  </a:tcPr>
                </a:tc>
                <a:extLst>
                  <a:ext uri="{0D108BD9-81ED-4DB2-BD59-A6C34878D82A}">
                    <a16:rowId xmlns:a16="http://schemas.microsoft.com/office/drawing/2014/main" val="3646543613"/>
                  </a:ext>
                </a:extLst>
              </a:tr>
            </a:tbl>
          </a:graphicData>
        </a:graphic>
      </p:graphicFrame>
      <p:graphicFrame>
        <p:nvGraphicFramePr>
          <p:cNvPr id="3" name="Table 2">
            <a:extLst>
              <a:ext uri="{FF2B5EF4-FFF2-40B4-BE49-F238E27FC236}">
                <a16:creationId xmlns:a16="http://schemas.microsoft.com/office/drawing/2014/main" id="{3CBF747E-7E3C-6C74-039F-8647CCF32C08}"/>
              </a:ext>
            </a:extLst>
          </p:cNvPr>
          <p:cNvGraphicFramePr>
            <a:graphicFrameLocks noGrp="1"/>
          </p:cNvGraphicFramePr>
          <p:nvPr userDrawn="1">
            <p:extLst>
              <p:ext uri="{D42A27DB-BD31-4B8C-83A1-F6EECF244321}">
                <p14:modId xmlns:p14="http://schemas.microsoft.com/office/powerpoint/2010/main" val="772418996"/>
              </p:ext>
            </p:extLst>
          </p:nvPr>
        </p:nvGraphicFramePr>
        <p:xfrm>
          <a:off x="5290408"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0070C0"/>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Completed</a:t>
                      </a:r>
                    </a:p>
                  </a:txBody>
                  <a:tcPr marL="36576" marR="0" marT="0" marB="0" anchor="ctr">
                    <a:lnL w="12700" cap="flat" cmpd="sng" algn="ctr">
                      <a:solidFill>
                        <a:srgbClr val="0070C0"/>
                      </a:solidFill>
                      <a:prstDash val="solid"/>
                      <a:round/>
                      <a:headEnd type="none" w="med" len="med"/>
                      <a:tailEnd type="none" w="med" len="med"/>
                    </a:lnL>
                    <a:solidFill>
                      <a:srgbClr val="0070C0">
                        <a:alpha val="15000"/>
                      </a:srgbClr>
                    </a:solidFill>
                  </a:tcPr>
                </a:tc>
                <a:extLst>
                  <a:ext uri="{0D108BD9-81ED-4DB2-BD59-A6C34878D82A}">
                    <a16:rowId xmlns:a16="http://schemas.microsoft.com/office/drawing/2014/main" val="3646543613"/>
                  </a:ext>
                </a:extLst>
              </a:tr>
            </a:tbl>
          </a:graphicData>
        </a:graphic>
      </p:graphicFrame>
      <p:graphicFrame>
        <p:nvGraphicFramePr>
          <p:cNvPr id="4" name="Table 3">
            <a:extLst>
              <a:ext uri="{FF2B5EF4-FFF2-40B4-BE49-F238E27FC236}">
                <a16:creationId xmlns:a16="http://schemas.microsoft.com/office/drawing/2014/main" id="{0EECB92F-EA8B-61BC-C725-746CCDA03420}"/>
              </a:ext>
            </a:extLst>
          </p:cNvPr>
          <p:cNvGraphicFramePr>
            <a:graphicFrameLocks noGrp="1"/>
          </p:cNvGraphicFramePr>
          <p:nvPr userDrawn="1">
            <p:extLst>
              <p:ext uri="{D42A27DB-BD31-4B8C-83A1-F6EECF244321}">
                <p14:modId xmlns:p14="http://schemas.microsoft.com/office/powerpoint/2010/main" val="3844127070"/>
              </p:ext>
            </p:extLst>
          </p:nvPr>
        </p:nvGraphicFramePr>
        <p:xfrm>
          <a:off x="6159088"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chemeClr val="bg2"/>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Not started</a:t>
                      </a:r>
                    </a:p>
                  </a:txBody>
                  <a:tcPr marL="36576" marR="0" marT="0" marB="0" anchor="ctr">
                    <a:lnL w="12700" cap="flat" cmpd="sng" algn="ctr">
                      <a:solidFill>
                        <a:schemeClr val="bg2"/>
                      </a:solidFill>
                      <a:prstDash val="solid"/>
                      <a:round/>
                      <a:headEnd type="none" w="med" len="med"/>
                      <a:tailEnd type="none" w="med" len="med"/>
                    </a:lnL>
                    <a:solidFill>
                      <a:schemeClr val="bg2">
                        <a:alpha val="15000"/>
                      </a:schemeClr>
                    </a:solidFill>
                  </a:tcPr>
                </a:tc>
                <a:extLst>
                  <a:ext uri="{0D108BD9-81ED-4DB2-BD59-A6C34878D82A}">
                    <a16:rowId xmlns:a16="http://schemas.microsoft.com/office/drawing/2014/main" val="3646543613"/>
                  </a:ext>
                </a:extLst>
              </a:tr>
            </a:tbl>
          </a:graphicData>
        </a:graphic>
      </p:graphicFrame>
      <p:graphicFrame>
        <p:nvGraphicFramePr>
          <p:cNvPr id="5" name="Table 4">
            <a:extLst>
              <a:ext uri="{FF2B5EF4-FFF2-40B4-BE49-F238E27FC236}">
                <a16:creationId xmlns:a16="http://schemas.microsoft.com/office/drawing/2014/main" id="{736422A5-70D7-A735-B236-70CAC88446EE}"/>
              </a:ext>
            </a:extLst>
          </p:cNvPr>
          <p:cNvGraphicFramePr>
            <a:graphicFrameLocks noGrp="1"/>
          </p:cNvGraphicFramePr>
          <p:nvPr userDrawn="1">
            <p:extLst>
              <p:ext uri="{D42A27DB-BD31-4B8C-83A1-F6EECF244321}">
                <p14:modId xmlns:p14="http://schemas.microsoft.com/office/powerpoint/2010/main" val="2192326547"/>
              </p:ext>
            </p:extLst>
          </p:nvPr>
        </p:nvGraphicFramePr>
        <p:xfrm>
          <a:off x="3553937"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FFC00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At risk</a:t>
                      </a:r>
                    </a:p>
                  </a:txBody>
                  <a:tcPr marL="36576" marR="0" marT="0" marB="0" anchor="ctr">
                    <a:lnL w="12700" cap="flat" cmpd="sng" algn="ctr">
                      <a:solidFill>
                        <a:srgbClr val="FFC000"/>
                      </a:solidFill>
                      <a:prstDash val="solid"/>
                      <a:round/>
                      <a:headEnd type="none" w="med" len="med"/>
                      <a:tailEnd type="none" w="med" len="med"/>
                    </a:lnL>
                    <a:solidFill>
                      <a:srgbClr val="FFC000">
                        <a:alpha val="15000"/>
                      </a:srgbClr>
                    </a:solidFill>
                  </a:tcPr>
                </a:tc>
                <a:extLst>
                  <a:ext uri="{0D108BD9-81ED-4DB2-BD59-A6C34878D82A}">
                    <a16:rowId xmlns:a16="http://schemas.microsoft.com/office/drawing/2014/main" val="3646543613"/>
                  </a:ext>
                </a:extLst>
              </a:tr>
            </a:tbl>
          </a:graphicData>
        </a:graphic>
      </p:graphicFrame>
      <p:graphicFrame>
        <p:nvGraphicFramePr>
          <p:cNvPr id="9" name="Table 8">
            <a:extLst>
              <a:ext uri="{FF2B5EF4-FFF2-40B4-BE49-F238E27FC236}">
                <a16:creationId xmlns:a16="http://schemas.microsoft.com/office/drawing/2014/main" id="{BB4688FC-C54E-C408-8754-16142CAE6EDF}"/>
              </a:ext>
            </a:extLst>
          </p:cNvPr>
          <p:cNvGraphicFramePr>
            <a:graphicFrameLocks noGrp="1"/>
          </p:cNvGraphicFramePr>
          <p:nvPr userDrawn="1">
            <p:extLst>
              <p:ext uri="{D42A27DB-BD31-4B8C-83A1-F6EECF244321}">
                <p14:modId xmlns:p14="http://schemas.microsoft.com/office/powerpoint/2010/main" val="2337816081"/>
              </p:ext>
            </p:extLst>
          </p:nvPr>
        </p:nvGraphicFramePr>
        <p:xfrm>
          <a:off x="2685257"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92D05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On track</a:t>
                      </a:r>
                    </a:p>
                  </a:txBody>
                  <a:tcPr marL="36576" marR="0" marT="0" marB="0" anchor="ctr">
                    <a:lnL w="12700" cap="flat" cmpd="sng" algn="ctr">
                      <a:solidFill>
                        <a:srgbClr val="92D050"/>
                      </a:solidFill>
                      <a:prstDash val="solid"/>
                      <a:round/>
                      <a:headEnd type="none" w="med" len="med"/>
                      <a:tailEnd type="none" w="med" len="med"/>
                    </a:lnL>
                    <a:solidFill>
                      <a:srgbClr val="92D050">
                        <a:alpha val="15000"/>
                      </a:srgbClr>
                    </a:solidFill>
                  </a:tcPr>
                </a:tc>
                <a:extLst>
                  <a:ext uri="{0D108BD9-81ED-4DB2-BD59-A6C34878D82A}">
                    <a16:rowId xmlns:a16="http://schemas.microsoft.com/office/drawing/2014/main" val="3646543613"/>
                  </a:ext>
                </a:extLst>
              </a:tr>
            </a:tbl>
          </a:graphicData>
        </a:graphic>
      </p:graphicFrame>
      <p:sp>
        <p:nvSpPr>
          <p:cNvPr id="11" name="Rectangle: Rounded Corners 10">
            <a:extLst>
              <a:ext uri="{FF2B5EF4-FFF2-40B4-BE49-F238E27FC236}">
                <a16:creationId xmlns:a16="http://schemas.microsoft.com/office/drawing/2014/main" id="{38615278-2BCD-05C8-7DE5-7CFCF374B113}"/>
              </a:ext>
            </a:extLst>
          </p:cNvPr>
          <p:cNvSpPr/>
          <p:nvPr userDrawn="1"/>
        </p:nvSpPr>
        <p:spPr>
          <a:xfrm>
            <a:off x="336855" y="1221214"/>
            <a:ext cx="1308151" cy="1850260"/>
          </a:xfrm>
          <a:prstGeom prst="roundRect">
            <a:avLst>
              <a:gd name="adj" fmla="val 4112"/>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4" name="Rectangle: Rounded Corners 13">
            <a:extLst>
              <a:ext uri="{FF2B5EF4-FFF2-40B4-BE49-F238E27FC236}">
                <a16:creationId xmlns:a16="http://schemas.microsoft.com/office/drawing/2014/main" id="{ED9EF020-4E17-B09E-5A11-D63276BBF0D4}"/>
              </a:ext>
            </a:extLst>
          </p:cNvPr>
          <p:cNvSpPr/>
          <p:nvPr userDrawn="1"/>
        </p:nvSpPr>
        <p:spPr>
          <a:xfrm>
            <a:off x="1769283" y="1221214"/>
            <a:ext cx="1308151" cy="1850260"/>
          </a:xfrm>
          <a:prstGeom prst="roundRect">
            <a:avLst>
              <a:gd name="adj" fmla="val 4112"/>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5" name="Rectangle: Rounded Corners 14">
            <a:extLst>
              <a:ext uri="{FF2B5EF4-FFF2-40B4-BE49-F238E27FC236}">
                <a16:creationId xmlns:a16="http://schemas.microsoft.com/office/drawing/2014/main" id="{1C4D001F-CF28-94E8-962C-73DE65B1F260}"/>
              </a:ext>
            </a:extLst>
          </p:cNvPr>
          <p:cNvSpPr/>
          <p:nvPr userDrawn="1"/>
        </p:nvSpPr>
        <p:spPr>
          <a:xfrm>
            <a:off x="3201711" y="1221214"/>
            <a:ext cx="1308151" cy="1850260"/>
          </a:xfrm>
          <a:prstGeom prst="roundRect">
            <a:avLst>
              <a:gd name="adj" fmla="val 3510"/>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6" name="Rectangle: Rounded Corners 15">
            <a:extLst>
              <a:ext uri="{FF2B5EF4-FFF2-40B4-BE49-F238E27FC236}">
                <a16:creationId xmlns:a16="http://schemas.microsoft.com/office/drawing/2014/main" id="{5F7A4F93-7E3A-EFD1-6550-9096D492FCDF}"/>
              </a:ext>
            </a:extLst>
          </p:cNvPr>
          <p:cNvSpPr/>
          <p:nvPr userDrawn="1"/>
        </p:nvSpPr>
        <p:spPr>
          <a:xfrm>
            <a:off x="4634139" y="1221214"/>
            <a:ext cx="1308151" cy="1850260"/>
          </a:xfrm>
          <a:prstGeom prst="roundRect">
            <a:avLst>
              <a:gd name="adj" fmla="val 3510"/>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7" name="Rectangle: Rounded Corners 16">
            <a:extLst>
              <a:ext uri="{FF2B5EF4-FFF2-40B4-BE49-F238E27FC236}">
                <a16:creationId xmlns:a16="http://schemas.microsoft.com/office/drawing/2014/main" id="{BB34E862-D037-20DA-1101-0F893DA52F38}"/>
              </a:ext>
            </a:extLst>
          </p:cNvPr>
          <p:cNvSpPr/>
          <p:nvPr userDrawn="1"/>
        </p:nvSpPr>
        <p:spPr>
          <a:xfrm>
            <a:off x="6066567" y="1221214"/>
            <a:ext cx="1308151" cy="1850260"/>
          </a:xfrm>
          <a:prstGeom prst="roundRect">
            <a:avLst>
              <a:gd name="adj" fmla="val 4112"/>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8" name="Rectangle: Rounded Corners 17">
            <a:extLst>
              <a:ext uri="{FF2B5EF4-FFF2-40B4-BE49-F238E27FC236}">
                <a16:creationId xmlns:a16="http://schemas.microsoft.com/office/drawing/2014/main" id="{D9C35C2A-FF1B-A05B-061E-F4D270601A21}"/>
              </a:ext>
            </a:extLst>
          </p:cNvPr>
          <p:cNvSpPr/>
          <p:nvPr userDrawn="1"/>
        </p:nvSpPr>
        <p:spPr>
          <a:xfrm>
            <a:off x="7498995" y="1221214"/>
            <a:ext cx="1308151" cy="1850260"/>
          </a:xfrm>
          <a:prstGeom prst="roundRect">
            <a:avLst>
              <a:gd name="adj" fmla="val 4713"/>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9" name="Oval 18">
            <a:extLst>
              <a:ext uri="{FF2B5EF4-FFF2-40B4-BE49-F238E27FC236}">
                <a16:creationId xmlns:a16="http://schemas.microsoft.com/office/drawing/2014/main" id="{82C892BA-B16A-81FC-5346-2EC488B1A0BA}"/>
              </a:ext>
            </a:extLst>
          </p:cNvPr>
          <p:cNvSpPr/>
          <p:nvPr userDrawn="1"/>
        </p:nvSpPr>
        <p:spPr>
          <a:xfrm>
            <a:off x="772102"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1</a:t>
            </a:r>
          </a:p>
        </p:txBody>
      </p:sp>
      <p:sp>
        <p:nvSpPr>
          <p:cNvPr id="20" name="Oval 19">
            <a:extLst>
              <a:ext uri="{FF2B5EF4-FFF2-40B4-BE49-F238E27FC236}">
                <a16:creationId xmlns:a16="http://schemas.microsoft.com/office/drawing/2014/main" id="{093DCC8F-D279-0CB8-F063-C65394886F22}"/>
              </a:ext>
            </a:extLst>
          </p:cNvPr>
          <p:cNvSpPr/>
          <p:nvPr userDrawn="1"/>
        </p:nvSpPr>
        <p:spPr>
          <a:xfrm>
            <a:off x="2204530"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a:t>
            </a:r>
          </a:p>
        </p:txBody>
      </p:sp>
      <p:sp>
        <p:nvSpPr>
          <p:cNvPr id="21" name="Oval 20">
            <a:extLst>
              <a:ext uri="{FF2B5EF4-FFF2-40B4-BE49-F238E27FC236}">
                <a16:creationId xmlns:a16="http://schemas.microsoft.com/office/drawing/2014/main" id="{4E8A6487-D61E-DE59-CF65-4D4A791AB8F6}"/>
              </a:ext>
            </a:extLst>
          </p:cNvPr>
          <p:cNvSpPr/>
          <p:nvPr userDrawn="1"/>
        </p:nvSpPr>
        <p:spPr>
          <a:xfrm>
            <a:off x="3636958"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3</a:t>
            </a:r>
          </a:p>
        </p:txBody>
      </p:sp>
      <p:sp>
        <p:nvSpPr>
          <p:cNvPr id="22" name="Oval 21">
            <a:extLst>
              <a:ext uri="{FF2B5EF4-FFF2-40B4-BE49-F238E27FC236}">
                <a16:creationId xmlns:a16="http://schemas.microsoft.com/office/drawing/2014/main" id="{718B9322-FEE4-2678-01DB-270AA49FE78E}"/>
              </a:ext>
            </a:extLst>
          </p:cNvPr>
          <p:cNvSpPr/>
          <p:nvPr userDrawn="1"/>
        </p:nvSpPr>
        <p:spPr>
          <a:xfrm>
            <a:off x="5069386"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4</a:t>
            </a:r>
          </a:p>
        </p:txBody>
      </p:sp>
      <p:sp>
        <p:nvSpPr>
          <p:cNvPr id="23" name="Oval 22">
            <a:extLst>
              <a:ext uri="{FF2B5EF4-FFF2-40B4-BE49-F238E27FC236}">
                <a16:creationId xmlns:a16="http://schemas.microsoft.com/office/drawing/2014/main" id="{7AF8DBB3-27C2-0E74-ACF3-5E85B02F1BE4}"/>
              </a:ext>
            </a:extLst>
          </p:cNvPr>
          <p:cNvSpPr/>
          <p:nvPr userDrawn="1"/>
        </p:nvSpPr>
        <p:spPr>
          <a:xfrm>
            <a:off x="6501814"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5</a:t>
            </a:r>
          </a:p>
        </p:txBody>
      </p:sp>
      <p:sp>
        <p:nvSpPr>
          <p:cNvPr id="24" name="Oval 23">
            <a:extLst>
              <a:ext uri="{FF2B5EF4-FFF2-40B4-BE49-F238E27FC236}">
                <a16:creationId xmlns:a16="http://schemas.microsoft.com/office/drawing/2014/main" id="{BB8072D3-E271-00C2-0970-8D028B14AB81}"/>
              </a:ext>
            </a:extLst>
          </p:cNvPr>
          <p:cNvSpPr/>
          <p:nvPr userDrawn="1"/>
        </p:nvSpPr>
        <p:spPr>
          <a:xfrm>
            <a:off x="7934242"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6</a:t>
            </a:r>
          </a:p>
        </p:txBody>
      </p:sp>
      <p:sp>
        <p:nvSpPr>
          <p:cNvPr id="25" name="Text Placeholder 25">
            <a:extLst>
              <a:ext uri="{FF2B5EF4-FFF2-40B4-BE49-F238E27FC236}">
                <a16:creationId xmlns:a16="http://schemas.microsoft.com/office/drawing/2014/main" id="{61361EF8-81BD-23E2-8EED-69E42FB9E70D}"/>
              </a:ext>
            </a:extLst>
          </p:cNvPr>
          <p:cNvSpPr>
            <a:spLocks noGrp="1"/>
          </p:cNvSpPr>
          <p:nvPr>
            <p:ph type="body" sz="quarter" idx="22" hasCustomPrompt="1"/>
          </p:nvPr>
        </p:nvSpPr>
        <p:spPr>
          <a:xfrm>
            <a:off x="1769334"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6" name="Text Placeholder 25">
            <a:extLst>
              <a:ext uri="{FF2B5EF4-FFF2-40B4-BE49-F238E27FC236}">
                <a16:creationId xmlns:a16="http://schemas.microsoft.com/office/drawing/2014/main" id="{A075369D-732A-49D7-27CF-3CF8965F50FC}"/>
              </a:ext>
            </a:extLst>
          </p:cNvPr>
          <p:cNvSpPr>
            <a:spLocks noGrp="1"/>
          </p:cNvSpPr>
          <p:nvPr>
            <p:ph type="body" sz="quarter" idx="23" hasCustomPrompt="1"/>
          </p:nvPr>
        </p:nvSpPr>
        <p:spPr>
          <a:xfrm>
            <a:off x="3201558"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7" name="Text Placeholder 25">
            <a:extLst>
              <a:ext uri="{FF2B5EF4-FFF2-40B4-BE49-F238E27FC236}">
                <a16:creationId xmlns:a16="http://schemas.microsoft.com/office/drawing/2014/main" id="{739CFE7D-E1B2-BB9D-5F76-DFFD91D21925}"/>
              </a:ext>
            </a:extLst>
          </p:cNvPr>
          <p:cNvSpPr>
            <a:spLocks noGrp="1"/>
          </p:cNvSpPr>
          <p:nvPr>
            <p:ph type="body" sz="quarter" idx="24" hasCustomPrompt="1"/>
          </p:nvPr>
        </p:nvSpPr>
        <p:spPr>
          <a:xfrm>
            <a:off x="4634342"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8" name="Text Placeholder 25">
            <a:extLst>
              <a:ext uri="{FF2B5EF4-FFF2-40B4-BE49-F238E27FC236}">
                <a16:creationId xmlns:a16="http://schemas.microsoft.com/office/drawing/2014/main" id="{809F944C-B8E1-EF40-BF51-56945B8CB2D4}"/>
              </a:ext>
            </a:extLst>
          </p:cNvPr>
          <p:cNvSpPr>
            <a:spLocks noGrp="1"/>
          </p:cNvSpPr>
          <p:nvPr>
            <p:ph type="body" sz="quarter" idx="25" hasCustomPrompt="1"/>
          </p:nvPr>
        </p:nvSpPr>
        <p:spPr>
          <a:xfrm>
            <a:off x="6066566"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9" name="Text Placeholder 25">
            <a:extLst>
              <a:ext uri="{FF2B5EF4-FFF2-40B4-BE49-F238E27FC236}">
                <a16:creationId xmlns:a16="http://schemas.microsoft.com/office/drawing/2014/main" id="{6B4FCA75-6497-FD07-046F-F79A4821BBB8}"/>
              </a:ext>
            </a:extLst>
          </p:cNvPr>
          <p:cNvSpPr>
            <a:spLocks noGrp="1"/>
          </p:cNvSpPr>
          <p:nvPr>
            <p:ph type="body" sz="quarter" idx="26" hasCustomPrompt="1"/>
          </p:nvPr>
        </p:nvSpPr>
        <p:spPr>
          <a:xfrm>
            <a:off x="7499350"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30" name="Text Placeholder 25">
            <a:extLst>
              <a:ext uri="{FF2B5EF4-FFF2-40B4-BE49-F238E27FC236}">
                <a16:creationId xmlns:a16="http://schemas.microsoft.com/office/drawing/2014/main" id="{BAC87294-5363-F6A9-8CCE-3343209FE5BD}"/>
              </a:ext>
            </a:extLst>
          </p:cNvPr>
          <p:cNvSpPr>
            <a:spLocks noGrp="1"/>
          </p:cNvSpPr>
          <p:nvPr>
            <p:ph type="body" sz="quarter" idx="27" hasCustomPrompt="1"/>
          </p:nvPr>
        </p:nvSpPr>
        <p:spPr>
          <a:xfrm>
            <a:off x="336499"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Tree>
    <p:extLst>
      <p:ext uri="{BB962C8B-B14F-4D97-AF65-F5344CB8AC3E}">
        <p14:creationId xmlns:p14="http://schemas.microsoft.com/office/powerpoint/2010/main" val="173397745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corecard w Categories Five Column">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223038EE-DBB9-2176-1D94-CD9B74530485}"/>
              </a:ext>
            </a:extLst>
          </p:cNvPr>
          <p:cNvSpPr/>
          <p:nvPr userDrawn="1"/>
        </p:nvSpPr>
        <p:spPr>
          <a:xfrm>
            <a:off x="2059666"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1" name="Straight Connector 30">
            <a:extLst>
              <a:ext uri="{FF2B5EF4-FFF2-40B4-BE49-F238E27FC236}">
                <a16:creationId xmlns:a16="http://schemas.microsoft.com/office/drawing/2014/main" id="{19CC5096-9896-C274-689F-224F77EB5FBE}"/>
              </a:ext>
            </a:extLst>
          </p:cNvPr>
          <p:cNvCxnSpPr>
            <a:cxnSpLocks/>
          </p:cNvCxnSpPr>
          <p:nvPr userDrawn="1"/>
        </p:nvCxnSpPr>
        <p:spPr>
          <a:xfrm>
            <a:off x="2059667"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2" name="Rectangle: Top Corners Rounded 31">
            <a:extLst>
              <a:ext uri="{FF2B5EF4-FFF2-40B4-BE49-F238E27FC236}">
                <a16:creationId xmlns:a16="http://schemas.microsoft.com/office/drawing/2014/main" id="{67E337B0-71C8-A656-9FC1-FA76ED29CD5B}"/>
              </a:ext>
            </a:extLst>
          </p:cNvPr>
          <p:cNvSpPr/>
          <p:nvPr userDrawn="1"/>
        </p:nvSpPr>
        <p:spPr>
          <a:xfrm>
            <a:off x="378433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3" name="Straight Connector 32">
            <a:extLst>
              <a:ext uri="{FF2B5EF4-FFF2-40B4-BE49-F238E27FC236}">
                <a16:creationId xmlns:a16="http://schemas.microsoft.com/office/drawing/2014/main" id="{CA62757B-3E44-B305-725E-016F5ED2101A}"/>
              </a:ext>
            </a:extLst>
          </p:cNvPr>
          <p:cNvCxnSpPr>
            <a:cxnSpLocks/>
          </p:cNvCxnSpPr>
          <p:nvPr userDrawn="1"/>
        </p:nvCxnSpPr>
        <p:spPr>
          <a:xfrm>
            <a:off x="378433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Rectangle: Top Corners Rounded 33">
            <a:extLst>
              <a:ext uri="{FF2B5EF4-FFF2-40B4-BE49-F238E27FC236}">
                <a16:creationId xmlns:a16="http://schemas.microsoft.com/office/drawing/2014/main" id="{B4922834-F063-7685-B553-7ABB305B78E1}"/>
              </a:ext>
            </a:extLst>
          </p:cNvPr>
          <p:cNvSpPr/>
          <p:nvPr userDrawn="1"/>
        </p:nvSpPr>
        <p:spPr>
          <a:xfrm>
            <a:off x="5507380"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5" name="Straight Connector 34">
            <a:extLst>
              <a:ext uri="{FF2B5EF4-FFF2-40B4-BE49-F238E27FC236}">
                <a16:creationId xmlns:a16="http://schemas.microsoft.com/office/drawing/2014/main" id="{FEBBB28A-8E86-B995-5366-6F2F5B4A5744}"/>
              </a:ext>
            </a:extLst>
          </p:cNvPr>
          <p:cNvCxnSpPr>
            <a:cxnSpLocks/>
          </p:cNvCxnSpPr>
          <p:nvPr userDrawn="1"/>
        </p:nvCxnSpPr>
        <p:spPr>
          <a:xfrm>
            <a:off x="5507381"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Rectangle: Top Corners Rounded 35">
            <a:extLst>
              <a:ext uri="{FF2B5EF4-FFF2-40B4-BE49-F238E27FC236}">
                <a16:creationId xmlns:a16="http://schemas.microsoft.com/office/drawing/2014/main" id="{7F6B9D9B-88BC-65A8-06AC-CD39EFD53C65}"/>
              </a:ext>
            </a:extLst>
          </p:cNvPr>
          <p:cNvSpPr/>
          <p:nvPr userDrawn="1"/>
        </p:nvSpPr>
        <p:spPr>
          <a:xfrm>
            <a:off x="723135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7" name="Straight Connector 36">
            <a:extLst>
              <a:ext uri="{FF2B5EF4-FFF2-40B4-BE49-F238E27FC236}">
                <a16:creationId xmlns:a16="http://schemas.microsoft.com/office/drawing/2014/main" id="{03A54FE2-263B-BE04-806A-169F3CE2CB44}"/>
              </a:ext>
            </a:extLst>
          </p:cNvPr>
          <p:cNvCxnSpPr>
            <a:cxnSpLocks/>
          </p:cNvCxnSpPr>
          <p:nvPr userDrawn="1"/>
        </p:nvCxnSpPr>
        <p:spPr>
          <a:xfrm>
            <a:off x="723135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Rectangle: Top Corners Rounded 37">
            <a:extLst>
              <a:ext uri="{FF2B5EF4-FFF2-40B4-BE49-F238E27FC236}">
                <a16:creationId xmlns:a16="http://schemas.microsoft.com/office/drawing/2014/main" id="{6176B42A-0043-D3DD-DA39-F97A4380653F}"/>
              </a:ext>
            </a:extLst>
          </p:cNvPr>
          <p:cNvSpPr/>
          <p:nvPr userDrawn="1"/>
        </p:nvSpPr>
        <p:spPr>
          <a:xfrm>
            <a:off x="33685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9" name="Straight Connector 38">
            <a:extLst>
              <a:ext uri="{FF2B5EF4-FFF2-40B4-BE49-F238E27FC236}">
                <a16:creationId xmlns:a16="http://schemas.microsoft.com/office/drawing/2014/main" id="{D06E420C-74D2-641A-4FA1-F1D0C3A3EC8C}"/>
              </a:ext>
            </a:extLst>
          </p:cNvPr>
          <p:cNvCxnSpPr>
            <a:cxnSpLocks/>
          </p:cNvCxnSpPr>
          <p:nvPr userDrawn="1"/>
        </p:nvCxnSpPr>
        <p:spPr>
          <a:xfrm>
            <a:off x="33685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3193D31E-3749-07E4-523B-BC7CF5325788}"/>
              </a:ext>
            </a:extLst>
          </p:cNvPr>
          <p:cNvSpPr/>
          <p:nvPr userDrawn="1"/>
        </p:nvSpPr>
        <p:spPr>
          <a:xfrm>
            <a:off x="336854"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1" name="Rectangle: Rounded Corners 40">
            <a:extLst>
              <a:ext uri="{FF2B5EF4-FFF2-40B4-BE49-F238E27FC236}">
                <a16:creationId xmlns:a16="http://schemas.microsoft.com/office/drawing/2014/main" id="{DF496BAE-E09D-947D-D38B-BDCE9D7D2738}"/>
              </a:ext>
            </a:extLst>
          </p:cNvPr>
          <p:cNvSpPr/>
          <p:nvPr userDrawn="1"/>
        </p:nvSpPr>
        <p:spPr>
          <a:xfrm>
            <a:off x="2060826"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2" name="Rectangle: Rounded Corners 41">
            <a:extLst>
              <a:ext uri="{FF2B5EF4-FFF2-40B4-BE49-F238E27FC236}">
                <a16:creationId xmlns:a16="http://schemas.microsoft.com/office/drawing/2014/main" id="{75526ACB-854D-C871-D180-A45A45DF5B93}"/>
              </a:ext>
            </a:extLst>
          </p:cNvPr>
          <p:cNvSpPr/>
          <p:nvPr userDrawn="1"/>
        </p:nvSpPr>
        <p:spPr>
          <a:xfrm>
            <a:off x="3784799" y="1221214"/>
            <a:ext cx="1574401" cy="3136060"/>
          </a:xfrm>
          <a:prstGeom prst="roundRect">
            <a:avLst>
              <a:gd name="adj" fmla="val 3510"/>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3" name="Rectangle: Rounded Corners 42">
            <a:extLst>
              <a:ext uri="{FF2B5EF4-FFF2-40B4-BE49-F238E27FC236}">
                <a16:creationId xmlns:a16="http://schemas.microsoft.com/office/drawing/2014/main" id="{2C6FA5C6-802D-D31B-B177-04AC894295D1}"/>
              </a:ext>
            </a:extLst>
          </p:cNvPr>
          <p:cNvSpPr/>
          <p:nvPr userDrawn="1"/>
        </p:nvSpPr>
        <p:spPr>
          <a:xfrm>
            <a:off x="5508771" y="1221214"/>
            <a:ext cx="1574401" cy="3136060"/>
          </a:xfrm>
          <a:prstGeom prst="roundRect">
            <a:avLst>
              <a:gd name="adj" fmla="val 3510"/>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4" name="Rectangle: Rounded Corners 43">
            <a:extLst>
              <a:ext uri="{FF2B5EF4-FFF2-40B4-BE49-F238E27FC236}">
                <a16:creationId xmlns:a16="http://schemas.microsoft.com/office/drawing/2014/main" id="{C58CB616-C55A-31E0-FA42-DAB0F45C36D6}"/>
              </a:ext>
            </a:extLst>
          </p:cNvPr>
          <p:cNvSpPr/>
          <p:nvPr userDrawn="1"/>
        </p:nvSpPr>
        <p:spPr>
          <a:xfrm>
            <a:off x="7232744"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601CD6B5-670C-EB96-8808-273DD99B68B8}"/>
              </a:ext>
            </a:extLst>
          </p:cNvPr>
          <p:cNvSpPr/>
          <p:nvPr userDrawn="1"/>
        </p:nvSpPr>
        <p:spPr>
          <a:xfrm>
            <a:off x="905225"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1</a:t>
            </a:r>
          </a:p>
        </p:txBody>
      </p:sp>
      <p:sp>
        <p:nvSpPr>
          <p:cNvPr id="46" name="Oval 45">
            <a:extLst>
              <a:ext uri="{FF2B5EF4-FFF2-40B4-BE49-F238E27FC236}">
                <a16:creationId xmlns:a16="http://schemas.microsoft.com/office/drawing/2014/main" id="{3E68A5DF-0675-D436-F925-2B6C2FD49A19}"/>
              </a:ext>
            </a:extLst>
          </p:cNvPr>
          <p:cNvSpPr/>
          <p:nvPr userDrawn="1"/>
        </p:nvSpPr>
        <p:spPr>
          <a:xfrm>
            <a:off x="2628966"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a:t>
            </a:r>
          </a:p>
        </p:txBody>
      </p:sp>
      <p:sp>
        <p:nvSpPr>
          <p:cNvPr id="47" name="Oval 46">
            <a:extLst>
              <a:ext uri="{FF2B5EF4-FFF2-40B4-BE49-F238E27FC236}">
                <a16:creationId xmlns:a16="http://schemas.microsoft.com/office/drawing/2014/main" id="{84CC72EE-F79E-4CD7-4C2C-ED25486E48FF}"/>
              </a:ext>
            </a:extLst>
          </p:cNvPr>
          <p:cNvSpPr/>
          <p:nvPr userDrawn="1"/>
        </p:nvSpPr>
        <p:spPr>
          <a:xfrm>
            <a:off x="4352707"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3</a:t>
            </a:r>
          </a:p>
        </p:txBody>
      </p:sp>
      <p:sp>
        <p:nvSpPr>
          <p:cNvPr id="48" name="Oval 47">
            <a:extLst>
              <a:ext uri="{FF2B5EF4-FFF2-40B4-BE49-F238E27FC236}">
                <a16:creationId xmlns:a16="http://schemas.microsoft.com/office/drawing/2014/main" id="{42AAC67F-F756-1F1E-4E02-7650208CC87D}"/>
              </a:ext>
            </a:extLst>
          </p:cNvPr>
          <p:cNvSpPr/>
          <p:nvPr userDrawn="1"/>
        </p:nvSpPr>
        <p:spPr>
          <a:xfrm>
            <a:off x="6076448"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4</a:t>
            </a:r>
          </a:p>
        </p:txBody>
      </p:sp>
      <p:sp>
        <p:nvSpPr>
          <p:cNvPr id="49" name="Oval 48">
            <a:extLst>
              <a:ext uri="{FF2B5EF4-FFF2-40B4-BE49-F238E27FC236}">
                <a16:creationId xmlns:a16="http://schemas.microsoft.com/office/drawing/2014/main" id="{AEA53705-ED58-F0D0-6D25-47A51D603603}"/>
              </a:ext>
            </a:extLst>
          </p:cNvPr>
          <p:cNvSpPr/>
          <p:nvPr userDrawn="1"/>
        </p:nvSpPr>
        <p:spPr>
          <a:xfrm>
            <a:off x="7800188"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5</a:t>
            </a:r>
          </a:p>
        </p:txBody>
      </p:sp>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5 Column Summaries and Scorecards</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FA45F366-5F1E-E56C-398F-89039459123A}"/>
              </a:ext>
            </a:extLst>
          </p:cNvPr>
          <p:cNvGraphicFramePr>
            <a:graphicFrameLocks noGrp="1"/>
          </p:cNvGraphicFramePr>
          <p:nvPr userDrawn="1">
            <p:extLst>
              <p:ext uri="{D42A27DB-BD31-4B8C-83A1-F6EECF244321}">
                <p14:modId xmlns:p14="http://schemas.microsoft.com/office/powerpoint/2010/main" val="2905363104"/>
              </p:ext>
            </p:extLst>
          </p:nvPr>
        </p:nvGraphicFramePr>
        <p:xfrm>
          <a:off x="4422321"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C00000"/>
                      </a:solidFill>
                      <a:prstDash val="solid"/>
                      <a:round/>
                      <a:headEnd type="none" w="med" len="med"/>
                      <a:tailEnd type="none" w="med" len="med"/>
                    </a:lnR>
                    <a:solidFill>
                      <a:schemeClr val="bg1"/>
                    </a:solidFill>
                  </a:tcPr>
                </a:tc>
                <a:tc>
                  <a:txBody>
                    <a:bodyPr/>
                    <a:lstStyle/>
                    <a:p>
                      <a:r>
                        <a:rPr lang="en-US" sz="800" spc="-10" baseline="0">
                          <a:solidFill>
                            <a:schemeClr val="bg1">
                              <a:lumMod val="50000"/>
                            </a:schemeClr>
                          </a:solidFill>
                        </a:rPr>
                        <a:t>Not on track</a:t>
                      </a:r>
                    </a:p>
                  </a:txBody>
                  <a:tcPr marL="36576" marR="0" marT="0" marB="0" anchor="ctr">
                    <a:lnL w="12700" cap="flat" cmpd="sng" algn="ctr">
                      <a:solidFill>
                        <a:srgbClr val="C00000"/>
                      </a:solidFill>
                      <a:prstDash val="solid"/>
                      <a:round/>
                      <a:headEnd type="none" w="med" len="med"/>
                      <a:tailEnd type="none" w="med" len="med"/>
                    </a:lnL>
                    <a:solidFill>
                      <a:srgbClr val="C00000">
                        <a:alpha val="15000"/>
                      </a:srgbClr>
                    </a:solidFill>
                  </a:tcPr>
                </a:tc>
                <a:extLst>
                  <a:ext uri="{0D108BD9-81ED-4DB2-BD59-A6C34878D82A}">
                    <a16:rowId xmlns:a16="http://schemas.microsoft.com/office/drawing/2014/main" val="3646543613"/>
                  </a:ext>
                </a:extLst>
              </a:tr>
            </a:tbl>
          </a:graphicData>
        </a:graphic>
      </p:graphicFrame>
      <p:graphicFrame>
        <p:nvGraphicFramePr>
          <p:cNvPr id="3" name="Table 2">
            <a:extLst>
              <a:ext uri="{FF2B5EF4-FFF2-40B4-BE49-F238E27FC236}">
                <a16:creationId xmlns:a16="http://schemas.microsoft.com/office/drawing/2014/main" id="{3CBF747E-7E3C-6C74-039F-8647CCF32C08}"/>
              </a:ext>
            </a:extLst>
          </p:cNvPr>
          <p:cNvGraphicFramePr>
            <a:graphicFrameLocks noGrp="1"/>
          </p:cNvGraphicFramePr>
          <p:nvPr userDrawn="1">
            <p:extLst>
              <p:ext uri="{D42A27DB-BD31-4B8C-83A1-F6EECF244321}">
                <p14:modId xmlns:p14="http://schemas.microsoft.com/office/powerpoint/2010/main" val="772418996"/>
              </p:ext>
            </p:extLst>
          </p:nvPr>
        </p:nvGraphicFramePr>
        <p:xfrm>
          <a:off x="5290408"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0070C0"/>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Completed</a:t>
                      </a:r>
                    </a:p>
                  </a:txBody>
                  <a:tcPr marL="36576" marR="0" marT="0" marB="0" anchor="ctr">
                    <a:lnL w="12700" cap="flat" cmpd="sng" algn="ctr">
                      <a:solidFill>
                        <a:srgbClr val="0070C0"/>
                      </a:solidFill>
                      <a:prstDash val="solid"/>
                      <a:round/>
                      <a:headEnd type="none" w="med" len="med"/>
                      <a:tailEnd type="none" w="med" len="med"/>
                    </a:lnL>
                    <a:solidFill>
                      <a:srgbClr val="0070C0">
                        <a:alpha val="15000"/>
                      </a:srgbClr>
                    </a:solidFill>
                  </a:tcPr>
                </a:tc>
                <a:extLst>
                  <a:ext uri="{0D108BD9-81ED-4DB2-BD59-A6C34878D82A}">
                    <a16:rowId xmlns:a16="http://schemas.microsoft.com/office/drawing/2014/main" val="3646543613"/>
                  </a:ext>
                </a:extLst>
              </a:tr>
            </a:tbl>
          </a:graphicData>
        </a:graphic>
      </p:graphicFrame>
      <p:graphicFrame>
        <p:nvGraphicFramePr>
          <p:cNvPr id="4" name="Table 3">
            <a:extLst>
              <a:ext uri="{FF2B5EF4-FFF2-40B4-BE49-F238E27FC236}">
                <a16:creationId xmlns:a16="http://schemas.microsoft.com/office/drawing/2014/main" id="{0EECB92F-EA8B-61BC-C725-746CCDA03420}"/>
              </a:ext>
            </a:extLst>
          </p:cNvPr>
          <p:cNvGraphicFramePr>
            <a:graphicFrameLocks noGrp="1"/>
          </p:cNvGraphicFramePr>
          <p:nvPr userDrawn="1">
            <p:extLst>
              <p:ext uri="{D42A27DB-BD31-4B8C-83A1-F6EECF244321}">
                <p14:modId xmlns:p14="http://schemas.microsoft.com/office/powerpoint/2010/main" val="3844127070"/>
              </p:ext>
            </p:extLst>
          </p:nvPr>
        </p:nvGraphicFramePr>
        <p:xfrm>
          <a:off x="6159088"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chemeClr val="bg2"/>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Not started</a:t>
                      </a:r>
                    </a:p>
                  </a:txBody>
                  <a:tcPr marL="36576" marR="0" marT="0" marB="0" anchor="ctr">
                    <a:lnL w="12700" cap="flat" cmpd="sng" algn="ctr">
                      <a:solidFill>
                        <a:schemeClr val="bg2"/>
                      </a:solidFill>
                      <a:prstDash val="solid"/>
                      <a:round/>
                      <a:headEnd type="none" w="med" len="med"/>
                      <a:tailEnd type="none" w="med" len="med"/>
                    </a:lnL>
                    <a:solidFill>
                      <a:schemeClr val="bg2">
                        <a:alpha val="15000"/>
                      </a:schemeClr>
                    </a:solidFill>
                  </a:tcPr>
                </a:tc>
                <a:extLst>
                  <a:ext uri="{0D108BD9-81ED-4DB2-BD59-A6C34878D82A}">
                    <a16:rowId xmlns:a16="http://schemas.microsoft.com/office/drawing/2014/main" val="3646543613"/>
                  </a:ext>
                </a:extLst>
              </a:tr>
            </a:tbl>
          </a:graphicData>
        </a:graphic>
      </p:graphicFrame>
      <p:graphicFrame>
        <p:nvGraphicFramePr>
          <p:cNvPr id="5" name="Table 4">
            <a:extLst>
              <a:ext uri="{FF2B5EF4-FFF2-40B4-BE49-F238E27FC236}">
                <a16:creationId xmlns:a16="http://schemas.microsoft.com/office/drawing/2014/main" id="{736422A5-70D7-A735-B236-70CAC88446EE}"/>
              </a:ext>
            </a:extLst>
          </p:cNvPr>
          <p:cNvGraphicFramePr>
            <a:graphicFrameLocks noGrp="1"/>
          </p:cNvGraphicFramePr>
          <p:nvPr userDrawn="1">
            <p:extLst>
              <p:ext uri="{D42A27DB-BD31-4B8C-83A1-F6EECF244321}">
                <p14:modId xmlns:p14="http://schemas.microsoft.com/office/powerpoint/2010/main" val="2192326547"/>
              </p:ext>
            </p:extLst>
          </p:nvPr>
        </p:nvGraphicFramePr>
        <p:xfrm>
          <a:off x="3553937"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FFC00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At risk</a:t>
                      </a:r>
                    </a:p>
                  </a:txBody>
                  <a:tcPr marL="36576" marR="0" marT="0" marB="0" anchor="ctr">
                    <a:lnL w="12700" cap="flat" cmpd="sng" algn="ctr">
                      <a:solidFill>
                        <a:srgbClr val="FFC000"/>
                      </a:solidFill>
                      <a:prstDash val="solid"/>
                      <a:round/>
                      <a:headEnd type="none" w="med" len="med"/>
                      <a:tailEnd type="none" w="med" len="med"/>
                    </a:lnL>
                    <a:solidFill>
                      <a:srgbClr val="FFC000">
                        <a:alpha val="15000"/>
                      </a:srgbClr>
                    </a:solidFill>
                  </a:tcPr>
                </a:tc>
                <a:extLst>
                  <a:ext uri="{0D108BD9-81ED-4DB2-BD59-A6C34878D82A}">
                    <a16:rowId xmlns:a16="http://schemas.microsoft.com/office/drawing/2014/main" val="3646543613"/>
                  </a:ext>
                </a:extLst>
              </a:tr>
            </a:tbl>
          </a:graphicData>
        </a:graphic>
      </p:graphicFrame>
      <p:graphicFrame>
        <p:nvGraphicFramePr>
          <p:cNvPr id="9" name="Table 8">
            <a:extLst>
              <a:ext uri="{FF2B5EF4-FFF2-40B4-BE49-F238E27FC236}">
                <a16:creationId xmlns:a16="http://schemas.microsoft.com/office/drawing/2014/main" id="{BB4688FC-C54E-C408-8754-16142CAE6EDF}"/>
              </a:ext>
            </a:extLst>
          </p:cNvPr>
          <p:cNvGraphicFramePr>
            <a:graphicFrameLocks noGrp="1"/>
          </p:cNvGraphicFramePr>
          <p:nvPr userDrawn="1">
            <p:extLst>
              <p:ext uri="{D42A27DB-BD31-4B8C-83A1-F6EECF244321}">
                <p14:modId xmlns:p14="http://schemas.microsoft.com/office/powerpoint/2010/main" val="2337816081"/>
              </p:ext>
            </p:extLst>
          </p:nvPr>
        </p:nvGraphicFramePr>
        <p:xfrm>
          <a:off x="2685257"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92D05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On track</a:t>
                      </a:r>
                    </a:p>
                  </a:txBody>
                  <a:tcPr marL="36576" marR="0" marT="0" marB="0" anchor="ctr">
                    <a:lnL w="12700" cap="flat" cmpd="sng" algn="ctr">
                      <a:solidFill>
                        <a:srgbClr val="92D050"/>
                      </a:solidFill>
                      <a:prstDash val="solid"/>
                      <a:round/>
                      <a:headEnd type="none" w="med" len="med"/>
                      <a:tailEnd type="none" w="med" len="med"/>
                    </a:lnL>
                    <a:solidFill>
                      <a:srgbClr val="92D050">
                        <a:alpha val="15000"/>
                      </a:srgbClr>
                    </a:solidFill>
                  </a:tcPr>
                </a:tc>
                <a:extLst>
                  <a:ext uri="{0D108BD9-81ED-4DB2-BD59-A6C34878D82A}">
                    <a16:rowId xmlns:a16="http://schemas.microsoft.com/office/drawing/2014/main" val="3646543613"/>
                  </a:ext>
                </a:extLst>
              </a:tr>
            </a:tbl>
          </a:graphicData>
        </a:graphic>
      </p:graphicFrame>
      <p:sp>
        <p:nvSpPr>
          <p:cNvPr id="55" name="Text Placeholder 25">
            <a:extLst>
              <a:ext uri="{FF2B5EF4-FFF2-40B4-BE49-F238E27FC236}">
                <a16:creationId xmlns:a16="http://schemas.microsoft.com/office/drawing/2014/main" id="{D6160195-2ED9-5F45-D596-D3AB79B12704}"/>
              </a:ext>
            </a:extLst>
          </p:cNvPr>
          <p:cNvSpPr>
            <a:spLocks noGrp="1"/>
          </p:cNvSpPr>
          <p:nvPr>
            <p:ph type="body" sz="quarter" idx="27" hasCustomPrompt="1"/>
          </p:nvPr>
        </p:nvSpPr>
        <p:spPr>
          <a:xfrm>
            <a:off x="336499"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58" name="Text Placeholder 25">
            <a:extLst>
              <a:ext uri="{FF2B5EF4-FFF2-40B4-BE49-F238E27FC236}">
                <a16:creationId xmlns:a16="http://schemas.microsoft.com/office/drawing/2014/main" id="{B6D6B0B7-47BA-8FD8-9482-B9107CAE6896}"/>
              </a:ext>
            </a:extLst>
          </p:cNvPr>
          <p:cNvSpPr>
            <a:spLocks noGrp="1"/>
          </p:cNvSpPr>
          <p:nvPr>
            <p:ph type="body" sz="quarter" idx="28" hasCustomPrompt="1"/>
          </p:nvPr>
        </p:nvSpPr>
        <p:spPr>
          <a:xfrm>
            <a:off x="2059666"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59" name="Text Placeholder 25">
            <a:extLst>
              <a:ext uri="{FF2B5EF4-FFF2-40B4-BE49-F238E27FC236}">
                <a16:creationId xmlns:a16="http://schemas.microsoft.com/office/drawing/2014/main" id="{AB8CF6FD-D541-DF01-D451-F96CCBE34A9B}"/>
              </a:ext>
            </a:extLst>
          </p:cNvPr>
          <p:cNvSpPr>
            <a:spLocks noGrp="1"/>
          </p:cNvSpPr>
          <p:nvPr>
            <p:ph type="body" sz="quarter" idx="29" hasCustomPrompt="1"/>
          </p:nvPr>
        </p:nvSpPr>
        <p:spPr>
          <a:xfrm>
            <a:off x="3781320"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60" name="Text Placeholder 25">
            <a:extLst>
              <a:ext uri="{FF2B5EF4-FFF2-40B4-BE49-F238E27FC236}">
                <a16:creationId xmlns:a16="http://schemas.microsoft.com/office/drawing/2014/main" id="{D3B46C6E-0657-DE49-C30B-138498396C43}"/>
              </a:ext>
            </a:extLst>
          </p:cNvPr>
          <p:cNvSpPr>
            <a:spLocks noGrp="1"/>
          </p:cNvSpPr>
          <p:nvPr>
            <p:ph type="body" sz="quarter" idx="30" hasCustomPrompt="1"/>
          </p:nvPr>
        </p:nvSpPr>
        <p:spPr>
          <a:xfrm>
            <a:off x="5507380"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61" name="Text Placeholder 25">
            <a:extLst>
              <a:ext uri="{FF2B5EF4-FFF2-40B4-BE49-F238E27FC236}">
                <a16:creationId xmlns:a16="http://schemas.microsoft.com/office/drawing/2014/main" id="{AE8C6081-AFDC-7E18-550A-7CA1A31537ED}"/>
              </a:ext>
            </a:extLst>
          </p:cNvPr>
          <p:cNvSpPr>
            <a:spLocks noGrp="1"/>
          </p:cNvSpPr>
          <p:nvPr>
            <p:ph type="body" sz="quarter" idx="31" hasCustomPrompt="1"/>
          </p:nvPr>
        </p:nvSpPr>
        <p:spPr>
          <a:xfrm>
            <a:off x="7229034"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Tree>
    <p:extLst>
      <p:ext uri="{BB962C8B-B14F-4D97-AF65-F5344CB8AC3E}">
        <p14:creationId xmlns:p14="http://schemas.microsoft.com/office/powerpoint/2010/main" val="74217502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66" name="Picture Placeholder 60">
            <a:extLst>
              <a:ext uri="{FF2B5EF4-FFF2-40B4-BE49-F238E27FC236}">
                <a16:creationId xmlns:a16="http://schemas.microsoft.com/office/drawing/2014/main" id="{2F833BE4-99AB-F6EA-13B6-FAF493D2BF05}"/>
              </a:ext>
            </a:extLst>
          </p:cNvPr>
          <p:cNvSpPr>
            <a:spLocks noGrp="1"/>
          </p:cNvSpPr>
          <p:nvPr>
            <p:ph type="pic" sz="quarter" idx="43" hasCustomPrompt="1"/>
          </p:nvPr>
        </p:nvSpPr>
        <p:spPr>
          <a:xfrm>
            <a:off x="358883"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8" name="Title 7">
            <a:extLst>
              <a:ext uri="{FF2B5EF4-FFF2-40B4-BE49-F238E27FC236}">
                <a16:creationId xmlns:a16="http://schemas.microsoft.com/office/drawing/2014/main" id="{F690522F-9C57-0D40-AA23-D8959DECD547}"/>
              </a:ext>
            </a:extLst>
          </p:cNvPr>
          <p:cNvSpPr>
            <a:spLocks noGrp="1"/>
          </p:cNvSpPr>
          <p:nvPr>
            <p:ph type="title" hasCustomPrompt="1"/>
          </p:nvPr>
        </p:nvSpPr>
        <p:spPr>
          <a:xfrm>
            <a:off x="336855" y="445961"/>
            <a:ext cx="8470292" cy="506940"/>
          </a:xfrm>
        </p:spPr>
        <p:txBody>
          <a:bodyPr>
            <a:noAutofit/>
          </a:bodyPr>
          <a:lstStyle>
            <a:lvl1pPr>
              <a:defRPr/>
            </a:lvl1pPr>
          </a:lstStyle>
          <a:p>
            <a:r>
              <a:rPr lang="en-US"/>
              <a:t>Timeline</a:t>
            </a:r>
          </a:p>
        </p:txBody>
      </p:sp>
      <p:sp>
        <p:nvSpPr>
          <p:cNvPr id="16" name="Text Placeholder 9">
            <a:extLst>
              <a:ext uri="{FF2B5EF4-FFF2-40B4-BE49-F238E27FC236}">
                <a16:creationId xmlns:a16="http://schemas.microsoft.com/office/drawing/2014/main" id="{0A9C089A-1AF8-A147-8956-6641C8A53879}"/>
              </a:ext>
            </a:extLst>
          </p:cNvPr>
          <p:cNvSpPr>
            <a:spLocks noGrp="1"/>
          </p:cNvSpPr>
          <p:nvPr>
            <p:ph type="body" sz="quarter" idx="12"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5C3406CE-F2B3-6B46-AEAA-2B50F21E6C6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cxnSp>
        <p:nvCxnSpPr>
          <p:cNvPr id="7" name="Straight Connector 6" descr="timeline">
            <a:extLst>
              <a:ext uri="{FF2B5EF4-FFF2-40B4-BE49-F238E27FC236}">
                <a16:creationId xmlns:a16="http://schemas.microsoft.com/office/drawing/2014/main" id="{23178A29-EA28-6CB1-F014-DC40C915DE7A}"/>
              </a:ext>
            </a:extLst>
          </p:cNvPr>
          <p:cNvCxnSpPr>
            <a:cxnSpLocks/>
          </p:cNvCxnSpPr>
          <p:nvPr userDrawn="1"/>
        </p:nvCxnSpPr>
        <p:spPr>
          <a:xfrm flipH="1">
            <a:off x="368587" y="2720960"/>
            <a:ext cx="8562195"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3" name="Straight Connector 12" descr="timeline">
            <a:extLst>
              <a:ext uri="{FF2B5EF4-FFF2-40B4-BE49-F238E27FC236}">
                <a16:creationId xmlns:a16="http://schemas.microsoft.com/office/drawing/2014/main" id="{655AF683-08B0-E6ED-138E-D7CE17C12ED5}"/>
              </a:ext>
            </a:extLst>
          </p:cNvPr>
          <p:cNvCxnSpPr>
            <a:cxnSpLocks/>
          </p:cNvCxnSpPr>
          <p:nvPr userDrawn="1"/>
        </p:nvCxnSpPr>
        <p:spPr>
          <a:xfrm flipV="1">
            <a:off x="368587"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5" name="Straight Connector 14" descr="timeline">
            <a:extLst>
              <a:ext uri="{FF2B5EF4-FFF2-40B4-BE49-F238E27FC236}">
                <a16:creationId xmlns:a16="http://schemas.microsoft.com/office/drawing/2014/main" id="{38BFB5BD-9961-52C4-FC70-DE7BAAED8174}"/>
              </a:ext>
            </a:extLst>
          </p:cNvPr>
          <p:cNvCxnSpPr>
            <a:cxnSpLocks/>
          </p:cNvCxnSpPr>
          <p:nvPr userDrawn="1"/>
        </p:nvCxnSpPr>
        <p:spPr>
          <a:xfrm flipV="1">
            <a:off x="8930782"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sp>
        <p:nvSpPr>
          <p:cNvPr id="59" name="Text Placeholder 58">
            <a:extLst>
              <a:ext uri="{FF2B5EF4-FFF2-40B4-BE49-F238E27FC236}">
                <a16:creationId xmlns:a16="http://schemas.microsoft.com/office/drawing/2014/main" id="{61C9294B-FA99-F974-4506-1CAA047014F7}"/>
              </a:ext>
            </a:extLst>
          </p:cNvPr>
          <p:cNvSpPr>
            <a:spLocks noGrp="1"/>
          </p:cNvSpPr>
          <p:nvPr>
            <p:ph type="body" sz="quarter" idx="39" hasCustomPrompt="1"/>
          </p:nvPr>
        </p:nvSpPr>
        <p:spPr>
          <a:xfrm>
            <a:off x="348854"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61" name="Picture Placeholder 60">
            <a:extLst>
              <a:ext uri="{FF2B5EF4-FFF2-40B4-BE49-F238E27FC236}">
                <a16:creationId xmlns:a16="http://schemas.microsoft.com/office/drawing/2014/main" id="{61BE1835-7CE9-2835-08FF-DCD5A2949B27}"/>
              </a:ext>
            </a:extLst>
          </p:cNvPr>
          <p:cNvSpPr>
            <a:spLocks noGrp="1"/>
          </p:cNvSpPr>
          <p:nvPr>
            <p:ph type="pic" sz="quarter" idx="40" hasCustomPrompt="1"/>
          </p:nvPr>
        </p:nvSpPr>
        <p:spPr>
          <a:xfrm>
            <a:off x="348853"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64" name="Text Placeholder 63">
            <a:extLst>
              <a:ext uri="{FF2B5EF4-FFF2-40B4-BE49-F238E27FC236}">
                <a16:creationId xmlns:a16="http://schemas.microsoft.com/office/drawing/2014/main" id="{7BC6D799-9AD9-AA92-F2FE-224FDF590B2B}"/>
              </a:ext>
            </a:extLst>
          </p:cNvPr>
          <p:cNvSpPr>
            <a:spLocks noGrp="1"/>
          </p:cNvSpPr>
          <p:nvPr>
            <p:ph type="body" sz="quarter" idx="41" hasCustomPrompt="1"/>
          </p:nvPr>
        </p:nvSpPr>
        <p:spPr>
          <a:xfrm>
            <a:off x="639255" y="2404978"/>
            <a:ext cx="841597" cy="16676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 (Year)</a:t>
            </a:r>
          </a:p>
        </p:txBody>
      </p:sp>
      <p:sp>
        <p:nvSpPr>
          <p:cNvPr id="65" name="Text Placeholder 58">
            <a:extLst>
              <a:ext uri="{FF2B5EF4-FFF2-40B4-BE49-F238E27FC236}">
                <a16:creationId xmlns:a16="http://schemas.microsoft.com/office/drawing/2014/main" id="{2EF9A23C-A53F-28DE-688E-9519C92B6E32}"/>
              </a:ext>
            </a:extLst>
          </p:cNvPr>
          <p:cNvSpPr>
            <a:spLocks noGrp="1"/>
          </p:cNvSpPr>
          <p:nvPr>
            <p:ph type="body" sz="quarter" idx="42" hasCustomPrompt="1"/>
          </p:nvPr>
        </p:nvSpPr>
        <p:spPr>
          <a:xfrm>
            <a:off x="366229"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67" name="Text Placeholder 63">
            <a:extLst>
              <a:ext uri="{FF2B5EF4-FFF2-40B4-BE49-F238E27FC236}">
                <a16:creationId xmlns:a16="http://schemas.microsoft.com/office/drawing/2014/main" id="{6CBA0F49-91B2-2EDF-715C-86D373B3A706}"/>
              </a:ext>
            </a:extLst>
          </p:cNvPr>
          <p:cNvSpPr>
            <a:spLocks noGrp="1"/>
          </p:cNvSpPr>
          <p:nvPr>
            <p:ph type="body" sz="quarter" idx="44" hasCustomPrompt="1"/>
          </p:nvPr>
        </p:nvSpPr>
        <p:spPr>
          <a:xfrm>
            <a:off x="982670" y="2906722"/>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68" name="Text Placeholder 63">
            <a:extLst>
              <a:ext uri="{FF2B5EF4-FFF2-40B4-BE49-F238E27FC236}">
                <a16:creationId xmlns:a16="http://schemas.microsoft.com/office/drawing/2014/main" id="{73A7247C-5249-98E1-1457-96DED0C5E63D}"/>
              </a:ext>
            </a:extLst>
          </p:cNvPr>
          <p:cNvSpPr>
            <a:spLocks noGrp="1"/>
          </p:cNvSpPr>
          <p:nvPr>
            <p:ph type="body" sz="quarter" idx="45" hasCustomPrompt="1"/>
          </p:nvPr>
        </p:nvSpPr>
        <p:spPr>
          <a:xfrm>
            <a:off x="2656636" y="2405220"/>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81" name="Text Placeholder 63">
            <a:extLst>
              <a:ext uri="{FF2B5EF4-FFF2-40B4-BE49-F238E27FC236}">
                <a16:creationId xmlns:a16="http://schemas.microsoft.com/office/drawing/2014/main" id="{A93F23EB-7C33-551C-CE2E-C8E8DE280D47}"/>
              </a:ext>
            </a:extLst>
          </p:cNvPr>
          <p:cNvSpPr>
            <a:spLocks noGrp="1"/>
          </p:cNvSpPr>
          <p:nvPr>
            <p:ph type="body" sz="quarter" idx="50" hasCustomPrompt="1"/>
          </p:nvPr>
        </p:nvSpPr>
        <p:spPr>
          <a:xfrm>
            <a:off x="2289626"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91" name="Text Placeholder 63">
            <a:extLst>
              <a:ext uri="{FF2B5EF4-FFF2-40B4-BE49-F238E27FC236}">
                <a16:creationId xmlns:a16="http://schemas.microsoft.com/office/drawing/2014/main" id="{2973DD93-307E-ECCE-254A-45AF81B5FF1B}"/>
              </a:ext>
            </a:extLst>
          </p:cNvPr>
          <p:cNvSpPr>
            <a:spLocks noGrp="1"/>
          </p:cNvSpPr>
          <p:nvPr>
            <p:ph type="body" sz="quarter" idx="53" hasCustomPrompt="1"/>
          </p:nvPr>
        </p:nvSpPr>
        <p:spPr>
          <a:xfrm>
            <a:off x="4267573" y="2405795"/>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103" name="Text Placeholder 63">
            <a:extLst>
              <a:ext uri="{FF2B5EF4-FFF2-40B4-BE49-F238E27FC236}">
                <a16:creationId xmlns:a16="http://schemas.microsoft.com/office/drawing/2014/main" id="{4582DEB4-72F9-038E-3524-F5E7CAFA88EB}"/>
              </a:ext>
            </a:extLst>
          </p:cNvPr>
          <p:cNvSpPr>
            <a:spLocks noGrp="1"/>
          </p:cNvSpPr>
          <p:nvPr>
            <p:ph type="body" sz="quarter" idx="57" hasCustomPrompt="1"/>
          </p:nvPr>
        </p:nvSpPr>
        <p:spPr>
          <a:xfrm>
            <a:off x="5734833" y="2405219"/>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109" name="Text Placeholder 63">
            <a:extLst>
              <a:ext uri="{FF2B5EF4-FFF2-40B4-BE49-F238E27FC236}">
                <a16:creationId xmlns:a16="http://schemas.microsoft.com/office/drawing/2014/main" id="{E69E4DC1-0EF5-27FD-CD6F-1C84AFF6A508}"/>
              </a:ext>
            </a:extLst>
          </p:cNvPr>
          <p:cNvSpPr>
            <a:spLocks noGrp="1"/>
          </p:cNvSpPr>
          <p:nvPr>
            <p:ph type="body" sz="quarter" idx="60" hasCustomPrompt="1"/>
          </p:nvPr>
        </p:nvSpPr>
        <p:spPr>
          <a:xfrm>
            <a:off x="3908635"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43" name="Picture Placeholder 60">
            <a:extLst>
              <a:ext uri="{FF2B5EF4-FFF2-40B4-BE49-F238E27FC236}">
                <a16:creationId xmlns:a16="http://schemas.microsoft.com/office/drawing/2014/main" id="{B981471D-BB9A-4F69-95AF-823885E60298}"/>
              </a:ext>
            </a:extLst>
          </p:cNvPr>
          <p:cNvSpPr>
            <a:spLocks noGrp="1"/>
          </p:cNvSpPr>
          <p:nvPr>
            <p:ph type="pic" sz="quarter" idx="61" hasCustomPrompt="1"/>
          </p:nvPr>
        </p:nvSpPr>
        <p:spPr>
          <a:xfrm>
            <a:off x="2144561"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44" name="Text Placeholder 58">
            <a:extLst>
              <a:ext uri="{FF2B5EF4-FFF2-40B4-BE49-F238E27FC236}">
                <a16:creationId xmlns:a16="http://schemas.microsoft.com/office/drawing/2014/main" id="{F3DCB38E-8394-415F-9BF5-AB32EF3B5E3A}"/>
              </a:ext>
            </a:extLst>
          </p:cNvPr>
          <p:cNvSpPr>
            <a:spLocks noGrp="1"/>
          </p:cNvSpPr>
          <p:nvPr>
            <p:ph type="body" sz="quarter" idx="62" hasCustomPrompt="1"/>
          </p:nvPr>
        </p:nvSpPr>
        <p:spPr>
          <a:xfrm>
            <a:off x="2134532"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45" name="Picture Placeholder 60">
            <a:extLst>
              <a:ext uri="{FF2B5EF4-FFF2-40B4-BE49-F238E27FC236}">
                <a16:creationId xmlns:a16="http://schemas.microsoft.com/office/drawing/2014/main" id="{910CF430-14D7-4D0F-92D7-05F92AB20C42}"/>
              </a:ext>
            </a:extLst>
          </p:cNvPr>
          <p:cNvSpPr>
            <a:spLocks noGrp="1"/>
          </p:cNvSpPr>
          <p:nvPr>
            <p:ph type="pic" sz="quarter" idx="63" hasCustomPrompt="1"/>
          </p:nvPr>
        </p:nvSpPr>
        <p:spPr>
          <a:xfrm>
            <a:off x="2134531"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46" name="Text Placeholder 58">
            <a:extLst>
              <a:ext uri="{FF2B5EF4-FFF2-40B4-BE49-F238E27FC236}">
                <a16:creationId xmlns:a16="http://schemas.microsoft.com/office/drawing/2014/main" id="{459934BA-2CB8-434B-9B6A-0870B68E3657}"/>
              </a:ext>
            </a:extLst>
          </p:cNvPr>
          <p:cNvSpPr>
            <a:spLocks noGrp="1"/>
          </p:cNvSpPr>
          <p:nvPr>
            <p:ph type="body" sz="quarter" idx="64" hasCustomPrompt="1"/>
          </p:nvPr>
        </p:nvSpPr>
        <p:spPr>
          <a:xfrm>
            <a:off x="2151907"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47" name="Picture Placeholder 60">
            <a:extLst>
              <a:ext uri="{FF2B5EF4-FFF2-40B4-BE49-F238E27FC236}">
                <a16:creationId xmlns:a16="http://schemas.microsoft.com/office/drawing/2014/main" id="{0F069622-5E9D-4C0B-8C06-2FB6C097104B}"/>
              </a:ext>
            </a:extLst>
          </p:cNvPr>
          <p:cNvSpPr>
            <a:spLocks noGrp="1"/>
          </p:cNvSpPr>
          <p:nvPr>
            <p:ph type="pic" sz="quarter" idx="65" hasCustomPrompt="1"/>
          </p:nvPr>
        </p:nvSpPr>
        <p:spPr>
          <a:xfrm>
            <a:off x="3914948"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49" name="Text Placeholder 58">
            <a:extLst>
              <a:ext uri="{FF2B5EF4-FFF2-40B4-BE49-F238E27FC236}">
                <a16:creationId xmlns:a16="http://schemas.microsoft.com/office/drawing/2014/main" id="{9468F369-334A-417D-95DC-1DD03F8E50E7}"/>
              </a:ext>
            </a:extLst>
          </p:cNvPr>
          <p:cNvSpPr>
            <a:spLocks noGrp="1"/>
          </p:cNvSpPr>
          <p:nvPr>
            <p:ph type="body" sz="quarter" idx="66" hasCustomPrompt="1"/>
          </p:nvPr>
        </p:nvSpPr>
        <p:spPr>
          <a:xfrm>
            <a:off x="3904919"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0" name="Picture Placeholder 60">
            <a:extLst>
              <a:ext uri="{FF2B5EF4-FFF2-40B4-BE49-F238E27FC236}">
                <a16:creationId xmlns:a16="http://schemas.microsoft.com/office/drawing/2014/main" id="{E0C95E07-FD49-410B-AB1C-B6FD7ADA8856}"/>
              </a:ext>
            </a:extLst>
          </p:cNvPr>
          <p:cNvSpPr>
            <a:spLocks noGrp="1"/>
          </p:cNvSpPr>
          <p:nvPr>
            <p:ph type="pic" sz="quarter" idx="67" hasCustomPrompt="1"/>
          </p:nvPr>
        </p:nvSpPr>
        <p:spPr>
          <a:xfrm>
            <a:off x="3904918"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1" name="Text Placeholder 58">
            <a:extLst>
              <a:ext uri="{FF2B5EF4-FFF2-40B4-BE49-F238E27FC236}">
                <a16:creationId xmlns:a16="http://schemas.microsoft.com/office/drawing/2014/main" id="{C164FCE4-6FDA-4437-A35C-CF2C7468C1A4}"/>
              </a:ext>
            </a:extLst>
          </p:cNvPr>
          <p:cNvSpPr>
            <a:spLocks noGrp="1"/>
          </p:cNvSpPr>
          <p:nvPr>
            <p:ph type="body" sz="quarter" idx="68" hasCustomPrompt="1"/>
          </p:nvPr>
        </p:nvSpPr>
        <p:spPr>
          <a:xfrm>
            <a:off x="3922294"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2" name="Picture Placeholder 60">
            <a:extLst>
              <a:ext uri="{FF2B5EF4-FFF2-40B4-BE49-F238E27FC236}">
                <a16:creationId xmlns:a16="http://schemas.microsoft.com/office/drawing/2014/main" id="{75E29121-A1A6-4C4A-BB98-313F76A85415}"/>
              </a:ext>
            </a:extLst>
          </p:cNvPr>
          <p:cNvSpPr>
            <a:spLocks noGrp="1"/>
          </p:cNvSpPr>
          <p:nvPr>
            <p:ph type="pic" sz="quarter" idx="69" hasCustomPrompt="1"/>
          </p:nvPr>
        </p:nvSpPr>
        <p:spPr>
          <a:xfrm>
            <a:off x="5685335"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3" name="Text Placeholder 58">
            <a:extLst>
              <a:ext uri="{FF2B5EF4-FFF2-40B4-BE49-F238E27FC236}">
                <a16:creationId xmlns:a16="http://schemas.microsoft.com/office/drawing/2014/main" id="{93D3536C-4101-4237-AFD9-2D9DEB3E81C4}"/>
              </a:ext>
            </a:extLst>
          </p:cNvPr>
          <p:cNvSpPr>
            <a:spLocks noGrp="1"/>
          </p:cNvSpPr>
          <p:nvPr>
            <p:ph type="body" sz="quarter" idx="70" hasCustomPrompt="1"/>
          </p:nvPr>
        </p:nvSpPr>
        <p:spPr>
          <a:xfrm>
            <a:off x="5675306"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4" name="Picture Placeholder 60">
            <a:extLst>
              <a:ext uri="{FF2B5EF4-FFF2-40B4-BE49-F238E27FC236}">
                <a16:creationId xmlns:a16="http://schemas.microsoft.com/office/drawing/2014/main" id="{E022E3B2-F20A-4C5A-A753-6D7FF7025B7E}"/>
              </a:ext>
            </a:extLst>
          </p:cNvPr>
          <p:cNvSpPr>
            <a:spLocks noGrp="1"/>
          </p:cNvSpPr>
          <p:nvPr>
            <p:ph type="pic" sz="quarter" idx="71" hasCustomPrompt="1"/>
          </p:nvPr>
        </p:nvSpPr>
        <p:spPr>
          <a:xfrm>
            <a:off x="5675305"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5" name="Text Placeholder 58">
            <a:extLst>
              <a:ext uri="{FF2B5EF4-FFF2-40B4-BE49-F238E27FC236}">
                <a16:creationId xmlns:a16="http://schemas.microsoft.com/office/drawing/2014/main" id="{C222347F-D5F1-47E0-954B-F15B03CA1274}"/>
              </a:ext>
            </a:extLst>
          </p:cNvPr>
          <p:cNvSpPr>
            <a:spLocks noGrp="1"/>
          </p:cNvSpPr>
          <p:nvPr>
            <p:ph type="body" sz="quarter" idx="72" hasCustomPrompt="1"/>
          </p:nvPr>
        </p:nvSpPr>
        <p:spPr>
          <a:xfrm>
            <a:off x="5692681"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6" name="Picture Placeholder 60">
            <a:extLst>
              <a:ext uri="{FF2B5EF4-FFF2-40B4-BE49-F238E27FC236}">
                <a16:creationId xmlns:a16="http://schemas.microsoft.com/office/drawing/2014/main" id="{99ED5A38-E420-4AD2-B843-89E52E70831D}"/>
              </a:ext>
            </a:extLst>
          </p:cNvPr>
          <p:cNvSpPr>
            <a:spLocks noGrp="1"/>
          </p:cNvSpPr>
          <p:nvPr>
            <p:ph type="pic" sz="quarter" idx="73" hasCustomPrompt="1"/>
          </p:nvPr>
        </p:nvSpPr>
        <p:spPr>
          <a:xfrm>
            <a:off x="7462669"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7" name="Text Placeholder 58">
            <a:extLst>
              <a:ext uri="{FF2B5EF4-FFF2-40B4-BE49-F238E27FC236}">
                <a16:creationId xmlns:a16="http://schemas.microsoft.com/office/drawing/2014/main" id="{9CB7CE92-11FF-4A68-A5BD-E2AC1902985D}"/>
              </a:ext>
            </a:extLst>
          </p:cNvPr>
          <p:cNvSpPr>
            <a:spLocks noGrp="1"/>
          </p:cNvSpPr>
          <p:nvPr>
            <p:ph type="body" sz="quarter" idx="74" hasCustomPrompt="1"/>
          </p:nvPr>
        </p:nvSpPr>
        <p:spPr>
          <a:xfrm>
            <a:off x="7452640"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8" name="Picture Placeholder 60">
            <a:extLst>
              <a:ext uri="{FF2B5EF4-FFF2-40B4-BE49-F238E27FC236}">
                <a16:creationId xmlns:a16="http://schemas.microsoft.com/office/drawing/2014/main" id="{66A4E3BA-27C1-40CF-B56E-C22139211904}"/>
              </a:ext>
            </a:extLst>
          </p:cNvPr>
          <p:cNvSpPr>
            <a:spLocks noGrp="1"/>
          </p:cNvSpPr>
          <p:nvPr>
            <p:ph type="pic" sz="quarter" idx="75" hasCustomPrompt="1"/>
          </p:nvPr>
        </p:nvSpPr>
        <p:spPr>
          <a:xfrm>
            <a:off x="7452639"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60" name="Text Placeholder 58">
            <a:extLst>
              <a:ext uri="{FF2B5EF4-FFF2-40B4-BE49-F238E27FC236}">
                <a16:creationId xmlns:a16="http://schemas.microsoft.com/office/drawing/2014/main" id="{EB360DE4-232A-498C-A375-2F9E3B829CAB}"/>
              </a:ext>
            </a:extLst>
          </p:cNvPr>
          <p:cNvSpPr>
            <a:spLocks noGrp="1"/>
          </p:cNvSpPr>
          <p:nvPr>
            <p:ph type="body" sz="quarter" idx="76" hasCustomPrompt="1"/>
          </p:nvPr>
        </p:nvSpPr>
        <p:spPr>
          <a:xfrm>
            <a:off x="7470015"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62" name="Text Placeholder 63">
            <a:extLst>
              <a:ext uri="{FF2B5EF4-FFF2-40B4-BE49-F238E27FC236}">
                <a16:creationId xmlns:a16="http://schemas.microsoft.com/office/drawing/2014/main" id="{9F51C91F-CE72-4010-9878-3F68B05242E1}"/>
              </a:ext>
            </a:extLst>
          </p:cNvPr>
          <p:cNvSpPr>
            <a:spLocks noGrp="1"/>
          </p:cNvSpPr>
          <p:nvPr>
            <p:ph type="body" sz="quarter" idx="77" hasCustomPrompt="1"/>
          </p:nvPr>
        </p:nvSpPr>
        <p:spPr>
          <a:xfrm>
            <a:off x="6181575"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63" name="Text Placeholder 63">
            <a:extLst>
              <a:ext uri="{FF2B5EF4-FFF2-40B4-BE49-F238E27FC236}">
                <a16:creationId xmlns:a16="http://schemas.microsoft.com/office/drawing/2014/main" id="{8A1B9AD8-08BC-4D1F-A8A3-37F9BFF42C01}"/>
              </a:ext>
            </a:extLst>
          </p:cNvPr>
          <p:cNvSpPr>
            <a:spLocks noGrp="1"/>
          </p:cNvSpPr>
          <p:nvPr>
            <p:ph type="body" sz="quarter" idx="78" hasCustomPrompt="1"/>
          </p:nvPr>
        </p:nvSpPr>
        <p:spPr>
          <a:xfrm>
            <a:off x="7452639" y="2405219"/>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71" name="Text Placeholder 63">
            <a:extLst>
              <a:ext uri="{FF2B5EF4-FFF2-40B4-BE49-F238E27FC236}">
                <a16:creationId xmlns:a16="http://schemas.microsoft.com/office/drawing/2014/main" id="{8FD8AEB4-768F-40CB-A8B6-3ACFA80AC110}"/>
              </a:ext>
            </a:extLst>
          </p:cNvPr>
          <p:cNvSpPr>
            <a:spLocks noGrp="1"/>
          </p:cNvSpPr>
          <p:nvPr>
            <p:ph type="body" sz="quarter" idx="79" hasCustomPrompt="1"/>
          </p:nvPr>
        </p:nvSpPr>
        <p:spPr>
          <a:xfrm>
            <a:off x="7899381"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11" name="Footer Placeholder 4">
            <a:extLst>
              <a:ext uri="{FF2B5EF4-FFF2-40B4-BE49-F238E27FC236}">
                <a16:creationId xmlns:a16="http://schemas.microsoft.com/office/drawing/2014/main" id="{6DB28E37-4F7A-242C-6E7A-27B38021E2B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C76BD9F1-87CE-BFE5-4EE6-175CEFD8644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60240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Project Roadmap">
    <p:spTree>
      <p:nvGrpSpPr>
        <p:cNvPr id="1" name=""/>
        <p:cNvGrpSpPr/>
        <p:nvPr/>
      </p:nvGrpSpPr>
      <p:grpSpPr>
        <a:xfrm>
          <a:off x="0" y="0"/>
          <a:ext cx="0" cy="0"/>
          <a:chOff x="0" y="0"/>
          <a:chExt cx="0" cy="0"/>
        </a:xfrm>
      </p:grpSpPr>
      <p:sp>
        <p:nvSpPr>
          <p:cNvPr id="119" name="Text Placeholder 9">
            <a:extLst>
              <a:ext uri="{FF2B5EF4-FFF2-40B4-BE49-F238E27FC236}">
                <a16:creationId xmlns:a16="http://schemas.microsoft.com/office/drawing/2014/main" id="{4CB4631F-CF9E-42F4-86AC-E8D8579C8B32}"/>
              </a:ext>
            </a:extLst>
          </p:cNvPr>
          <p:cNvSpPr>
            <a:spLocks noGrp="1"/>
          </p:cNvSpPr>
          <p:nvPr>
            <p:ph type="body" sz="quarter" idx="30" hasCustomPrompt="1"/>
          </p:nvPr>
        </p:nvSpPr>
        <p:spPr>
          <a:xfrm>
            <a:off x="336551" y="2455053"/>
            <a:ext cx="1323999" cy="545862"/>
          </a:xfrm>
        </p:spPr>
        <p:txBody>
          <a:bodyPr lIns="91440" anchor="ctr"/>
          <a:lstStyle>
            <a:lvl1pPr marL="0" indent="0" algn="l">
              <a:buNone/>
              <a:defRPr sz="1100" b="1"/>
            </a:lvl1pPr>
          </a:lstStyle>
          <a:p>
            <a:pPr lvl="0"/>
            <a:r>
              <a:rPr lang="en-US"/>
              <a:t>Category</a:t>
            </a:r>
          </a:p>
        </p:txBody>
      </p:sp>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userDrawn="1">
            <p:ph type="body" sz="quarter" idx="12"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userDrawn="1">
            <p:ph type="title" hasCustomPrompt="1"/>
          </p:nvPr>
        </p:nvSpPr>
        <p:spPr>
          <a:xfrm>
            <a:off x="336855" y="445961"/>
            <a:ext cx="8470292" cy="506940"/>
          </a:xfrm>
        </p:spPr>
        <p:txBody>
          <a:bodyPr>
            <a:noAutofit/>
          </a:bodyPr>
          <a:lstStyle>
            <a:lvl1pPr>
              <a:defRPr/>
            </a:lvl1pPr>
          </a:lstStyle>
          <a:p>
            <a:r>
              <a:rPr lang="en-US"/>
              <a:t>Project Roadmap</a:t>
            </a:r>
          </a:p>
        </p:txBody>
      </p:sp>
      <p:sp>
        <p:nvSpPr>
          <p:cNvPr id="74" name="Text Placeholder 9">
            <a:extLst>
              <a:ext uri="{FF2B5EF4-FFF2-40B4-BE49-F238E27FC236}">
                <a16:creationId xmlns:a16="http://schemas.microsoft.com/office/drawing/2014/main" id="{62F58471-5B81-49E9-954B-670FCEEFE6A0}"/>
              </a:ext>
            </a:extLst>
          </p:cNvPr>
          <p:cNvSpPr>
            <a:spLocks noGrp="1"/>
          </p:cNvSpPr>
          <p:nvPr userDrawn="1">
            <p:ph type="body" sz="quarter" idx="14" hasCustomPrompt="1"/>
          </p:nvPr>
        </p:nvSpPr>
        <p:spPr>
          <a:xfrm>
            <a:off x="1660550"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77" name="Text Placeholder 9">
            <a:extLst>
              <a:ext uri="{FF2B5EF4-FFF2-40B4-BE49-F238E27FC236}">
                <a16:creationId xmlns:a16="http://schemas.microsoft.com/office/drawing/2014/main" id="{CBFF9887-A691-46B0-9E6C-A5E269533474}"/>
              </a:ext>
            </a:extLst>
          </p:cNvPr>
          <p:cNvSpPr>
            <a:spLocks noGrp="1"/>
          </p:cNvSpPr>
          <p:nvPr userDrawn="1">
            <p:ph type="body" sz="quarter" idx="17" hasCustomPrompt="1"/>
          </p:nvPr>
        </p:nvSpPr>
        <p:spPr>
          <a:xfrm>
            <a:off x="8349508" y="1066799"/>
            <a:ext cx="607161"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6" name="Text Placeholder 9">
            <a:extLst>
              <a:ext uri="{FF2B5EF4-FFF2-40B4-BE49-F238E27FC236}">
                <a16:creationId xmlns:a16="http://schemas.microsoft.com/office/drawing/2014/main" id="{9A16499F-B3BA-4A4B-95EB-4C520B55EBAD}"/>
              </a:ext>
            </a:extLst>
          </p:cNvPr>
          <p:cNvSpPr>
            <a:spLocks noGrp="1"/>
          </p:cNvSpPr>
          <p:nvPr userDrawn="1">
            <p:ph type="body" sz="quarter" idx="18" hasCustomPrompt="1"/>
          </p:nvPr>
        </p:nvSpPr>
        <p:spPr>
          <a:xfrm>
            <a:off x="2267712"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7" name="Text Placeholder 9">
            <a:extLst>
              <a:ext uri="{FF2B5EF4-FFF2-40B4-BE49-F238E27FC236}">
                <a16:creationId xmlns:a16="http://schemas.microsoft.com/office/drawing/2014/main" id="{1765587B-761D-431B-B1CC-2370CB15C9DA}"/>
              </a:ext>
            </a:extLst>
          </p:cNvPr>
          <p:cNvSpPr>
            <a:spLocks noGrp="1"/>
          </p:cNvSpPr>
          <p:nvPr userDrawn="1">
            <p:ph type="body" sz="quarter" idx="19" hasCustomPrompt="1"/>
          </p:nvPr>
        </p:nvSpPr>
        <p:spPr>
          <a:xfrm>
            <a:off x="2874874"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8" name="Text Placeholder 9">
            <a:extLst>
              <a:ext uri="{FF2B5EF4-FFF2-40B4-BE49-F238E27FC236}">
                <a16:creationId xmlns:a16="http://schemas.microsoft.com/office/drawing/2014/main" id="{7B9FA29D-59D3-47B9-B26D-9AE0AEC8E859}"/>
              </a:ext>
            </a:extLst>
          </p:cNvPr>
          <p:cNvSpPr>
            <a:spLocks noGrp="1"/>
          </p:cNvSpPr>
          <p:nvPr userDrawn="1">
            <p:ph type="body" sz="quarter" idx="20" hasCustomPrompt="1"/>
          </p:nvPr>
        </p:nvSpPr>
        <p:spPr>
          <a:xfrm>
            <a:off x="3482036"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9" name="Text Placeholder 9">
            <a:extLst>
              <a:ext uri="{FF2B5EF4-FFF2-40B4-BE49-F238E27FC236}">
                <a16:creationId xmlns:a16="http://schemas.microsoft.com/office/drawing/2014/main" id="{7F1C7D19-33C7-4124-8E2C-26E8B4A88016}"/>
              </a:ext>
            </a:extLst>
          </p:cNvPr>
          <p:cNvSpPr>
            <a:spLocks noGrp="1"/>
          </p:cNvSpPr>
          <p:nvPr userDrawn="1">
            <p:ph type="body" sz="quarter" idx="21" hasCustomPrompt="1"/>
          </p:nvPr>
        </p:nvSpPr>
        <p:spPr>
          <a:xfrm>
            <a:off x="4089198"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0" name="Text Placeholder 9">
            <a:extLst>
              <a:ext uri="{FF2B5EF4-FFF2-40B4-BE49-F238E27FC236}">
                <a16:creationId xmlns:a16="http://schemas.microsoft.com/office/drawing/2014/main" id="{90F05DDD-8D79-4102-B7E9-EDB414F91792}"/>
              </a:ext>
            </a:extLst>
          </p:cNvPr>
          <p:cNvSpPr>
            <a:spLocks noGrp="1"/>
          </p:cNvSpPr>
          <p:nvPr userDrawn="1">
            <p:ph type="body" sz="quarter" idx="22" hasCustomPrompt="1"/>
          </p:nvPr>
        </p:nvSpPr>
        <p:spPr>
          <a:xfrm>
            <a:off x="4696360"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1" name="Text Placeholder 9">
            <a:extLst>
              <a:ext uri="{FF2B5EF4-FFF2-40B4-BE49-F238E27FC236}">
                <a16:creationId xmlns:a16="http://schemas.microsoft.com/office/drawing/2014/main" id="{3133C907-BEE6-4430-B438-5BC3144559E0}"/>
              </a:ext>
            </a:extLst>
          </p:cNvPr>
          <p:cNvSpPr>
            <a:spLocks noGrp="1"/>
          </p:cNvSpPr>
          <p:nvPr userDrawn="1">
            <p:ph type="body" sz="quarter" idx="23" hasCustomPrompt="1"/>
          </p:nvPr>
        </p:nvSpPr>
        <p:spPr>
          <a:xfrm>
            <a:off x="5303522"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2" name="Text Placeholder 9">
            <a:extLst>
              <a:ext uri="{FF2B5EF4-FFF2-40B4-BE49-F238E27FC236}">
                <a16:creationId xmlns:a16="http://schemas.microsoft.com/office/drawing/2014/main" id="{6BDADBA1-53C6-4361-BB77-0137123003B4}"/>
              </a:ext>
            </a:extLst>
          </p:cNvPr>
          <p:cNvSpPr>
            <a:spLocks noGrp="1"/>
          </p:cNvSpPr>
          <p:nvPr userDrawn="1">
            <p:ph type="body" sz="quarter" idx="24" hasCustomPrompt="1"/>
          </p:nvPr>
        </p:nvSpPr>
        <p:spPr>
          <a:xfrm>
            <a:off x="5910684"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3" name="Text Placeholder 9">
            <a:extLst>
              <a:ext uri="{FF2B5EF4-FFF2-40B4-BE49-F238E27FC236}">
                <a16:creationId xmlns:a16="http://schemas.microsoft.com/office/drawing/2014/main" id="{99DF9D71-0F43-4800-8470-CBE84D92D500}"/>
              </a:ext>
            </a:extLst>
          </p:cNvPr>
          <p:cNvSpPr>
            <a:spLocks noGrp="1"/>
          </p:cNvSpPr>
          <p:nvPr userDrawn="1">
            <p:ph type="body" sz="quarter" idx="25" hasCustomPrompt="1"/>
          </p:nvPr>
        </p:nvSpPr>
        <p:spPr>
          <a:xfrm>
            <a:off x="6517846" y="1066799"/>
            <a:ext cx="617338"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4" name="Text Placeholder 9">
            <a:extLst>
              <a:ext uri="{FF2B5EF4-FFF2-40B4-BE49-F238E27FC236}">
                <a16:creationId xmlns:a16="http://schemas.microsoft.com/office/drawing/2014/main" id="{EB534C8D-2AE8-4897-A61C-026E16922F78}"/>
              </a:ext>
            </a:extLst>
          </p:cNvPr>
          <p:cNvSpPr>
            <a:spLocks noGrp="1"/>
          </p:cNvSpPr>
          <p:nvPr userDrawn="1">
            <p:ph type="body" sz="quarter" idx="26" hasCustomPrompt="1"/>
          </p:nvPr>
        </p:nvSpPr>
        <p:spPr>
          <a:xfrm>
            <a:off x="7135184"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5" name="Text Placeholder 9">
            <a:extLst>
              <a:ext uri="{FF2B5EF4-FFF2-40B4-BE49-F238E27FC236}">
                <a16:creationId xmlns:a16="http://schemas.microsoft.com/office/drawing/2014/main" id="{CF16D2B0-FB0E-494C-9A9F-08E7AE3DA04A}"/>
              </a:ext>
            </a:extLst>
          </p:cNvPr>
          <p:cNvSpPr>
            <a:spLocks noGrp="1"/>
          </p:cNvSpPr>
          <p:nvPr userDrawn="1">
            <p:ph type="body" sz="quarter" idx="27" hasCustomPrompt="1"/>
          </p:nvPr>
        </p:nvSpPr>
        <p:spPr>
          <a:xfrm>
            <a:off x="7742346"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117" name="Text Placeholder 9">
            <a:extLst>
              <a:ext uri="{FF2B5EF4-FFF2-40B4-BE49-F238E27FC236}">
                <a16:creationId xmlns:a16="http://schemas.microsoft.com/office/drawing/2014/main" id="{CEE14280-D02A-4387-9174-D85340A89DB2}"/>
              </a:ext>
            </a:extLst>
          </p:cNvPr>
          <p:cNvSpPr>
            <a:spLocks noGrp="1"/>
          </p:cNvSpPr>
          <p:nvPr>
            <p:ph type="body" sz="quarter" idx="28" hasCustomPrompt="1"/>
          </p:nvPr>
        </p:nvSpPr>
        <p:spPr>
          <a:xfrm>
            <a:off x="336551" y="1366988"/>
            <a:ext cx="1323999" cy="545862"/>
          </a:xfrm>
        </p:spPr>
        <p:txBody>
          <a:bodyPr lIns="91440" anchor="ctr"/>
          <a:lstStyle>
            <a:lvl1pPr marL="0" indent="0" algn="l">
              <a:buNone/>
              <a:defRPr sz="1100" b="1"/>
            </a:lvl1pPr>
          </a:lstStyle>
          <a:p>
            <a:pPr lvl="0"/>
            <a:r>
              <a:rPr lang="en-US"/>
              <a:t>Category</a:t>
            </a:r>
          </a:p>
        </p:txBody>
      </p:sp>
      <p:sp>
        <p:nvSpPr>
          <p:cNvPr id="118" name="Text Placeholder 9">
            <a:extLst>
              <a:ext uri="{FF2B5EF4-FFF2-40B4-BE49-F238E27FC236}">
                <a16:creationId xmlns:a16="http://schemas.microsoft.com/office/drawing/2014/main" id="{706E0466-FAD6-40C6-9D14-9FCBD084E6A3}"/>
              </a:ext>
            </a:extLst>
          </p:cNvPr>
          <p:cNvSpPr>
            <a:spLocks noGrp="1"/>
          </p:cNvSpPr>
          <p:nvPr>
            <p:ph type="body" sz="quarter" idx="29" hasCustomPrompt="1"/>
          </p:nvPr>
        </p:nvSpPr>
        <p:spPr>
          <a:xfrm>
            <a:off x="336551" y="1920980"/>
            <a:ext cx="1323999" cy="534616"/>
          </a:xfrm>
        </p:spPr>
        <p:txBody>
          <a:bodyPr lIns="91440" anchor="ctr"/>
          <a:lstStyle>
            <a:lvl1pPr marL="0" indent="0" algn="l">
              <a:buNone/>
              <a:defRPr sz="1100" b="1"/>
            </a:lvl1pPr>
          </a:lstStyle>
          <a:p>
            <a:pPr lvl="0"/>
            <a:r>
              <a:rPr lang="en-US"/>
              <a:t>Category</a:t>
            </a:r>
          </a:p>
        </p:txBody>
      </p:sp>
      <p:sp>
        <p:nvSpPr>
          <p:cNvPr id="120" name="Text Placeholder 9">
            <a:extLst>
              <a:ext uri="{FF2B5EF4-FFF2-40B4-BE49-F238E27FC236}">
                <a16:creationId xmlns:a16="http://schemas.microsoft.com/office/drawing/2014/main" id="{1909C30B-7214-4E71-B1E4-E82DAC537C51}"/>
              </a:ext>
            </a:extLst>
          </p:cNvPr>
          <p:cNvSpPr>
            <a:spLocks noGrp="1"/>
          </p:cNvSpPr>
          <p:nvPr>
            <p:ph type="body" sz="quarter" idx="31" hasCustomPrompt="1"/>
          </p:nvPr>
        </p:nvSpPr>
        <p:spPr>
          <a:xfrm>
            <a:off x="336551" y="3003503"/>
            <a:ext cx="1323999" cy="545862"/>
          </a:xfrm>
        </p:spPr>
        <p:txBody>
          <a:bodyPr lIns="91440" anchor="ctr"/>
          <a:lstStyle>
            <a:lvl1pPr marL="0" indent="0" algn="l">
              <a:buNone/>
              <a:defRPr sz="1100" b="1"/>
            </a:lvl1pPr>
          </a:lstStyle>
          <a:p>
            <a:pPr lvl="0"/>
            <a:r>
              <a:rPr lang="en-US"/>
              <a:t>Category</a:t>
            </a:r>
          </a:p>
        </p:txBody>
      </p:sp>
      <p:sp>
        <p:nvSpPr>
          <p:cNvPr id="121" name="Text Placeholder 9">
            <a:extLst>
              <a:ext uri="{FF2B5EF4-FFF2-40B4-BE49-F238E27FC236}">
                <a16:creationId xmlns:a16="http://schemas.microsoft.com/office/drawing/2014/main" id="{5B03E3AD-7142-4BDA-A31C-4D88A1BA9AB8}"/>
              </a:ext>
            </a:extLst>
          </p:cNvPr>
          <p:cNvSpPr>
            <a:spLocks noGrp="1"/>
          </p:cNvSpPr>
          <p:nvPr>
            <p:ph type="body" sz="quarter" idx="32" hasCustomPrompt="1"/>
          </p:nvPr>
        </p:nvSpPr>
        <p:spPr>
          <a:xfrm>
            <a:off x="336551" y="3557495"/>
            <a:ext cx="1323999" cy="545862"/>
          </a:xfrm>
        </p:spPr>
        <p:txBody>
          <a:bodyPr lIns="91440" anchor="ctr"/>
          <a:lstStyle>
            <a:lvl1pPr marL="0" indent="0" algn="l">
              <a:buNone/>
              <a:defRPr sz="1100" b="1"/>
            </a:lvl1pPr>
          </a:lstStyle>
          <a:p>
            <a:pPr lvl="0"/>
            <a:r>
              <a:rPr lang="en-US"/>
              <a:t>Category</a:t>
            </a:r>
          </a:p>
        </p:txBody>
      </p:sp>
      <p:sp>
        <p:nvSpPr>
          <p:cNvPr id="122" name="Text Placeholder 9">
            <a:extLst>
              <a:ext uri="{FF2B5EF4-FFF2-40B4-BE49-F238E27FC236}">
                <a16:creationId xmlns:a16="http://schemas.microsoft.com/office/drawing/2014/main" id="{0B13E059-7A90-4BAD-97A8-EFE5453EF418}"/>
              </a:ext>
            </a:extLst>
          </p:cNvPr>
          <p:cNvSpPr>
            <a:spLocks noGrp="1"/>
          </p:cNvSpPr>
          <p:nvPr>
            <p:ph type="body" sz="quarter" idx="33" hasCustomPrompt="1"/>
          </p:nvPr>
        </p:nvSpPr>
        <p:spPr>
          <a:xfrm>
            <a:off x="336551" y="4091568"/>
            <a:ext cx="1323999" cy="545862"/>
          </a:xfrm>
        </p:spPr>
        <p:txBody>
          <a:bodyPr lIns="91440" anchor="ctr"/>
          <a:lstStyle>
            <a:lvl1pPr marL="0" indent="0" algn="l">
              <a:buNone/>
              <a:defRPr sz="1100" b="1"/>
            </a:lvl1pPr>
          </a:lstStyle>
          <a:p>
            <a:pPr lvl="0"/>
            <a:r>
              <a:rPr lang="en-US"/>
              <a:t>Category</a:t>
            </a:r>
          </a:p>
        </p:txBody>
      </p:sp>
      <p:sp>
        <p:nvSpPr>
          <p:cNvPr id="8" name="Footer Placeholder 4">
            <a:extLst>
              <a:ext uri="{FF2B5EF4-FFF2-40B4-BE49-F238E27FC236}">
                <a16:creationId xmlns:a16="http://schemas.microsoft.com/office/drawing/2014/main" id="{0E5A463A-CB5B-A078-6343-1D89368119B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E08A35F5-79EC-3F79-9162-4A5A82B4DE8B}"/>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938645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roject Timeline Six-Step">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5FA95A2-0C95-C2BB-E759-A53FAC33AD29}"/>
              </a:ext>
            </a:extLst>
          </p:cNvPr>
          <p:cNvSpPr txBox="1"/>
          <p:nvPr userDrawn="1"/>
        </p:nvSpPr>
        <p:spPr>
          <a:xfrm>
            <a:off x="1714153" y="1867637"/>
            <a:ext cx="1404689" cy="2741838"/>
          </a:xfrm>
          <a:prstGeom prst="rect">
            <a:avLst/>
          </a:prstGeom>
          <a:solidFill>
            <a:schemeClr val="tx2">
              <a:lumMod val="20000"/>
              <a:lumOff val="80000"/>
              <a:alpha val="25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DFF40BB-3CE5-E7F5-5E28-1DA139E4D70C}"/>
              </a:ext>
            </a:extLst>
          </p:cNvPr>
          <p:cNvSpPr txBox="1"/>
          <p:nvPr userDrawn="1"/>
        </p:nvSpPr>
        <p:spPr>
          <a:xfrm>
            <a:off x="4628235" y="1867637"/>
            <a:ext cx="1404689" cy="2741838"/>
          </a:xfrm>
          <a:prstGeom prst="rect">
            <a:avLst/>
          </a:prstGeom>
          <a:solidFill>
            <a:schemeClr val="tx2">
              <a:lumMod val="20000"/>
              <a:lumOff val="80000"/>
              <a:alpha val="25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23DBD1A-077D-1E4C-C7D5-879B09EE67CE}"/>
              </a:ext>
            </a:extLst>
          </p:cNvPr>
          <p:cNvSpPr txBox="1"/>
          <p:nvPr userDrawn="1"/>
        </p:nvSpPr>
        <p:spPr>
          <a:xfrm>
            <a:off x="7542318" y="1867637"/>
            <a:ext cx="1404689" cy="2741838"/>
          </a:xfrm>
          <a:prstGeom prst="rect">
            <a:avLst/>
          </a:prstGeom>
          <a:solidFill>
            <a:schemeClr val="tx2">
              <a:lumMod val="20000"/>
              <a:lumOff val="80000"/>
              <a:alpha val="25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5508A3AB-38AE-2C60-A893-2DE397946358}"/>
              </a:ext>
            </a:extLst>
          </p:cNvPr>
          <p:cNvGrpSpPr/>
          <p:nvPr userDrawn="1"/>
        </p:nvGrpSpPr>
        <p:grpSpPr>
          <a:xfrm>
            <a:off x="289228" y="1738590"/>
            <a:ext cx="8657779" cy="222855"/>
            <a:chOff x="368587" y="2609533"/>
            <a:chExt cx="8562195" cy="222855"/>
          </a:xfrm>
        </p:grpSpPr>
        <p:cxnSp>
          <p:nvCxnSpPr>
            <p:cNvPr id="9" name="Straight Connector 8" descr="timeline">
              <a:extLst>
                <a:ext uri="{FF2B5EF4-FFF2-40B4-BE49-F238E27FC236}">
                  <a16:creationId xmlns:a16="http://schemas.microsoft.com/office/drawing/2014/main" id="{CE459E8E-E688-7B72-5545-4B7BFEE39E21}"/>
                </a:ext>
              </a:extLst>
            </p:cNvPr>
            <p:cNvCxnSpPr>
              <a:cxnSpLocks/>
            </p:cNvCxnSpPr>
            <p:nvPr/>
          </p:nvCxnSpPr>
          <p:spPr>
            <a:xfrm flipH="1">
              <a:off x="368587" y="2720960"/>
              <a:ext cx="8562195"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1" name="Straight Connector 10" descr="timeline">
              <a:extLst>
                <a:ext uri="{FF2B5EF4-FFF2-40B4-BE49-F238E27FC236}">
                  <a16:creationId xmlns:a16="http://schemas.microsoft.com/office/drawing/2014/main" id="{2BEA1176-8C98-3960-7F94-6C03CC61631F}"/>
                </a:ext>
              </a:extLst>
            </p:cNvPr>
            <p:cNvCxnSpPr>
              <a:cxnSpLocks/>
            </p:cNvCxnSpPr>
            <p:nvPr/>
          </p:nvCxnSpPr>
          <p:spPr>
            <a:xfrm flipV="1">
              <a:off x="368587"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4" name="Straight Connector 13" descr="timeline">
              <a:extLst>
                <a:ext uri="{FF2B5EF4-FFF2-40B4-BE49-F238E27FC236}">
                  <a16:creationId xmlns:a16="http://schemas.microsoft.com/office/drawing/2014/main" id="{0A1DA749-E383-23C9-4C8B-3D1038F3CDF5}"/>
                </a:ext>
              </a:extLst>
            </p:cNvPr>
            <p:cNvCxnSpPr>
              <a:cxnSpLocks/>
            </p:cNvCxnSpPr>
            <p:nvPr/>
          </p:nvCxnSpPr>
          <p:spPr>
            <a:xfrm flipV="1">
              <a:off x="8930782"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grpSp>
      <p:sp>
        <p:nvSpPr>
          <p:cNvPr id="29" name="Text Placeholder 27">
            <a:extLst>
              <a:ext uri="{FF2B5EF4-FFF2-40B4-BE49-F238E27FC236}">
                <a16:creationId xmlns:a16="http://schemas.microsoft.com/office/drawing/2014/main" id="{C38ACA14-ABBF-1448-FAFB-122B1F0864DE}"/>
              </a:ext>
            </a:extLst>
          </p:cNvPr>
          <p:cNvSpPr>
            <a:spLocks noGrp="1"/>
          </p:cNvSpPr>
          <p:nvPr>
            <p:ph type="body" sz="quarter" idx="37" hasCustomPrompt="1"/>
          </p:nvPr>
        </p:nvSpPr>
        <p:spPr>
          <a:xfrm>
            <a:off x="1777528"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Two</a:t>
            </a:r>
          </a:p>
        </p:txBody>
      </p:sp>
      <p:sp>
        <p:nvSpPr>
          <p:cNvPr id="30" name="Text Placeholder 27">
            <a:extLst>
              <a:ext uri="{FF2B5EF4-FFF2-40B4-BE49-F238E27FC236}">
                <a16:creationId xmlns:a16="http://schemas.microsoft.com/office/drawing/2014/main" id="{C4A05CB2-621E-0951-333F-FE5BD12FBE66}"/>
              </a:ext>
            </a:extLst>
          </p:cNvPr>
          <p:cNvSpPr>
            <a:spLocks noGrp="1"/>
          </p:cNvSpPr>
          <p:nvPr>
            <p:ph type="body" sz="quarter" idx="38" hasCustomPrompt="1"/>
          </p:nvPr>
        </p:nvSpPr>
        <p:spPr>
          <a:xfrm>
            <a:off x="3234085"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Three</a:t>
            </a:r>
          </a:p>
        </p:txBody>
      </p:sp>
      <p:sp>
        <p:nvSpPr>
          <p:cNvPr id="31" name="Text Placeholder 27">
            <a:extLst>
              <a:ext uri="{FF2B5EF4-FFF2-40B4-BE49-F238E27FC236}">
                <a16:creationId xmlns:a16="http://schemas.microsoft.com/office/drawing/2014/main" id="{29D88907-B1E3-BB60-E485-52E49F29CAFE}"/>
              </a:ext>
            </a:extLst>
          </p:cNvPr>
          <p:cNvSpPr>
            <a:spLocks noGrp="1"/>
          </p:cNvSpPr>
          <p:nvPr>
            <p:ph type="body" sz="quarter" idx="39" hasCustomPrompt="1"/>
          </p:nvPr>
        </p:nvSpPr>
        <p:spPr>
          <a:xfrm>
            <a:off x="4690938"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Four</a:t>
            </a:r>
          </a:p>
        </p:txBody>
      </p:sp>
      <p:sp>
        <p:nvSpPr>
          <p:cNvPr id="32" name="Text Placeholder 27">
            <a:extLst>
              <a:ext uri="{FF2B5EF4-FFF2-40B4-BE49-F238E27FC236}">
                <a16:creationId xmlns:a16="http://schemas.microsoft.com/office/drawing/2014/main" id="{A975FFAA-7A17-85D5-908E-C5003B73938B}"/>
              </a:ext>
            </a:extLst>
          </p:cNvPr>
          <p:cNvSpPr>
            <a:spLocks noGrp="1"/>
          </p:cNvSpPr>
          <p:nvPr>
            <p:ph type="body" sz="quarter" idx="40" hasCustomPrompt="1"/>
          </p:nvPr>
        </p:nvSpPr>
        <p:spPr>
          <a:xfrm>
            <a:off x="6147791"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Five</a:t>
            </a:r>
          </a:p>
        </p:txBody>
      </p:sp>
      <p:sp>
        <p:nvSpPr>
          <p:cNvPr id="33" name="Text Placeholder 27">
            <a:extLst>
              <a:ext uri="{FF2B5EF4-FFF2-40B4-BE49-F238E27FC236}">
                <a16:creationId xmlns:a16="http://schemas.microsoft.com/office/drawing/2014/main" id="{601E05E3-EBD7-9557-42A4-8ADAC84DA2FF}"/>
              </a:ext>
            </a:extLst>
          </p:cNvPr>
          <p:cNvSpPr>
            <a:spLocks noGrp="1"/>
          </p:cNvSpPr>
          <p:nvPr>
            <p:ph type="body" sz="quarter" idx="41" hasCustomPrompt="1"/>
          </p:nvPr>
        </p:nvSpPr>
        <p:spPr>
          <a:xfrm>
            <a:off x="7604644"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Six</a:t>
            </a:r>
          </a:p>
        </p:txBody>
      </p:sp>
      <p:sp>
        <p:nvSpPr>
          <p:cNvPr id="36" name="Text Placeholder 27">
            <a:extLst>
              <a:ext uri="{FF2B5EF4-FFF2-40B4-BE49-F238E27FC236}">
                <a16:creationId xmlns:a16="http://schemas.microsoft.com/office/drawing/2014/main" id="{0882A5CA-FDE0-569D-3AF9-4D90C4CB8991}"/>
              </a:ext>
            </a:extLst>
          </p:cNvPr>
          <p:cNvSpPr>
            <a:spLocks noGrp="1"/>
          </p:cNvSpPr>
          <p:nvPr>
            <p:ph type="body" sz="quarter" idx="43" hasCustomPrompt="1"/>
          </p:nvPr>
        </p:nvSpPr>
        <p:spPr>
          <a:xfrm>
            <a:off x="318897"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One</a:t>
            </a:r>
          </a:p>
        </p:txBody>
      </p:sp>
      <p:sp>
        <p:nvSpPr>
          <p:cNvPr id="44" name="Text Placeholder 43">
            <a:extLst>
              <a:ext uri="{FF2B5EF4-FFF2-40B4-BE49-F238E27FC236}">
                <a16:creationId xmlns:a16="http://schemas.microsoft.com/office/drawing/2014/main" id="{6C9BF06F-0ECC-78B3-42F0-96CB3ADFF8F8}"/>
              </a:ext>
            </a:extLst>
          </p:cNvPr>
          <p:cNvSpPr>
            <a:spLocks noGrp="1"/>
          </p:cNvSpPr>
          <p:nvPr>
            <p:ph type="body" sz="quarter" idx="44" hasCustomPrompt="1"/>
          </p:nvPr>
        </p:nvSpPr>
        <p:spPr>
          <a:xfrm>
            <a:off x="319088"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5" name="Text Placeholder 43">
            <a:extLst>
              <a:ext uri="{FF2B5EF4-FFF2-40B4-BE49-F238E27FC236}">
                <a16:creationId xmlns:a16="http://schemas.microsoft.com/office/drawing/2014/main" id="{3850FCE7-C332-F56E-4F46-DE45D7E07475}"/>
              </a:ext>
            </a:extLst>
          </p:cNvPr>
          <p:cNvSpPr>
            <a:spLocks noGrp="1"/>
          </p:cNvSpPr>
          <p:nvPr>
            <p:ph type="body" sz="quarter" idx="45" hasCustomPrompt="1"/>
          </p:nvPr>
        </p:nvSpPr>
        <p:spPr>
          <a:xfrm>
            <a:off x="1776127"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6" name="Text Placeholder 43">
            <a:extLst>
              <a:ext uri="{FF2B5EF4-FFF2-40B4-BE49-F238E27FC236}">
                <a16:creationId xmlns:a16="http://schemas.microsoft.com/office/drawing/2014/main" id="{641D6B54-9FF9-7CA5-4898-E5C6A23A2CD7}"/>
              </a:ext>
            </a:extLst>
          </p:cNvPr>
          <p:cNvSpPr>
            <a:spLocks noGrp="1"/>
          </p:cNvSpPr>
          <p:nvPr>
            <p:ph type="body" sz="quarter" idx="46" hasCustomPrompt="1"/>
          </p:nvPr>
        </p:nvSpPr>
        <p:spPr>
          <a:xfrm>
            <a:off x="3226334"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7" name="Text Placeholder 43">
            <a:extLst>
              <a:ext uri="{FF2B5EF4-FFF2-40B4-BE49-F238E27FC236}">
                <a16:creationId xmlns:a16="http://schemas.microsoft.com/office/drawing/2014/main" id="{5B81AE6F-A1FC-5FE6-7553-09F5EB5CBDF4}"/>
              </a:ext>
            </a:extLst>
          </p:cNvPr>
          <p:cNvSpPr>
            <a:spLocks noGrp="1"/>
          </p:cNvSpPr>
          <p:nvPr>
            <p:ph type="body" sz="quarter" idx="47" hasCustomPrompt="1"/>
          </p:nvPr>
        </p:nvSpPr>
        <p:spPr>
          <a:xfrm>
            <a:off x="4683373"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8" name="Text Placeholder 43">
            <a:extLst>
              <a:ext uri="{FF2B5EF4-FFF2-40B4-BE49-F238E27FC236}">
                <a16:creationId xmlns:a16="http://schemas.microsoft.com/office/drawing/2014/main" id="{DD361776-5E8B-B232-96DE-8DC9D342D31B}"/>
              </a:ext>
            </a:extLst>
          </p:cNvPr>
          <p:cNvSpPr>
            <a:spLocks noGrp="1"/>
          </p:cNvSpPr>
          <p:nvPr>
            <p:ph type="body" sz="quarter" idx="48" hasCustomPrompt="1"/>
          </p:nvPr>
        </p:nvSpPr>
        <p:spPr>
          <a:xfrm>
            <a:off x="6149193"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9" name="Text Placeholder 43">
            <a:extLst>
              <a:ext uri="{FF2B5EF4-FFF2-40B4-BE49-F238E27FC236}">
                <a16:creationId xmlns:a16="http://schemas.microsoft.com/office/drawing/2014/main" id="{F7A0526A-D8B7-37D5-FED4-F613595695B1}"/>
              </a:ext>
            </a:extLst>
          </p:cNvPr>
          <p:cNvSpPr>
            <a:spLocks noGrp="1"/>
          </p:cNvSpPr>
          <p:nvPr>
            <p:ph type="body" sz="quarter" idx="49" hasCustomPrompt="1"/>
          </p:nvPr>
        </p:nvSpPr>
        <p:spPr>
          <a:xfrm>
            <a:off x="7606232"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Tree>
    <p:extLst>
      <p:ext uri="{BB962C8B-B14F-4D97-AF65-F5344CB8AC3E}">
        <p14:creationId xmlns:p14="http://schemas.microsoft.com/office/powerpoint/2010/main" val="158588846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roject Timeline w Summaries and Scorecards">
    <p:spTree>
      <p:nvGrpSpPr>
        <p:cNvPr id="1" name=""/>
        <p:cNvGrpSpPr/>
        <p:nvPr/>
      </p:nvGrpSpPr>
      <p:grpSpPr>
        <a:xfrm>
          <a:off x="0" y="0"/>
          <a:ext cx="0" cy="0"/>
          <a:chOff x="0" y="0"/>
          <a:chExt cx="0" cy="0"/>
        </a:xfrm>
      </p:grpSpPr>
      <p:sp>
        <p:nvSpPr>
          <p:cNvPr id="94" name="TextBox 93">
            <a:extLst>
              <a:ext uri="{FF2B5EF4-FFF2-40B4-BE49-F238E27FC236}">
                <a16:creationId xmlns:a16="http://schemas.microsoft.com/office/drawing/2014/main" id="{DC7C520D-3BCE-412D-3789-130F96D884E2}"/>
              </a:ext>
            </a:extLst>
          </p:cNvPr>
          <p:cNvSpPr txBox="1"/>
          <p:nvPr/>
        </p:nvSpPr>
        <p:spPr>
          <a:xfrm>
            <a:off x="1804588" y="1867637"/>
            <a:ext cx="1258551" cy="2741838"/>
          </a:xfrm>
          <a:prstGeom prst="rect">
            <a:avLst/>
          </a:prstGeom>
          <a:solidFill>
            <a:schemeClr val="bg1">
              <a:lumMod val="95000"/>
              <a:alpha val="50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95" name="TextBox 94">
            <a:extLst>
              <a:ext uri="{FF2B5EF4-FFF2-40B4-BE49-F238E27FC236}">
                <a16:creationId xmlns:a16="http://schemas.microsoft.com/office/drawing/2014/main" id="{E86748A7-9359-7D49-39E1-0D5B86AF8AEC}"/>
              </a:ext>
            </a:extLst>
          </p:cNvPr>
          <p:cNvSpPr txBox="1"/>
          <p:nvPr/>
        </p:nvSpPr>
        <p:spPr>
          <a:xfrm>
            <a:off x="4676591" y="1751853"/>
            <a:ext cx="1258551" cy="2857622"/>
          </a:xfrm>
          <a:prstGeom prst="rect">
            <a:avLst/>
          </a:prstGeom>
          <a:solidFill>
            <a:schemeClr val="bg1">
              <a:lumMod val="95000"/>
              <a:alpha val="50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97" name="Rectangle: Top Corners Rounded 96">
            <a:extLst>
              <a:ext uri="{FF2B5EF4-FFF2-40B4-BE49-F238E27FC236}">
                <a16:creationId xmlns:a16="http://schemas.microsoft.com/office/drawing/2014/main" id="{2A7CEC23-3C63-C60F-21B1-8548AD86C187}"/>
              </a:ext>
            </a:extLst>
          </p:cNvPr>
          <p:cNvSpPr/>
          <p:nvPr/>
        </p:nvSpPr>
        <p:spPr>
          <a:xfrm>
            <a:off x="3236836"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98" name="Rectangle: Top Corners Rounded 97">
            <a:extLst>
              <a:ext uri="{FF2B5EF4-FFF2-40B4-BE49-F238E27FC236}">
                <a16:creationId xmlns:a16="http://schemas.microsoft.com/office/drawing/2014/main" id="{ACC6E19B-7181-B04A-7FF7-E6E761CCC89B}"/>
              </a:ext>
            </a:extLst>
          </p:cNvPr>
          <p:cNvSpPr/>
          <p:nvPr/>
        </p:nvSpPr>
        <p:spPr>
          <a:xfrm>
            <a:off x="4670961"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99" name="Rectangle: Top Corners Rounded 98">
            <a:extLst>
              <a:ext uri="{FF2B5EF4-FFF2-40B4-BE49-F238E27FC236}">
                <a16:creationId xmlns:a16="http://schemas.microsoft.com/office/drawing/2014/main" id="{A45F838B-5D51-0361-3862-EB4D1E7642D7}"/>
              </a:ext>
            </a:extLst>
          </p:cNvPr>
          <p:cNvSpPr/>
          <p:nvPr/>
        </p:nvSpPr>
        <p:spPr>
          <a:xfrm>
            <a:off x="6105086"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96" name="TextBox 95">
            <a:extLst>
              <a:ext uri="{FF2B5EF4-FFF2-40B4-BE49-F238E27FC236}">
                <a16:creationId xmlns:a16="http://schemas.microsoft.com/office/drawing/2014/main" id="{087EAB56-C64D-9083-A956-37760BC09377}"/>
              </a:ext>
            </a:extLst>
          </p:cNvPr>
          <p:cNvSpPr txBox="1"/>
          <p:nvPr/>
        </p:nvSpPr>
        <p:spPr>
          <a:xfrm>
            <a:off x="7545465" y="1781987"/>
            <a:ext cx="1258551" cy="2827488"/>
          </a:xfrm>
          <a:prstGeom prst="rect">
            <a:avLst/>
          </a:prstGeom>
          <a:solidFill>
            <a:schemeClr val="bg1">
              <a:lumMod val="95000"/>
              <a:alpha val="50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100" name="Rectangle: Top Corners Rounded 99">
            <a:extLst>
              <a:ext uri="{FF2B5EF4-FFF2-40B4-BE49-F238E27FC236}">
                <a16:creationId xmlns:a16="http://schemas.microsoft.com/office/drawing/2014/main" id="{DAA118F8-BC13-6F79-C7C0-5BA8A6B09E6E}"/>
              </a:ext>
            </a:extLst>
          </p:cNvPr>
          <p:cNvSpPr/>
          <p:nvPr/>
        </p:nvSpPr>
        <p:spPr>
          <a:xfrm>
            <a:off x="7539210"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01" name="Rectangle: Top Corners Rounded 100">
            <a:extLst>
              <a:ext uri="{FF2B5EF4-FFF2-40B4-BE49-F238E27FC236}">
                <a16:creationId xmlns:a16="http://schemas.microsoft.com/office/drawing/2014/main" id="{2402FBCF-9DD7-607C-9CCB-37E02A73585E}"/>
              </a:ext>
            </a:extLst>
          </p:cNvPr>
          <p:cNvSpPr/>
          <p:nvPr userDrawn="1"/>
        </p:nvSpPr>
        <p:spPr>
          <a:xfrm>
            <a:off x="368586"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02" name="Rectangle: Top Corners Rounded 101">
            <a:extLst>
              <a:ext uri="{FF2B5EF4-FFF2-40B4-BE49-F238E27FC236}">
                <a16:creationId xmlns:a16="http://schemas.microsoft.com/office/drawing/2014/main" id="{0C1E6292-852F-F987-0FD4-0A538DB52C58}"/>
              </a:ext>
            </a:extLst>
          </p:cNvPr>
          <p:cNvSpPr/>
          <p:nvPr userDrawn="1"/>
        </p:nvSpPr>
        <p:spPr>
          <a:xfrm>
            <a:off x="1802711"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6" name="Text Placeholder 9">
            <a:extLst>
              <a:ext uri="{FF2B5EF4-FFF2-40B4-BE49-F238E27FC236}">
                <a16:creationId xmlns:a16="http://schemas.microsoft.com/office/drawing/2014/main" id="{73B509CF-67CB-E74E-B0E3-8363C12D9A26}"/>
              </a:ext>
            </a:extLst>
          </p:cNvPr>
          <p:cNvSpPr>
            <a:spLocks noGrp="1"/>
          </p:cNvSpPr>
          <p:nvPr userDrawn="1">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userDrawn="1">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userDrawn="1">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userDrawn="1">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cxnSp>
        <p:nvCxnSpPr>
          <p:cNvPr id="24" name="Straight Connector 23" descr="timeline">
            <a:extLst>
              <a:ext uri="{FF2B5EF4-FFF2-40B4-BE49-F238E27FC236}">
                <a16:creationId xmlns:a16="http://schemas.microsoft.com/office/drawing/2014/main" id="{E2300AD3-82C0-6482-55EE-2FAA2FEFA278}"/>
              </a:ext>
            </a:extLst>
          </p:cNvPr>
          <p:cNvCxnSpPr>
            <a:cxnSpLocks/>
          </p:cNvCxnSpPr>
          <p:nvPr userDrawn="1"/>
        </p:nvCxnSpPr>
        <p:spPr>
          <a:xfrm flipH="1">
            <a:off x="0" y="1781986"/>
            <a:ext cx="9144000" cy="0"/>
          </a:xfrm>
          <a:prstGeom prst="line">
            <a:avLst/>
          </a:prstGeom>
          <a:ln w="28575">
            <a:solidFill>
              <a:schemeClr val="tx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28" name="Text Placeholder 127">
            <a:extLst>
              <a:ext uri="{FF2B5EF4-FFF2-40B4-BE49-F238E27FC236}">
                <a16:creationId xmlns:a16="http://schemas.microsoft.com/office/drawing/2014/main" id="{9AF5EAE8-7910-22A6-BFC3-4B52DE779F13}"/>
              </a:ext>
            </a:extLst>
          </p:cNvPr>
          <p:cNvSpPr>
            <a:spLocks noGrp="1"/>
          </p:cNvSpPr>
          <p:nvPr userDrawn="1">
            <p:ph type="body" sz="quarter" idx="36" hasCustomPrompt="1"/>
          </p:nvPr>
        </p:nvSpPr>
        <p:spPr>
          <a:xfrm>
            <a:off x="368300"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30" name="Text Placeholder 127">
            <a:extLst>
              <a:ext uri="{FF2B5EF4-FFF2-40B4-BE49-F238E27FC236}">
                <a16:creationId xmlns:a16="http://schemas.microsoft.com/office/drawing/2014/main" id="{D219F792-89E8-0697-4890-015F03746812}"/>
              </a:ext>
            </a:extLst>
          </p:cNvPr>
          <p:cNvSpPr>
            <a:spLocks noGrp="1"/>
          </p:cNvSpPr>
          <p:nvPr userDrawn="1">
            <p:ph type="body" sz="quarter" idx="38" hasCustomPrompt="1"/>
          </p:nvPr>
        </p:nvSpPr>
        <p:spPr>
          <a:xfrm>
            <a:off x="3237848"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0" name="Text Placeholder 127">
            <a:extLst>
              <a:ext uri="{FF2B5EF4-FFF2-40B4-BE49-F238E27FC236}">
                <a16:creationId xmlns:a16="http://schemas.microsoft.com/office/drawing/2014/main" id="{C4C0C743-8459-274B-7C57-497744D13708}"/>
              </a:ext>
            </a:extLst>
          </p:cNvPr>
          <p:cNvSpPr>
            <a:spLocks noGrp="1"/>
          </p:cNvSpPr>
          <p:nvPr userDrawn="1">
            <p:ph type="body" sz="quarter" idx="39" hasCustomPrompt="1"/>
          </p:nvPr>
        </p:nvSpPr>
        <p:spPr>
          <a:xfrm>
            <a:off x="4672622"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1" name="Text Placeholder 127">
            <a:extLst>
              <a:ext uri="{FF2B5EF4-FFF2-40B4-BE49-F238E27FC236}">
                <a16:creationId xmlns:a16="http://schemas.microsoft.com/office/drawing/2014/main" id="{387E2EDC-68CD-E5F0-D255-C3C1F1EB15F0}"/>
              </a:ext>
            </a:extLst>
          </p:cNvPr>
          <p:cNvSpPr>
            <a:spLocks noGrp="1"/>
          </p:cNvSpPr>
          <p:nvPr userDrawn="1">
            <p:ph type="body" sz="quarter" idx="40" hasCustomPrompt="1"/>
          </p:nvPr>
        </p:nvSpPr>
        <p:spPr>
          <a:xfrm>
            <a:off x="7542169"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2" name="Text Placeholder 127">
            <a:extLst>
              <a:ext uri="{FF2B5EF4-FFF2-40B4-BE49-F238E27FC236}">
                <a16:creationId xmlns:a16="http://schemas.microsoft.com/office/drawing/2014/main" id="{A2065866-ECBF-19B1-F5A3-405449EFC531}"/>
              </a:ext>
            </a:extLst>
          </p:cNvPr>
          <p:cNvSpPr>
            <a:spLocks noGrp="1"/>
          </p:cNvSpPr>
          <p:nvPr userDrawn="1">
            <p:ph type="body" sz="quarter" idx="41" hasCustomPrompt="1"/>
          </p:nvPr>
        </p:nvSpPr>
        <p:spPr>
          <a:xfrm>
            <a:off x="6107396"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6" name="Text Placeholder 164">
            <a:extLst>
              <a:ext uri="{FF2B5EF4-FFF2-40B4-BE49-F238E27FC236}">
                <a16:creationId xmlns:a16="http://schemas.microsoft.com/office/drawing/2014/main" id="{5EAD429C-119C-7434-15FB-F549A589172A}"/>
              </a:ext>
            </a:extLst>
          </p:cNvPr>
          <p:cNvSpPr>
            <a:spLocks noGrp="1"/>
          </p:cNvSpPr>
          <p:nvPr>
            <p:ph type="body" sz="quarter" idx="42" hasCustomPrompt="1"/>
          </p:nvPr>
        </p:nvSpPr>
        <p:spPr>
          <a:xfrm>
            <a:off x="362180"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173" name="Text Placeholder 164">
            <a:extLst>
              <a:ext uri="{FF2B5EF4-FFF2-40B4-BE49-F238E27FC236}">
                <a16:creationId xmlns:a16="http://schemas.microsoft.com/office/drawing/2014/main" id="{BDDB5B13-BA5A-5C19-49CA-9ACEE0AF357D}"/>
              </a:ext>
            </a:extLst>
          </p:cNvPr>
          <p:cNvSpPr>
            <a:spLocks noGrp="1"/>
          </p:cNvSpPr>
          <p:nvPr>
            <p:ph type="body" sz="quarter" idx="48" hasCustomPrompt="1"/>
          </p:nvPr>
        </p:nvSpPr>
        <p:spPr>
          <a:xfrm>
            <a:off x="362180"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4" name="Text Placeholder 164">
            <a:extLst>
              <a:ext uri="{FF2B5EF4-FFF2-40B4-BE49-F238E27FC236}">
                <a16:creationId xmlns:a16="http://schemas.microsoft.com/office/drawing/2014/main" id="{B93B68C0-54F6-BE56-8843-E87ED48C8CCA}"/>
              </a:ext>
            </a:extLst>
          </p:cNvPr>
          <p:cNvSpPr>
            <a:spLocks noGrp="1"/>
          </p:cNvSpPr>
          <p:nvPr>
            <p:ph type="body" sz="quarter" idx="49" hasCustomPrompt="1"/>
          </p:nvPr>
        </p:nvSpPr>
        <p:spPr>
          <a:xfrm>
            <a:off x="1796305"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5" name="Text Placeholder 164">
            <a:extLst>
              <a:ext uri="{FF2B5EF4-FFF2-40B4-BE49-F238E27FC236}">
                <a16:creationId xmlns:a16="http://schemas.microsoft.com/office/drawing/2014/main" id="{8AE8EF24-90EB-F0AC-9862-872B0F013386}"/>
              </a:ext>
            </a:extLst>
          </p:cNvPr>
          <p:cNvSpPr>
            <a:spLocks noGrp="1"/>
          </p:cNvSpPr>
          <p:nvPr>
            <p:ph type="body" sz="quarter" idx="50" hasCustomPrompt="1"/>
          </p:nvPr>
        </p:nvSpPr>
        <p:spPr>
          <a:xfrm>
            <a:off x="3239361"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6" name="Text Placeholder 164">
            <a:extLst>
              <a:ext uri="{FF2B5EF4-FFF2-40B4-BE49-F238E27FC236}">
                <a16:creationId xmlns:a16="http://schemas.microsoft.com/office/drawing/2014/main" id="{E859F3D8-77A6-54B1-CE3A-9A19AAF667F6}"/>
              </a:ext>
            </a:extLst>
          </p:cNvPr>
          <p:cNvSpPr>
            <a:spLocks noGrp="1"/>
          </p:cNvSpPr>
          <p:nvPr>
            <p:ph type="body" sz="quarter" idx="51" hasCustomPrompt="1"/>
          </p:nvPr>
        </p:nvSpPr>
        <p:spPr>
          <a:xfrm>
            <a:off x="4673486"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7" name="Text Placeholder 164">
            <a:extLst>
              <a:ext uri="{FF2B5EF4-FFF2-40B4-BE49-F238E27FC236}">
                <a16:creationId xmlns:a16="http://schemas.microsoft.com/office/drawing/2014/main" id="{B802CD5E-4110-D286-C143-84C183D0B931}"/>
              </a:ext>
            </a:extLst>
          </p:cNvPr>
          <p:cNvSpPr>
            <a:spLocks noGrp="1"/>
          </p:cNvSpPr>
          <p:nvPr>
            <p:ph type="body" sz="quarter" idx="52" hasCustomPrompt="1"/>
          </p:nvPr>
        </p:nvSpPr>
        <p:spPr>
          <a:xfrm>
            <a:off x="6098680"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8" name="Text Placeholder 164">
            <a:extLst>
              <a:ext uri="{FF2B5EF4-FFF2-40B4-BE49-F238E27FC236}">
                <a16:creationId xmlns:a16="http://schemas.microsoft.com/office/drawing/2014/main" id="{15481993-6EFF-C865-29AF-CF85A8A5DAE8}"/>
              </a:ext>
            </a:extLst>
          </p:cNvPr>
          <p:cNvSpPr>
            <a:spLocks noGrp="1"/>
          </p:cNvSpPr>
          <p:nvPr>
            <p:ph type="body" sz="quarter" idx="53" hasCustomPrompt="1"/>
          </p:nvPr>
        </p:nvSpPr>
        <p:spPr>
          <a:xfrm>
            <a:off x="7545636"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4" name="Text Placeholder 164">
            <a:extLst>
              <a:ext uri="{FF2B5EF4-FFF2-40B4-BE49-F238E27FC236}">
                <a16:creationId xmlns:a16="http://schemas.microsoft.com/office/drawing/2014/main" id="{00E90ACE-B607-DC56-DEAE-6B03FFE6BB91}"/>
              </a:ext>
            </a:extLst>
          </p:cNvPr>
          <p:cNvSpPr>
            <a:spLocks noGrp="1"/>
          </p:cNvSpPr>
          <p:nvPr>
            <p:ph type="body" sz="quarter" idx="54" hasCustomPrompt="1"/>
          </p:nvPr>
        </p:nvSpPr>
        <p:spPr>
          <a:xfrm>
            <a:off x="362180"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5" name="Text Placeholder 164">
            <a:extLst>
              <a:ext uri="{FF2B5EF4-FFF2-40B4-BE49-F238E27FC236}">
                <a16:creationId xmlns:a16="http://schemas.microsoft.com/office/drawing/2014/main" id="{2B7F5E97-F0EB-1924-B208-AEAD47B95D6D}"/>
              </a:ext>
            </a:extLst>
          </p:cNvPr>
          <p:cNvSpPr>
            <a:spLocks noGrp="1"/>
          </p:cNvSpPr>
          <p:nvPr>
            <p:ph type="body" sz="quarter" idx="55" hasCustomPrompt="1"/>
          </p:nvPr>
        </p:nvSpPr>
        <p:spPr>
          <a:xfrm>
            <a:off x="1796305"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6" name="Text Placeholder 164">
            <a:extLst>
              <a:ext uri="{FF2B5EF4-FFF2-40B4-BE49-F238E27FC236}">
                <a16:creationId xmlns:a16="http://schemas.microsoft.com/office/drawing/2014/main" id="{743A5EF3-2430-FD91-D7E5-C6858236AF80}"/>
              </a:ext>
            </a:extLst>
          </p:cNvPr>
          <p:cNvSpPr>
            <a:spLocks noGrp="1"/>
          </p:cNvSpPr>
          <p:nvPr>
            <p:ph type="body" sz="quarter" idx="56" hasCustomPrompt="1"/>
          </p:nvPr>
        </p:nvSpPr>
        <p:spPr>
          <a:xfrm>
            <a:off x="3239361"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7" name="Text Placeholder 164">
            <a:extLst>
              <a:ext uri="{FF2B5EF4-FFF2-40B4-BE49-F238E27FC236}">
                <a16:creationId xmlns:a16="http://schemas.microsoft.com/office/drawing/2014/main" id="{3D8263D3-5425-293A-E90E-F9B664E25EDA}"/>
              </a:ext>
            </a:extLst>
          </p:cNvPr>
          <p:cNvSpPr>
            <a:spLocks noGrp="1"/>
          </p:cNvSpPr>
          <p:nvPr>
            <p:ph type="body" sz="quarter" idx="57" hasCustomPrompt="1"/>
          </p:nvPr>
        </p:nvSpPr>
        <p:spPr>
          <a:xfrm>
            <a:off x="4673486"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8" name="Text Placeholder 164">
            <a:extLst>
              <a:ext uri="{FF2B5EF4-FFF2-40B4-BE49-F238E27FC236}">
                <a16:creationId xmlns:a16="http://schemas.microsoft.com/office/drawing/2014/main" id="{5F5D6D1D-9A31-C76A-CC43-F9D73AE3029B}"/>
              </a:ext>
            </a:extLst>
          </p:cNvPr>
          <p:cNvSpPr>
            <a:spLocks noGrp="1"/>
          </p:cNvSpPr>
          <p:nvPr>
            <p:ph type="body" sz="quarter" idx="58" hasCustomPrompt="1"/>
          </p:nvPr>
        </p:nvSpPr>
        <p:spPr>
          <a:xfrm>
            <a:off x="6098680"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9" name="Text Placeholder 164">
            <a:extLst>
              <a:ext uri="{FF2B5EF4-FFF2-40B4-BE49-F238E27FC236}">
                <a16:creationId xmlns:a16="http://schemas.microsoft.com/office/drawing/2014/main" id="{1F614C47-E464-4320-BA07-49039C787E51}"/>
              </a:ext>
            </a:extLst>
          </p:cNvPr>
          <p:cNvSpPr>
            <a:spLocks noGrp="1"/>
          </p:cNvSpPr>
          <p:nvPr>
            <p:ph type="body" sz="quarter" idx="59" hasCustomPrompt="1"/>
          </p:nvPr>
        </p:nvSpPr>
        <p:spPr>
          <a:xfrm>
            <a:off x="7545636"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cxnSp>
        <p:nvCxnSpPr>
          <p:cNvPr id="191" name="Straight Connector 190">
            <a:extLst>
              <a:ext uri="{FF2B5EF4-FFF2-40B4-BE49-F238E27FC236}">
                <a16:creationId xmlns:a16="http://schemas.microsoft.com/office/drawing/2014/main" id="{785AD396-2BCD-1137-9549-EEFDA5BB0E40}"/>
              </a:ext>
            </a:extLst>
          </p:cNvPr>
          <p:cNvCxnSpPr/>
          <p:nvPr/>
        </p:nvCxnSpPr>
        <p:spPr>
          <a:xfrm>
            <a:off x="367450"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7EB58550-9595-B05E-2537-FEC3D8621E8C}"/>
              </a:ext>
            </a:extLst>
          </p:cNvPr>
          <p:cNvCxnSpPr/>
          <p:nvPr/>
        </p:nvCxnSpPr>
        <p:spPr>
          <a:xfrm>
            <a:off x="1803088"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3DF09EEE-8810-250E-6B10-CEE546207A2A}"/>
              </a:ext>
            </a:extLst>
          </p:cNvPr>
          <p:cNvCxnSpPr/>
          <p:nvPr/>
        </p:nvCxnSpPr>
        <p:spPr>
          <a:xfrm>
            <a:off x="3238726"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572A3237-8EEE-4AF6-94EA-54D45548526B}"/>
              </a:ext>
            </a:extLst>
          </p:cNvPr>
          <p:cNvCxnSpPr/>
          <p:nvPr/>
        </p:nvCxnSpPr>
        <p:spPr>
          <a:xfrm>
            <a:off x="4674364"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232FD4DB-635B-1F9F-1CC0-0F07E7C5A54C}"/>
              </a:ext>
            </a:extLst>
          </p:cNvPr>
          <p:cNvCxnSpPr/>
          <p:nvPr/>
        </p:nvCxnSpPr>
        <p:spPr>
          <a:xfrm>
            <a:off x="6110002"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DEED0A44-F8B0-29A3-0356-27CEF4F96A49}"/>
              </a:ext>
            </a:extLst>
          </p:cNvPr>
          <p:cNvCxnSpPr/>
          <p:nvPr/>
        </p:nvCxnSpPr>
        <p:spPr>
          <a:xfrm>
            <a:off x="7545641"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99" name="Text Placeholder 127">
            <a:extLst>
              <a:ext uri="{FF2B5EF4-FFF2-40B4-BE49-F238E27FC236}">
                <a16:creationId xmlns:a16="http://schemas.microsoft.com/office/drawing/2014/main" id="{4CC7B2E2-CC2E-F3B2-722E-CA136C64B918}"/>
              </a:ext>
            </a:extLst>
          </p:cNvPr>
          <p:cNvSpPr>
            <a:spLocks noGrp="1"/>
          </p:cNvSpPr>
          <p:nvPr>
            <p:ph type="body" sz="quarter" idx="60" hasCustomPrompt="1"/>
          </p:nvPr>
        </p:nvSpPr>
        <p:spPr>
          <a:xfrm>
            <a:off x="1802489"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200" name="Text Placeholder 164">
            <a:extLst>
              <a:ext uri="{FF2B5EF4-FFF2-40B4-BE49-F238E27FC236}">
                <a16:creationId xmlns:a16="http://schemas.microsoft.com/office/drawing/2014/main" id="{91D43304-0087-72B8-1BFE-EB6DD076B7D7}"/>
              </a:ext>
            </a:extLst>
          </p:cNvPr>
          <p:cNvSpPr>
            <a:spLocks noGrp="1"/>
          </p:cNvSpPr>
          <p:nvPr>
            <p:ph type="body" sz="quarter" idx="61" hasCustomPrompt="1"/>
          </p:nvPr>
        </p:nvSpPr>
        <p:spPr>
          <a:xfrm>
            <a:off x="7536007"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3" name="Text Placeholder 164">
            <a:extLst>
              <a:ext uri="{FF2B5EF4-FFF2-40B4-BE49-F238E27FC236}">
                <a16:creationId xmlns:a16="http://schemas.microsoft.com/office/drawing/2014/main" id="{FD2375E9-F353-6839-99F9-DB4191F4E277}"/>
              </a:ext>
            </a:extLst>
          </p:cNvPr>
          <p:cNvSpPr>
            <a:spLocks noGrp="1"/>
          </p:cNvSpPr>
          <p:nvPr>
            <p:ph type="body" sz="quarter" idx="62" hasCustomPrompt="1"/>
          </p:nvPr>
        </p:nvSpPr>
        <p:spPr>
          <a:xfrm>
            <a:off x="6101240"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4" name="Text Placeholder 164">
            <a:extLst>
              <a:ext uri="{FF2B5EF4-FFF2-40B4-BE49-F238E27FC236}">
                <a16:creationId xmlns:a16="http://schemas.microsoft.com/office/drawing/2014/main" id="{B6EC9F30-0D87-DD5E-E714-8A5B3D8ED1AA}"/>
              </a:ext>
            </a:extLst>
          </p:cNvPr>
          <p:cNvSpPr>
            <a:spLocks noGrp="1"/>
          </p:cNvSpPr>
          <p:nvPr>
            <p:ph type="body" sz="quarter" idx="63" hasCustomPrompt="1"/>
          </p:nvPr>
        </p:nvSpPr>
        <p:spPr>
          <a:xfrm>
            <a:off x="4666475"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5" name="Text Placeholder 164">
            <a:extLst>
              <a:ext uri="{FF2B5EF4-FFF2-40B4-BE49-F238E27FC236}">
                <a16:creationId xmlns:a16="http://schemas.microsoft.com/office/drawing/2014/main" id="{8090689C-6494-DE8E-3862-478D0C17AD57}"/>
              </a:ext>
            </a:extLst>
          </p:cNvPr>
          <p:cNvSpPr>
            <a:spLocks noGrp="1"/>
          </p:cNvSpPr>
          <p:nvPr>
            <p:ph type="body" sz="quarter" idx="64" hasCustomPrompt="1"/>
          </p:nvPr>
        </p:nvSpPr>
        <p:spPr>
          <a:xfrm>
            <a:off x="3231710"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6" name="Text Placeholder 164">
            <a:extLst>
              <a:ext uri="{FF2B5EF4-FFF2-40B4-BE49-F238E27FC236}">
                <a16:creationId xmlns:a16="http://schemas.microsoft.com/office/drawing/2014/main" id="{9C4312E2-0984-F498-D900-571F9E7A01B3}"/>
              </a:ext>
            </a:extLst>
          </p:cNvPr>
          <p:cNvSpPr>
            <a:spLocks noGrp="1"/>
          </p:cNvSpPr>
          <p:nvPr>
            <p:ph type="body" sz="quarter" idx="65" hasCustomPrompt="1"/>
          </p:nvPr>
        </p:nvSpPr>
        <p:spPr>
          <a:xfrm>
            <a:off x="1796945"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Tree>
    <p:extLst>
      <p:ext uri="{BB962C8B-B14F-4D97-AF65-F5344CB8AC3E}">
        <p14:creationId xmlns:p14="http://schemas.microsoft.com/office/powerpoint/2010/main" val="182643252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roject Timeline Three 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
        <p:nvSpPr>
          <p:cNvPr id="50" name="Rectangle: Rounded Corners 49">
            <a:extLst>
              <a:ext uri="{FF2B5EF4-FFF2-40B4-BE49-F238E27FC236}">
                <a16:creationId xmlns:a16="http://schemas.microsoft.com/office/drawing/2014/main" id="{B8CD6782-E89F-0DA6-3AAC-5F0FE7DC2336}"/>
              </a:ext>
            </a:extLst>
          </p:cNvPr>
          <p:cNvSpPr/>
          <p:nvPr userDrawn="1"/>
        </p:nvSpPr>
        <p:spPr>
          <a:xfrm>
            <a:off x="799447" y="1262211"/>
            <a:ext cx="2481959" cy="2976835"/>
          </a:xfrm>
          <a:prstGeom prst="roundRect">
            <a:avLst>
              <a:gd name="adj" fmla="val 2992"/>
            </a:avLst>
          </a:prstGeom>
          <a:solidFill>
            <a:schemeClr val="tx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1" name="Rectangle: Rounded Corners 50">
            <a:extLst>
              <a:ext uri="{FF2B5EF4-FFF2-40B4-BE49-F238E27FC236}">
                <a16:creationId xmlns:a16="http://schemas.microsoft.com/office/drawing/2014/main" id="{40CD557E-9458-8018-0F1C-8F345DF9304E}"/>
              </a:ext>
            </a:extLst>
          </p:cNvPr>
          <p:cNvSpPr/>
          <p:nvPr userDrawn="1"/>
        </p:nvSpPr>
        <p:spPr>
          <a:xfrm>
            <a:off x="3437975" y="1262211"/>
            <a:ext cx="2481959" cy="2976835"/>
          </a:xfrm>
          <a:prstGeom prst="roundRect">
            <a:avLst>
              <a:gd name="adj" fmla="val 2992"/>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2" name="Rectangle: Rounded Corners 51">
            <a:extLst>
              <a:ext uri="{FF2B5EF4-FFF2-40B4-BE49-F238E27FC236}">
                <a16:creationId xmlns:a16="http://schemas.microsoft.com/office/drawing/2014/main" id="{BFED558A-9539-A81A-B6BB-7F1239126170}"/>
              </a:ext>
            </a:extLst>
          </p:cNvPr>
          <p:cNvSpPr/>
          <p:nvPr userDrawn="1"/>
        </p:nvSpPr>
        <p:spPr>
          <a:xfrm>
            <a:off x="6093538" y="1262211"/>
            <a:ext cx="2481959" cy="2976835"/>
          </a:xfrm>
          <a:prstGeom prst="roundRect">
            <a:avLst>
              <a:gd name="adj" fmla="val 2992"/>
            </a:avLst>
          </a:prstGeom>
          <a:solidFill>
            <a:schemeClr val="tx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nvGrpSpPr>
          <p:cNvPr id="53" name="Group 52">
            <a:extLst>
              <a:ext uri="{FF2B5EF4-FFF2-40B4-BE49-F238E27FC236}">
                <a16:creationId xmlns:a16="http://schemas.microsoft.com/office/drawing/2014/main" id="{34DA254A-FA91-6545-50C3-360EF17D5EF4}"/>
              </a:ext>
            </a:extLst>
          </p:cNvPr>
          <p:cNvGrpSpPr/>
          <p:nvPr userDrawn="1"/>
        </p:nvGrpSpPr>
        <p:grpSpPr>
          <a:xfrm>
            <a:off x="370069" y="1109229"/>
            <a:ext cx="8451364" cy="3492346"/>
            <a:chOff x="370069" y="1109229"/>
            <a:chExt cx="8451364" cy="3492346"/>
          </a:xfrm>
        </p:grpSpPr>
        <p:sp>
          <p:nvSpPr>
            <p:cNvPr id="54" name="Arrow: Down 53">
              <a:extLst>
                <a:ext uri="{FF2B5EF4-FFF2-40B4-BE49-F238E27FC236}">
                  <a16:creationId xmlns:a16="http://schemas.microsoft.com/office/drawing/2014/main" id="{4818649D-088B-272C-F43C-DE41A24C52D5}"/>
                </a:ext>
              </a:extLst>
            </p:cNvPr>
            <p:cNvSpPr/>
            <p:nvPr/>
          </p:nvSpPr>
          <p:spPr>
            <a:xfrm rot="10800000">
              <a:off x="370069" y="1109229"/>
              <a:ext cx="108807" cy="3461935"/>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5" name="Arrow: Down 54">
              <a:extLst>
                <a:ext uri="{FF2B5EF4-FFF2-40B4-BE49-F238E27FC236}">
                  <a16:creationId xmlns:a16="http://schemas.microsoft.com/office/drawing/2014/main" id="{5C06AD28-0FA6-9CE5-8931-9E53CD2C9E2D}"/>
                </a:ext>
              </a:extLst>
            </p:cNvPr>
            <p:cNvSpPr/>
            <p:nvPr/>
          </p:nvSpPr>
          <p:spPr>
            <a:xfrm rot="16200000">
              <a:off x="4550307" y="330448"/>
              <a:ext cx="119688" cy="8422565"/>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6" name="Rectangle: Rounded Corners 55">
            <a:extLst>
              <a:ext uri="{FF2B5EF4-FFF2-40B4-BE49-F238E27FC236}">
                <a16:creationId xmlns:a16="http://schemas.microsoft.com/office/drawing/2014/main" id="{29FB34C5-4E25-5AB6-38A1-3DEB43A11F82}"/>
              </a:ext>
            </a:extLst>
          </p:cNvPr>
          <p:cNvSpPr/>
          <p:nvPr userDrawn="1"/>
        </p:nvSpPr>
        <p:spPr>
          <a:xfrm>
            <a:off x="295325" y="2235865"/>
            <a:ext cx="257379" cy="18832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2"/>
              </a:solidFill>
            </a:endParaRPr>
          </a:p>
        </p:txBody>
      </p:sp>
      <p:sp>
        <p:nvSpPr>
          <p:cNvPr id="57" name="Rectangle: Rounded Corners 56">
            <a:extLst>
              <a:ext uri="{FF2B5EF4-FFF2-40B4-BE49-F238E27FC236}">
                <a16:creationId xmlns:a16="http://schemas.microsoft.com/office/drawing/2014/main" id="{326CF867-E9DE-023B-B7DE-8BB87967C3BC}"/>
              </a:ext>
            </a:extLst>
          </p:cNvPr>
          <p:cNvSpPr/>
          <p:nvPr userDrawn="1"/>
        </p:nvSpPr>
        <p:spPr>
          <a:xfrm rot="5400000">
            <a:off x="1571548" y="3587421"/>
            <a:ext cx="257379" cy="18832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2"/>
              </a:solidFill>
            </a:endParaRPr>
          </a:p>
        </p:txBody>
      </p:sp>
      <p:sp>
        <p:nvSpPr>
          <p:cNvPr id="58" name="Rectangle: Rounded Corners 57">
            <a:extLst>
              <a:ext uri="{FF2B5EF4-FFF2-40B4-BE49-F238E27FC236}">
                <a16:creationId xmlns:a16="http://schemas.microsoft.com/office/drawing/2014/main" id="{6176DE26-D72F-595C-1EA4-971B8CFFCFD9}"/>
              </a:ext>
            </a:extLst>
          </p:cNvPr>
          <p:cNvSpPr/>
          <p:nvPr userDrawn="1"/>
        </p:nvSpPr>
        <p:spPr>
          <a:xfrm rot="5400000">
            <a:off x="1571548" y="3072046"/>
            <a:ext cx="257379" cy="188322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1"/>
              </a:solidFill>
            </a:endParaRPr>
          </a:p>
        </p:txBody>
      </p:sp>
      <p:sp>
        <p:nvSpPr>
          <p:cNvPr id="59" name="Rectangle: Rounded Corners 58">
            <a:extLst>
              <a:ext uri="{FF2B5EF4-FFF2-40B4-BE49-F238E27FC236}">
                <a16:creationId xmlns:a16="http://schemas.microsoft.com/office/drawing/2014/main" id="{75F03238-80F1-78CA-DED7-EF31F54F24FE}"/>
              </a:ext>
            </a:extLst>
          </p:cNvPr>
          <p:cNvSpPr/>
          <p:nvPr userDrawn="1"/>
        </p:nvSpPr>
        <p:spPr>
          <a:xfrm rot="5400000">
            <a:off x="4226567" y="3072047"/>
            <a:ext cx="257379" cy="188322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1"/>
              </a:solidFill>
            </a:endParaRPr>
          </a:p>
        </p:txBody>
      </p:sp>
      <p:sp>
        <p:nvSpPr>
          <p:cNvPr id="60" name="Rectangle: Rounded Corners 59">
            <a:extLst>
              <a:ext uri="{FF2B5EF4-FFF2-40B4-BE49-F238E27FC236}">
                <a16:creationId xmlns:a16="http://schemas.microsoft.com/office/drawing/2014/main" id="{07D9449F-75F3-DE98-D3D6-20294EBCA017}"/>
              </a:ext>
            </a:extLst>
          </p:cNvPr>
          <p:cNvSpPr/>
          <p:nvPr userDrawn="1"/>
        </p:nvSpPr>
        <p:spPr>
          <a:xfrm rot="5400000">
            <a:off x="6868358" y="3072048"/>
            <a:ext cx="257379" cy="188322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1"/>
              </a:solidFill>
            </a:endParaRPr>
          </a:p>
        </p:txBody>
      </p:sp>
      <p:sp>
        <p:nvSpPr>
          <p:cNvPr id="72" name="Text Placeholder 70">
            <a:extLst>
              <a:ext uri="{FF2B5EF4-FFF2-40B4-BE49-F238E27FC236}">
                <a16:creationId xmlns:a16="http://schemas.microsoft.com/office/drawing/2014/main" id="{E7C24E8B-9E0E-FE06-04B8-B853F4A2A47B}"/>
              </a:ext>
            </a:extLst>
          </p:cNvPr>
          <p:cNvSpPr>
            <a:spLocks noGrp="1"/>
          </p:cNvSpPr>
          <p:nvPr>
            <p:ph type="body" sz="quarter" idx="22" hasCustomPrompt="1"/>
          </p:nvPr>
        </p:nvSpPr>
        <p:spPr>
          <a:xfrm rot="5400000">
            <a:off x="1567483" y="3578015"/>
            <a:ext cx="257175" cy="1884363"/>
          </a:xfrm>
        </p:spPr>
        <p:txBody>
          <a:bodyPr vert="vert270" lIns="91440" rIns="91440" anchor="ctr">
            <a:noAutofit/>
          </a:bodyPr>
          <a:lstStyle>
            <a:lvl1pPr marL="0" indent="0" algn="ctr">
              <a:buNone/>
              <a:defRPr sz="1200"/>
            </a:lvl1pPr>
            <a:lvl2pPr marL="228600" indent="0">
              <a:buNone/>
              <a:defRPr/>
            </a:lvl2pPr>
            <a:lvl3pPr marL="457200" indent="0">
              <a:buNone/>
              <a:defRPr/>
            </a:lvl3pPr>
            <a:lvl4pPr marL="640080" indent="0">
              <a:buNone/>
              <a:defRPr/>
            </a:lvl4pPr>
            <a:lvl5pPr marL="777240" indent="0">
              <a:buNone/>
              <a:defRPr/>
            </a:lvl5pPr>
          </a:lstStyle>
          <a:p>
            <a:pPr lvl="0"/>
            <a:r>
              <a:rPr lang="en-US"/>
              <a:t>X Axis Label</a:t>
            </a:r>
          </a:p>
        </p:txBody>
      </p:sp>
      <p:sp>
        <p:nvSpPr>
          <p:cNvPr id="75" name="Text Placeholder 73">
            <a:extLst>
              <a:ext uri="{FF2B5EF4-FFF2-40B4-BE49-F238E27FC236}">
                <a16:creationId xmlns:a16="http://schemas.microsoft.com/office/drawing/2014/main" id="{9B4098BF-D551-FF0A-F7A4-51F362D58E41}"/>
              </a:ext>
            </a:extLst>
          </p:cNvPr>
          <p:cNvSpPr>
            <a:spLocks noGrp="1"/>
          </p:cNvSpPr>
          <p:nvPr>
            <p:ph type="body" sz="quarter" idx="23" hasCustomPrompt="1"/>
          </p:nvPr>
        </p:nvSpPr>
        <p:spPr>
          <a:xfrm>
            <a:off x="800100" y="981477"/>
            <a:ext cx="2470302" cy="286936"/>
          </a:xfrm>
        </p:spPr>
        <p:txBody>
          <a:bodyPr/>
          <a:lstStyle>
            <a:lvl1pPr marL="0" indent="0">
              <a:buNone/>
              <a:defRPr lang="en-US" b="1" dirty="0"/>
            </a:lvl1pPr>
          </a:lstStyle>
          <a:p>
            <a:pPr marL="115888" lvl="0" indent="-115888"/>
            <a:r>
              <a:rPr lang="en-US"/>
              <a:t>Column One</a:t>
            </a:r>
          </a:p>
        </p:txBody>
      </p:sp>
      <p:sp>
        <p:nvSpPr>
          <p:cNvPr id="76" name="Text Placeholder 73">
            <a:extLst>
              <a:ext uri="{FF2B5EF4-FFF2-40B4-BE49-F238E27FC236}">
                <a16:creationId xmlns:a16="http://schemas.microsoft.com/office/drawing/2014/main" id="{781F0916-D705-2D70-25FB-6B5E075B12B2}"/>
              </a:ext>
            </a:extLst>
          </p:cNvPr>
          <p:cNvSpPr>
            <a:spLocks noGrp="1"/>
          </p:cNvSpPr>
          <p:nvPr>
            <p:ph type="body" sz="quarter" idx="24" hasCustomPrompt="1"/>
          </p:nvPr>
        </p:nvSpPr>
        <p:spPr>
          <a:xfrm>
            <a:off x="3437974" y="981477"/>
            <a:ext cx="2470302" cy="286936"/>
          </a:xfrm>
        </p:spPr>
        <p:txBody>
          <a:bodyPr/>
          <a:lstStyle>
            <a:lvl1pPr marL="0" indent="0">
              <a:buNone/>
              <a:defRPr lang="en-US" b="1" dirty="0"/>
            </a:lvl1pPr>
          </a:lstStyle>
          <a:p>
            <a:pPr marL="115888" lvl="0" indent="-115888"/>
            <a:r>
              <a:rPr lang="en-US"/>
              <a:t>Column Two</a:t>
            </a:r>
          </a:p>
        </p:txBody>
      </p:sp>
      <p:sp>
        <p:nvSpPr>
          <p:cNvPr id="77" name="Text Placeholder 73">
            <a:extLst>
              <a:ext uri="{FF2B5EF4-FFF2-40B4-BE49-F238E27FC236}">
                <a16:creationId xmlns:a16="http://schemas.microsoft.com/office/drawing/2014/main" id="{4972F31A-7E33-3FB0-7406-195888C9DD46}"/>
              </a:ext>
            </a:extLst>
          </p:cNvPr>
          <p:cNvSpPr>
            <a:spLocks noGrp="1"/>
          </p:cNvSpPr>
          <p:nvPr>
            <p:ph type="body" sz="quarter" idx="25" hasCustomPrompt="1"/>
          </p:nvPr>
        </p:nvSpPr>
        <p:spPr>
          <a:xfrm>
            <a:off x="6093538" y="981477"/>
            <a:ext cx="2470302" cy="286936"/>
          </a:xfrm>
        </p:spPr>
        <p:txBody>
          <a:bodyPr/>
          <a:lstStyle>
            <a:lvl1pPr marL="0" indent="0">
              <a:buNone/>
              <a:defRPr lang="en-US" b="1" dirty="0"/>
            </a:lvl1pPr>
          </a:lstStyle>
          <a:p>
            <a:pPr marL="115888" lvl="0" indent="-115888"/>
            <a:r>
              <a:rPr lang="en-US"/>
              <a:t>Column Three</a:t>
            </a:r>
          </a:p>
        </p:txBody>
      </p:sp>
      <p:sp>
        <p:nvSpPr>
          <p:cNvPr id="83" name="Text Placeholder 73">
            <a:extLst>
              <a:ext uri="{FF2B5EF4-FFF2-40B4-BE49-F238E27FC236}">
                <a16:creationId xmlns:a16="http://schemas.microsoft.com/office/drawing/2014/main" id="{236C7EF0-7489-3CF6-06F7-2F1A8097C195}"/>
              </a:ext>
            </a:extLst>
          </p:cNvPr>
          <p:cNvSpPr>
            <a:spLocks noGrp="1"/>
          </p:cNvSpPr>
          <p:nvPr>
            <p:ph type="body" sz="quarter" idx="26" hasCustomPrompt="1"/>
          </p:nvPr>
        </p:nvSpPr>
        <p:spPr>
          <a:xfrm>
            <a:off x="801414" y="2686045"/>
            <a:ext cx="2478024" cy="286936"/>
          </a:xfrm>
        </p:spPr>
        <p:txBody>
          <a:bodyPr lIns="91440" rIns="91440"/>
          <a:lstStyle>
            <a:lvl1pPr marL="0" indent="0">
              <a:buNone/>
              <a:defRPr lang="en-US" b="1" dirty="0">
                <a:solidFill>
                  <a:schemeClr val="tx2"/>
                </a:solidFill>
              </a:defRPr>
            </a:lvl1pPr>
          </a:lstStyle>
          <a:p>
            <a:pPr marL="115888" lvl="0" indent="-115888"/>
            <a:r>
              <a:rPr lang="en-US"/>
              <a:t>Column One Heading</a:t>
            </a:r>
          </a:p>
        </p:txBody>
      </p:sp>
      <p:sp>
        <p:nvSpPr>
          <p:cNvPr id="84" name="Text Placeholder 73">
            <a:extLst>
              <a:ext uri="{FF2B5EF4-FFF2-40B4-BE49-F238E27FC236}">
                <a16:creationId xmlns:a16="http://schemas.microsoft.com/office/drawing/2014/main" id="{1036C1E6-5744-0057-FC48-86908EA0A8A3}"/>
              </a:ext>
            </a:extLst>
          </p:cNvPr>
          <p:cNvSpPr>
            <a:spLocks noGrp="1"/>
          </p:cNvSpPr>
          <p:nvPr>
            <p:ph type="body" sz="quarter" idx="27" hasCustomPrompt="1"/>
          </p:nvPr>
        </p:nvSpPr>
        <p:spPr>
          <a:xfrm>
            <a:off x="3437975" y="2124215"/>
            <a:ext cx="2470302" cy="286936"/>
          </a:xfrm>
        </p:spPr>
        <p:txBody>
          <a:bodyPr lIns="91440" rIns="91440"/>
          <a:lstStyle>
            <a:lvl1pPr marL="0" indent="0">
              <a:buNone/>
              <a:defRPr lang="en-US" b="1" dirty="0">
                <a:solidFill>
                  <a:schemeClr val="tx2"/>
                </a:solidFill>
              </a:defRPr>
            </a:lvl1pPr>
          </a:lstStyle>
          <a:p>
            <a:pPr marL="115888" lvl="0" indent="-115888"/>
            <a:r>
              <a:rPr lang="en-US"/>
              <a:t>Column Two Heading</a:t>
            </a:r>
          </a:p>
        </p:txBody>
      </p:sp>
      <p:sp>
        <p:nvSpPr>
          <p:cNvPr id="85" name="Text Placeholder 73">
            <a:extLst>
              <a:ext uri="{FF2B5EF4-FFF2-40B4-BE49-F238E27FC236}">
                <a16:creationId xmlns:a16="http://schemas.microsoft.com/office/drawing/2014/main" id="{CB83021B-7A3F-29FA-9201-1C8CE34B0487}"/>
              </a:ext>
            </a:extLst>
          </p:cNvPr>
          <p:cNvSpPr>
            <a:spLocks noGrp="1"/>
          </p:cNvSpPr>
          <p:nvPr>
            <p:ph type="body" sz="quarter" idx="28" hasCustomPrompt="1"/>
          </p:nvPr>
        </p:nvSpPr>
        <p:spPr>
          <a:xfrm>
            <a:off x="6093537" y="1511253"/>
            <a:ext cx="2481959" cy="286936"/>
          </a:xfrm>
        </p:spPr>
        <p:txBody>
          <a:bodyPr lIns="91440" rIns="91440"/>
          <a:lstStyle>
            <a:lvl1pPr marL="0" indent="0">
              <a:buNone/>
              <a:defRPr lang="en-US" b="1" dirty="0">
                <a:solidFill>
                  <a:schemeClr val="tx2"/>
                </a:solidFill>
              </a:defRPr>
            </a:lvl1pPr>
          </a:lstStyle>
          <a:p>
            <a:pPr marL="115888" lvl="0" indent="-115888"/>
            <a:r>
              <a:rPr lang="en-US"/>
              <a:t>Column Three Heading</a:t>
            </a:r>
          </a:p>
        </p:txBody>
      </p:sp>
      <p:sp>
        <p:nvSpPr>
          <p:cNvPr id="87" name="Text Placeholder 86">
            <a:extLst>
              <a:ext uri="{FF2B5EF4-FFF2-40B4-BE49-F238E27FC236}">
                <a16:creationId xmlns:a16="http://schemas.microsoft.com/office/drawing/2014/main" id="{2373824F-E035-5303-718B-415039B02932}"/>
              </a:ext>
            </a:extLst>
          </p:cNvPr>
          <p:cNvSpPr>
            <a:spLocks noGrp="1"/>
          </p:cNvSpPr>
          <p:nvPr>
            <p:ph type="body" sz="quarter" idx="29"/>
          </p:nvPr>
        </p:nvSpPr>
        <p:spPr>
          <a:xfrm>
            <a:off x="801414" y="2973389"/>
            <a:ext cx="2478024" cy="855432"/>
          </a:xfrm>
        </p:spPr>
        <p:txBody>
          <a:bodyPr lIns="91440" rIns="91440">
            <a:normAutofit/>
          </a:bodyPr>
          <a:lstStyle>
            <a:lvl1pPr>
              <a:defRPr lang="en-US" sz="1200" dirty="0"/>
            </a:lvl1pPr>
          </a:lstStyle>
          <a:p>
            <a:pPr lvl="0"/>
            <a:endParaRPr lang="en-US"/>
          </a:p>
        </p:txBody>
      </p:sp>
      <p:sp>
        <p:nvSpPr>
          <p:cNvPr id="88" name="Text Placeholder 86">
            <a:extLst>
              <a:ext uri="{FF2B5EF4-FFF2-40B4-BE49-F238E27FC236}">
                <a16:creationId xmlns:a16="http://schemas.microsoft.com/office/drawing/2014/main" id="{B85E0603-BBE9-5934-9E13-C02403864EFD}"/>
              </a:ext>
            </a:extLst>
          </p:cNvPr>
          <p:cNvSpPr>
            <a:spLocks noGrp="1"/>
          </p:cNvSpPr>
          <p:nvPr>
            <p:ph type="body" sz="quarter" idx="30"/>
          </p:nvPr>
        </p:nvSpPr>
        <p:spPr>
          <a:xfrm>
            <a:off x="3437975" y="2426717"/>
            <a:ext cx="2470301" cy="1402104"/>
          </a:xfrm>
        </p:spPr>
        <p:txBody>
          <a:bodyPr lIns="91440" rIns="91440">
            <a:normAutofit/>
          </a:bodyPr>
          <a:lstStyle>
            <a:lvl1pPr>
              <a:defRPr lang="en-US" sz="1200" dirty="0"/>
            </a:lvl1pPr>
          </a:lstStyle>
          <a:p>
            <a:pPr lvl="0"/>
            <a:endParaRPr lang="en-US"/>
          </a:p>
        </p:txBody>
      </p:sp>
      <p:sp>
        <p:nvSpPr>
          <p:cNvPr id="89" name="Text Placeholder 86">
            <a:extLst>
              <a:ext uri="{FF2B5EF4-FFF2-40B4-BE49-F238E27FC236}">
                <a16:creationId xmlns:a16="http://schemas.microsoft.com/office/drawing/2014/main" id="{F988EEC0-8CED-7D23-C1E1-8C47241D3D8C}"/>
              </a:ext>
            </a:extLst>
          </p:cNvPr>
          <p:cNvSpPr>
            <a:spLocks noGrp="1"/>
          </p:cNvSpPr>
          <p:nvPr>
            <p:ph type="body" sz="quarter" idx="31"/>
          </p:nvPr>
        </p:nvSpPr>
        <p:spPr>
          <a:xfrm>
            <a:off x="6093538" y="1826765"/>
            <a:ext cx="2481959" cy="2002056"/>
          </a:xfrm>
        </p:spPr>
        <p:txBody>
          <a:bodyPr lIns="91440" rIns="91440">
            <a:normAutofit/>
          </a:bodyPr>
          <a:lstStyle>
            <a:lvl1pPr>
              <a:defRPr lang="en-US" sz="1200" dirty="0"/>
            </a:lvl1pPr>
          </a:lstStyle>
          <a:p>
            <a:pPr lvl="0"/>
            <a:endParaRPr lang="en-US"/>
          </a:p>
        </p:txBody>
      </p:sp>
      <p:sp>
        <p:nvSpPr>
          <p:cNvPr id="90" name="Text Placeholder 73">
            <a:extLst>
              <a:ext uri="{FF2B5EF4-FFF2-40B4-BE49-F238E27FC236}">
                <a16:creationId xmlns:a16="http://schemas.microsoft.com/office/drawing/2014/main" id="{59FB29AA-D5BB-7495-D090-1013C13DDF35}"/>
              </a:ext>
            </a:extLst>
          </p:cNvPr>
          <p:cNvSpPr>
            <a:spLocks noGrp="1"/>
          </p:cNvSpPr>
          <p:nvPr>
            <p:ph type="body" sz="quarter" idx="32" hasCustomPrompt="1"/>
          </p:nvPr>
        </p:nvSpPr>
        <p:spPr>
          <a:xfrm>
            <a:off x="753889" y="3894845"/>
            <a:ext cx="1884363" cy="238523"/>
          </a:xfrm>
        </p:spPr>
        <p:txBody>
          <a:bodyPr anchor="ctr"/>
          <a:lstStyle>
            <a:lvl1pPr marL="0" indent="0" algn="ctr">
              <a:buNone/>
              <a:defRPr lang="en-US" sz="1200" b="0" dirty="0">
                <a:solidFill>
                  <a:schemeClr val="bg1"/>
                </a:solidFill>
              </a:defRPr>
            </a:lvl1pPr>
          </a:lstStyle>
          <a:p>
            <a:pPr marL="115888" lvl="0" indent="-115888"/>
            <a:r>
              <a:rPr lang="en-US"/>
              <a:t>Column One</a:t>
            </a:r>
          </a:p>
        </p:txBody>
      </p:sp>
      <p:sp>
        <p:nvSpPr>
          <p:cNvPr id="91" name="Text Placeholder 73">
            <a:extLst>
              <a:ext uri="{FF2B5EF4-FFF2-40B4-BE49-F238E27FC236}">
                <a16:creationId xmlns:a16="http://schemas.microsoft.com/office/drawing/2014/main" id="{A47B6DBF-8961-496E-D894-58F18B8BD97A}"/>
              </a:ext>
            </a:extLst>
          </p:cNvPr>
          <p:cNvSpPr>
            <a:spLocks noGrp="1"/>
          </p:cNvSpPr>
          <p:nvPr>
            <p:ph type="body" sz="quarter" idx="33" hasCustomPrompt="1"/>
          </p:nvPr>
        </p:nvSpPr>
        <p:spPr>
          <a:xfrm>
            <a:off x="3411809" y="3894845"/>
            <a:ext cx="1884363" cy="238523"/>
          </a:xfrm>
        </p:spPr>
        <p:txBody>
          <a:bodyPr anchor="ctr"/>
          <a:lstStyle>
            <a:lvl1pPr marL="0" indent="0" algn="ctr">
              <a:buNone/>
              <a:defRPr lang="en-US" sz="1200" b="0" dirty="0">
                <a:solidFill>
                  <a:schemeClr val="bg1"/>
                </a:solidFill>
              </a:defRPr>
            </a:lvl1pPr>
          </a:lstStyle>
          <a:p>
            <a:pPr marL="115888" lvl="0" indent="-115888"/>
            <a:r>
              <a:rPr lang="en-US"/>
              <a:t>Column Two</a:t>
            </a:r>
          </a:p>
        </p:txBody>
      </p:sp>
      <p:sp>
        <p:nvSpPr>
          <p:cNvPr id="92" name="Text Placeholder 73">
            <a:extLst>
              <a:ext uri="{FF2B5EF4-FFF2-40B4-BE49-F238E27FC236}">
                <a16:creationId xmlns:a16="http://schemas.microsoft.com/office/drawing/2014/main" id="{FD75B0A9-3899-FA12-4184-F7A58C8ABFC6}"/>
              </a:ext>
            </a:extLst>
          </p:cNvPr>
          <p:cNvSpPr>
            <a:spLocks noGrp="1"/>
          </p:cNvSpPr>
          <p:nvPr>
            <p:ph type="body" sz="quarter" idx="34" hasCustomPrompt="1"/>
          </p:nvPr>
        </p:nvSpPr>
        <p:spPr>
          <a:xfrm>
            <a:off x="6054295" y="3894845"/>
            <a:ext cx="1884363" cy="238523"/>
          </a:xfrm>
        </p:spPr>
        <p:txBody>
          <a:bodyPr anchor="ctr"/>
          <a:lstStyle>
            <a:lvl1pPr marL="0" indent="0" algn="ctr">
              <a:buNone/>
              <a:defRPr lang="en-US" sz="1200" b="0" dirty="0">
                <a:solidFill>
                  <a:schemeClr val="bg1"/>
                </a:solidFill>
              </a:defRPr>
            </a:lvl1pPr>
          </a:lstStyle>
          <a:p>
            <a:pPr marL="115888" lvl="0" indent="-115888"/>
            <a:r>
              <a:rPr lang="en-US"/>
              <a:t>Column Three</a:t>
            </a:r>
          </a:p>
        </p:txBody>
      </p:sp>
      <p:sp>
        <p:nvSpPr>
          <p:cNvPr id="94" name="Text Placeholder 70">
            <a:extLst>
              <a:ext uri="{FF2B5EF4-FFF2-40B4-BE49-F238E27FC236}">
                <a16:creationId xmlns:a16="http://schemas.microsoft.com/office/drawing/2014/main" id="{78ED6A29-C390-F605-884B-64AEE5E86B6C}"/>
              </a:ext>
            </a:extLst>
          </p:cNvPr>
          <p:cNvSpPr>
            <a:spLocks noGrp="1"/>
          </p:cNvSpPr>
          <p:nvPr>
            <p:ph type="body" sz="quarter" idx="35" hasCustomPrompt="1"/>
          </p:nvPr>
        </p:nvSpPr>
        <p:spPr>
          <a:xfrm>
            <a:off x="281325" y="2245433"/>
            <a:ext cx="257175" cy="1884363"/>
          </a:xfrm>
        </p:spPr>
        <p:txBody>
          <a:bodyPr vert="vert270" lIns="91440" rIns="91440" anchor="ctr">
            <a:noAutofit/>
          </a:bodyPr>
          <a:lstStyle>
            <a:lvl1pPr marL="0" indent="0" algn="ctr">
              <a:buNone/>
              <a:defRPr sz="1200"/>
            </a:lvl1pPr>
            <a:lvl2pPr marL="228600" indent="0">
              <a:buNone/>
              <a:defRPr/>
            </a:lvl2pPr>
            <a:lvl3pPr marL="457200" indent="0">
              <a:buNone/>
              <a:defRPr/>
            </a:lvl3pPr>
            <a:lvl4pPr marL="640080" indent="0">
              <a:buNone/>
              <a:defRPr/>
            </a:lvl4pPr>
            <a:lvl5pPr marL="777240" indent="0">
              <a:buNone/>
              <a:defRPr/>
            </a:lvl5pPr>
          </a:lstStyle>
          <a:p>
            <a:pPr lvl="0"/>
            <a:r>
              <a:rPr lang="en-US"/>
              <a:t>Y Axis Label</a:t>
            </a:r>
          </a:p>
        </p:txBody>
      </p:sp>
    </p:spTree>
    <p:extLst>
      <p:ext uri="{BB962C8B-B14F-4D97-AF65-F5344CB8AC3E}">
        <p14:creationId xmlns:p14="http://schemas.microsoft.com/office/powerpoint/2010/main" val="230482946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ject Timeline Stages">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ED3E0A21-55E7-E130-8E0C-7ADA12743BA6}"/>
              </a:ext>
            </a:extLst>
          </p:cNvPr>
          <p:cNvGrpSpPr/>
          <p:nvPr userDrawn="1"/>
        </p:nvGrpSpPr>
        <p:grpSpPr>
          <a:xfrm>
            <a:off x="336853" y="971622"/>
            <a:ext cx="8470293" cy="3375375"/>
            <a:chOff x="314943" y="933522"/>
            <a:chExt cx="8968609" cy="3375375"/>
          </a:xfrm>
        </p:grpSpPr>
        <p:sp>
          <p:nvSpPr>
            <p:cNvPr id="3" name="Rectangle 2">
              <a:extLst>
                <a:ext uri="{FF2B5EF4-FFF2-40B4-BE49-F238E27FC236}">
                  <a16:creationId xmlns:a16="http://schemas.microsoft.com/office/drawing/2014/main" id="{A7E8D4A0-21C5-5B41-17A1-E6A156B3156D}"/>
                </a:ext>
              </a:extLst>
            </p:cNvPr>
            <p:cNvSpPr/>
            <p:nvPr/>
          </p:nvSpPr>
          <p:spPr>
            <a:xfrm>
              <a:off x="314943" y="933522"/>
              <a:ext cx="2986968" cy="3375375"/>
            </a:xfrm>
            <a:prstGeom prst="rect">
              <a:avLst/>
            </a:prstGeom>
            <a:solidFill>
              <a:schemeClr val="tx2">
                <a:lumMod val="20000"/>
                <a:lumOff val="8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 name="Rectangle 3">
              <a:extLst>
                <a:ext uri="{FF2B5EF4-FFF2-40B4-BE49-F238E27FC236}">
                  <a16:creationId xmlns:a16="http://schemas.microsoft.com/office/drawing/2014/main" id="{4F7685F4-A5B9-D7A3-F6FB-6B6B10C8CBDF}"/>
                </a:ext>
              </a:extLst>
            </p:cNvPr>
            <p:cNvSpPr/>
            <p:nvPr/>
          </p:nvSpPr>
          <p:spPr>
            <a:xfrm>
              <a:off x="3297755" y="933522"/>
              <a:ext cx="2995577" cy="3375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 name="Rectangle 4">
              <a:extLst>
                <a:ext uri="{FF2B5EF4-FFF2-40B4-BE49-F238E27FC236}">
                  <a16:creationId xmlns:a16="http://schemas.microsoft.com/office/drawing/2014/main" id="{B4DCCD7B-6B02-0E72-055D-53FA4FD4FD3D}"/>
                </a:ext>
              </a:extLst>
            </p:cNvPr>
            <p:cNvSpPr/>
            <p:nvPr/>
          </p:nvSpPr>
          <p:spPr>
            <a:xfrm>
              <a:off x="6293335" y="933522"/>
              <a:ext cx="2990217" cy="3375375"/>
            </a:xfrm>
            <a:prstGeom prst="rect">
              <a:avLst/>
            </a:prstGeom>
            <a:solidFill>
              <a:schemeClr val="tx2">
                <a:lumMod val="20000"/>
                <a:lumOff val="8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bg1"/>
                </a:solidFill>
              </a:endParaRPr>
            </a:p>
          </p:txBody>
        </p:sp>
      </p:grpSp>
      <p:sp>
        <p:nvSpPr>
          <p:cNvPr id="17" name="TextBox 16">
            <a:extLst>
              <a:ext uri="{FF2B5EF4-FFF2-40B4-BE49-F238E27FC236}">
                <a16:creationId xmlns:a16="http://schemas.microsoft.com/office/drawing/2014/main" id="{F43D414B-D64A-DBF6-C36E-5C9F166C1E2C}"/>
              </a:ext>
            </a:extLst>
          </p:cNvPr>
          <p:cNvSpPr txBox="1"/>
          <p:nvPr/>
        </p:nvSpPr>
        <p:spPr>
          <a:xfrm>
            <a:off x="336853" y="4327761"/>
            <a:ext cx="2824073" cy="313288"/>
          </a:xfrm>
          <a:prstGeom prst="rect">
            <a:avLst/>
          </a:prstGeom>
          <a:solidFill>
            <a:schemeClr val="tx2"/>
          </a:solidFill>
        </p:spPr>
        <p:txBody>
          <a:bodyPr wrap="square" lIns="91440" tIns="0" rIns="0" bIns="0" rtlCol="0" anchor="ctr">
            <a:noAutofit/>
          </a:bodyPr>
          <a:lstStyle/>
          <a:p>
            <a:pPr algn="l">
              <a:lnSpc>
                <a:spcPct val="90000"/>
              </a:lnSpc>
              <a:spcAft>
                <a:spcPts val="600"/>
              </a:spcAft>
            </a:pPr>
            <a:endParaRPr lang="en-US" sz="1100" b="0" i="0">
              <a:solidFill>
                <a:schemeClr val="bg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C4C09153-9B3D-702A-ABC2-E965423547DA}"/>
              </a:ext>
            </a:extLst>
          </p:cNvPr>
          <p:cNvSpPr txBox="1"/>
          <p:nvPr/>
        </p:nvSpPr>
        <p:spPr>
          <a:xfrm>
            <a:off x="3158999" y="4327761"/>
            <a:ext cx="2824073" cy="313288"/>
          </a:xfrm>
          <a:prstGeom prst="rect">
            <a:avLst/>
          </a:prstGeom>
          <a:solidFill>
            <a:schemeClr val="bg2"/>
          </a:solidFill>
        </p:spPr>
        <p:txBody>
          <a:bodyPr wrap="square" lIns="91440" tIns="0" rIns="0" bIns="0" rtlCol="0" anchor="ctr">
            <a:noAutofit/>
          </a:bodyPr>
          <a:lstStyle/>
          <a:p>
            <a:pPr algn="l">
              <a:lnSpc>
                <a:spcPct val="90000"/>
              </a:lnSpc>
              <a:spcAft>
                <a:spcPts val="600"/>
              </a:spcAft>
            </a:pPr>
            <a:endParaRPr lang="en-US" sz="1100" b="0" i="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DDFFBDA-FA10-C800-1FC6-1EC212006F67}"/>
              </a:ext>
            </a:extLst>
          </p:cNvPr>
          <p:cNvSpPr txBox="1"/>
          <p:nvPr/>
        </p:nvSpPr>
        <p:spPr>
          <a:xfrm>
            <a:off x="5983071" y="4327761"/>
            <a:ext cx="2824073" cy="313288"/>
          </a:xfrm>
          <a:prstGeom prst="rect">
            <a:avLst/>
          </a:prstGeom>
          <a:solidFill>
            <a:schemeClr val="tx2"/>
          </a:solidFill>
        </p:spPr>
        <p:txBody>
          <a:bodyPr wrap="square" lIns="91440" tIns="0" rIns="0" bIns="0" rtlCol="0" anchor="ctr">
            <a:noAutofit/>
          </a:bodyPr>
          <a:lstStyle/>
          <a:p>
            <a:pPr algn="l">
              <a:lnSpc>
                <a:spcPct val="90000"/>
              </a:lnSpc>
              <a:spcAft>
                <a:spcPts val="600"/>
              </a:spcAft>
            </a:pPr>
            <a:endParaRPr lang="en-US" sz="1100" b="0" i="0">
              <a:solidFill>
                <a:schemeClr val="bg1"/>
              </a:solidFill>
              <a:latin typeface="Arial" panose="020B0604020202020204" pitchFamily="34" charset="0"/>
              <a:cs typeface="Arial" panose="020B0604020202020204" pitchFamily="34" charset="0"/>
            </a:endParaRPr>
          </a:p>
        </p:txBody>
      </p:sp>
      <p:sp>
        <p:nvSpPr>
          <p:cNvPr id="24" name="Text Placeholder 20">
            <a:extLst>
              <a:ext uri="{FF2B5EF4-FFF2-40B4-BE49-F238E27FC236}">
                <a16:creationId xmlns:a16="http://schemas.microsoft.com/office/drawing/2014/main" id="{88E6CCD2-8932-44B5-F6CE-E2D2FCE48C41}"/>
              </a:ext>
            </a:extLst>
          </p:cNvPr>
          <p:cNvSpPr>
            <a:spLocks noGrp="1"/>
          </p:cNvSpPr>
          <p:nvPr>
            <p:ph type="body" sz="quarter" idx="21" hasCustomPrompt="1"/>
          </p:nvPr>
        </p:nvSpPr>
        <p:spPr>
          <a:xfrm>
            <a:off x="330200" y="4322763"/>
            <a:ext cx="2821005" cy="322262"/>
          </a:xfrm>
        </p:spPr>
        <p:txBody>
          <a:bodyPr lIns="91440" anchor="ctr"/>
          <a:lstStyle>
            <a:lvl1pPr marL="0" indent="0">
              <a:buNone/>
              <a:defRPr sz="1100">
                <a:solidFill>
                  <a:schemeClr val="bg1"/>
                </a:solidFill>
              </a:defRPr>
            </a:lvl1pPr>
            <a:lvl2pPr marL="228600" indent="0">
              <a:buNone/>
              <a:defRPr>
                <a:solidFill>
                  <a:schemeClr val="bg1"/>
                </a:solidFill>
              </a:defRPr>
            </a:lvl2pPr>
            <a:lvl3pPr marL="457200" indent="0">
              <a:buNone/>
              <a:defRPr>
                <a:solidFill>
                  <a:schemeClr val="bg1"/>
                </a:solidFill>
              </a:defRPr>
            </a:lvl3pPr>
            <a:lvl4pPr marL="640080" indent="0">
              <a:buNone/>
              <a:defRPr>
                <a:solidFill>
                  <a:schemeClr val="bg1"/>
                </a:solidFill>
              </a:defRPr>
            </a:lvl4pPr>
            <a:lvl5pPr marL="777240" indent="0">
              <a:buNone/>
              <a:defRPr>
                <a:solidFill>
                  <a:schemeClr val="bg1"/>
                </a:solidFill>
              </a:defRPr>
            </a:lvl5pPr>
          </a:lstStyle>
          <a:p>
            <a:pPr lvl="0"/>
            <a:r>
              <a:rPr lang="en-US"/>
              <a:t>Stage One</a:t>
            </a:r>
          </a:p>
        </p:txBody>
      </p:sp>
      <p:sp>
        <p:nvSpPr>
          <p:cNvPr id="25" name="Text Placeholder 20">
            <a:extLst>
              <a:ext uri="{FF2B5EF4-FFF2-40B4-BE49-F238E27FC236}">
                <a16:creationId xmlns:a16="http://schemas.microsoft.com/office/drawing/2014/main" id="{555461D2-5A9F-D65D-C653-DFC009310BB4}"/>
              </a:ext>
            </a:extLst>
          </p:cNvPr>
          <p:cNvSpPr>
            <a:spLocks noGrp="1"/>
          </p:cNvSpPr>
          <p:nvPr>
            <p:ph type="body" sz="quarter" idx="22" hasCustomPrompt="1"/>
          </p:nvPr>
        </p:nvSpPr>
        <p:spPr>
          <a:xfrm>
            <a:off x="5981436" y="4322763"/>
            <a:ext cx="2827338" cy="322262"/>
          </a:xfrm>
        </p:spPr>
        <p:txBody>
          <a:bodyPr lIns="91440" anchor="ctr"/>
          <a:lstStyle>
            <a:lvl1pPr marL="0" indent="0">
              <a:buNone/>
              <a:defRPr sz="1100">
                <a:solidFill>
                  <a:schemeClr val="bg1"/>
                </a:solidFill>
              </a:defRPr>
            </a:lvl1pPr>
            <a:lvl2pPr marL="228600" indent="0">
              <a:buNone/>
              <a:defRPr>
                <a:solidFill>
                  <a:schemeClr val="bg1"/>
                </a:solidFill>
              </a:defRPr>
            </a:lvl2pPr>
            <a:lvl3pPr marL="457200" indent="0">
              <a:buNone/>
              <a:defRPr>
                <a:solidFill>
                  <a:schemeClr val="bg1"/>
                </a:solidFill>
              </a:defRPr>
            </a:lvl3pPr>
            <a:lvl4pPr marL="640080" indent="0">
              <a:buNone/>
              <a:defRPr>
                <a:solidFill>
                  <a:schemeClr val="bg1"/>
                </a:solidFill>
              </a:defRPr>
            </a:lvl4pPr>
            <a:lvl5pPr marL="777240" indent="0">
              <a:buNone/>
              <a:defRPr>
                <a:solidFill>
                  <a:schemeClr val="bg1"/>
                </a:solidFill>
              </a:defRPr>
            </a:lvl5pPr>
          </a:lstStyle>
          <a:p>
            <a:pPr lvl="0"/>
            <a:r>
              <a:rPr lang="en-US"/>
              <a:t>Stage Three</a:t>
            </a:r>
          </a:p>
        </p:txBody>
      </p:sp>
      <p:sp>
        <p:nvSpPr>
          <p:cNvPr id="26" name="Text Placeholder 20">
            <a:extLst>
              <a:ext uri="{FF2B5EF4-FFF2-40B4-BE49-F238E27FC236}">
                <a16:creationId xmlns:a16="http://schemas.microsoft.com/office/drawing/2014/main" id="{004A7935-6FFB-8665-E61B-44B429C44E7D}"/>
              </a:ext>
            </a:extLst>
          </p:cNvPr>
          <p:cNvSpPr>
            <a:spLocks noGrp="1"/>
          </p:cNvSpPr>
          <p:nvPr>
            <p:ph type="body" sz="quarter" idx="23" hasCustomPrompt="1"/>
          </p:nvPr>
        </p:nvSpPr>
        <p:spPr>
          <a:xfrm>
            <a:off x="3164511" y="4322763"/>
            <a:ext cx="2816925" cy="322262"/>
          </a:xfrm>
        </p:spPr>
        <p:txBody>
          <a:bodyPr lIns="91440" anchor="ctr"/>
          <a:lstStyle>
            <a:lvl1pPr marL="0" indent="0">
              <a:buNone/>
              <a:defRPr sz="1100">
                <a:solidFill>
                  <a:schemeClr val="bg1"/>
                </a:solidFill>
              </a:defRPr>
            </a:lvl1pPr>
            <a:lvl2pPr marL="228600" indent="0">
              <a:buNone/>
              <a:defRPr>
                <a:solidFill>
                  <a:schemeClr val="bg1"/>
                </a:solidFill>
              </a:defRPr>
            </a:lvl2pPr>
            <a:lvl3pPr marL="457200" indent="0">
              <a:buNone/>
              <a:defRPr>
                <a:solidFill>
                  <a:schemeClr val="bg1"/>
                </a:solidFill>
              </a:defRPr>
            </a:lvl3pPr>
            <a:lvl4pPr marL="640080" indent="0">
              <a:buNone/>
              <a:defRPr>
                <a:solidFill>
                  <a:schemeClr val="bg1"/>
                </a:solidFill>
              </a:defRPr>
            </a:lvl4pPr>
            <a:lvl5pPr marL="777240" indent="0">
              <a:buNone/>
              <a:defRPr>
                <a:solidFill>
                  <a:schemeClr val="bg1"/>
                </a:solidFill>
              </a:defRPr>
            </a:lvl5pPr>
          </a:lstStyle>
          <a:p>
            <a:pPr lvl="0"/>
            <a:r>
              <a:rPr lang="en-US"/>
              <a:t>Stage Two</a:t>
            </a:r>
          </a:p>
        </p:txBody>
      </p:sp>
      <p:sp>
        <p:nvSpPr>
          <p:cNvPr id="33" name="Text Placeholder 27">
            <a:extLst>
              <a:ext uri="{FF2B5EF4-FFF2-40B4-BE49-F238E27FC236}">
                <a16:creationId xmlns:a16="http://schemas.microsoft.com/office/drawing/2014/main" id="{AF911981-073F-FA61-EDBE-70742B9F9A33}"/>
              </a:ext>
            </a:extLst>
          </p:cNvPr>
          <p:cNvSpPr>
            <a:spLocks noGrp="1"/>
          </p:cNvSpPr>
          <p:nvPr>
            <p:ph type="body" sz="quarter" idx="24" hasCustomPrompt="1"/>
          </p:nvPr>
        </p:nvSpPr>
        <p:spPr>
          <a:xfrm>
            <a:off x="698603" y="1146175"/>
            <a:ext cx="2401888"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4" name="Text Placeholder 27">
            <a:extLst>
              <a:ext uri="{FF2B5EF4-FFF2-40B4-BE49-F238E27FC236}">
                <a16:creationId xmlns:a16="http://schemas.microsoft.com/office/drawing/2014/main" id="{93A14809-8550-40A4-67AC-6CCE4481AB82}"/>
              </a:ext>
            </a:extLst>
          </p:cNvPr>
          <p:cNvSpPr>
            <a:spLocks noGrp="1"/>
          </p:cNvSpPr>
          <p:nvPr>
            <p:ph type="body" sz="quarter" idx="25" hasCustomPrompt="1"/>
          </p:nvPr>
        </p:nvSpPr>
        <p:spPr>
          <a:xfrm>
            <a:off x="1045863" y="1776878"/>
            <a:ext cx="2054627"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5" name="Text Placeholder 27">
            <a:extLst>
              <a:ext uri="{FF2B5EF4-FFF2-40B4-BE49-F238E27FC236}">
                <a16:creationId xmlns:a16="http://schemas.microsoft.com/office/drawing/2014/main" id="{3D9AB5E4-5375-5112-E1B5-150A3E140789}"/>
              </a:ext>
            </a:extLst>
          </p:cNvPr>
          <p:cNvSpPr>
            <a:spLocks noGrp="1"/>
          </p:cNvSpPr>
          <p:nvPr>
            <p:ph type="body" sz="quarter" idx="26" hasCustomPrompt="1"/>
          </p:nvPr>
        </p:nvSpPr>
        <p:spPr>
          <a:xfrm>
            <a:off x="1376314" y="2435350"/>
            <a:ext cx="1724176"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6" name="Text Placeholder 27">
            <a:extLst>
              <a:ext uri="{FF2B5EF4-FFF2-40B4-BE49-F238E27FC236}">
                <a16:creationId xmlns:a16="http://schemas.microsoft.com/office/drawing/2014/main" id="{ECFE9C93-064B-C0C9-B89D-B239DE29A1F6}"/>
              </a:ext>
            </a:extLst>
          </p:cNvPr>
          <p:cNvSpPr>
            <a:spLocks noGrp="1"/>
          </p:cNvSpPr>
          <p:nvPr>
            <p:ph type="body" sz="quarter" idx="27" hasCustomPrompt="1"/>
          </p:nvPr>
        </p:nvSpPr>
        <p:spPr>
          <a:xfrm>
            <a:off x="1711360" y="3078084"/>
            <a:ext cx="1389130"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7" name="Text Placeholder 27">
            <a:extLst>
              <a:ext uri="{FF2B5EF4-FFF2-40B4-BE49-F238E27FC236}">
                <a16:creationId xmlns:a16="http://schemas.microsoft.com/office/drawing/2014/main" id="{62EF3E97-3C6A-6AD4-E33D-AE75FF1F027D}"/>
              </a:ext>
            </a:extLst>
          </p:cNvPr>
          <p:cNvSpPr>
            <a:spLocks noGrp="1"/>
          </p:cNvSpPr>
          <p:nvPr>
            <p:ph type="body" sz="quarter" idx="28" hasCustomPrompt="1"/>
          </p:nvPr>
        </p:nvSpPr>
        <p:spPr>
          <a:xfrm>
            <a:off x="2053978" y="3708886"/>
            <a:ext cx="1046512"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8" name="Text Placeholder 27">
            <a:extLst>
              <a:ext uri="{FF2B5EF4-FFF2-40B4-BE49-F238E27FC236}">
                <a16:creationId xmlns:a16="http://schemas.microsoft.com/office/drawing/2014/main" id="{EBF443E3-4C5A-D70E-3682-3C7F39BF9250}"/>
              </a:ext>
            </a:extLst>
          </p:cNvPr>
          <p:cNvSpPr>
            <a:spLocks noGrp="1"/>
          </p:cNvSpPr>
          <p:nvPr>
            <p:ph type="body" sz="quarter" idx="29" hasCustomPrompt="1"/>
          </p:nvPr>
        </p:nvSpPr>
        <p:spPr>
          <a:xfrm>
            <a:off x="1261871" y="4379184"/>
            <a:ext cx="1811187" cy="222278"/>
          </a:xfrm>
          <a:noFill/>
        </p:spPr>
        <p:txBody>
          <a:bodyPr wrap="square" lIns="0" tIns="0" rIns="0" bIns="0" rtlCol="0" anchor="ctr">
            <a:noAutofit/>
          </a:bodyPr>
          <a:lstStyle>
            <a:lvl1pPr marL="0" indent="0">
              <a:lnSpc>
                <a:spcPct val="90000"/>
              </a:lnSpc>
              <a:buNone/>
              <a:defRPr lang="en-US" sz="800" dirty="0" smtClean="0">
                <a:solidFill>
                  <a:schemeClr val="bg1"/>
                </a:solidFill>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a:t>
            </a:r>
          </a:p>
        </p:txBody>
      </p:sp>
      <p:sp>
        <p:nvSpPr>
          <p:cNvPr id="39" name="Text Placeholder 27">
            <a:extLst>
              <a:ext uri="{FF2B5EF4-FFF2-40B4-BE49-F238E27FC236}">
                <a16:creationId xmlns:a16="http://schemas.microsoft.com/office/drawing/2014/main" id="{FEBCD6EF-B1E1-D2AF-5F3C-C6FF5461CDFE}"/>
              </a:ext>
            </a:extLst>
          </p:cNvPr>
          <p:cNvSpPr>
            <a:spLocks noGrp="1"/>
          </p:cNvSpPr>
          <p:nvPr>
            <p:ph type="body" sz="quarter" idx="30" hasCustomPrompt="1"/>
          </p:nvPr>
        </p:nvSpPr>
        <p:spPr>
          <a:xfrm>
            <a:off x="4085944" y="4379184"/>
            <a:ext cx="1811187" cy="222278"/>
          </a:xfrm>
          <a:noFill/>
        </p:spPr>
        <p:txBody>
          <a:bodyPr wrap="square" lIns="0" tIns="0" rIns="0" bIns="0" rtlCol="0" anchor="ctr">
            <a:noAutofit/>
          </a:bodyPr>
          <a:lstStyle>
            <a:lvl1pPr marL="0" indent="0">
              <a:lnSpc>
                <a:spcPct val="90000"/>
              </a:lnSpc>
              <a:buNone/>
              <a:defRPr lang="en-US" sz="800" dirty="0" smtClean="0">
                <a:solidFill>
                  <a:schemeClr val="bg1"/>
                </a:solidFill>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a:t>
            </a:r>
          </a:p>
        </p:txBody>
      </p:sp>
      <p:sp>
        <p:nvSpPr>
          <p:cNvPr id="40" name="Text Placeholder 27">
            <a:extLst>
              <a:ext uri="{FF2B5EF4-FFF2-40B4-BE49-F238E27FC236}">
                <a16:creationId xmlns:a16="http://schemas.microsoft.com/office/drawing/2014/main" id="{87CEA6F4-721A-0177-D3EC-51677B5C1CBD}"/>
              </a:ext>
            </a:extLst>
          </p:cNvPr>
          <p:cNvSpPr>
            <a:spLocks noGrp="1"/>
          </p:cNvSpPr>
          <p:nvPr>
            <p:ph type="body" sz="quarter" idx="31" hasCustomPrompt="1"/>
          </p:nvPr>
        </p:nvSpPr>
        <p:spPr>
          <a:xfrm>
            <a:off x="6959742" y="4379184"/>
            <a:ext cx="1811187" cy="222278"/>
          </a:xfrm>
          <a:noFill/>
        </p:spPr>
        <p:txBody>
          <a:bodyPr wrap="square" lIns="0" tIns="0" rIns="0" bIns="0" rtlCol="0" anchor="ctr">
            <a:noAutofit/>
          </a:bodyPr>
          <a:lstStyle>
            <a:lvl1pPr marL="0" indent="0">
              <a:lnSpc>
                <a:spcPct val="90000"/>
              </a:lnSpc>
              <a:buNone/>
              <a:defRPr lang="en-US" sz="800" dirty="0" smtClean="0">
                <a:solidFill>
                  <a:schemeClr val="bg1"/>
                </a:solidFill>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a:t>
            </a:r>
          </a:p>
        </p:txBody>
      </p:sp>
    </p:spTree>
    <p:extLst>
      <p:ext uri="{BB962C8B-B14F-4D97-AF65-F5344CB8AC3E}">
        <p14:creationId xmlns:p14="http://schemas.microsoft.com/office/powerpoint/2010/main" val="793981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Leadership Team">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96FDB08D-71A0-4754-A804-BCFB97C57E27}"/>
              </a:ext>
            </a:extLst>
          </p:cNvPr>
          <p:cNvSpPr>
            <a:spLocks noGrp="1"/>
          </p:cNvSpPr>
          <p:nvPr>
            <p:ph type="pic" sz="quarter" idx="23"/>
          </p:nvPr>
        </p:nvSpPr>
        <p:spPr>
          <a:xfrm>
            <a:off x="627477" y="1239267"/>
            <a:ext cx="1298448" cy="1298448"/>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1" name="Picture Placeholder 10">
            <a:extLst>
              <a:ext uri="{FF2B5EF4-FFF2-40B4-BE49-F238E27FC236}">
                <a16:creationId xmlns:a16="http://schemas.microsoft.com/office/drawing/2014/main" id="{432AF534-A722-4444-898A-397383F7D901}"/>
              </a:ext>
            </a:extLst>
          </p:cNvPr>
          <p:cNvSpPr>
            <a:spLocks noGrp="1"/>
          </p:cNvSpPr>
          <p:nvPr>
            <p:ph type="pic" sz="quarter" idx="13"/>
          </p:nvPr>
        </p:nvSpPr>
        <p:spPr>
          <a:xfrm>
            <a:off x="2405360"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2" name="Picture Placeholder 10">
            <a:extLst>
              <a:ext uri="{FF2B5EF4-FFF2-40B4-BE49-F238E27FC236}">
                <a16:creationId xmlns:a16="http://schemas.microsoft.com/office/drawing/2014/main" id="{88543E9A-9E14-4BE1-AFB0-B72472E3BEC9}"/>
              </a:ext>
            </a:extLst>
          </p:cNvPr>
          <p:cNvSpPr>
            <a:spLocks noGrp="1"/>
          </p:cNvSpPr>
          <p:nvPr>
            <p:ph type="pic" sz="quarter" idx="14"/>
          </p:nvPr>
        </p:nvSpPr>
        <p:spPr>
          <a:xfrm>
            <a:off x="7742903"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3" name="Picture Placeholder 10">
            <a:extLst>
              <a:ext uri="{FF2B5EF4-FFF2-40B4-BE49-F238E27FC236}">
                <a16:creationId xmlns:a16="http://schemas.microsoft.com/office/drawing/2014/main" id="{3EAF8B95-D59A-4E4E-B937-B89764CDE9D9}"/>
              </a:ext>
            </a:extLst>
          </p:cNvPr>
          <p:cNvSpPr>
            <a:spLocks noGrp="1"/>
          </p:cNvSpPr>
          <p:nvPr>
            <p:ph type="pic" sz="quarter" idx="15"/>
          </p:nvPr>
        </p:nvSpPr>
        <p:spPr>
          <a:xfrm>
            <a:off x="6408518"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4" name="Picture Placeholder 10">
            <a:extLst>
              <a:ext uri="{FF2B5EF4-FFF2-40B4-BE49-F238E27FC236}">
                <a16:creationId xmlns:a16="http://schemas.microsoft.com/office/drawing/2014/main" id="{916F65D4-8A90-48FA-9E8A-5EE074BA4C95}"/>
              </a:ext>
            </a:extLst>
          </p:cNvPr>
          <p:cNvSpPr>
            <a:spLocks noGrp="1"/>
          </p:cNvSpPr>
          <p:nvPr>
            <p:ph type="pic" sz="quarter" idx="16"/>
          </p:nvPr>
        </p:nvSpPr>
        <p:spPr>
          <a:xfrm>
            <a:off x="5074132"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5" name="Picture Placeholder 10">
            <a:extLst>
              <a:ext uri="{FF2B5EF4-FFF2-40B4-BE49-F238E27FC236}">
                <a16:creationId xmlns:a16="http://schemas.microsoft.com/office/drawing/2014/main" id="{7315A395-7615-4228-9B45-EA32A0E49856}"/>
              </a:ext>
            </a:extLst>
          </p:cNvPr>
          <p:cNvSpPr>
            <a:spLocks noGrp="1"/>
          </p:cNvSpPr>
          <p:nvPr>
            <p:ph type="pic" sz="quarter" idx="17"/>
          </p:nvPr>
        </p:nvSpPr>
        <p:spPr>
          <a:xfrm>
            <a:off x="3739746"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6" name="Picture Placeholder 10">
            <a:extLst>
              <a:ext uri="{FF2B5EF4-FFF2-40B4-BE49-F238E27FC236}">
                <a16:creationId xmlns:a16="http://schemas.microsoft.com/office/drawing/2014/main" id="{C7546677-E76A-4EF0-BF84-702D57B71F43}"/>
              </a:ext>
            </a:extLst>
          </p:cNvPr>
          <p:cNvSpPr>
            <a:spLocks noGrp="1"/>
          </p:cNvSpPr>
          <p:nvPr>
            <p:ph type="pic" sz="quarter" idx="18"/>
          </p:nvPr>
        </p:nvSpPr>
        <p:spPr>
          <a:xfrm>
            <a:off x="2405360"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7" name="Picture Placeholder 10">
            <a:extLst>
              <a:ext uri="{FF2B5EF4-FFF2-40B4-BE49-F238E27FC236}">
                <a16:creationId xmlns:a16="http://schemas.microsoft.com/office/drawing/2014/main" id="{E17EE637-E02F-4948-98EC-DFCBA97E5A66}"/>
              </a:ext>
            </a:extLst>
          </p:cNvPr>
          <p:cNvSpPr>
            <a:spLocks noGrp="1"/>
          </p:cNvSpPr>
          <p:nvPr>
            <p:ph type="pic" sz="quarter" idx="19"/>
          </p:nvPr>
        </p:nvSpPr>
        <p:spPr>
          <a:xfrm>
            <a:off x="7742903"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8" name="Picture Placeholder 10">
            <a:extLst>
              <a:ext uri="{FF2B5EF4-FFF2-40B4-BE49-F238E27FC236}">
                <a16:creationId xmlns:a16="http://schemas.microsoft.com/office/drawing/2014/main" id="{BF598090-B104-48C3-94C6-839146BC2B10}"/>
              </a:ext>
            </a:extLst>
          </p:cNvPr>
          <p:cNvSpPr>
            <a:spLocks noGrp="1"/>
          </p:cNvSpPr>
          <p:nvPr>
            <p:ph type="pic" sz="quarter" idx="20"/>
          </p:nvPr>
        </p:nvSpPr>
        <p:spPr>
          <a:xfrm>
            <a:off x="6408518"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9" name="Picture Placeholder 10">
            <a:extLst>
              <a:ext uri="{FF2B5EF4-FFF2-40B4-BE49-F238E27FC236}">
                <a16:creationId xmlns:a16="http://schemas.microsoft.com/office/drawing/2014/main" id="{EECDE089-5E65-47E9-9BA5-28724CF38F2D}"/>
              </a:ext>
            </a:extLst>
          </p:cNvPr>
          <p:cNvSpPr>
            <a:spLocks noGrp="1"/>
          </p:cNvSpPr>
          <p:nvPr>
            <p:ph type="pic" sz="quarter" idx="21"/>
          </p:nvPr>
        </p:nvSpPr>
        <p:spPr>
          <a:xfrm>
            <a:off x="5074132"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20" name="Picture Placeholder 10">
            <a:extLst>
              <a:ext uri="{FF2B5EF4-FFF2-40B4-BE49-F238E27FC236}">
                <a16:creationId xmlns:a16="http://schemas.microsoft.com/office/drawing/2014/main" id="{B3979F6E-A20A-449F-B94B-734B6FE17449}"/>
              </a:ext>
            </a:extLst>
          </p:cNvPr>
          <p:cNvSpPr>
            <a:spLocks noGrp="1"/>
          </p:cNvSpPr>
          <p:nvPr>
            <p:ph type="pic" sz="quarter" idx="22"/>
          </p:nvPr>
        </p:nvSpPr>
        <p:spPr>
          <a:xfrm>
            <a:off x="3739746"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8" name="Text Placeholder 7">
            <a:extLst>
              <a:ext uri="{FF2B5EF4-FFF2-40B4-BE49-F238E27FC236}">
                <a16:creationId xmlns:a16="http://schemas.microsoft.com/office/drawing/2014/main" id="{626DF7EF-4D6A-4AF6-905E-AD3155DAD217}"/>
              </a:ext>
            </a:extLst>
          </p:cNvPr>
          <p:cNvSpPr>
            <a:spLocks noGrp="1"/>
          </p:cNvSpPr>
          <p:nvPr>
            <p:ph type="body" sz="quarter" idx="24" hasCustomPrompt="1"/>
          </p:nvPr>
        </p:nvSpPr>
        <p:spPr>
          <a:xfrm>
            <a:off x="2217114"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2" name="Text Placeholder 7">
            <a:extLst>
              <a:ext uri="{FF2B5EF4-FFF2-40B4-BE49-F238E27FC236}">
                <a16:creationId xmlns:a16="http://schemas.microsoft.com/office/drawing/2014/main" id="{8023412D-9449-40FD-A845-6BB48703A967}"/>
              </a:ext>
            </a:extLst>
          </p:cNvPr>
          <p:cNvSpPr>
            <a:spLocks noGrp="1"/>
          </p:cNvSpPr>
          <p:nvPr>
            <p:ph type="body" sz="quarter" idx="25" hasCustomPrompt="1"/>
          </p:nvPr>
        </p:nvSpPr>
        <p:spPr>
          <a:xfrm>
            <a:off x="2217114"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24" name="Text Placeholder 7">
            <a:extLst>
              <a:ext uri="{FF2B5EF4-FFF2-40B4-BE49-F238E27FC236}">
                <a16:creationId xmlns:a16="http://schemas.microsoft.com/office/drawing/2014/main" id="{22721A4A-0650-4598-AD3F-2680DC44A106}"/>
              </a:ext>
            </a:extLst>
          </p:cNvPr>
          <p:cNvSpPr>
            <a:spLocks noGrp="1"/>
          </p:cNvSpPr>
          <p:nvPr>
            <p:ph type="body" sz="quarter" idx="26" hasCustomPrompt="1"/>
          </p:nvPr>
        </p:nvSpPr>
        <p:spPr>
          <a:xfrm>
            <a:off x="3562470"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5" name="Text Placeholder 7">
            <a:extLst>
              <a:ext uri="{FF2B5EF4-FFF2-40B4-BE49-F238E27FC236}">
                <a16:creationId xmlns:a16="http://schemas.microsoft.com/office/drawing/2014/main" id="{C6E320D9-B5AD-4C23-8696-E9C4DACDF782}"/>
              </a:ext>
            </a:extLst>
          </p:cNvPr>
          <p:cNvSpPr>
            <a:spLocks noGrp="1"/>
          </p:cNvSpPr>
          <p:nvPr>
            <p:ph type="body" sz="quarter" idx="27" hasCustomPrompt="1"/>
          </p:nvPr>
        </p:nvSpPr>
        <p:spPr>
          <a:xfrm>
            <a:off x="3562470"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26" name="Text Placeholder 7">
            <a:extLst>
              <a:ext uri="{FF2B5EF4-FFF2-40B4-BE49-F238E27FC236}">
                <a16:creationId xmlns:a16="http://schemas.microsoft.com/office/drawing/2014/main" id="{F9424838-3298-42A2-A365-A9EACE0CFDAC}"/>
              </a:ext>
            </a:extLst>
          </p:cNvPr>
          <p:cNvSpPr>
            <a:spLocks noGrp="1"/>
          </p:cNvSpPr>
          <p:nvPr>
            <p:ph type="body" sz="quarter" idx="28" hasCustomPrompt="1"/>
          </p:nvPr>
        </p:nvSpPr>
        <p:spPr>
          <a:xfrm>
            <a:off x="4894574"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7" name="Text Placeholder 7">
            <a:extLst>
              <a:ext uri="{FF2B5EF4-FFF2-40B4-BE49-F238E27FC236}">
                <a16:creationId xmlns:a16="http://schemas.microsoft.com/office/drawing/2014/main" id="{6CF9B65C-638A-4161-A0E7-3206B87F7798}"/>
              </a:ext>
            </a:extLst>
          </p:cNvPr>
          <p:cNvSpPr>
            <a:spLocks noGrp="1"/>
          </p:cNvSpPr>
          <p:nvPr>
            <p:ph type="body" sz="quarter" idx="29" hasCustomPrompt="1"/>
          </p:nvPr>
        </p:nvSpPr>
        <p:spPr>
          <a:xfrm>
            <a:off x="4894574"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28" name="Text Placeholder 7">
            <a:extLst>
              <a:ext uri="{FF2B5EF4-FFF2-40B4-BE49-F238E27FC236}">
                <a16:creationId xmlns:a16="http://schemas.microsoft.com/office/drawing/2014/main" id="{A19FE09E-9CE2-4CE0-99BF-0285D743157D}"/>
              </a:ext>
            </a:extLst>
          </p:cNvPr>
          <p:cNvSpPr>
            <a:spLocks noGrp="1"/>
          </p:cNvSpPr>
          <p:nvPr>
            <p:ph type="body" sz="quarter" idx="30" hasCustomPrompt="1"/>
          </p:nvPr>
        </p:nvSpPr>
        <p:spPr>
          <a:xfrm>
            <a:off x="6226678"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9" name="Text Placeholder 7">
            <a:extLst>
              <a:ext uri="{FF2B5EF4-FFF2-40B4-BE49-F238E27FC236}">
                <a16:creationId xmlns:a16="http://schemas.microsoft.com/office/drawing/2014/main" id="{9AE8A9BB-248B-4D64-9AD8-0F1BF794D429}"/>
              </a:ext>
            </a:extLst>
          </p:cNvPr>
          <p:cNvSpPr>
            <a:spLocks noGrp="1"/>
          </p:cNvSpPr>
          <p:nvPr>
            <p:ph type="body" sz="quarter" idx="31" hasCustomPrompt="1"/>
          </p:nvPr>
        </p:nvSpPr>
        <p:spPr>
          <a:xfrm>
            <a:off x="6226678"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0" name="Text Placeholder 7">
            <a:extLst>
              <a:ext uri="{FF2B5EF4-FFF2-40B4-BE49-F238E27FC236}">
                <a16:creationId xmlns:a16="http://schemas.microsoft.com/office/drawing/2014/main" id="{83015730-52C5-4E31-8CC0-A0E6958CEF7A}"/>
              </a:ext>
            </a:extLst>
          </p:cNvPr>
          <p:cNvSpPr>
            <a:spLocks noGrp="1"/>
          </p:cNvSpPr>
          <p:nvPr>
            <p:ph type="body" sz="quarter" idx="32" hasCustomPrompt="1"/>
          </p:nvPr>
        </p:nvSpPr>
        <p:spPr>
          <a:xfrm>
            <a:off x="7558782"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1" name="Text Placeholder 7">
            <a:extLst>
              <a:ext uri="{FF2B5EF4-FFF2-40B4-BE49-F238E27FC236}">
                <a16:creationId xmlns:a16="http://schemas.microsoft.com/office/drawing/2014/main" id="{C139CEE2-98F0-49AF-898C-B6028A559726}"/>
              </a:ext>
            </a:extLst>
          </p:cNvPr>
          <p:cNvSpPr>
            <a:spLocks noGrp="1"/>
          </p:cNvSpPr>
          <p:nvPr>
            <p:ph type="body" sz="quarter" idx="33" hasCustomPrompt="1"/>
          </p:nvPr>
        </p:nvSpPr>
        <p:spPr>
          <a:xfrm>
            <a:off x="7558782"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2" name="Text Placeholder 7">
            <a:extLst>
              <a:ext uri="{FF2B5EF4-FFF2-40B4-BE49-F238E27FC236}">
                <a16:creationId xmlns:a16="http://schemas.microsoft.com/office/drawing/2014/main" id="{22311D0C-E9F4-47E6-AAE6-E20E68CE7009}"/>
              </a:ext>
            </a:extLst>
          </p:cNvPr>
          <p:cNvSpPr>
            <a:spLocks noGrp="1"/>
          </p:cNvSpPr>
          <p:nvPr>
            <p:ph type="body" sz="quarter" idx="34" hasCustomPrompt="1"/>
          </p:nvPr>
        </p:nvSpPr>
        <p:spPr>
          <a:xfrm>
            <a:off x="2217114"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3" name="Text Placeholder 7">
            <a:extLst>
              <a:ext uri="{FF2B5EF4-FFF2-40B4-BE49-F238E27FC236}">
                <a16:creationId xmlns:a16="http://schemas.microsoft.com/office/drawing/2014/main" id="{7F4CC315-AF25-420B-B825-3DB708866C87}"/>
              </a:ext>
            </a:extLst>
          </p:cNvPr>
          <p:cNvSpPr>
            <a:spLocks noGrp="1"/>
          </p:cNvSpPr>
          <p:nvPr>
            <p:ph type="body" sz="quarter" idx="35" hasCustomPrompt="1"/>
          </p:nvPr>
        </p:nvSpPr>
        <p:spPr>
          <a:xfrm>
            <a:off x="2217114"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4" name="Text Placeholder 7">
            <a:extLst>
              <a:ext uri="{FF2B5EF4-FFF2-40B4-BE49-F238E27FC236}">
                <a16:creationId xmlns:a16="http://schemas.microsoft.com/office/drawing/2014/main" id="{43A26725-49E1-4F32-9FCB-17F6181BC492}"/>
              </a:ext>
            </a:extLst>
          </p:cNvPr>
          <p:cNvSpPr>
            <a:spLocks noGrp="1"/>
          </p:cNvSpPr>
          <p:nvPr>
            <p:ph type="body" sz="quarter" idx="36" hasCustomPrompt="1"/>
          </p:nvPr>
        </p:nvSpPr>
        <p:spPr>
          <a:xfrm>
            <a:off x="3562470"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5" name="Text Placeholder 7">
            <a:extLst>
              <a:ext uri="{FF2B5EF4-FFF2-40B4-BE49-F238E27FC236}">
                <a16:creationId xmlns:a16="http://schemas.microsoft.com/office/drawing/2014/main" id="{7FF2E718-9928-4718-824A-3B64DFF6472F}"/>
              </a:ext>
            </a:extLst>
          </p:cNvPr>
          <p:cNvSpPr>
            <a:spLocks noGrp="1"/>
          </p:cNvSpPr>
          <p:nvPr>
            <p:ph type="body" sz="quarter" idx="37" hasCustomPrompt="1"/>
          </p:nvPr>
        </p:nvSpPr>
        <p:spPr>
          <a:xfrm>
            <a:off x="3562470"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6" name="Text Placeholder 7">
            <a:extLst>
              <a:ext uri="{FF2B5EF4-FFF2-40B4-BE49-F238E27FC236}">
                <a16:creationId xmlns:a16="http://schemas.microsoft.com/office/drawing/2014/main" id="{E46029CC-BD53-485B-842B-9876F40CEA82}"/>
              </a:ext>
            </a:extLst>
          </p:cNvPr>
          <p:cNvSpPr>
            <a:spLocks noGrp="1"/>
          </p:cNvSpPr>
          <p:nvPr>
            <p:ph type="body" sz="quarter" idx="38" hasCustomPrompt="1"/>
          </p:nvPr>
        </p:nvSpPr>
        <p:spPr>
          <a:xfrm>
            <a:off x="4894574"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7" name="Text Placeholder 7">
            <a:extLst>
              <a:ext uri="{FF2B5EF4-FFF2-40B4-BE49-F238E27FC236}">
                <a16:creationId xmlns:a16="http://schemas.microsoft.com/office/drawing/2014/main" id="{BF0CE470-E9BF-4B22-9FFF-2701574291C1}"/>
              </a:ext>
            </a:extLst>
          </p:cNvPr>
          <p:cNvSpPr>
            <a:spLocks noGrp="1"/>
          </p:cNvSpPr>
          <p:nvPr>
            <p:ph type="body" sz="quarter" idx="39" hasCustomPrompt="1"/>
          </p:nvPr>
        </p:nvSpPr>
        <p:spPr>
          <a:xfrm>
            <a:off x="4894574"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8" name="Text Placeholder 7">
            <a:extLst>
              <a:ext uri="{FF2B5EF4-FFF2-40B4-BE49-F238E27FC236}">
                <a16:creationId xmlns:a16="http://schemas.microsoft.com/office/drawing/2014/main" id="{CDFB90DE-7C68-44EB-9491-69C4F0A18D0C}"/>
              </a:ext>
            </a:extLst>
          </p:cNvPr>
          <p:cNvSpPr>
            <a:spLocks noGrp="1"/>
          </p:cNvSpPr>
          <p:nvPr>
            <p:ph type="body" sz="quarter" idx="40" hasCustomPrompt="1"/>
          </p:nvPr>
        </p:nvSpPr>
        <p:spPr>
          <a:xfrm>
            <a:off x="6226678"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9" name="Text Placeholder 7">
            <a:extLst>
              <a:ext uri="{FF2B5EF4-FFF2-40B4-BE49-F238E27FC236}">
                <a16:creationId xmlns:a16="http://schemas.microsoft.com/office/drawing/2014/main" id="{EC4DC314-4299-4F89-97CE-333C2161C86D}"/>
              </a:ext>
            </a:extLst>
          </p:cNvPr>
          <p:cNvSpPr>
            <a:spLocks noGrp="1"/>
          </p:cNvSpPr>
          <p:nvPr>
            <p:ph type="body" sz="quarter" idx="41" hasCustomPrompt="1"/>
          </p:nvPr>
        </p:nvSpPr>
        <p:spPr>
          <a:xfrm>
            <a:off x="6226678"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40" name="Text Placeholder 7">
            <a:extLst>
              <a:ext uri="{FF2B5EF4-FFF2-40B4-BE49-F238E27FC236}">
                <a16:creationId xmlns:a16="http://schemas.microsoft.com/office/drawing/2014/main" id="{A33D7EE4-804F-4898-98E8-6402D37BC0E5}"/>
              </a:ext>
            </a:extLst>
          </p:cNvPr>
          <p:cNvSpPr>
            <a:spLocks noGrp="1"/>
          </p:cNvSpPr>
          <p:nvPr>
            <p:ph type="body" sz="quarter" idx="42" hasCustomPrompt="1"/>
          </p:nvPr>
        </p:nvSpPr>
        <p:spPr>
          <a:xfrm>
            <a:off x="7558782"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41" name="Text Placeholder 7">
            <a:extLst>
              <a:ext uri="{FF2B5EF4-FFF2-40B4-BE49-F238E27FC236}">
                <a16:creationId xmlns:a16="http://schemas.microsoft.com/office/drawing/2014/main" id="{3A1D652B-5ECC-4351-9528-3E42C6DD2160}"/>
              </a:ext>
            </a:extLst>
          </p:cNvPr>
          <p:cNvSpPr>
            <a:spLocks noGrp="1"/>
          </p:cNvSpPr>
          <p:nvPr>
            <p:ph type="body" sz="quarter" idx="43" hasCustomPrompt="1"/>
          </p:nvPr>
        </p:nvSpPr>
        <p:spPr>
          <a:xfrm>
            <a:off x="7558782"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42" name="Text Placeholder 7">
            <a:extLst>
              <a:ext uri="{FF2B5EF4-FFF2-40B4-BE49-F238E27FC236}">
                <a16:creationId xmlns:a16="http://schemas.microsoft.com/office/drawing/2014/main" id="{B254D6E3-B3FF-4E3E-893B-8F1375F6971B}"/>
              </a:ext>
            </a:extLst>
          </p:cNvPr>
          <p:cNvSpPr>
            <a:spLocks noGrp="1"/>
          </p:cNvSpPr>
          <p:nvPr>
            <p:ph type="body" sz="quarter" idx="44" hasCustomPrompt="1"/>
          </p:nvPr>
        </p:nvSpPr>
        <p:spPr>
          <a:xfrm>
            <a:off x="627477" y="2580392"/>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43" name="Text Placeholder 7">
            <a:extLst>
              <a:ext uri="{FF2B5EF4-FFF2-40B4-BE49-F238E27FC236}">
                <a16:creationId xmlns:a16="http://schemas.microsoft.com/office/drawing/2014/main" id="{48D7AFBA-E943-41B1-BE5B-80AEBB785635}"/>
              </a:ext>
            </a:extLst>
          </p:cNvPr>
          <p:cNvSpPr>
            <a:spLocks noGrp="1"/>
          </p:cNvSpPr>
          <p:nvPr>
            <p:ph type="body" sz="quarter" idx="45" hasCustomPrompt="1"/>
          </p:nvPr>
        </p:nvSpPr>
        <p:spPr>
          <a:xfrm>
            <a:off x="627477" y="2849775"/>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44" name="Footer Placeholder 4">
            <a:extLst>
              <a:ext uri="{FF2B5EF4-FFF2-40B4-BE49-F238E27FC236}">
                <a16:creationId xmlns:a16="http://schemas.microsoft.com/office/drawing/2014/main" id="{9F795EA0-4FCA-CCB3-CDC7-FC99C5D53962}"/>
              </a:ext>
            </a:extLst>
          </p:cNvPr>
          <p:cNvSpPr>
            <a:spLocks noGrp="1"/>
          </p:cNvSpPr>
          <p:nvPr>
            <p:ph type="ftr" sz="quarter" idx="4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45" name="TextBox 44">
            <a:extLst>
              <a:ext uri="{FF2B5EF4-FFF2-40B4-BE49-F238E27FC236}">
                <a16:creationId xmlns:a16="http://schemas.microsoft.com/office/drawing/2014/main" id="{7E3C6AB7-841E-3AE3-230E-5DC92698EB8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658694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Organization Chart">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490611B8-D911-480C-B6FA-E7A9FCA4B982}"/>
              </a:ext>
            </a:extLst>
          </p:cNvPr>
          <p:cNvSpPr>
            <a:spLocks noGrp="1"/>
          </p:cNvSpPr>
          <p:nvPr>
            <p:ph type="pic" sz="quarter" idx="14"/>
          </p:nvPr>
        </p:nvSpPr>
        <p:spPr>
          <a:xfrm>
            <a:off x="346075"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45" name="Picture Placeholder 30">
            <a:extLst>
              <a:ext uri="{FF2B5EF4-FFF2-40B4-BE49-F238E27FC236}">
                <a16:creationId xmlns:a16="http://schemas.microsoft.com/office/drawing/2014/main" id="{2BBCE85F-7E6F-43FC-8DAB-A28C6A6C7E45}"/>
              </a:ext>
            </a:extLst>
          </p:cNvPr>
          <p:cNvSpPr>
            <a:spLocks noGrp="1"/>
          </p:cNvSpPr>
          <p:nvPr>
            <p:ph type="pic" sz="quarter" idx="17"/>
          </p:nvPr>
        </p:nvSpPr>
        <p:spPr>
          <a:xfrm>
            <a:off x="346075" y="266356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47" name="Picture Placeholder 30">
            <a:extLst>
              <a:ext uri="{FF2B5EF4-FFF2-40B4-BE49-F238E27FC236}">
                <a16:creationId xmlns:a16="http://schemas.microsoft.com/office/drawing/2014/main" id="{55012F06-6BF1-48D3-8053-055C6AAE17B4}"/>
              </a:ext>
            </a:extLst>
          </p:cNvPr>
          <p:cNvSpPr>
            <a:spLocks noGrp="1"/>
          </p:cNvSpPr>
          <p:nvPr>
            <p:ph type="pic" sz="quarter" idx="20"/>
          </p:nvPr>
        </p:nvSpPr>
        <p:spPr>
          <a:xfrm>
            <a:off x="346075" y="3352998"/>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50" name="Picture Placeholder 30">
            <a:extLst>
              <a:ext uri="{FF2B5EF4-FFF2-40B4-BE49-F238E27FC236}">
                <a16:creationId xmlns:a16="http://schemas.microsoft.com/office/drawing/2014/main" id="{38A92C06-DF6B-4438-BEB5-E549153546F4}"/>
              </a:ext>
            </a:extLst>
          </p:cNvPr>
          <p:cNvSpPr>
            <a:spLocks noGrp="1"/>
          </p:cNvSpPr>
          <p:nvPr>
            <p:ph type="pic" sz="quarter" idx="23"/>
          </p:nvPr>
        </p:nvSpPr>
        <p:spPr>
          <a:xfrm>
            <a:off x="346075"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3" y="445961"/>
            <a:ext cx="8470293" cy="381296"/>
          </a:xfrm>
        </p:spPr>
        <p:txBody>
          <a:bodyPr>
            <a:noAutofit/>
          </a:bodyPr>
          <a:lstStyle/>
          <a:p>
            <a:r>
              <a:rPr lang="en-US"/>
              <a:t>Headline in Arial Bold 32pt</a:t>
            </a:r>
          </a:p>
        </p:txBody>
      </p:sp>
      <p:sp>
        <p:nvSpPr>
          <p:cNvPr id="29" name="Text Placeholder 27">
            <a:extLst>
              <a:ext uri="{FF2B5EF4-FFF2-40B4-BE49-F238E27FC236}">
                <a16:creationId xmlns:a16="http://schemas.microsoft.com/office/drawing/2014/main" id="{9D372AF8-B3D8-4BE5-90BB-0EAAD123CFBD}"/>
              </a:ext>
            </a:extLst>
          </p:cNvPr>
          <p:cNvSpPr>
            <a:spLocks noGrp="1"/>
          </p:cNvSpPr>
          <p:nvPr>
            <p:ph type="body" sz="quarter" idx="13" hasCustomPrompt="1"/>
          </p:nvPr>
        </p:nvSpPr>
        <p:spPr>
          <a:xfrm>
            <a:off x="346075" y="1619250"/>
            <a:ext cx="1641578" cy="269875"/>
          </a:xfrm>
          <a:solidFill>
            <a:schemeClr val="tx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Category Leads</a:t>
            </a:r>
          </a:p>
        </p:txBody>
      </p:sp>
      <p:sp>
        <p:nvSpPr>
          <p:cNvPr id="33" name="Text Placeholder 32">
            <a:extLst>
              <a:ext uri="{FF2B5EF4-FFF2-40B4-BE49-F238E27FC236}">
                <a16:creationId xmlns:a16="http://schemas.microsoft.com/office/drawing/2014/main" id="{E3188B4D-DCC0-4343-8B97-772AF4595BFA}"/>
              </a:ext>
            </a:extLst>
          </p:cNvPr>
          <p:cNvSpPr>
            <a:spLocks noGrp="1"/>
          </p:cNvSpPr>
          <p:nvPr>
            <p:ph type="body" sz="quarter" idx="15" hasCustomPrompt="1"/>
          </p:nvPr>
        </p:nvSpPr>
        <p:spPr>
          <a:xfrm>
            <a:off x="959044" y="1979613"/>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34" name="Text Placeholder 32">
            <a:extLst>
              <a:ext uri="{FF2B5EF4-FFF2-40B4-BE49-F238E27FC236}">
                <a16:creationId xmlns:a16="http://schemas.microsoft.com/office/drawing/2014/main" id="{08B462AC-15D2-4038-947D-FAC28EDA6CB9}"/>
              </a:ext>
            </a:extLst>
          </p:cNvPr>
          <p:cNvSpPr>
            <a:spLocks noGrp="1"/>
          </p:cNvSpPr>
          <p:nvPr>
            <p:ph type="body" sz="quarter" idx="16" hasCustomPrompt="1"/>
          </p:nvPr>
        </p:nvSpPr>
        <p:spPr>
          <a:xfrm>
            <a:off x="959044" y="2277309"/>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46" name="Text Placeholder 32">
            <a:extLst>
              <a:ext uri="{FF2B5EF4-FFF2-40B4-BE49-F238E27FC236}">
                <a16:creationId xmlns:a16="http://schemas.microsoft.com/office/drawing/2014/main" id="{E92B1225-893A-4562-81AB-CBB19B1CD847}"/>
              </a:ext>
            </a:extLst>
          </p:cNvPr>
          <p:cNvSpPr>
            <a:spLocks noGrp="1"/>
          </p:cNvSpPr>
          <p:nvPr>
            <p:ph type="body" sz="quarter" idx="19" hasCustomPrompt="1"/>
          </p:nvPr>
        </p:nvSpPr>
        <p:spPr>
          <a:xfrm>
            <a:off x="959044" y="2960859"/>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48" name="Text Placeholder 32">
            <a:extLst>
              <a:ext uri="{FF2B5EF4-FFF2-40B4-BE49-F238E27FC236}">
                <a16:creationId xmlns:a16="http://schemas.microsoft.com/office/drawing/2014/main" id="{20B98F20-51E8-4189-8B8F-B323742EE0BE}"/>
              </a:ext>
            </a:extLst>
          </p:cNvPr>
          <p:cNvSpPr>
            <a:spLocks noGrp="1"/>
          </p:cNvSpPr>
          <p:nvPr>
            <p:ph type="body" sz="quarter" idx="21" hasCustomPrompt="1"/>
          </p:nvPr>
        </p:nvSpPr>
        <p:spPr>
          <a:xfrm>
            <a:off x="959044" y="3352600"/>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49" name="Text Placeholder 32">
            <a:extLst>
              <a:ext uri="{FF2B5EF4-FFF2-40B4-BE49-F238E27FC236}">
                <a16:creationId xmlns:a16="http://schemas.microsoft.com/office/drawing/2014/main" id="{F66A703E-DBE6-4863-A6D1-2D739AB08070}"/>
              </a:ext>
            </a:extLst>
          </p:cNvPr>
          <p:cNvSpPr>
            <a:spLocks noGrp="1"/>
          </p:cNvSpPr>
          <p:nvPr>
            <p:ph type="body" sz="quarter" idx="22" hasCustomPrompt="1"/>
          </p:nvPr>
        </p:nvSpPr>
        <p:spPr>
          <a:xfrm>
            <a:off x="959044" y="3650296"/>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51" name="Text Placeholder 32">
            <a:extLst>
              <a:ext uri="{FF2B5EF4-FFF2-40B4-BE49-F238E27FC236}">
                <a16:creationId xmlns:a16="http://schemas.microsoft.com/office/drawing/2014/main" id="{D61623C1-A66B-4DCB-B44A-205C72703CA3}"/>
              </a:ext>
            </a:extLst>
          </p:cNvPr>
          <p:cNvSpPr>
            <a:spLocks noGrp="1"/>
          </p:cNvSpPr>
          <p:nvPr>
            <p:ph type="body" sz="quarter" idx="24" hasCustomPrompt="1"/>
          </p:nvPr>
        </p:nvSpPr>
        <p:spPr>
          <a:xfrm>
            <a:off x="959044" y="4020613"/>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52" name="Text Placeholder 32">
            <a:extLst>
              <a:ext uri="{FF2B5EF4-FFF2-40B4-BE49-F238E27FC236}">
                <a16:creationId xmlns:a16="http://schemas.microsoft.com/office/drawing/2014/main" id="{978DAF83-766F-4AD6-AFDE-AB5FFF1861B8}"/>
              </a:ext>
            </a:extLst>
          </p:cNvPr>
          <p:cNvSpPr>
            <a:spLocks noGrp="1"/>
          </p:cNvSpPr>
          <p:nvPr>
            <p:ph type="body" sz="quarter" idx="25" hasCustomPrompt="1"/>
          </p:nvPr>
        </p:nvSpPr>
        <p:spPr>
          <a:xfrm>
            <a:off x="959044" y="4318309"/>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53" name="Text Placeholder 32">
            <a:extLst>
              <a:ext uri="{FF2B5EF4-FFF2-40B4-BE49-F238E27FC236}">
                <a16:creationId xmlns:a16="http://schemas.microsoft.com/office/drawing/2014/main" id="{545F9C5A-9AE8-4E0B-8557-8217FE8395E0}"/>
              </a:ext>
            </a:extLst>
          </p:cNvPr>
          <p:cNvSpPr>
            <a:spLocks noGrp="1"/>
          </p:cNvSpPr>
          <p:nvPr>
            <p:ph type="body" sz="quarter" idx="26" hasCustomPrompt="1"/>
          </p:nvPr>
        </p:nvSpPr>
        <p:spPr>
          <a:xfrm>
            <a:off x="959044" y="2658985"/>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60" name="Text Placeholder 27">
            <a:extLst>
              <a:ext uri="{FF2B5EF4-FFF2-40B4-BE49-F238E27FC236}">
                <a16:creationId xmlns:a16="http://schemas.microsoft.com/office/drawing/2014/main" id="{2C1081FB-9392-4B1A-AAE3-E2EC1F345195}"/>
              </a:ext>
            </a:extLst>
          </p:cNvPr>
          <p:cNvSpPr>
            <a:spLocks noGrp="1"/>
          </p:cNvSpPr>
          <p:nvPr>
            <p:ph type="body" sz="quarter" idx="30" hasCustomPrompt="1"/>
          </p:nvPr>
        </p:nvSpPr>
        <p:spPr>
          <a:xfrm>
            <a:off x="2209094"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62" name="Picture Placeholder 30">
            <a:extLst>
              <a:ext uri="{FF2B5EF4-FFF2-40B4-BE49-F238E27FC236}">
                <a16:creationId xmlns:a16="http://schemas.microsoft.com/office/drawing/2014/main" id="{E8D3A958-2873-47D8-ADE5-432AA44BCAFC}"/>
              </a:ext>
            </a:extLst>
          </p:cNvPr>
          <p:cNvSpPr>
            <a:spLocks noGrp="1"/>
          </p:cNvSpPr>
          <p:nvPr>
            <p:ph type="pic" sz="quarter" idx="31"/>
          </p:nvPr>
        </p:nvSpPr>
        <p:spPr>
          <a:xfrm>
            <a:off x="2207950"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63" name="Text Placeholder 32">
            <a:extLst>
              <a:ext uri="{FF2B5EF4-FFF2-40B4-BE49-F238E27FC236}">
                <a16:creationId xmlns:a16="http://schemas.microsoft.com/office/drawing/2014/main" id="{4A2EBBE9-5E15-48C4-BA09-6C8F9B7BEB91}"/>
              </a:ext>
            </a:extLst>
          </p:cNvPr>
          <p:cNvSpPr>
            <a:spLocks noGrp="1"/>
          </p:cNvSpPr>
          <p:nvPr>
            <p:ph type="body" sz="quarter" idx="32" hasCustomPrompt="1"/>
          </p:nvPr>
        </p:nvSpPr>
        <p:spPr>
          <a:xfrm>
            <a:off x="2820975"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64" name="Text Placeholder 32">
            <a:extLst>
              <a:ext uri="{FF2B5EF4-FFF2-40B4-BE49-F238E27FC236}">
                <a16:creationId xmlns:a16="http://schemas.microsoft.com/office/drawing/2014/main" id="{BBF7F927-025F-4BAB-8661-876076D5FC7F}"/>
              </a:ext>
            </a:extLst>
          </p:cNvPr>
          <p:cNvSpPr>
            <a:spLocks noGrp="1"/>
          </p:cNvSpPr>
          <p:nvPr>
            <p:ph type="body" sz="quarter" idx="33" hasCustomPrompt="1"/>
          </p:nvPr>
        </p:nvSpPr>
        <p:spPr>
          <a:xfrm>
            <a:off x="2820975"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65" name="Text Placeholder 32">
            <a:extLst>
              <a:ext uri="{FF2B5EF4-FFF2-40B4-BE49-F238E27FC236}">
                <a16:creationId xmlns:a16="http://schemas.microsoft.com/office/drawing/2014/main" id="{103C6655-32DB-4CEB-A7B1-A04647661399}"/>
              </a:ext>
            </a:extLst>
          </p:cNvPr>
          <p:cNvSpPr>
            <a:spLocks noGrp="1"/>
          </p:cNvSpPr>
          <p:nvPr>
            <p:ph type="body" sz="quarter" idx="34" hasCustomPrompt="1"/>
          </p:nvPr>
        </p:nvSpPr>
        <p:spPr>
          <a:xfrm>
            <a:off x="2820975"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66" name="Picture Placeholder 30">
            <a:extLst>
              <a:ext uri="{FF2B5EF4-FFF2-40B4-BE49-F238E27FC236}">
                <a16:creationId xmlns:a16="http://schemas.microsoft.com/office/drawing/2014/main" id="{E19DC35D-4362-421A-9FDA-48380CC167CB}"/>
              </a:ext>
            </a:extLst>
          </p:cNvPr>
          <p:cNvSpPr>
            <a:spLocks noGrp="1"/>
          </p:cNvSpPr>
          <p:nvPr>
            <p:ph type="pic" sz="quarter" idx="35"/>
          </p:nvPr>
        </p:nvSpPr>
        <p:spPr>
          <a:xfrm>
            <a:off x="2207950"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67" name="Text Placeholder 32">
            <a:extLst>
              <a:ext uri="{FF2B5EF4-FFF2-40B4-BE49-F238E27FC236}">
                <a16:creationId xmlns:a16="http://schemas.microsoft.com/office/drawing/2014/main" id="{3C3A8EDB-3104-4FBF-9B9E-6D93AFF9B1BF}"/>
              </a:ext>
            </a:extLst>
          </p:cNvPr>
          <p:cNvSpPr>
            <a:spLocks noGrp="1"/>
          </p:cNvSpPr>
          <p:nvPr>
            <p:ph type="body" sz="quarter" idx="36" hasCustomPrompt="1"/>
          </p:nvPr>
        </p:nvSpPr>
        <p:spPr>
          <a:xfrm>
            <a:off x="2820975"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68" name="Text Placeholder 32">
            <a:extLst>
              <a:ext uri="{FF2B5EF4-FFF2-40B4-BE49-F238E27FC236}">
                <a16:creationId xmlns:a16="http://schemas.microsoft.com/office/drawing/2014/main" id="{F85AFADF-FBFA-49BF-9BE5-A01D2D738846}"/>
              </a:ext>
            </a:extLst>
          </p:cNvPr>
          <p:cNvSpPr>
            <a:spLocks noGrp="1"/>
          </p:cNvSpPr>
          <p:nvPr>
            <p:ph type="body" sz="quarter" idx="37" hasCustomPrompt="1"/>
          </p:nvPr>
        </p:nvSpPr>
        <p:spPr>
          <a:xfrm>
            <a:off x="2820975"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69" name="Picture Placeholder 30">
            <a:extLst>
              <a:ext uri="{FF2B5EF4-FFF2-40B4-BE49-F238E27FC236}">
                <a16:creationId xmlns:a16="http://schemas.microsoft.com/office/drawing/2014/main" id="{BE245FBA-AE7D-4688-94D7-B087E6DDD41F}"/>
              </a:ext>
            </a:extLst>
          </p:cNvPr>
          <p:cNvSpPr>
            <a:spLocks noGrp="1"/>
          </p:cNvSpPr>
          <p:nvPr>
            <p:ph type="pic" sz="quarter" idx="38"/>
          </p:nvPr>
        </p:nvSpPr>
        <p:spPr>
          <a:xfrm>
            <a:off x="2207950"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70" name="Text Placeholder 32">
            <a:extLst>
              <a:ext uri="{FF2B5EF4-FFF2-40B4-BE49-F238E27FC236}">
                <a16:creationId xmlns:a16="http://schemas.microsoft.com/office/drawing/2014/main" id="{66D58AD6-42D6-4A71-AEF7-F9125807767F}"/>
              </a:ext>
            </a:extLst>
          </p:cNvPr>
          <p:cNvSpPr>
            <a:spLocks noGrp="1"/>
          </p:cNvSpPr>
          <p:nvPr>
            <p:ph type="body" sz="quarter" idx="39" hasCustomPrompt="1"/>
          </p:nvPr>
        </p:nvSpPr>
        <p:spPr>
          <a:xfrm>
            <a:off x="2820975"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71" name="Text Placeholder 32">
            <a:extLst>
              <a:ext uri="{FF2B5EF4-FFF2-40B4-BE49-F238E27FC236}">
                <a16:creationId xmlns:a16="http://schemas.microsoft.com/office/drawing/2014/main" id="{FBA6E2C6-7768-47BD-B1F3-F599AB693457}"/>
              </a:ext>
            </a:extLst>
          </p:cNvPr>
          <p:cNvSpPr>
            <a:spLocks noGrp="1"/>
          </p:cNvSpPr>
          <p:nvPr>
            <p:ph type="body" sz="quarter" idx="40" hasCustomPrompt="1"/>
          </p:nvPr>
        </p:nvSpPr>
        <p:spPr>
          <a:xfrm>
            <a:off x="2820975"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12" name="Picture Placeholder 30">
            <a:extLst>
              <a:ext uri="{FF2B5EF4-FFF2-40B4-BE49-F238E27FC236}">
                <a16:creationId xmlns:a16="http://schemas.microsoft.com/office/drawing/2014/main" id="{0B689C1D-AA9D-4A85-B428-66D653AC5D00}"/>
              </a:ext>
            </a:extLst>
          </p:cNvPr>
          <p:cNvSpPr>
            <a:spLocks noGrp="1"/>
          </p:cNvSpPr>
          <p:nvPr>
            <p:ph type="pic" sz="quarter" idx="41"/>
          </p:nvPr>
        </p:nvSpPr>
        <p:spPr>
          <a:xfrm>
            <a:off x="3938078"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13" name="Text Placeholder 32">
            <a:extLst>
              <a:ext uri="{FF2B5EF4-FFF2-40B4-BE49-F238E27FC236}">
                <a16:creationId xmlns:a16="http://schemas.microsoft.com/office/drawing/2014/main" id="{77D4E84E-EDD4-4FC3-ABFB-7E2FB7CA4C49}"/>
              </a:ext>
            </a:extLst>
          </p:cNvPr>
          <p:cNvSpPr>
            <a:spLocks noGrp="1"/>
          </p:cNvSpPr>
          <p:nvPr>
            <p:ph type="body" sz="quarter" idx="42" hasCustomPrompt="1"/>
          </p:nvPr>
        </p:nvSpPr>
        <p:spPr>
          <a:xfrm>
            <a:off x="4551103"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14" name="Text Placeholder 32">
            <a:extLst>
              <a:ext uri="{FF2B5EF4-FFF2-40B4-BE49-F238E27FC236}">
                <a16:creationId xmlns:a16="http://schemas.microsoft.com/office/drawing/2014/main" id="{0FFAA7A1-A488-47E1-B58E-D773AA07E8C0}"/>
              </a:ext>
            </a:extLst>
          </p:cNvPr>
          <p:cNvSpPr>
            <a:spLocks noGrp="1"/>
          </p:cNvSpPr>
          <p:nvPr>
            <p:ph type="body" sz="quarter" idx="43" hasCustomPrompt="1"/>
          </p:nvPr>
        </p:nvSpPr>
        <p:spPr>
          <a:xfrm>
            <a:off x="4551103"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15" name="Text Placeholder 32">
            <a:extLst>
              <a:ext uri="{FF2B5EF4-FFF2-40B4-BE49-F238E27FC236}">
                <a16:creationId xmlns:a16="http://schemas.microsoft.com/office/drawing/2014/main" id="{B23E97C3-A158-4B8D-ADF1-2568136D7116}"/>
              </a:ext>
            </a:extLst>
          </p:cNvPr>
          <p:cNvSpPr>
            <a:spLocks noGrp="1"/>
          </p:cNvSpPr>
          <p:nvPr>
            <p:ph type="body" sz="quarter" idx="44" hasCustomPrompt="1"/>
          </p:nvPr>
        </p:nvSpPr>
        <p:spPr>
          <a:xfrm>
            <a:off x="4551103"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116" name="Picture Placeholder 30">
            <a:extLst>
              <a:ext uri="{FF2B5EF4-FFF2-40B4-BE49-F238E27FC236}">
                <a16:creationId xmlns:a16="http://schemas.microsoft.com/office/drawing/2014/main" id="{385BE94A-A007-4B4F-9140-9CC8DF7C7457}"/>
              </a:ext>
            </a:extLst>
          </p:cNvPr>
          <p:cNvSpPr>
            <a:spLocks noGrp="1"/>
          </p:cNvSpPr>
          <p:nvPr>
            <p:ph type="pic" sz="quarter" idx="45"/>
          </p:nvPr>
        </p:nvSpPr>
        <p:spPr>
          <a:xfrm>
            <a:off x="3938078"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17" name="Text Placeholder 32">
            <a:extLst>
              <a:ext uri="{FF2B5EF4-FFF2-40B4-BE49-F238E27FC236}">
                <a16:creationId xmlns:a16="http://schemas.microsoft.com/office/drawing/2014/main" id="{DDC98612-8A37-4553-917D-5556C1E9E76C}"/>
              </a:ext>
            </a:extLst>
          </p:cNvPr>
          <p:cNvSpPr>
            <a:spLocks noGrp="1"/>
          </p:cNvSpPr>
          <p:nvPr>
            <p:ph type="body" sz="quarter" idx="46" hasCustomPrompt="1"/>
          </p:nvPr>
        </p:nvSpPr>
        <p:spPr>
          <a:xfrm>
            <a:off x="4551103"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18" name="Text Placeholder 32">
            <a:extLst>
              <a:ext uri="{FF2B5EF4-FFF2-40B4-BE49-F238E27FC236}">
                <a16:creationId xmlns:a16="http://schemas.microsoft.com/office/drawing/2014/main" id="{9C289723-EDD2-4A9D-89DF-E0C3FB5254B5}"/>
              </a:ext>
            </a:extLst>
          </p:cNvPr>
          <p:cNvSpPr>
            <a:spLocks noGrp="1"/>
          </p:cNvSpPr>
          <p:nvPr>
            <p:ph type="body" sz="quarter" idx="47" hasCustomPrompt="1"/>
          </p:nvPr>
        </p:nvSpPr>
        <p:spPr>
          <a:xfrm>
            <a:off x="4551103"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19" name="Picture Placeholder 30">
            <a:extLst>
              <a:ext uri="{FF2B5EF4-FFF2-40B4-BE49-F238E27FC236}">
                <a16:creationId xmlns:a16="http://schemas.microsoft.com/office/drawing/2014/main" id="{480432AA-F768-41A0-9C7D-DBDFD4F989B0}"/>
              </a:ext>
            </a:extLst>
          </p:cNvPr>
          <p:cNvSpPr>
            <a:spLocks noGrp="1"/>
          </p:cNvSpPr>
          <p:nvPr>
            <p:ph type="pic" sz="quarter" idx="48"/>
          </p:nvPr>
        </p:nvSpPr>
        <p:spPr>
          <a:xfrm>
            <a:off x="3938078"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20" name="Text Placeholder 32">
            <a:extLst>
              <a:ext uri="{FF2B5EF4-FFF2-40B4-BE49-F238E27FC236}">
                <a16:creationId xmlns:a16="http://schemas.microsoft.com/office/drawing/2014/main" id="{A38F8470-1DC4-4FC6-B665-C6452A034046}"/>
              </a:ext>
            </a:extLst>
          </p:cNvPr>
          <p:cNvSpPr>
            <a:spLocks noGrp="1"/>
          </p:cNvSpPr>
          <p:nvPr>
            <p:ph type="body" sz="quarter" idx="49" hasCustomPrompt="1"/>
          </p:nvPr>
        </p:nvSpPr>
        <p:spPr>
          <a:xfrm>
            <a:off x="4551103"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21" name="Text Placeholder 32">
            <a:extLst>
              <a:ext uri="{FF2B5EF4-FFF2-40B4-BE49-F238E27FC236}">
                <a16:creationId xmlns:a16="http://schemas.microsoft.com/office/drawing/2014/main" id="{B58CF20C-FBD1-4294-8818-3E18208982C0}"/>
              </a:ext>
            </a:extLst>
          </p:cNvPr>
          <p:cNvSpPr>
            <a:spLocks noGrp="1"/>
          </p:cNvSpPr>
          <p:nvPr>
            <p:ph type="body" sz="quarter" idx="50" hasCustomPrompt="1"/>
          </p:nvPr>
        </p:nvSpPr>
        <p:spPr>
          <a:xfrm>
            <a:off x="4551103"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22" name="Picture Placeholder 30">
            <a:extLst>
              <a:ext uri="{FF2B5EF4-FFF2-40B4-BE49-F238E27FC236}">
                <a16:creationId xmlns:a16="http://schemas.microsoft.com/office/drawing/2014/main" id="{D0DB50DC-32AE-4A2A-A16B-B6F84628E289}"/>
              </a:ext>
            </a:extLst>
          </p:cNvPr>
          <p:cNvSpPr>
            <a:spLocks noGrp="1"/>
          </p:cNvSpPr>
          <p:nvPr>
            <p:ph type="pic" sz="quarter" idx="51"/>
          </p:nvPr>
        </p:nvSpPr>
        <p:spPr>
          <a:xfrm>
            <a:off x="5532470"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23" name="Text Placeholder 32">
            <a:extLst>
              <a:ext uri="{FF2B5EF4-FFF2-40B4-BE49-F238E27FC236}">
                <a16:creationId xmlns:a16="http://schemas.microsoft.com/office/drawing/2014/main" id="{73DA4C97-9509-425E-A139-B91367C864C9}"/>
              </a:ext>
            </a:extLst>
          </p:cNvPr>
          <p:cNvSpPr>
            <a:spLocks noGrp="1"/>
          </p:cNvSpPr>
          <p:nvPr>
            <p:ph type="body" sz="quarter" idx="52" hasCustomPrompt="1"/>
          </p:nvPr>
        </p:nvSpPr>
        <p:spPr>
          <a:xfrm>
            <a:off x="6145495"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24" name="Text Placeholder 32">
            <a:extLst>
              <a:ext uri="{FF2B5EF4-FFF2-40B4-BE49-F238E27FC236}">
                <a16:creationId xmlns:a16="http://schemas.microsoft.com/office/drawing/2014/main" id="{75BA0346-D007-4B6D-A186-EDBBFA2743B9}"/>
              </a:ext>
            </a:extLst>
          </p:cNvPr>
          <p:cNvSpPr>
            <a:spLocks noGrp="1"/>
          </p:cNvSpPr>
          <p:nvPr>
            <p:ph type="body" sz="quarter" idx="53" hasCustomPrompt="1"/>
          </p:nvPr>
        </p:nvSpPr>
        <p:spPr>
          <a:xfrm>
            <a:off x="6145495"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25" name="Text Placeholder 32">
            <a:extLst>
              <a:ext uri="{FF2B5EF4-FFF2-40B4-BE49-F238E27FC236}">
                <a16:creationId xmlns:a16="http://schemas.microsoft.com/office/drawing/2014/main" id="{436314D9-0C8C-4A77-80F9-B573AB940742}"/>
              </a:ext>
            </a:extLst>
          </p:cNvPr>
          <p:cNvSpPr>
            <a:spLocks noGrp="1"/>
          </p:cNvSpPr>
          <p:nvPr>
            <p:ph type="body" sz="quarter" idx="54" hasCustomPrompt="1"/>
          </p:nvPr>
        </p:nvSpPr>
        <p:spPr>
          <a:xfrm>
            <a:off x="6145495"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126" name="Picture Placeholder 30">
            <a:extLst>
              <a:ext uri="{FF2B5EF4-FFF2-40B4-BE49-F238E27FC236}">
                <a16:creationId xmlns:a16="http://schemas.microsoft.com/office/drawing/2014/main" id="{830F02E8-D716-476A-B83A-D73DD4F914B7}"/>
              </a:ext>
            </a:extLst>
          </p:cNvPr>
          <p:cNvSpPr>
            <a:spLocks noGrp="1"/>
          </p:cNvSpPr>
          <p:nvPr>
            <p:ph type="pic" sz="quarter" idx="55"/>
          </p:nvPr>
        </p:nvSpPr>
        <p:spPr>
          <a:xfrm>
            <a:off x="5532470"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27" name="Text Placeholder 32">
            <a:extLst>
              <a:ext uri="{FF2B5EF4-FFF2-40B4-BE49-F238E27FC236}">
                <a16:creationId xmlns:a16="http://schemas.microsoft.com/office/drawing/2014/main" id="{A36F9D07-AB7F-4F30-91C3-6007B228ECE5}"/>
              </a:ext>
            </a:extLst>
          </p:cNvPr>
          <p:cNvSpPr>
            <a:spLocks noGrp="1"/>
          </p:cNvSpPr>
          <p:nvPr>
            <p:ph type="body" sz="quarter" idx="56" hasCustomPrompt="1"/>
          </p:nvPr>
        </p:nvSpPr>
        <p:spPr>
          <a:xfrm>
            <a:off x="6145495"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28" name="Text Placeholder 32">
            <a:extLst>
              <a:ext uri="{FF2B5EF4-FFF2-40B4-BE49-F238E27FC236}">
                <a16:creationId xmlns:a16="http://schemas.microsoft.com/office/drawing/2014/main" id="{484B16B9-19D8-4B24-B0EC-68CF5348BED5}"/>
              </a:ext>
            </a:extLst>
          </p:cNvPr>
          <p:cNvSpPr>
            <a:spLocks noGrp="1"/>
          </p:cNvSpPr>
          <p:nvPr>
            <p:ph type="body" sz="quarter" idx="57" hasCustomPrompt="1"/>
          </p:nvPr>
        </p:nvSpPr>
        <p:spPr>
          <a:xfrm>
            <a:off x="6145495"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29" name="Picture Placeholder 30">
            <a:extLst>
              <a:ext uri="{FF2B5EF4-FFF2-40B4-BE49-F238E27FC236}">
                <a16:creationId xmlns:a16="http://schemas.microsoft.com/office/drawing/2014/main" id="{5DDC5F3C-A623-486E-88E2-F13863E0E4C1}"/>
              </a:ext>
            </a:extLst>
          </p:cNvPr>
          <p:cNvSpPr>
            <a:spLocks noGrp="1"/>
          </p:cNvSpPr>
          <p:nvPr>
            <p:ph type="pic" sz="quarter" idx="58"/>
          </p:nvPr>
        </p:nvSpPr>
        <p:spPr>
          <a:xfrm>
            <a:off x="5532470"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30" name="Text Placeholder 32">
            <a:extLst>
              <a:ext uri="{FF2B5EF4-FFF2-40B4-BE49-F238E27FC236}">
                <a16:creationId xmlns:a16="http://schemas.microsoft.com/office/drawing/2014/main" id="{2E9183C9-0B56-4991-826E-5E84D570720C}"/>
              </a:ext>
            </a:extLst>
          </p:cNvPr>
          <p:cNvSpPr>
            <a:spLocks noGrp="1"/>
          </p:cNvSpPr>
          <p:nvPr>
            <p:ph type="body" sz="quarter" idx="59" hasCustomPrompt="1"/>
          </p:nvPr>
        </p:nvSpPr>
        <p:spPr>
          <a:xfrm>
            <a:off x="6145495"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31" name="Text Placeholder 32">
            <a:extLst>
              <a:ext uri="{FF2B5EF4-FFF2-40B4-BE49-F238E27FC236}">
                <a16:creationId xmlns:a16="http://schemas.microsoft.com/office/drawing/2014/main" id="{14C9FEB9-38E5-42C9-A4F5-86853BBEFE59}"/>
              </a:ext>
            </a:extLst>
          </p:cNvPr>
          <p:cNvSpPr>
            <a:spLocks noGrp="1"/>
          </p:cNvSpPr>
          <p:nvPr>
            <p:ph type="body" sz="quarter" idx="60" hasCustomPrompt="1"/>
          </p:nvPr>
        </p:nvSpPr>
        <p:spPr>
          <a:xfrm>
            <a:off x="6145495"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32" name="Picture Placeholder 30">
            <a:extLst>
              <a:ext uri="{FF2B5EF4-FFF2-40B4-BE49-F238E27FC236}">
                <a16:creationId xmlns:a16="http://schemas.microsoft.com/office/drawing/2014/main" id="{2963EEB2-6E8C-4462-9E74-D2F9E35C8021}"/>
              </a:ext>
            </a:extLst>
          </p:cNvPr>
          <p:cNvSpPr>
            <a:spLocks noGrp="1"/>
          </p:cNvSpPr>
          <p:nvPr>
            <p:ph type="pic" sz="quarter" idx="61"/>
          </p:nvPr>
        </p:nvSpPr>
        <p:spPr>
          <a:xfrm>
            <a:off x="7129764"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33" name="Text Placeholder 32">
            <a:extLst>
              <a:ext uri="{FF2B5EF4-FFF2-40B4-BE49-F238E27FC236}">
                <a16:creationId xmlns:a16="http://schemas.microsoft.com/office/drawing/2014/main" id="{54B60AC4-2600-445D-9EC5-5BF8C250858E}"/>
              </a:ext>
            </a:extLst>
          </p:cNvPr>
          <p:cNvSpPr>
            <a:spLocks noGrp="1"/>
          </p:cNvSpPr>
          <p:nvPr>
            <p:ph type="body" sz="quarter" idx="62" hasCustomPrompt="1"/>
          </p:nvPr>
        </p:nvSpPr>
        <p:spPr>
          <a:xfrm>
            <a:off x="7742789"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34" name="Text Placeholder 32">
            <a:extLst>
              <a:ext uri="{FF2B5EF4-FFF2-40B4-BE49-F238E27FC236}">
                <a16:creationId xmlns:a16="http://schemas.microsoft.com/office/drawing/2014/main" id="{021968F0-73B3-4CB9-9ED9-120BDB4D34BD}"/>
              </a:ext>
            </a:extLst>
          </p:cNvPr>
          <p:cNvSpPr>
            <a:spLocks noGrp="1"/>
          </p:cNvSpPr>
          <p:nvPr>
            <p:ph type="body" sz="quarter" idx="63" hasCustomPrompt="1"/>
          </p:nvPr>
        </p:nvSpPr>
        <p:spPr>
          <a:xfrm>
            <a:off x="7742789"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35" name="Text Placeholder 32">
            <a:extLst>
              <a:ext uri="{FF2B5EF4-FFF2-40B4-BE49-F238E27FC236}">
                <a16:creationId xmlns:a16="http://schemas.microsoft.com/office/drawing/2014/main" id="{4515BB98-54B7-436F-AAF3-9A19C52A9F83}"/>
              </a:ext>
            </a:extLst>
          </p:cNvPr>
          <p:cNvSpPr>
            <a:spLocks noGrp="1"/>
          </p:cNvSpPr>
          <p:nvPr>
            <p:ph type="body" sz="quarter" idx="64" hasCustomPrompt="1"/>
          </p:nvPr>
        </p:nvSpPr>
        <p:spPr>
          <a:xfrm>
            <a:off x="7742789"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136" name="Picture Placeholder 30">
            <a:extLst>
              <a:ext uri="{FF2B5EF4-FFF2-40B4-BE49-F238E27FC236}">
                <a16:creationId xmlns:a16="http://schemas.microsoft.com/office/drawing/2014/main" id="{15B46178-8C0B-4266-9DCB-D053CDA2CDA9}"/>
              </a:ext>
            </a:extLst>
          </p:cNvPr>
          <p:cNvSpPr>
            <a:spLocks noGrp="1"/>
          </p:cNvSpPr>
          <p:nvPr>
            <p:ph type="pic" sz="quarter" idx="65"/>
          </p:nvPr>
        </p:nvSpPr>
        <p:spPr>
          <a:xfrm>
            <a:off x="7129764"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37" name="Text Placeholder 32">
            <a:extLst>
              <a:ext uri="{FF2B5EF4-FFF2-40B4-BE49-F238E27FC236}">
                <a16:creationId xmlns:a16="http://schemas.microsoft.com/office/drawing/2014/main" id="{BC49BA81-555B-4937-95DF-A1982B7F32CD}"/>
              </a:ext>
            </a:extLst>
          </p:cNvPr>
          <p:cNvSpPr>
            <a:spLocks noGrp="1"/>
          </p:cNvSpPr>
          <p:nvPr>
            <p:ph type="body" sz="quarter" idx="66" hasCustomPrompt="1"/>
          </p:nvPr>
        </p:nvSpPr>
        <p:spPr>
          <a:xfrm>
            <a:off x="7742789"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38" name="Text Placeholder 32">
            <a:extLst>
              <a:ext uri="{FF2B5EF4-FFF2-40B4-BE49-F238E27FC236}">
                <a16:creationId xmlns:a16="http://schemas.microsoft.com/office/drawing/2014/main" id="{8B797902-1FED-4260-B8A9-C1C20DACE7E7}"/>
              </a:ext>
            </a:extLst>
          </p:cNvPr>
          <p:cNvSpPr>
            <a:spLocks noGrp="1"/>
          </p:cNvSpPr>
          <p:nvPr>
            <p:ph type="body" sz="quarter" idx="67" hasCustomPrompt="1"/>
          </p:nvPr>
        </p:nvSpPr>
        <p:spPr>
          <a:xfrm>
            <a:off x="7742789"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39" name="Picture Placeholder 30">
            <a:extLst>
              <a:ext uri="{FF2B5EF4-FFF2-40B4-BE49-F238E27FC236}">
                <a16:creationId xmlns:a16="http://schemas.microsoft.com/office/drawing/2014/main" id="{FE87DF61-EA50-4506-BDC6-B2E92826C592}"/>
              </a:ext>
            </a:extLst>
          </p:cNvPr>
          <p:cNvSpPr>
            <a:spLocks noGrp="1"/>
          </p:cNvSpPr>
          <p:nvPr>
            <p:ph type="pic" sz="quarter" idx="68"/>
          </p:nvPr>
        </p:nvSpPr>
        <p:spPr>
          <a:xfrm>
            <a:off x="7129764"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40" name="Text Placeholder 32">
            <a:extLst>
              <a:ext uri="{FF2B5EF4-FFF2-40B4-BE49-F238E27FC236}">
                <a16:creationId xmlns:a16="http://schemas.microsoft.com/office/drawing/2014/main" id="{E24DE471-F29B-4FA6-9F11-0D3F00B1DA77}"/>
              </a:ext>
            </a:extLst>
          </p:cNvPr>
          <p:cNvSpPr>
            <a:spLocks noGrp="1"/>
          </p:cNvSpPr>
          <p:nvPr>
            <p:ph type="body" sz="quarter" idx="69" hasCustomPrompt="1"/>
          </p:nvPr>
        </p:nvSpPr>
        <p:spPr>
          <a:xfrm>
            <a:off x="7742789"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41" name="Text Placeholder 32">
            <a:extLst>
              <a:ext uri="{FF2B5EF4-FFF2-40B4-BE49-F238E27FC236}">
                <a16:creationId xmlns:a16="http://schemas.microsoft.com/office/drawing/2014/main" id="{DA4F8209-3548-4F29-8DF2-CBC079C2E027}"/>
              </a:ext>
            </a:extLst>
          </p:cNvPr>
          <p:cNvSpPr>
            <a:spLocks noGrp="1"/>
          </p:cNvSpPr>
          <p:nvPr>
            <p:ph type="body" sz="quarter" idx="70" hasCustomPrompt="1"/>
          </p:nvPr>
        </p:nvSpPr>
        <p:spPr>
          <a:xfrm>
            <a:off x="7742789"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73" name="Picture Placeholder 30">
            <a:extLst>
              <a:ext uri="{FF2B5EF4-FFF2-40B4-BE49-F238E27FC236}">
                <a16:creationId xmlns:a16="http://schemas.microsoft.com/office/drawing/2014/main" id="{BCF0FCF6-6910-4AD7-8EEF-AF4D32B773B0}"/>
              </a:ext>
            </a:extLst>
          </p:cNvPr>
          <p:cNvSpPr>
            <a:spLocks noGrp="1"/>
          </p:cNvSpPr>
          <p:nvPr>
            <p:ph type="pic" sz="quarter" idx="71"/>
          </p:nvPr>
        </p:nvSpPr>
        <p:spPr>
          <a:xfrm>
            <a:off x="346075" y="967827"/>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74" name="Text Placeholder 32">
            <a:extLst>
              <a:ext uri="{FF2B5EF4-FFF2-40B4-BE49-F238E27FC236}">
                <a16:creationId xmlns:a16="http://schemas.microsoft.com/office/drawing/2014/main" id="{5057FABD-5F45-4AB7-A95B-81D3B8BAC0D2}"/>
              </a:ext>
            </a:extLst>
          </p:cNvPr>
          <p:cNvSpPr>
            <a:spLocks noGrp="1"/>
          </p:cNvSpPr>
          <p:nvPr>
            <p:ph type="body" sz="quarter" idx="72" hasCustomPrompt="1"/>
          </p:nvPr>
        </p:nvSpPr>
        <p:spPr>
          <a:xfrm>
            <a:off x="959044" y="967429"/>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75" name="Text Placeholder 32">
            <a:extLst>
              <a:ext uri="{FF2B5EF4-FFF2-40B4-BE49-F238E27FC236}">
                <a16:creationId xmlns:a16="http://schemas.microsoft.com/office/drawing/2014/main" id="{DBDAAE57-1AB7-4D90-9BC4-ACFBFC035E0C}"/>
              </a:ext>
            </a:extLst>
          </p:cNvPr>
          <p:cNvSpPr>
            <a:spLocks noGrp="1"/>
          </p:cNvSpPr>
          <p:nvPr>
            <p:ph type="body" sz="quarter" idx="73" hasCustomPrompt="1"/>
          </p:nvPr>
        </p:nvSpPr>
        <p:spPr>
          <a:xfrm>
            <a:off x="959044" y="1265125"/>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77" name="Text Placeholder 27">
            <a:extLst>
              <a:ext uri="{FF2B5EF4-FFF2-40B4-BE49-F238E27FC236}">
                <a16:creationId xmlns:a16="http://schemas.microsoft.com/office/drawing/2014/main" id="{087B5924-2E7F-45F2-9F85-208FEE2E42D5}"/>
              </a:ext>
            </a:extLst>
          </p:cNvPr>
          <p:cNvSpPr>
            <a:spLocks noGrp="1"/>
          </p:cNvSpPr>
          <p:nvPr>
            <p:ph type="body" sz="quarter" idx="74" hasCustomPrompt="1"/>
          </p:nvPr>
        </p:nvSpPr>
        <p:spPr>
          <a:xfrm>
            <a:off x="3939073"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78" name="Text Placeholder 27">
            <a:extLst>
              <a:ext uri="{FF2B5EF4-FFF2-40B4-BE49-F238E27FC236}">
                <a16:creationId xmlns:a16="http://schemas.microsoft.com/office/drawing/2014/main" id="{3081A8ED-BFD9-4A44-87DF-DD766B77D074}"/>
              </a:ext>
            </a:extLst>
          </p:cNvPr>
          <p:cNvSpPr>
            <a:spLocks noGrp="1"/>
          </p:cNvSpPr>
          <p:nvPr>
            <p:ph type="body" sz="quarter" idx="75" hasCustomPrompt="1"/>
          </p:nvPr>
        </p:nvSpPr>
        <p:spPr>
          <a:xfrm>
            <a:off x="5532470"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79" name="Text Placeholder 27">
            <a:extLst>
              <a:ext uri="{FF2B5EF4-FFF2-40B4-BE49-F238E27FC236}">
                <a16:creationId xmlns:a16="http://schemas.microsoft.com/office/drawing/2014/main" id="{0EB924AA-FD13-4D04-88A8-6CCE38F6AFAB}"/>
              </a:ext>
            </a:extLst>
          </p:cNvPr>
          <p:cNvSpPr>
            <a:spLocks noGrp="1"/>
          </p:cNvSpPr>
          <p:nvPr>
            <p:ph type="body" sz="quarter" idx="76" hasCustomPrompt="1"/>
          </p:nvPr>
        </p:nvSpPr>
        <p:spPr>
          <a:xfrm>
            <a:off x="7130759"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11" name="Footer Placeholder 4">
            <a:extLst>
              <a:ext uri="{FF2B5EF4-FFF2-40B4-BE49-F238E27FC236}">
                <a16:creationId xmlns:a16="http://schemas.microsoft.com/office/drawing/2014/main" id="{9536FE3C-1F25-B3E7-5250-63978E7A9AAC}"/>
              </a:ext>
            </a:extLst>
          </p:cNvPr>
          <p:cNvSpPr>
            <a:spLocks noGrp="1"/>
          </p:cNvSpPr>
          <p:nvPr>
            <p:ph type="ftr" sz="quarter" idx="77"/>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D6537B84-CD23-9C29-9375-A1372B38154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295391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Organization Chart Simple">
    <p:spTree>
      <p:nvGrpSpPr>
        <p:cNvPr id="1" name=""/>
        <p:cNvGrpSpPr/>
        <p:nvPr/>
      </p:nvGrpSpPr>
      <p:grpSpPr>
        <a:xfrm>
          <a:off x="0" y="0"/>
          <a:ext cx="0" cy="0"/>
          <a:chOff x="0" y="0"/>
          <a:chExt cx="0" cy="0"/>
        </a:xfrm>
      </p:grpSpPr>
      <p:sp>
        <p:nvSpPr>
          <p:cNvPr id="91" name="Picture Placeholder 4">
            <a:extLst>
              <a:ext uri="{FF2B5EF4-FFF2-40B4-BE49-F238E27FC236}">
                <a16:creationId xmlns:a16="http://schemas.microsoft.com/office/drawing/2014/main" id="{0B1BB5B3-9D84-4520-AA71-3B63CFD863B9}"/>
              </a:ext>
            </a:extLst>
          </p:cNvPr>
          <p:cNvSpPr>
            <a:spLocks noGrp="1"/>
          </p:cNvSpPr>
          <p:nvPr>
            <p:ph type="pic" sz="quarter" idx="41" hasCustomPrompt="1"/>
          </p:nvPr>
        </p:nvSpPr>
        <p:spPr>
          <a:xfrm>
            <a:off x="3820076" y="2505013"/>
            <a:ext cx="438912" cy="438912"/>
          </a:xfrm>
          <a:prstGeom prst="ellipse">
            <a:avLst/>
          </a:prstGeom>
        </p:spPr>
        <p:txBody>
          <a:bodyPr/>
          <a:lstStyle>
            <a:lvl1pPr marL="0" indent="0">
              <a:buNone/>
              <a:defRPr sz="700"/>
            </a:lvl1pPr>
          </a:lstStyle>
          <a:p>
            <a:r>
              <a:rPr lang="en-US"/>
              <a:t>Picture</a:t>
            </a:r>
          </a:p>
        </p:txBody>
      </p:sp>
      <p:sp>
        <p:nvSpPr>
          <p:cNvPr id="92" name="Text Placeholder 7">
            <a:extLst>
              <a:ext uri="{FF2B5EF4-FFF2-40B4-BE49-F238E27FC236}">
                <a16:creationId xmlns:a16="http://schemas.microsoft.com/office/drawing/2014/main" id="{B8E0B798-A385-4A83-8687-7E99E4936BE8}"/>
              </a:ext>
            </a:extLst>
          </p:cNvPr>
          <p:cNvSpPr>
            <a:spLocks noGrp="1"/>
          </p:cNvSpPr>
          <p:nvPr>
            <p:ph type="body" sz="quarter" idx="42" hasCustomPrompt="1"/>
          </p:nvPr>
        </p:nvSpPr>
        <p:spPr>
          <a:xfrm>
            <a:off x="3551761"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3" name="Text Placeholder 7">
            <a:extLst>
              <a:ext uri="{FF2B5EF4-FFF2-40B4-BE49-F238E27FC236}">
                <a16:creationId xmlns:a16="http://schemas.microsoft.com/office/drawing/2014/main" id="{CA1AE34F-2327-4855-A4BD-F0AFE8D51E07}"/>
              </a:ext>
            </a:extLst>
          </p:cNvPr>
          <p:cNvSpPr>
            <a:spLocks noGrp="1"/>
          </p:cNvSpPr>
          <p:nvPr>
            <p:ph type="body" sz="quarter" idx="43" hasCustomPrompt="1"/>
          </p:nvPr>
        </p:nvSpPr>
        <p:spPr>
          <a:xfrm>
            <a:off x="3551761"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4" name="Picture Placeholder 4">
            <a:extLst>
              <a:ext uri="{FF2B5EF4-FFF2-40B4-BE49-F238E27FC236}">
                <a16:creationId xmlns:a16="http://schemas.microsoft.com/office/drawing/2014/main" id="{DF4A4E2E-F952-456D-95AD-889DF6FD891E}"/>
              </a:ext>
            </a:extLst>
          </p:cNvPr>
          <p:cNvSpPr>
            <a:spLocks noGrp="1"/>
          </p:cNvSpPr>
          <p:nvPr>
            <p:ph type="pic" sz="quarter" idx="44" hasCustomPrompt="1"/>
          </p:nvPr>
        </p:nvSpPr>
        <p:spPr>
          <a:xfrm>
            <a:off x="4993131" y="2505013"/>
            <a:ext cx="438912" cy="438912"/>
          </a:xfrm>
          <a:prstGeom prst="ellipse">
            <a:avLst/>
          </a:prstGeom>
        </p:spPr>
        <p:txBody>
          <a:bodyPr/>
          <a:lstStyle>
            <a:lvl1pPr marL="0" indent="0">
              <a:buNone/>
              <a:defRPr sz="700"/>
            </a:lvl1pPr>
          </a:lstStyle>
          <a:p>
            <a:r>
              <a:rPr lang="en-US"/>
              <a:t>Picture</a:t>
            </a:r>
          </a:p>
        </p:txBody>
      </p:sp>
      <p:sp>
        <p:nvSpPr>
          <p:cNvPr id="95" name="Text Placeholder 7">
            <a:extLst>
              <a:ext uri="{FF2B5EF4-FFF2-40B4-BE49-F238E27FC236}">
                <a16:creationId xmlns:a16="http://schemas.microsoft.com/office/drawing/2014/main" id="{56A32F0B-8E98-4AC4-9F5A-1F033BA2515D}"/>
              </a:ext>
            </a:extLst>
          </p:cNvPr>
          <p:cNvSpPr>
            <a:spLocks noGrp="1"/>
          </p:cNvSpPr>
          <p:nvPr>
            <p:ph type="body" sz="quarter" idx="45" hasCustomPrompt="1"/>
          </p:nvPr>
        </p:nvSpPr>
        <p:spPr>
          <a:xfrm>
            <a:off x="4724816"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6" name="Text Placeholder 7">
            <a:extLst>
              <a:ext uri="{FF2B5EF4-FFF2-40B4-BE49-F238E27FC236}">
                <a16:creationId xmlns:a16="http://schemas.microsoft.com/office/drawing/2014/main" id="{98D5E1AB-65DB-4062-9F37-444FFA905902}"/>
              </a:ext>
            </a:extLst>
          </p:cNvPr>
          <p:cNvSpPr>
            <a:spLocks noGrp="1"/>
          </p:cNvSpPr>
          <p:nvPr>
            <p:ph type="body" sz="quarter" idx="46" hasCustomPrompt="1"/>
          </p:nvPr>
        </p:nvSpPr>
        <p:spPr>
          <a:xfrm>
            <a:off x="4724816"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7" name="Picture Placeholder 4">
            <a:extLst>
              <a:ext uri="{FF2B5EF4-FFF2-40B4-BE49-F238E27FC236}">
                <a16:creationId xmlns:a16="http://schemas.microsoft.com/office/drawing/2014/main" id="{CA434929-4264-48FC-9085-CEF77DC7B6AB}"/>
              </a:ext>
            </a:extLst>
          </p:cNvPr>
          <p:cNvSpPr>
            <a:spLocks noGrp="1"/>
          </p:cNvSpPr>
          <p:nvPr>
            <p:ph type="pic" sz="quarter" idx="47" hasCustomPrompt="1"/>
          </p:nvPr>
        </p:nvSpPr>
        <p:spPr>
          <a:xfrm>
            <a:off x="6656097" y="2505013"/>
            <a:ext cx="438912" cy="438912"/>
          </a:xfrm>
          <a:prstGeom prst="ellipse">
            <a:avLst/>
          </a:prstGeom>
        </p:spPr>
        <p:txBody>
          <a:bodyPr/>
          <a:lstStyle>
            <a:lvl1pPr marL="0" indent="0">
              <a:buNone/>
              <a:defRPr sz="700"/>
            </a:lvl1pPr>
          </a:lstStyle>
          <a:p>
            <a:r>
              <a:rPr lang="en-US"/>
              <a:t>Picture</a:t>
            </a:r>
          </a:p>
        </p:txBody>
      </p:sp>
      <p:sp>
        <p:nvSpPr>
          <p:cNvPr id="98" name="Text Placeholder 7">
            <a:extLst>
              <a:ext uri="{FF2B5EF4-FFF2-40B4-BE49-F238E27FC236}">
                <a16:creationId xmlns:a16="http://schemas.microsoft.com/office/drawing/2014/main" id="{122547EF-A6C5-4397-BDE0-B697767F3CD8}"/>
              </a:ext>
            </a:extLst>
          </p:cNvPr>
          <p:cNvSpPr>
            <a:spLocks noGrp="1"/>
          </p:cNvSpPr>
          <p:nvPr>
            <p:ph type="body" sz="quarter" idx="48" hasCustomPrompt="1"/>
          </p:nvPr>
        </p:nvSpPr>
        <p:spPr>
          <a:xfrm>
            <a:off x="6387782"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9" name="Text Placeholder 7">
            <a:extLst>
              <a:ext uri="{FF2B5EF4-FFF2-40B4-BE49-F238E27FC236}">
                <a16:creationId xmlns:a16="http://schemas.microsoft.com/office/drawing/2014/main" id="{F385C631-F4B6-4033-85CB-28F534E38536}"/>
              </a:ext>
            </a:extLst>
          </p:cNvPr>
          <p:cNvSpPr>
            <a:spLocks noGrp="1"/>
          </p:cNvSpPr>
          <p:nvPr>
            <p:ph type="body" sz="quarter" idx="49" hasCustomPrompt="1"/>
          </p:nvPr>
        </p:nvSpPr>
        <p:spPr>
          <a:xfrm>
            <a:off x="6387782"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00" name="Picture Placeholder 4">
            <a:extLst>
              <a:ext uri="{FF2B5EF4-FFF2-40B4-BE49-F238E27FC236}">
                <a16:creationId xmlns:a16="http://schemas.microsoft.com/office/drawing/2014/main" id="{5420123A-E6B2-4DCD-9C88-2A020866FC98}"/>
              </a:ext>
            </a:extLst>
          </p:cNvPr>
          <p:cNvSpPr>
            <a:spLocks noGrp="1"/>
          </p:cNvSpPr>
          <p:nvPr>
            <p:ph type="pic" sz="quarter" idx="50" hasCustomPrompt="1"/>
          </p:nvPr>
        </p:nvSpPr>
        <p:spPr>
          <a:xfrm>
            <a:off x="7829152" y="2505013"/>
            <a:ext cx="438912" cy="438912"/>
          </a:xfrm>
          <a:prstGeom prst="ellipse">
            <a:avLst/>
          </a:prstGeom>
        </p:spPr>
        <p:txBody>
          <a:bodyPr/>
          <a:lstStyle>
            <a:lvl1pPr marL="0" indent="0">
              <a:buNone/>
              <a:defRPr sz="700"/>
            </a:lvl1pPr>
          </a:lstStyle>
          <a:p>
            <a:r>
              <a:rPr lang="en-US"/>
              <a:t>Picture</a:t>
            </a:r>
          </a:p>
        </p:txBody>
      </p:sp>
      <p:sp>
        <p:nvSpPr>
          <p:cNvPr id="101" name="Text Placeholder 7">
            <a:extLst>
              <a:ext uri="{FF2B5EF4-FFF2-40B4-BE49-F238E27FC236}">
                <a16:creationId xmlns:a16="http://schemas.microsoft.com/office/drawing/2014/main" id="{B26CB5F3-93CA-44CB-B985-087267891304}"/>
              </a:ext>
            </a:extLst>
          </p:cNvPr>
          <p:cNvSpPr>
            <a:spLocks noGrp="1"/>
          </p:cNvSpPr>
          <p:nvPr>
            <p:ph type="body" sz="quarter" idx="51" hasCustomPrompt="1"/>
          </p:nvPr>
        </p:nvSpPr>
        <p:spPr>
          <a:xfrm>
            <a:off x="7560837"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02" name="Text Placeholder 7">
            <a:extLst>
              <a:ext uri="{FF2B5EF4-FFF2-40B4-BE49-F238E27FC236}">
                <a16:creationId xmlns:a16="http://schemas.microsoft.com/office/drawing/2014/main" id="{D6C923FB-8F0A-4A69-B401-72C43DB08732}"/>
              </a:ext>
            </a:extLst>
          </p:cNvPr>
          <p:cNvSpPr>
            <a:spLocks noGrp="1"/>
          </p:cNvSpPr>
          <p:nvPr>
            <p:ph type="body" sz="quarter" idx="52" hasCustomPrompt="1"/>
          </p:nvPr>
        </p:nvSpPr>
        <p:spPr>
          <a:xfrm>
            <a:off x="7560837"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5" name="Picture Placeholder 4">
            <a:extLst>
              <a:ext uri="{FF2B5EF4-FFF2-40B4-BE49-F238E27FC236}">
                <a16:creationId xmlns:a16="http://schemas.microsoft.com/office/drawing/2014/main" id="{25181835-E3BE-4826-AACF-39FF5DDBD9C5}"/>
              </a:ext>
            </a:extLst>
          </p:cNvPr>
          <p:cNvSpPr>
            <a:spLocks noGrp="1"/>
          </p:cNvSpPr>
          <p:nvPr userDrawn="1">
            <p:ph type="pic" sz="quarter" idx="26" hasCustomPrompt="1"/>
          </p:nvPr>
        </p:nvSpPr>
        <p:spPr>
          <a:xfrm>
            <a:off x="5815089" y="337920"/>
            <a:ext cx="438912" cy="438912"/>
          </a:xfrm>
          <a:prstGeom prst="ellipse">
            <a:avLst/>
          </a:prstGeom>
        </p:spPr>
        <p:txBody>
          <a:bodyPr/>
          <a:lstStyle>
            <a:lvl1pPr marL="0" indent="0">
              <a:buNone/>
              <a:defRPr sz="700"/>
            </a:lvl1pPr>
          </a:lstStyle>
          <a:p>
            <a:r>
              <a:rPr lang="en-US"/>
              <a:t>Picture</a:t>
            </a:r>
          </a:p>
        </p:txBody>
      </p:sp>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pic>
        <p:nvPicPr>
          <p:cNvPr id="19" name="Picture 18">
            <a:extLst>
              <a:ext uri="{FF2B5EF4-FFF2-40B4-BE49-F238E27FC236}">
                <a16:creationId xmlns:a16="http://schemas.microsoft.com/office/drawing/2014/main" id="{D936A973-6748-5C4C-BDAC-0AC83230B9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itle 1">
            <a:extLst>
              <a:ext uri="{FF2B5EF4-FFF2-40B4-BE49-F238E27FC236}">
                <a16:creationId xmlns:a16="http://schemas.microsoft.com/office/drawing/2014/main" id="{DC84F014-346B-6948-A99E-3300DD965094}"/>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20" name="Text Placeholder 9">
            <a:extLst>
              <a:ext uri="{FF2B5EF4-FFF2-40B4-BE49-F238E27FC236}">
                <a16:creationId xmlns:a16="http://schemas.microsoft.com/office/drawing/2014/main" id="{67D376C5-A654-1845-B494-0BEA76037B25}"/>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1" name="Text Placeholder 8">
            <a:extLst>
              <a:ext uri="{FF2B5EF4-FFF2-40B4-BE49-F238E27FC236}">
                <a16:creationId xmlns:a16="http://schemas.microsoft.com/office/drawing/2014/main" id="{1274BD85-7703-5F45-861A-051D8198162B}"/>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29" name="Text Placeholder 7">
            <a:extLst>
              <a:ext uri="{FF2B5EF4-FFF2-40B4-BE49-F238E27FC236}">
                <a16:creationId xmlns:a16="http://schemas.microsoft.com/office/drawing/2014/main" id="{2D97371B-C4B2-4A81-9929-DFAD8EF5BA7B}"/>
              </a:ext>
            </a:extLst>
          </p:cNvPr>
          <p:cNvSpPr>
            <a:spLocks noGrp="1"/>
          </p:cNvSpPr>
          <p:nvPr userDrawn="1">
            <p:ph type="body" sz="quarter" idx="27" hasCustomPrompt="1"/>
          </p:nvPr>
        </p:nvSpPr>
        <p:spPr>
          <a:xfrm>
            <a:off x="4769392" y="853712"/>
            <a:ext cx="2530307" cy="125734"/>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30" name="Text Placeholder 7">
            <a:extLst>
              <a:ext uri="{FF2B5EF4-FFF2-40B4-BE49-F238E27FC236}">
                <a16:creationId xmlns:a16="http://schemas.microsoft.com/office/drawing/2014/main" id="{A904AA68-553C-4EEC-93D8-AD23C5EC3FC9}"/>
              </a:ext>
            </a:extLst>
          </p:cNvPr>
          <p:cNvSpPr>
            <a:spLocks noGrp="1"/>
          </p:cNvSpPr>
          <p:nvPr userDrawn="1">
            <p:ph type="body" sz="quarter" idx="28" hasCustomPrompt="1"/>
          </p:nvPr>
        </p:nvSpPr>
        <p:spPr>
          <a:xfrm>
            <a:off x="4769392" y="988971"/>
            <a:ext cx="253030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p:txBody>
      </p:sp>
      <p:sp>
        <p:nvSpPr>
          <p:cNvPr id="137" name="Text Placeholder 7">
            <a:extLst>
              <a:ext uri="{FF2B5EF4-FFF2-40B4-BE49-F238E27FC236}">
                <a16:creationId xmlns:a16="http://schemas.microsoft.com/office/drawing/2014/main" id="{3B30871C-4482-4F3C-8C60-F403440856F2}"/>
              </a:ext>
            </a:extLst>
          </p:cNvPr>
          <p:cNvSpPr>
            <a:spLocks noGrp="1"/>
          </p:cNvSpPr>
          <p:nvPr>
            <p:ph type="body" sz="quarter" idx="53" hasCustomPrompt="1"/>
          </p:nvPr>
        </p:nvSpPr>
        <p:spPr>
          <a:xfrm>
            <a:off x="3458967"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38" name="Text Placeholder 7">
            <a:extLst>
              <a:ext uri="{FF2B5EF4-FFF2-40B4-BE49-F238E27FC236}">
                <a16:creationId xmlns:a16="http://schemas.microsoft.com/office/drawing/2014/main" id="{2A77DCA8-1DD9-4EA4-AFC5-0A0A49689A13}"/>
              </a:ext>
            </a:extLst>
          </p:cNvPr>
          <p:cNvSpPr>
            <a:spLocks noGrp="1"/>
          </p:cNvSpPr>
          <p:nvPr>
            <p:ph type="body" sz="quarter" idx="54" hasCustomPrompt="1"/>
          </p:nvPr>
        </p:nvSpPr>
        <p:spPr>
          <a:xfrm>
            <a:off x="3458967"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39" name="Text Placeholder 7">
            <a:extLst>
              <a:ext uri="{FF2B5EF4-FFF2-40B4-BE49-F238E27FC236}">
                <a16:creationId xmlns:a16="http://schemas.microsoft.com/office/drawing/2014/main" id="{A3D9D20A-C462-421C-8F4A-DD18F9B7D740}"/>
              </a:ext>
            </a:extLst>
          </p:cNvPr>
          <p:cNvSpPr>
            <a:spLocks noGrp="1"/>
          </p:cNvSpPr>
          <p:nvPr>
            <p:ph type="body" sz="quarter" idx="55" hasCustomPrompt="1"/>
          </p:nvPr>
        </p:nvSpPr>
        <p:spPr>
          <a:xfrm>
            <a:off x="3458967"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0" name="Text Placeholder 7">
            <a:extLst>
              <a:ext uri="{FF2B5EF4-FFF2-40B4-BE49-F238E27FC236}">
                <a16:creationId xmlns:a16="http://schemas.microsoft.com/office/drawing/2014/main" id="{B493C2F9-5601-4C04-8592-0FADABC21DA1}"/>
              </a:ext>
            </a:extLst>
          </p:cNvPr>
          <p:cNvSpPr>
            <a:spLocks noGrp="1"/>
          </p:cNvSpPr>
          <p:nvPr>
            <p:ph type="body" sz="quarter" idx="56" hasCustomPrompt="1"/>
          </p:nvPr>
        </p:nvSpPr>
        <p:spPr>
          <a:xfrm>
            <a:off x="3458967"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1" name="Text Placeholder 7">
            <a:extLst>
              <a:ext uri="{FF2B5EF4-FFF2-40B4-BE49-F238E27FC236}">
                <a16:creationId xmlns:a16="http://schemas.microsoft.com/office/drawing/2014/main" id="{C240463A-4D52-4230-BA5E-67FAC513309D}"/>
              </a:ext>
            </a:extLst>
          </p:cNvPr>
          <p:cNvSpPr>
            <a:spLocks noGrp="1"/>
          </p:cNvSpPr>
          <p:nvPr>
            <p:ph type="body" sz="quarter" idx="57" hasCustomPrompt="1"/>
          </p:nvPr>
        </p:nvSpPr>
        <p:spPr>
          <a:xfrm>
            <a:off x="4711504"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2" name="Text Placeholder 7">
            <a:extLst>
              <a:ext uri="{FF2B5EF4-FFF2-40B4-BE49-F238E27FC236}">
                <a16:creationId xmlns:a16="http://schemas.microsoft.com/office/drawing/2014/main" id="{5C51713E-8AC5-413B-BBB6-310F2F411513}"/>
              </a:ext>
            </a:extLst>
          </p:cNvPr>
          <p:cNvSpPr>
            <a:spLocks noGrp="1"/>
          </p:cNvSpPr>
          <p:nvPr>
            <p:ph type="body" sz="quarter" idx="58" hasCustomPrompt="1"/>
          </p:nvPr>
        </p:nvSpPr>
        <p:spPr>
          <a:xfrm>
            <a:off x="4711504"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3" name="Text Placeholder 7">
            <a:extLst>
              <a:ext uri="{FF2B5EF4-FFF2-40B4-BE49-F238E27FC236}">
                <a16:creationId xmlns:a16="http://schemas.microsoft.com/office/drawing/2014/main" id="{8D1290D2-5EC1-4F8D-82A4-F059C67E57BF}"/>
              </a:ext>
            </a:extLst>
          </p:cNvPr>
          <p:cNvSpPr>
            <a:spLocks noGrp="1"/>
          </p:cNvSpPr>
          <p:nvPr>
            <p:ph type="body" sz="quarter" idx="59" hasCustomPrompt="1"/>
          </p:nvPr>
        </p:nvSpPr>
        <p:spPr>
          <a:xfrm>
            <a:off x="4711504"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4" name="Text Placeholder 7">
            <a:extLst>
              <a:ext uri="{FF2B5EF4-FFF2-40B4-BE49-F238E27FC236}">
                <a16:creationId xmlns:a16="http://schemas.microsoft.com/office/drawing/2014/main" id="{A584509E-92C5-484A-A279-70380E33CC3B}"/>
              </a:ext>
            </a:extLst>
          </p:cNvPr>
          <p:cNvSpPr>
            <a:spLocks noGrp="1"/>
          </p:cNvSpPr>
          <p:nvPr>
            <p:ph type="body" sz="quarter" idx="60" hasCustomPrompt="1"/>
          </p:nvPr>
        </p:nvSpPr>
        <p:spPr>
          <a:xfrm>
            <a:off x="4711504"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5" name="Text Placeholder 7">
            <a:extLst>
              <a:ext uri="{FF2B5EF4-FFF2-40B4-BE49-F238E27FC236}">
                <a16:creationId xmlns:a16="http://schemas.microsoft.com/office/drawing/2014/main" id="{2614ED1F-24AE-4209-A2DD-AD1C18ABD383}"/>
              </a:ext>
            </a:extLst>
          </p:cNvPr>
          <p:cNvSpPr>
            <a:spLocks noGrp="1"/>
          </p:cNvSpPr>
          <p:nvPr>
            <p:ph type="body" sz="quarter" idx="61" hasCustomPrompt="1"/>
          </p:nvPr>
        </p:nvSpPr>
        <p:spPr>
          <a:xfrm>
            <a:off x="6298990"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6" name="Text Placeholder 7">
            <a:extLst>
              <a:ext uri="{FF2B5EF4-FFF2-40B4-BE49-F238E27FC236}">
                <a16:creationId xmlns:a16="http://schemas.microsoft.com/office/drawing/2014/main" id="{6B3BD44A-F7E1-4D0D-862C-80F305A9BCFE}"/>
              </a:ext>
            </a:extLst>
          </p:cNvPr>
          <p:cNvSpPr>
            <a:spLocks noGrp="1"/>
          </p:cNvSpPr>
          <p:nvPr>
            <p:ph type="body" sz="quarter" idx="62" hasCustomPrompt="1"/>
          </p:nvPr>
        </p:nvSpPr>
        <p:spPr>
          <a:xfrm>
            <a:off x="6298990"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7" name="Text Placeholder 7">
            <a:extLst>
              <a:ext uri="{FF2B5EF4-FFF2-40B4-BE49-F238E27FC236}">
                <a16:creationId xmlns:a16="http://schemas.microsoft.com/office/drawing/2014/main" id="{F6960B40-7B85-4B1E-881B-D4E59CAC2BBD}"/>
              </a:ext>
            </a:extLst>
          </p:cNvPr>
          <p:cNvSpPr>
            <a:spLocks noGrp="1"/>
          </p:cNvSpPr>
          <p:nvPr>
            <p:ph type="body" sz="quarter" idx="63" hasCustomPrompt="1"/>
          </p:nvPr>
        </p:nvSpPr>
        <p:spPr>
          <a:xfrm>
            <a:off x="6298990"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8" name="Text Placeholder 7">
            <a:extLst>
              <a:ext uri="{FF2B5EF4-FFF2-40B4-BE49-F238E27FC236}">
                <a16:creationId xmlns:a16="http://schemas.microsoft.com/office/drawing/2014/main" id="{C850C456-47F2-4F75-8B66-F192B697F2B6}"/>
              </a:ext>
            </a:extLst>
          </p:cNvPr>
          <p:cNvSpPr>
            <a:spLocks noGrp="1"/>
          </p:cNvSpPr>
          <p:nvPr>
            <p:ph type="body" sz="quarter" idx="64" hasCustomPrompt="1"/>
          </p:nvPr>
        </p:nvSpPr>
        <p:spPr>
          <a:xfrm>
            <a:off x="6298990"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9" name="Text Placeholder 7">
            <a:extLst>
              <a:ext uri="{FF2B5EF4-FFF2-40B4-BE49-F238E27FC236}">
                <a16:creationId xmlns:a16="http://schemas.microsoft.com/office/drawing/2014/main" id="{F6287BBA-9ACD-448E-995A-83CBC01F605E}"/>
              </a:ext>
            </a:extLst>
          </p:cNvPr>
          <p:cNvSpPr>
            <a:spLocks noGrp="1"/>
          </p:cNvSpPr>
          <p:nvPr>
            <p:ph type="body" sz="quarter" idx="65" hasCustomPrompt="1"/>
          </p:nvPr>
        </p:nvSpPr>
        <p:spPr>
          <a:xfrm>
            <a:off x="7560837"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50" name="Text Placeholder 7">
            <a:extLst>
              <a:ext uri="{FF2B5EF4-FFF2-40B4-BE49-F238E27FC236}">
                <a16:creationId xmlns:a16="http://schemas.microsoft.com/office/drawing/2014/main" id="{B165E905-5E75-4DE6-93FB-F6AC03E50B9A}"/>
              </a:ext>
            </a:extLst>
          </p:cNvPr>
          <p:cNvSpPr>
            <a:spLocks noGrp="1"/>
          </p:cNvSpPr>
          <p:nvPr>
            <p:ph type="body" sz="quarter" idx="66" hasCustomPrompt="1"/>
          </p:nvPr>
        </p:nvSpPr>
        <p:spPr>
          <a:xfrm>
            <a:off x="7560837"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51" name="Text Placeholder 7">
            <a:extLst>
              <a:ext uri="{FF2B5EF4-FFF2-40B4-BE49-F238E27FC236}">
                <a16:creationId xmlns:a16="http://schemas.microsoft.com/office/drawing/2014/main" id="{E5DA746E-DCD1-4F82-9787-53BCE18F0A79}"/>
              </a:ext>
            </a:extLst>
          </p:cNvPr>
          <p:cNvSpPr>
            <a:spLocks noGrp="1"/>
          </p:cNvSpPr>
          <p:nvPr>
            <p:ph type="body" sz="quarter" idx="67" hasCustomPrompt="1"/>
          </p:nvPr>
        </p:nvSpPr>
        <p:spPr>
          <a:xfrm>
            <a:off x="7560837"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52" name="Text Placeholder 7">
            <a:extLst>
              <a:ext uri="{FF2B5EF4-FFF2-40B4-BE49-F238E27FC236}">
                <a16:creationId xmlns:a16="http://schemas.microsoft.com/office/drawing/2014/main" id="{04AD07B9-460C-4032-92BA-7C17A91CCD00}"/>
              </a:ext>
            </a:extLst>
          </p:cNvPr>
          <p:cNvSpPr>
            <a:spLocks noGrp="1"/>
          </p:cNvSpPr>
          <p:nvPr>
            <p:ph type="body" sz="quarter" idx="68" hasCustomPrompt="1"/>
          </p:nvPr>
        </p:nvSpPr>
        <p:spPr>
          <a:xfrm>
            <a:off x="7560837"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70" name="Picture Placeholder 4">
            <a:extLst>
              <a:ext uri="{FF2B5EF4-FFF2-40B4-BE49-F238E27FC236}">
                <a16:creationId xmlns:a16="http://schemas.microsoft.com/office/drawing/2014/main" id="{57FEB0C7-FB79-4DFE-A6B5-8A36A05DF1FA}"/>
              </a:ext>
            </a:extLst>
          </p:cNvPr>
          <p:cNvSpPr>
            <a:spLocks noGrp="1"/>
          </p:cNvSpPr>
          <p:nvPr>
            <p:ph type="pic" sz="quarter" idx="69" hasCustomPrompt="1"/>
          </p:nvPr>
        </p:nvSpPr>
        <p:spPr>
          <a:xfrm>
            <a:off x="3820076" y="1409132"/>
            <a:ext cx="438912" cy="438912"/>
          </a:xfrm>
          <a:prstGeom prst="ellipse">
            <a:avLst/>
          </a:prstGeom>
        </p:spPr>
        <p:txBody>
          <a:bodyPr/>
          <a:lstStyle>
            <a:lvl1pPr marL="0" indent="0">
              <a:buNone/>
              <a:defRPr sz="700"/>
            </a:lvl1pPr>
          </a:lstStyle>
          <a:p>
            <a:r>
              <a:rPr lang="en-US"/>
              <a:t>Picture</a:t>
            </a:r>
          </a:p>
        </p:txBody>
      </p:sp>
      <p:sp>
        <p:nvSpPr>
          <p:cNvPr id="171" name="Text Placeholder 7">
            <a:extLst>
              <a:ext uri="{FF2B5EF4-FFF2-40B4-BE49-F238E27FC236}">
                <a16:creationId xmlns:a16="http://schemas.microsoft.com/office/drawing/2014/main" id="{37F30F26-5EE6-4CBB-832B-6102CC9F79A6}"/>
              </a:ext>
            </a:extLst>
          </p:cNvPr>
          <p:cNvSpPr>
            <a:spLocks noGrp="1"/>
          </p:cNvSpPr>
          <p:nvPr>
            <p:ph type="body" sz="quarter" idx="70" hasCustomPrompt="1"/>
          </p:nvPr>
        </p:nvSpPr>
        <p:spPr>
          <a:xfrm>
            <a:off x="3551761" y="1883479"/>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2" name="Text Placeholder 7">
            <a:extLst>
              <a:ext uri="{FF2B5EF4-FFF2-40B4-BE49-F238E27FC236}">
                <a16:creationId xmlns:a16="http://schemas.microsoft.com/office/drawing/2014/main" id="{7CBBE3D9-1364-4788-9CF9-6E8E3E0819B9}"/>
              </a:ext>
            </a:extLst>
          </p:cNvPr>
          <p:cNvSpPr>
            <a:spLocks noGrp="1"/>
          </p:cNvSpPr>
          <p:nvPr>
            <p:ph type="body" sz="quarter" idx="71" hasCustomPrompt="1"/>
          </p:nvPr>
        </p:nvSpPr>
        <p:spPr>
          <a:xfrm>
            <a:off x="3551761" y="2145142"/>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73" name="Picture Placeholder 4">
            <a:extLst>
              <a:ext uri="{FF2B5EF4-FFF2-40B4-BE49-F238E27FC236}">
                <a16:creationId xmlns:a16="http://schemas.microsoft.com/office/drawing/2014/main" id="{6D63E47D-4C3B-4843-9939-760CD31DAC31}"/>
              </a:ext>
            </a:extLst>
          </p:cNvPr>
          <p:cNvSpPr>
            <a:spLocks noGrp="1"/>
          </p:cNvSpPr>
          <p:nvPr>
            <p:ph type="pic" sz="quarter" idx="72" hasCustomPrompt="1"/>
          </p:nvPr>
        </p:nvSpPr>
        <p:spPr>
          <a:xfrm>
            <a:off x="4993131" y="1409132"/>
            <a:ext cx="438912" cy="438912"/>
          </a:xfrm>
          <a:prstGeom prst="ellipse">
            <a:avLst/>
          </a:prstGeom>
        </p:spPr>
        <p:txBody>
          <a:bodyPr/>
          <a:lstStyle>
            <a:lvl1pPr marL="0" indent="0">
              <a:buNone/>
              <a:defRPr sz="700"/>
            </a:lvl1pPr>
          </a:lstStyle>
          <a:p>
            <a:r>
              <a:rPr lang="en-US"/>
              <a:t>Picture</a:t>
            </a:r>
          </a:p>
        </p:txBody>
      </p:sp>
      <p:sp>
        <p:nvSpPr>
          <p:cNvPr id="174" name="Text Placeholder 7">
            <a:extLst>
              <a:ext uri="{FF2B5EF4-FFF2-40B4-BE49-F238E27FC236}">
                <a16:creationId xmlns:a16="http://schemas.microsoft.com/office/drawing/2014/main" id="{6EF1F9A5-2AC9-43D4-A5B5-F3F28DC20DF3}"/>
              </a:ext>
            </a:extLst>
          </p:cNvPr>
          <p:cNvSpPr>
            <a:spLocks noGrp="1"/>
          </p:cNvSpPr>
          <p:nvPr>
            <p:ph type="body" sz="quarter" idx="73" hasCustomPrompt="1"/>
          </p:nvPr>
        </p:nvSpPr>
        <p:spPr>
          <a:xfrm>
            <a:off x="4724816" y="1883479"/>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5" name="Text Placeholder 7">
            <a:extLst>
              <a:ext uri="{FF2B5EF4-FFF2-40B4-BE49-F238E27FC236}">
                <a16:creationId xmlns:a16="http://schemas.microsoft.com/office/drawing/2014/main" id="{985A6367-69E3-4C99-B9D1-D0FF66A8A7CB}"/>
              </a:ext>
            </a:extLst>
          </p:cNvPr>
          <p:cNvSpPr>
            <a:spLocks noGrp="1"/>
          </p:cNvSpPr>
          <p:nvPr>
            <p:ph type="body" sz="quarter" idx="74" hasCustomPrompt="1"/>
          </p:nvPr>
        </p:nvSpPr>
        <p:spPr>
          <a:xfrm>
            <a:off x="4724816" y="2145142"/>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2" name="Picture Placeholder 4">
            <a:extLst>
              <a:ext uri="{FF2B5EF4-FFF2-40B4-BE49-F238E27FC236}">
                <a16:creationId xmlns:a16="http://schemas.microsoft.com/office/drawing/2014/main" id="{FD81649F-D1EC-4479-8784-083A19569F3A}"/>
              </a:ext>
            </a:extLst>
          </p:cNvPr>
          <p:cNvSpPr>
            <a:spLocks noGrp="1"/>
          </p:cNvSpPr>
          <p:nvPr>
            <p:ph type="pic" sz="quarter" idx="75" hasCustomPrompt="1"/>
          </p:nvPr>
        </p:nvSpPr>
        <p:spPr>
          <a:xfrm>
            <a:off x="6656097" y="1405218"/>
            <a:ext cx="438912" cy="438912"/>
          </a:xfrm>
          <a:prstGeom prst="ellipse">
            <a:avLst/>
          </a:prstGeom>
        </p:spPr>
        <p:txBody>
          <a:bodyPr/>
          <a:lstStyle>
            <a:lvl1pPr marL="0" indent="0">
              <a:buNone/>
              <a:defRPr sz="700"/>
            </a:lvl1pPr>
          </a:lstStyle>
          <a:p>
            <a:r>
              <a:rPr lang="en-US"/>
              <a:t>Picture</a:t>
            </a:r>
          </a:p>
        </p:txBody>
      </p:sp>
      <p:sp>
        <p:nvSpPr>
          <p:cNvPr id="183" name="Text Placeholder 7">
            <a:extLst>
              <a:ext uri="{FF2B5EF4-FFF2-40B4-BE49-F238E27FC236}">
                <a16:creationId xmlns:a16="http://schemas.microsoft.com/office/drawing/2014/main" id="{9B446223-9CCD-45D9-899D-D1192E1B0C8F}"/>
              </a:ext>
            </a:extLst>
          </p:cNvPr>
          <p:cNvSpPr>
            <a:spLocks noGrp="1"/>
          </p:cNvSpPr>
          <p:nvPr>
            <p:ph type="body" sz="quarter" idx="76" hasCustomPrompt="1"/>
          </p:nvPr>
        </p:nvSpPr>
        <p:spPr>
          <a:xfrm>
            <a:off x="6387782" y="1879565"/>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4" name="Text Placeholder 7">
            <a:extLst>
              <a:ext uri="{FF2B5EF4-FFF2-40B4-BE49-F238E27FC236}">
                <a16:creationId xmlns:a16="http://schemas.microsoft.com/office/drawing/2014/main" id="{E430D6C9-28AF-4CB4-91C0-8628455FF8BE}"/>
              </a:ext>
            </a:extLst>
          </p:cNvPr>
          <p:cNvSpPr>
            <a:spLocks noGrp="1"/>
          </p:cNvSpPr>
          <p:nvPr>
            <p:ph type="body" sz="quarter" idx="77" hasCustomPrompt="1"/>
          </p:nvPr>
        </p:nvSpPr>
        <p:spPr>
          <a:xfrm>
            <a:off x="6387782" y="2141228"/>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5" name="Picture Placeholder 4">
            <a:extLst>
              <a:ext uri="{FF2B5EF4-FFF2-40B4-BE49-F238E27FC236}">
                <a16:creationId xmlns:a16="http://schemas.microsoft.com/office/drawing/2014/main" id="{A97A61C4-A6E4-4920-8F01-CF6126E698EA}"/>
              </a:ext>
            </a:extLst>
          </p:cNvPr>
          <p:cNvSpPr>
            <a:spLocks noGrp="1"/>
          </p:cNvSpPr>
          <p:nvPr>
            <p:ph type="pic" sz="quarter" idx="78" hasCustomPrompt="1"/>
          </p:nvPr>
        </p:nvSpPr>
        <p:spPr>
          <a:xfrm>
            <a:off x="7829152" y="1405218"/>
            <a:ext cx="438912" cy="438912"/>
          </a:xfrm>
          <a:prstGeom prst="ellipse">
            <a:avLst/>
          </a:prstGeom>
        </p:spPr>
        <p:txBody>
          <a:bodyPr/>
          <a:lstStyle>
            <a:lvl1pPr marL="0" indent="0">
              <a:buNone/>
              <a:defRPr sz="700"/>
            </a:lvl1pPr>
          </a:lstStyle>
          <a:p>
            <a:r>
              <a:rPr lang="en-US"/>
              <a:t>Picture</a:t>
            </a:r>
          </a:p>
        </p:txBody>
      </p:sp>
      <p:sp>
        <p:nvSpPr>
          <p:cNvPr id="186" name="Text Placeholder 7">
            <a:extLst>
              <a:ext uri="{FF2B5EF4-FFF2-40B4-BE49-F238E27FC236}">
                <a16:creationId xmlns:a16="http://schemas.microsoft.com/office/drawing/2014/main" id="{12D1DBC4-C461-43DD-8689-76FD99F5F051}"/>
              </a:ext>
            </a:extLst>
          </p:cNvPr>
          <p:cNvSpPr>
            <a:spLocks noGrp="1"/>
          </p:cNvSpPr>
          <p:nvPr>
            <p:ph type="body" sz="quarter" idx="79" hasCustomPrompt="1"/>
          </p:nvPr>
        </p:nvSpPr>
        <p:spPr>
          <a:xfrm>
            <a:off x="7560837" y="1879565"/>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7" name="Text Placeholder 7">
            <a:extLst>
              <a:ext uri="{FF2B5EF4-FFF2-40B4-BE49-F238E27FC236}">
                <a16:creationId xmlns:a16="http://schemas.microsoft.com/office/drawing/2014/main" id="{CBA5545E-2251-4836-BFD2-21EE36D82942}"/>
              </a:ext>
            </a:extLst>
          </p:cNvPr>
          <p:cNvSpPr>
            <a:spLocks noGrp="1"/>
          </p:cNvSpPr>
          <p:nvPr>
            <p:ph type="body" sz="quarter" idx="80" hasCustomPrompt="1"/>
          </p:nvPr>
        </p:nvSpPr>
        <p:spPr>
          <a:xfrm>
            <a:off x="7560837" y="2141228"/>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 name="Footer Placeholder 4">
            <a:extLst>
              <a:ext uri="{FF2B5EF4-FFF2-40B4-BE49-F238E27FC236}">
                <a16:creationId xmlns:a16="http://schemas.microsoft.com/office/drawing/2014/main" id="{5A79B9B6-F71E-C68F-30D7-854707AFDFA0}"/>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5D533D1D-BD91-2E82-5AD3-7C1419F3FDB6}"/>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592411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Organization Chart Text Only">
    <p:spTree>
      <p:nvGrpSpPr>
        <p:cNvPr id="1" name=""/>
        <p:cNvGrpSpPr/>
        <p:nvPr/>
      </p:nvGrpSpPr>
      <p:grpSpPr>
        <a:xfrm>
          <a:off x="0" y="0"/>
          <a:ext cx="0" cy="0"/>
          <a:chOff x="0" y="0"/>
          <a:chExt cx="0" cy="0"/>
        </a:xfrm>
      </p:grpSpPr>
      <p:sp>
        <p:nvSpPr>
          <p:cNvPr id="92" name="Text Placeholder 7">
            <a:extLst>
              <a:ext uri="{FF2B5EF4-FFF2-40B4-BE49-F238E27FC236}">
                <a16:creationId xmlns:a16="http://schemas.microsoft.com/office/drawing/2014/main" id="{B8E0B798-A385-4A83-8687-7E99E4936BE8}"/>
              </a:ext>
            </a:extLst>
          </p:cNvPr>
          <p:cNvSpPr>
            <a:spLocks noGrp="1"/>
          </p:cNvSpPr>
          <p:nvPr>
            <p:ph type="body" sz="quarter" idx="42" hasCustomPrompt="1"/>
          </p:nvPr>
        </p:nvSpPr>
        <p:spPr>
          <a:xfrm>
            <a:off x="3274839"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3" name="Text Placeholder 7">
            <a:extLst>
              <a:ext uri="{FF2B5EF4-FFF2-40B4-BE49-F238E27FC236}">
                <a16:creationId xmlns:a16="http://schemas.microsoft.com/office/drawing/2014/main" id="{CA1AE34F-2327-4855-A4BD-F0AFE8D51E07}"/>
              </a:ext>
            </a:extLst>
          </p:cNvPr>
          <p:cNvSpPr>
            <a:spLocks noGrp="1"/>
          </p:cNvSpPr>
          <p:nvPr>
            <p:ph type="body" sz="quarter" idx="43" hasCustomPrompt="1"/>
          </p:nvPr>
        </p:nvSpPr>
        <p:spPr>
          <a:xfrm>
            <a:off x="3274839"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5" name="Text Placeholder 7">
            <a:extLst>
              <a:ext uri="{FF2B5EF4-FFF2-40B4-BE49-F238E27FC236}">
                <a16:creationId xmlns:a16="http://schemas.microsoft.com/office/drawing/2014/main" id="{56A32F0B-8E98-4AC4-9F5A-1F033BA2515D}"/>
              </a:ext>
            </a:extLst>
          </p:cNvPr>
          <p:cNvSpPr>
            <a:spLocks noGrp="1"/>
          </p:cNvSpPr>
          <p:nvPr>
            <p:ph type="body" sz="quarter" idx="45" hasCustomPrompt="1"/>
          </p:nvPr>
        </p:nvSpPr>
        <p:spPr>
          <a:xfrm>
            <a:off x="4417545"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6" name="Text Placeholder 7">
            <a:extLst>
              <a:ext uri="{FF2B5EF4-FFF2-40B4-BE49-F238E27FC236}">
                <a16:creationId xmlns:a16="http://schemas.microsoft.com/office/drawing/2014/main" id="{98D5E1AB-65DB-4062-9F37-444FFA905902}"/>
              </a:ext>
            </a:extLst>
          </p:cNvPr>
          <p:cNvSpPr>
            <a:spLocks noGrp="1"/>
          </p:cNvSpPr>
          <p:nvPr>
            <p:ph type="body" sz="quarter" idx="46" hasCustomPrompt="1"/>
          </p:nvPr>
        </p:nvSpPr>
        <p:spPr>
          <a:xfrm>
            <a:off x="4417545"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8" name="Text Placeholder 7">
            <a:extLst>
              <a:ext uri="{FF2B5EF4-FFF2-40B4-BE49-F238E27FC236}">
                <a16:creationId xmlns:a16="http://schemas.microsoft.com/office/drawing/2014/main" id="{122547EF-A6C5-4397-BDE0-B697767F3CD8}"/>
              </a:ext>
            </a:extLst>
          </p:cNvPr>
          <p:cNvSpPr>
            <a:spLocks noGrp="1"/>
          </p:cNvSpPr>
          <p:nvPr>
            <p:ph type="body" sz="quarter" idx="48" hasCustomPrompt="1"/>
          </p:nvPr>
        </p:nvSpPr>
        <p:spPr>
          <a:xfrm>
            <a:off x="6693583"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9" name="Text Placeholder 7">
            <a:extLst>
              <a:ext uri="{FF2B5EF4-FFF2-40B4-BE49-F238E27FC236}">
                <a16:creationId xmlns:a16="http://schemas.microsoft.com/office/drawing/2014/main" id="{F385C631-F4B6-4033-85CB-28F534E38536}"/>
              </a:ext>
            </a:extLst>
          </p:cNvPr>
          <p:cNvSpPr>
            <a:spLocks noGrp="1"/>
          </p:cNvSpPr>
          <p:nvPr>
            <p:ph type="body" sz="quarter" idx="49" hasCustomPrompt="1"/>
          </p:nvPr>
        </p:nvSpPr>
        <p:spPr>
          <a:xfrm>
            <a:off x="6693583"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01" name="Text Placeholder 7">
            <a:extLst>
              <a:ext uri="{FF2B5EF4-FFF2-40B4-BE49-F238E27FC236}">
                <a16:creationId xmlns:a16="http://schemas.microsoft.com/office/drawing/2014/main" id="{B26CB5F3-93CA-44CB-B985-087267891304}"/>
              </a:ext>
            </a:extLst>
          </p:cNvPr>
          <p:cNvSpPr>
            <a:spLocks noGrp="1"/>
          </p:cNvSpPr>
          <p:nvPr>
            <p:ph type="body" sz="quarter" idx="51" hasCustomPrompt="1"/>
          </p:nvPr>
        </p:nvSpPr>
        <p:spPr>
          <a:xfrm>
            <a:off x="7831603"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02" name="Text Placeholder 7">
            <a:extLst>
              <a:ext uri="{FF2B5EF4-FFF2-40B4-BE49-F238E27FC236}">
                <a16:creationId xmlns:a16="http://schemas.microsoft.com/office/drawing/2014/main" id="{D6C923FB-8F0A-4A69-B401-72C43DB08732}"/>
              </a:ext>
            </a:extLst>
          </p:cNvPr>
          <p:cNvSpPr>
            <a:spLocks noGrp="1"/>
          </p:cNvSpPr>
          <p:nvPr>
            <p:ph type="body" sz="quarter" idx="52" hasCustomPrompt="1"/>
          </p:nvPr>
        </p:nvSpPr>
        <p:spPr>
          <a:xfrm>
            <a:off x="7831603"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pic>
        <p:nvPicPr>
          <p:cNvPr id="19" name="Picture 18">
            <a:extLst>
              <a:ext uri="{FF2B5EF4-FFF2-40B4-BE49-F238E27FC236}">
                <a16:creationId xmlns:a16="http://schemas.microsoft.com/office/drawing/2014/main" id="{D936A973-6748-5C4C-BDAC-0AC83230B9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itle 1">
            <a:extLst>
              <a:ext uri="{FF2B5EF4-FFF2-40B4-BE49-F238E27FC236}">
                <a16:creationId xmlns:a16="http://schemas.microsoft.com/office/drawing/2014/main" id="{DC84F014-346B-6948-A99E-3300DD965094}"/>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20" name="Text Placeholder 9">
            <a:extLst>
              <a:ext uri="{FF2B5EF4-FFF2-40B4-BE49-F238E27FC236}">
                <a16:creationId xmlns:a16="http://schemas.microsoft.com/office/drawing/2014/main" id="{67D376C5-A654-1845-B494-0BEA76037B25}"/>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1" name="Text Placeholder 8">
            <a:extLst>
              <a:ext uri="{FF2B5EF4-FFF2-40B4-BE49-F238E27FC236}">
                <a16:creationId xmlns:a16="http://schemas.microsoft.com/office/drawing/2014/main" id="{1274BD85-7703-5F45-861A-051D8198162B}"/>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29" name="Text Placeholder 7">
            <a:extLst>
              <a:ext uri="{FF2B5EF4-FFF2-40B4-BE49-F238E27FC236}">
                <a16:creationId xmlns:a16="http://schemas.microsoft.com/office/drawing/2014/main" id="{2D97371B-C4B2-4A81-9929-DFAD8EF5BA7B}"/>
              </a:ext>
            </a:extLst>
          </p:cNvPr>
          <p:cNvSpPr>
            <a:spLocks noGrp="1"/>
          </p:cNvSpPr>
          <p:nvPr userDrawn="1">
            <p:ph type="body" sz="quarter" idx="27" hasCustomPrompt="1"/>
          </p:nvPr>
        </p:nvSpPr>
        <p:spPr>
          <a:xfrm>
            <a:off x="4769392" y="445961"/>
            <a:ext cx="2530307" cy="125734"/>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30" name="Text Placeholder 7">
            <a:extLst>
              <a:ext uri="{FF2B5EF4-FFF2-40B4-BE49-F238E27FC236}">
                <a16:creationId xmlns:a16="http://schemas.microsoft.com/office/drawing/2014/main" id="{A904AA68-553C-4EEC-93D8-AD23C5EC3FC9}"/>
              </a:ext>
            </a:extLst>
          </p:cNvPr>
          <p:cNvSpPr>
            <a:spLocks noGrp="1"/>
          </p:cNvSpPr>
          <p:nvPr userDrawn="1">
            <p:ph type="body" sz="quarter" idx="28" hasCustomPrompt="1"/>
          </p:nvPr>
        </p:nvSpPr>
        <p:spPr>
          <a:xfrm>
            <a:off x="4769392" y="581220"/>
            <a:ext cx="253030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p:txBody>
      </p:sp>
      <p:sp>
        <p:nvSpPr>
          <p:cNvPr id="171" name="Text Placeholder 7">
            <a:extLst>
              <a:ext uri="{FF2B5EF4-FFF2-40B4-BE49-F238E27FC236}">
                <a16:creationId xmlns:a16="http://schemas.microsoft.com/office/drawing/2014/main" id="{37F30F26-5EE6-4CBB-832B-6102CC9F79A6}"/>
              </a:ext>
            </a:extLst>
          </p:cNvPr>
          <p:cNvSpPr>
            <a:spLocks noGrp="1"/>
          </p:cNvSpPr>
          <p:nvPr>
            <p:ph type="body" sz="quarter" idx="70" hasCustomPrompt="1"/>
          </p:nvPr>
        </p:nvSpPr>
        <p:spPr>
          <a:xfrm>
            <a:off x="3274839" y="1063714"/>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2" name="Text Placeholder 7">
            <a:extLst>
              <a:ext uri="{FF2B5EF4-FFF2-40B4-BE49-F238E27FC236}">
                <a16:creationId xmlns:a16="http://schemas.microsoft.com/office/drawing/2014/main" id="{7CBBE3D9-1364-4788-9CF9-6E8E3E0819B9}"/>
              </a:ext>
            </a:extLst>
          </p:cNvPr>
          <p:cNvSpPr>
            <a:spLocks noGrp="1"/>
          </p:cNvSpPr>
          <p:nvPr>
            <p:ph type="body" sz="quarter" idx="71" hasCustomPrompt="1"/>
          </p:nvPr>
        </p:nvSpPr>
        <p:spPr>
          <a:xfrm>
            <a:off x="3274839" y="1325377"/>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74" name="Text Placeholder 7">
            <a:extLst>
              <a:ext uri="{FF2B5EF4-FFF2-40B4-BE49-F238E27FC236}">
                <a16:creationId xmlns:a16="http://schemas.microsoft.com/office/drawing/2014/main" id="{6EF1F9A5-2AC9-43D4-A5B5-F3F28DC20DF3}"/>
              </a:ext>
            </a:extLst>
          </p:cNvPr>
          <p:cNvSpPr>
            <a:spLocks noGrp="1"/>
          </p:cNvSpPr>
          <p:nvPr>
            <p:ph type="body" sz="quarter" idx="73" hasCustomPrompt="1"/>
          </p:nvPr>
        </p:nvSpPr>
        <p:spPr>
          <a:xfrm>
            <a:off x="4417545" y="1063714"/>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5" name="Text Placeholder 7">
            <a:extLst>
              <a:ext uri="{FF2B5EF4-FFF2-40B4-BE49-F238E27FC236}">
                <a16:creationId xmlns:a16="http://schemas.microsoft.com/office/drawing/2014/main" id="{985A6367-69E3-4C99-B9D1-D0FF66A8A7CB}"/>
              </a:ext>
            </a:extLst>
          </p:cNvPr>
          <p:cNvSpPr>
            <a:spLocks noGrp="1"/>
          </p:cNvSpPr>
          <p:nvPr>
            <p:ph type="body" sz="quarter" idx="74" hasCustomPrompt="1"/>
          </p:nvPr>
        </p:nvSpPr>
        <p:spPr>
          <a:xfrm>
            <a:off x="4417545" y="1325377"/>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3" name="Text Placeholder 7">
            <a:extLst>
              <a:ext uri="{FF2B5EF4-FFF2-40B4-BE49-F238E27FC236}">
                <a16:creationId xmlns:a16="http://schemas.microsoft.com/office/drawing/2014/main" id="{9B446223-9CCD-45D9-899D-D1192E1B0C8F}"/>
              </a:ext>
            </a:extLst>
          </p:cNvPr>
          <p:cNvSpPr>
            <a:spLocks noGrp="1"/>
          </p:cNvSpPr>
          <p:nvPr>
            <p:ph type="body" sz="quarter" idx="76" hasCustomPrompt="1"/>
          </p:nvPr>
        </p:nvSpPr>
        <p:spPr>
          <a:xfrm>
            <a:off x="6693583" y="105980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4" name="Text Placeholder 7">
            <a:extLst>
              <a:ext uri="{FF2B5EF4-FFF2-40B4-BE49-F238E27FC236}">
                <a16:creationId xmlns:a16="http://schemas.microsoft.com/office/drawing/2014/main" id="{E430D6C9-28AF-4CB4-91C0-8628455FF8BE}"/>
              </a:ext>
            </a:extLst>
          </p:cNvPr>
          <p:cNvSpPr>
            <a:spLocks noGrp="1"/>
          </p:cNvSpPr>
          <p:nvPr>
            <p:ph type="body" sz="quarter" idx="77" hasCustomPrompt="1"/>
          </p:nvPr>
        </p:nvSpPr>
        <p:spPr>
          <a:xfrm>
            <a:off x="6693583" y="132146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6" name="Text Placeholder 7">
            <a:extLst>
              <a:ext uri="{FF2B5EF4-FFF2-40B4-BE49-F238E27FC236}">
                <a16:creationId xmlns:a16="http://schemas.microsoft.com/office/drawing/2014/main" id="{12D1DBC4-C461-43DD-8689-76FD99F5F051}"/>
              </a:ext>
            </a:extLst>
          </p:cNvPr>
          <p:cNvSpPr>
            <a:spLocks noGrp="1"/>
          </p:cNvSpPr>
          <p:nvPr>
            <p:ph type="body" sz="quarter" idx="79" hasCustomPrompt="1"/>
          </p:nvPr>
        </p:nvSpPr>
        <p:spPr>
          <a:xfrm>
            <a:off x="7831603" y="105980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7" name="Text Placeholder 7">
            <a:extLst>
              <a:ext uri="{FF2B5EF4-FFF2-40B4-BE49-F238E27FC236}">
                <a16:creationId xmlns:a16="http://schemas.microsoft.com/office/drawing/2014/main" id="{CBA5545E-2251-4836-BFD2-21EE36D82942}"/>
              </a:ext>
            </a:extLst>
          </p:cNvPr>
          <p:cNvSpPr>
            <a:spLocks noGrp="1"/>
          </p:cNvSpPr>
          <p:nvPr>
            <p:ph type="body" sz="quarter" idx="80" hasCustomPrompt="1"/>
          </p:nvPr>
        </p:nvSpPr>
        <p:spPr>
          <a:xfrm>
            <a:off x="7831603" y="132146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09" name="Text Placeholder 7">
            <a:extLst>
              <a:ext uri="{FF2B5EF4-FFF2-40B4-BE49-F238E27FC236}">
                <a16:creationId xmlns:a16="http://schemas.microsoft.com/office/drawing/2014/main" id="{5EEE6FCA-1001-5955-CE93-5B6249F64706}"/>
              </a:ext>
            </a:extLst>
          </p:cNvPr>
          <p:cNvSpPr>
            <a:spLocks noGrp="1"/>
          </p:cNvSpPr>
          <p:nvPr>
            <p:ph type="body" sz="quarter" idx="81" hasCustomPrompt="1"/>
          </p:nvPr>
        </p:nvSpPr>
        <p:spPr>
          <a:xfrm>
            <a:off x="3277071" y="2403376"/>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0" name="Text Placeholder 7">
            <a:extLst>
              <a:ext uri="{FF2B5EF4-FFF2-40B4-BE49-F238E27FC236}">
                <a16:creationId xmlns:a16="http://schemas.microsoft.com/office/drawing/2014/main" id="{53EAF680-9388-DE63-B2AB-CA4FBF282E37}"/>
              </a:ext>
            </a:extLst>
          </p:cNvPr>
          <p:cNvSpPr>
            <a:spLocks noGrp="1"/>
          </p:cNvSpPr>
          <p:nvPr>
            <p:ph type="body" sz="quarter" idx="82" hasCustomPrompt="1"/>
          </p:nvPr>
        </p:nvSpPr>
        <p:spPr>
          <a:xfrm>
            <a:off x="3277071" y="2665039"/>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1" name="Text Placeholder 7">
            <a:extLst>
              <a:ext uri="{FF2B5EF4-FFF2-40B4-BE49-F238E27FC236}">
                <a16:creationId xmlns:a16="http://schemas.microsoft.com/office/drawing/2014/main" id="{0AEF5E07-1742-F8FA-5148-6F0FA5390235}"/>
              </a:ext>
            </a:extLst>
          </p:cNvPr>
          <p:cNvSpPr>
            <a:spLocks noGrp="1"/>
          </p:cNvSpPr>
          <p:nvPr>
            <p:ph type="body" sz="quarter" idx="83" hasCustomPrompt="1"/>
          </p:nvPr>
        </p:nvSpPr>
        <p:spPr>
          <a:xfrm>
            <a:off x="4419483"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2" name="Text Placeholder 7">
            <a:extLst>
              <a:ext uri="{FF2B5EF4-FFF2-40B4-BE49-F238E27FC236}">
                <a16:creationId xmlns:a16="http://schemas.microsoft.com/office/drawing/2014/main" id="{11E1F785-63EE-9691-7029-C2C09CB3695A}"/>
              </a:ext>
            </a:extLst>
          </p:cNvPr>
          <p:cNvSpPr>
            <a:spLocks noGrp="1"/>
          </p:cNvSpPr>
          <p:nvPr>
            <p:ph type="body" sz="quarter" idx="84" hasCustomPrompt="1"/>
          </p:nvPr>
        </p:nvSpPr>
        <p:spPr>
          <a:xfrm>
            <a:off x="4419483"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3" name="Text Placeholder 7">
            <a:extLst>
              <a:ext uri="{FF2B5EF4-FFF2-40B4-BE49-F238E27FC236}">
                <a16:creationId xmlns:a16="http://schemas.microsoft.com/office/drawing/2014/main" id="{D2DE2490-2DDA-A889-0EDC-5B30113DDB6B}"/>
              </a:ext>
            </a:extLst>
          </p:cNvPr>
          <p:cNvSpPr>
            <a:spLocks noGrp="1"/>
          </p:cNvSpPr>
          <p:nvPr>
            <p:ph type="body" sz="quarter" idx="85" hasCustomPrompt="1"/>
          </p:nvPr>
        </p:nvSpPr>
        <p:spPr>
          <a:xfrm>
            <a:off x="5573208"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4" name="Text Placeholder 7">
            <a:extLst>
              <a:ext uri="{FF2B5EF4-FFF2-40B4-BE49-F238E27FC236}">
                <a16:creationId xmlns:a16="http://schemas.microsoft.com/office/drawing/2014/main" id="{15A8A082-6A13-54E9-1783-41501F56A6CD}"/>
              </a:ext>
            </a:extLst>
          </p:cNvPr>
          <p:cNvSpPr>
            <a:spLocks noGrp="1"/>
          </p:cNvSpPr>
          <p:nvPr>
            <p:ph type="body" sz="quarter" idx="86" hasCustomPrompt="1"/>
          </p:nvPr>
        </p:nvSpPr>
        <p:spPr>
          <a:xfrm>
            <a:off x="5573208"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5" name="Text Placeholder 7">
            <a:extLst>
              <a:ext uri="{FF2B5EF4-FFF2-40B4-BE49-F238E27FC236}">
                <a16:creationId xmlns:a16="http://schemas.microsoft.com/office/drawing/2014/main" id="{D94D1D29-C3F2-C180-FD98-2635FBCA31FA}"/>
              </a:ext>
            </a:extLst>
          </p:cNvPr>
          <p:cNvSpPr>
            <a:spLocks noGrp="1"/>
          </p:cNvSpPr>
          <p:nvPr>
            <p:ph type="body" sz="quarter" idx="87" hasCustomPrompt="1"/>
          </p:nvPr>
        </p:nvSpPr>
        <p:spPr>
          <a:xfrm>
            <a:off x="6693583"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6" name="Text Placeholder 7">
            <a:extLst>
              <a:ext uri="{FF2B5EF4-FFF2-40B4-BE49-F238E27FC236}">
                <a16:creationId xmlns:a16="http://schemas.microsoft.com/office/drawing/2014/main" id="{08DB36E1-FAD6-4912-F482-387A93D333BF}"/>
              </a:ext>
            </a:extLst>
          </p:cNvPr>
          <p:cNvSpPr>
            <a:spLocks noGrp="1"/>
          </p:cNvSpPr>
          <p:nvPr>
            <p:ph type="body" sz="quarter" idx="88" hasCustomPrompt="1"/>
          </p:nvPr>
        </p:nvSpPr>
        <p:spPr>
          <a:xfrm>
            <a:off x="6693583"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7" name="Text Placeholder 7">
            <a:extLst>
              <a:ext uri="{FF2B5EF4-FFF2-40B4-BE49-F238E27FC236}">
                <a16:creationId xmlns:a16="http://schemas.microsoft.com/office/drawing/2014/main" id="{FCF66BC6-2C21-A608-8010-C7BAB5320034}"/>
              </a:ext>
            </a:extLst>
          </p:cNvPr>
          <p:cNvSpPr>
            <a:spLocks noGrp="1"/>
          </p:cNvSpPr>
          <p:nvPr>
            <p:ph type="body" sz="quarter" idx="89" hasCustomPrompt="1"/>
          </p:nvPr>
        </p:nvSpPr>
        <p:spPr>
          <a:xfrm>
            <a:off x="7831603"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8" name="Text Placeholder 7">
            <a:extLst>
              <a:ext uri="{FF2B5EF4-FFF2-40B4-BE49-F238E27FC236}">
                <a16:creationId xmlns:a16="http://schemas.microsoft.com/office/drawing/2014/main" id="{7106289F-6BB5-AA62-8640-4E0DAD15575F}"/>
              </a:ext>
            </a:extLst>
          </p:cNvPr>
          <p:cNvSpPr>
            <a:spLocks noGrp="1"/>
          </p:cNvSpPr>
          <p:nvPr>
            <p:ph type="body" sz="quarter" idx="90" hasCustomPrompt="1"/>
          </p:nvPr>
        </p:nvSpPr>
        <p:spPr>
          <a:xfrm>
            <a:off x="7831603"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94" name="Text Placeholder 7">
            <a:extLst>
              <a:ext uri="{FF2B5EF4-FFF2-40B4-BE49-F238E27FC236}">
                <a16:creationId xmlns:a16="http://schemas.microsoft.com/office/drawing/2014/main" id="{E832AAF9-288F-D4F5-92AD-3C78C1EC8F1B}"/>
              </a:ext>
            </a:extLst>
          </p:cNvPr>
          <p:cNvSpPr>
            <a:spLocks noGrp="1"/>
          </p:cNvSpPr>
          <p:nvPr>
            <p:ph type="body" sz="quarter" idx="91" hasCustomPrompt="1"/>
          </p:nvPr>
        </p:nvSpPr>
        <p:spPr>
          <a:xfrm>
            <a:off x="3277071" y="299003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95" name="Text Placeholder 7">
            <a:extLst>
              <a:ext uri="{FF2B5EF4-FFF2-40B4-BE49-F238E27FC236}">
                <a16:creationId xmlns:a16="http://schemas.microsoft.com/office/drawing/2014/main" id="{B8B21B46-EB2D-3509-85C7-D55DEE148AB8}"/>
              </a:ext>
            </a:extLst>
          </p:cNvPr>
          <p:cNvSpPr>
            <a:spLocks noGrp="1"/>
          </p:cNvSpPr>
          <p:nvPr>
            <p:ph type="body" sz="quarter" idx="92" hasCustomPrompt="1"/>
          </p:nvPr>
        </p:nvSpPr>
        <p:spPr>
          <a:xfrm>
            <a:off x="3277071" y="325170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96" name="Text Placeholder 7">
            <a:extLst>
              <a:ext uri="{FF2B5EF4-FFF2-40B4-BE49-F238E27FC236}">
                <a16:creationId xmlns:a16="http://schemas.microsoft.com/office/drawing/2014/main" id="{D9661C5A-2D60-B0A0-1E91-3F77F2C28CAE}"/>
              </a:ext>
            </a:extLst>
          </p:cNvPr>
          <p:cNvSpPr>
            <a:spLocks noGrp="1"/>
          </p:cNvSpPr>
          <p:nvPr>
            <p:ph type="body" sz="quarter" idx="93" hasCustomPrompt="1"/>
          </p:nvPr>
        </p:nvSpPr>
        <p:spPr>
          <a:xfrm>
            <a:off x="4419483"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97" name="Text Placeholder 7">
            <a:extLst>
              <a:ext uri="{FF2B5EF4-FFF2-40B4-BE49-F238E27FC236}">
                <a16:creationId xmlns:a16="http://schemas.microsoft.com/office/drawing/2014/main" id="{E482AA06-4E50-9716-7372-96A39D756EC8}"/>
              </a:ext>
            </a:extLst>
          </p:cNvPr>
          <p:cNvSpPr>
            <a:spLocks noGrp="1"/>
          </p:cNvSpPr>
          <p:nvPr>
            <p:ph type="body" sz="quarter" idx="94" hasCustomPrompt="1"/>
          </p:nvPr>
        </p:nvSpPr>
        <p:spPr>
          <a:xfrm>
            <a:off x="4419483"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98" name="Text Placeholder 7">
            <a:extLst>
              <a:ext uri="{FF2B5EF4-FFF2-40B4-BE49-F238E27FC236}">
                <a16:creationId xmlns:a16="http://schemas.microsoft.com/office/drawing/2014/main" id="{C13681BB-F044-5DAC-8E5E-1B697851D1F8}"/>
              </a:ext>
            </a:extLst>
          </p:cNvPr>
          <p:cNvSpPr>
            <a:spLocks noGrp="1"/>
          </p:cNvSpPr>
          <p:nvPr>
            <p:ph type="body" sz="quarter" idx="95" hasCustomPrompt="1"/>
          </p:nvPr>
        </p:nvSpPr>
        <p:spPr>
          <a:xfrm>
            <a:off x="5573208"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99" name="Text Placeholder 7">
            <a:extLst>
              <a:ext uri="{FF2B5EF4-FFF2-40B4-BE49-F238E27FC236}">
                <a16:creationId xmlns:a16="http://schemas.microsoft.com/office/drawing/2014/main" id="{15C2F156-7C97-A690-6AF0-656213A93822}"/>
              </a:ext>
            </a:extLst>
          </p:cNvPr>
          <p:cNvSpPr>
            <a:spLocks noGrp="1"/>
          </p:cNvSpPr>
          <p:nvPr>
            <p:ph type="body" sz="quarter" idx="96" hasCustomPrompt="1"/>
          </p:nvPr>
        </p:nvSpPr>
        <p:spPr>
          <a:xfrm>
            <a:off x="5573208"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0" name="Text Placeholder 7">
            <a:extLst>
              <a:ext uri="{FF2B5EF4-FFF2-40B4-BE49-F238E27FC236}">
                <a16:creationId xmlns:a16="http://schemas.microsoft.com/office/drawing/2014/main" id="{E00E0597-2E87-9486-D926-870845670EDA}"/>
              </a:ext>
            </a:extLst>
          </p:cNvPr>
          <p:cNvSpPr>
            <a:spLocks noGrp="1"/>
          </p:cNvSpPr>
          <p:nvPr>
            <p:ph type="body" sz="quarter" idx="97" hasCustomPrompt="1"/>
          </p:nvPr>
        </p:nvSpPr>
        <p:spPr>
          <a:xfrm>
            <a:off x="6693583"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1" name="Text Placeholder 7">
            <a:extLst>
              <a:ext uri="{FF2B5EF4-FFF2-40B4-BE49-F238E27FC236}">
                <a16:creationId xmlns:a16="http://schemas.microsoft.com/office/drawing/2014/main" id="{BD8EFEDC-3CD7-00A1-872E-4C10C2E934DD}"/>
              </a:ext>
            </a:extLst>
          </p:cNvPr>
          <p:cNvSpPr>
            <a:spLocks noGrp="1"/>
          </p:cNvSpPr>
          <p:nvPr>
            <p:ph type="body" sz="quarter" idx="98" hasCustomPrompt="1"/>
          </p:nvPr>
        </p:nvSpPr>
        <p:spPr>
          <a:xfrm>
            <a:off x="6693583"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2" name="Text Placeholder 7">
            <a:extLst>
              <a:ext uri="{FF2B5EF4-FFF2-40B4-BE49-F238E27FC236}">
                <a16:creationId xmlns:a16="http://schemas.microsoft.com/office/drawing/2014/main" id="{C0FD3EC1-B8F9-64B3-F080-7F688B5081E8}"/>
              </a:ext>
            </a:extLst>
          </p:cNvPr>
          <p:cNvSpPr>
            <a:spLocks noGrp="1"/>
          </p:cNvSpPr>
          <p:nvPr>
            <p:ph type="body" sz="quarter" idx="99" hasCustomPrompt="1"/>
          </p:nvPr>
        </p:nvSpPr>
        <p:spPr>
          <a:xfrm>
            <a:off x="7831603"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3" name="Text Placeholder 7">
            <a:extLst>
              <a:ext uri="{FF2B5EF4-FFF2-40B4-BE49-F238E27FC236}">
                <a16:creationId xmlns:a16="http://schemas.microsoft.com/office/drawing/2014/main" id="{63B8DA1A-91FA-3EAE-3A9C-AF315977A0CD}"/>
              </a:ext>
            </a:extLst>
          </p:cNvPr>
          <p:cNvSpPr>
            <a:spLocks noGrp="1"/>
          </p:cNvSpPr>
          <p:nvPr>
            <p:ph type="body" sz="quarter" idx="100" hasCustomPrompt="1"/>
          </p:nvPr>
        </p:nvSpPr>
        <p:spPr>
          <a:xfrm>
            <a:off x="7831603"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4" name="Text Placeholder 7">
            <a:extLst>
              <a:ext uri="{FF2B5EF4-FFF2-40B4-BE49-F238E27FC236}">
                <a16:creationId xmlns:a16="http://schemas.microsoft.com/office/drawing/2014/main" id="{B7606C20-0277-FEB1-ED71-A21C722B7F75}"/>
              </a:ext>
            </a:extLst>
          </p:cNvPr>
          <p:cNvSpPr>
            <a:spLocks noGrp="1"/>
          </p:cNvSpPr>
          <p:nvPr>
            <p:ph type="body" sz="quarter" idx="101" hasCustomPrompt="1"/>
          </p:nvPr>
        </p:nvSpPr>
        <p:spPr>
          <a:xfrm>
            <a:off x="3277071" y="358083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5" name="Text Placeholder 7">
            <a:extLst>
              <a:ext uri="{FF2B5EF4-FFF2-40B4-BE49-F238E27FC236}">
                <a16:creationId xmlns:a16="http://schemas.microsoft.com/office/drawing/2014/main" id="{045B2D4D-283D-5974-B36E-4F0C130D92C1}"/>
              </a:ext>
            </a:extLst>
          </p:cNvPr>
          <p:cNvSpPr>
            <a:spLocks noGrp="1"/>
          </p:cNvSpPr>
          <p:nvPr>
            <p:ph type="body" sz="quarter" idx="102" hasCustomPrompt="1"/>
          </p:nvPr>
        </p:nvSpPr>
        <p:spPr>
          <a:xfrm>
            <a:off x="3277071" y="384250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6" name="Text Placeholder 7">
            <a:extLst>
              <a:ext uri="{FF2B5EF4-FFF2-40B4-BE49-F238E27FC236}">
                <a16:creationId xmlns:a16="http://schemas.microsoft.com/office/drawing/2014/main" id="{4B542BD2-F4ED-A8B6-A8F9-45623B1C06B4}"/>
              </a:ext>
            </a:extLst>
          </p:cNvPr>
          <p:cNvSpPr>
            <a:spLocks noGrp="1"/>
          </p:cNvSpPr>
          <p:nvPr>
            <p:ph type="body" sz="quarter" idx="103" hasCustomPrompt="1"/>
          </p:nvPr>
        </p:nvSpPr>
        <p:spPr>
          <a:xfrm>
            <a:off x="4419483"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7" name="Text Placeholder 7">
            <a:extLst>
              <a:ext uri="{FF2B5EF4-FFF2-40B4-BE49-F238E27FC236}">
                <a16:creationId xmlns:a16="http://schemas.microsoft.com/office/drawing/2014/main" id="{4679D356-9959-2A32-C4EB-EDE07834ED16}"/>
              </a:ext>
            </a:extLst>
          </p:cNvPr>
          <p:cNvSpPr>
            <a:spLocks noGrp="1"/>
          </p:cNvSpPr>
          <p:nvPr>
            <p:ph type="body" sz="quarter" idx="104" hasCustomPrompt="1"/>
          </p:nvPr>
        </p:nvSpPr>
        <p:spPr>
          <a:xfrm>
            <a:off x="4419483"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8" name="Text Placeholder 7">
            <a:extLst>
              <a:ext uri="{FF2B5EF4-FFF2-40B4-BE49-F238E27FC236}">
                <a16:creationId xmlns:a16="http://schemas.microsoft.com/office/drawing/2014/main" id="{699FFE1E-20D5-E89C-1DEF-4820A1288A79}"/>
              </a:ext>
            </a:extLst>
          </p:cNvPr>
          <p:cNvSpPr>
            <a:spLocks noGrp="1"/>
          </p:cNvSpPr>
          <p:nvPr>
            <p:ph type="body" sz="quarter" idx="105" hasCustomPrompt="1"/>
          </p:nvPr>
        </p:nvSpPr>
        <p:spPr>
          <a:xfrm>
            <a:off x="5573208"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9" name="Text Placeholder 7">
            <a:extLst>
              <a:ext uri="{FF2B5EF4-FFF2-40B4-BE49-F238E27FC236}">
                <a16:creationId xmlns:a16="http://schemas.microsoft.com/office/drawing/2014/main" id="{86233A43-B3C4-EDBF-17A4-6B230C894086}"/>
              </a:ext>
            </a:extLst>
          </p:cNvPr>
          <p:cNvSpPr>
            <a:spLocks noGrp="1"/>
          </p:cNvSpPr>
          <p:nvPr>
            <p:ph type="body" sz="quarter" idx="106" hasCustomPrompt="1"/>
          </p:nvPr>
        </p:nvSpPr>
        <p:spPr>
          <a:xfrm>
            <a:off x="5573208"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0" name="Text Placeholder 7">
            <a:extLst>
              <a:ext uri="{FF2B5EF4-FFF2-40B4-BE49-F238E27FC236}">
                <a16:creationId xmlns:a16="http://schemas.microsoft.com/office/drawing/2014/main" id="{B1215258-A68A-812E-8629-7DE16F058D9C}"/>
              </a:ext>
            </a:extLst>
          </p:cNvPr>
          <p:cNvSpPr>
            <a:spLocks noGrp="1"/>
          </p:cNvSpPr>
          <p:nvPr>
            <p:ph type="body" sz="quarter" idx="107" hasCustomPrompt="1"/>
          </p:nvPr>
        </p:nvSpPr>
        <p:spPr>
          <a:xfrm>
            <a:off x="6693583"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1" name="Text Placeholder 7">
            <a:extLst>
              <a:ext uri="{FF2B5EF4-FFF2-40B4-BE49-F238E27FC236}">
                <a16:creationId xmlns:a16="http://schemas.microsoft.com/office/drawing/2014/main" id="{5BC332F4-D648-CD3C-E430-88556971E762}"/>
              </a:ext>
            </a:extLst>
          </p:cNvPr>
          <p:cNvSpPr>
            <a:spLocks noGrp="1"/>
          </p:cNvSpPr>
          <p:nvPr>
            <p:ph type="body" sz="quarter" idx="108" hasCustomPrompt="1"/>
          </p:nvPr>
        </p:nvSpPr>
        <p:spPr>
          <a:xfrm>
            <a:off x="6693583"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2" name="Text Placeholder 7">
            <a:extLst>
              <a:ext uri="{FF2B5EF4-FFF2-40B4-BE49-F238E27FC236}">
                <a16:creationId xmlns:a16="http://schemas.microsoft.com/office/drawing/2014/main" id="{57CA967F-A6D6-4A07-CDE6-D641ADF77608}"/>
              </a:ext>
            </a:extLst>
          </p:cNvPr>
          <p:cNvSpPr>
            <a:spLocks noGrp="1"/>
          </p:cNvSpPr>
          <p:nvPr>
            <p:ph type="body" sz="quarter" idx="109" hasCustomPrompt="1"/>
          </p:nvPr>
        </p:nvSpPr>
        <p:spPr>
          <a:xfrm>
            <a:off x="7831603"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3" name="Text Placeholder 7">
            <a:extLst>
              <a:ext uri="{FF2B5EF4-FFF2-40B4-BE49-F238E27FC236}">
                <a16:creationId xmlns:a16="http://schemas.microsoft.com/office/drawing/2014/main" id="{B83A430D-EF93-B7EC-9063-41131792FD6A}"/>
              </a:ext>
            </a:extLst>
          </p:cNvPr>
          <p:cNvSpPr>
            <a:spLocks noGrp="1"/>
          </p:cNvSpPr>
          <p:nvPr>
            <p:ph type="body" sz="quarter" idx="110" hasCustomPrompt="1"/>
          </p:nvPr>
        </p:nvSpPr>
        <p:spPr>
          <a:xfrm>
            <a:off x="7831603"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4" name="Text Placeholder 7">
            <a:extLst>
              <a:ext uri="{FF2B5EF4-FFF2-40B4-BE49-F238E27FC236}">
                <a16:creationId xmlns:a16="http://schemas.microsoft.com/office/drawing/2014/main" id="{5128454D-DAA0-5B47-A163-9FB6F21E6CBB}"/>
              </a:ext>
            </a:extLst>
          </p:cNvPr>
          <p:cNvSpPr>
            <a:spLocks noGrp="1"/>
          </p:cNvSpPr>
          <p:nvPr>
            <p:ph type="body" sz="quarter" idx="111" hasCustomPrompt="1"/>
          </p:nvPr>
        </p:nvSpPr>
        <p:spPr>
          <a:xfrm>
            <a:off x="3277071" y="4166189"/>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5" name="Text Placeholder 7">
            <a:extLst>
              <a:ext uri="{FF2B5EF4-FFF2-40B4-BE49-F238E27FC236}">
                <a16:creationId xmlns:a16="http://schemas.microsoft.com/office/drawing/2014/main" id="{5FFCF9A1-632C-010B-D84C-16E7B24E4F89}"/>
              </a:ext>
            </a:extLst>
          </p:cNvPr>
          <p:cNvSpPr>
            <a:spLocks noGrp="1"/>
          </p:cNvSpPr>
          <p:nvPr>
            <p:ph type="body" sz="quarter" idx="112" hasCustomPrompt="1"/>
          </p:nvPr>
        </p:nvSpPr>
        <p:spPr>
          <a:xfrm>
            <a:off x="3277071" y="4427852"/>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6" name="Text Placeholder 7">
            <a:extLst>
              <a:ext uri="{FF2B5EF4-FFF2-40B4-BE49-F238E27FC236}">
                <a16:creationId xmlns:a16="http://schemas.microsoft.com/office/drawing/2014/main" id="{DF9C0301-50F7-384E-FA5D-FC297CD1283C}"/>
              </a:ext>
            </a:extLst>
          </p:cNvPr>
          <p:cNvSpPr>
            <a:spLocks noGrp="1"/>
          </p:cNvSpPr>
          <p:nvPr>
            <p:ph type="body" sz="quarter" idx="113" hasCustomPrompt="1"/>
          </p:nvPr>
        </p:nvSpPr>
        <p:spPr>
          <a:xfrm>
            <a:off x="4419483"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7" name="Text Placeholder 7">
            <a:extLst>
              <a:ext uri="{FF2B5EF4-FFF2-40B4-BE49-F238E27FC236}">
                <a16:creationId xmlns:a16="http://schemas.microsoft.com/office/drawing/2014/main" id="{6F7358AF-04C3-FA64-155C-213A37CC07AA}"/>
              </a:ext>
            </a:extLst>
          </p:cNvPr>
          <p:cNvSpPr>
            <a:spLocks noGrp="1"/>
          </p:cNvSpPr>
          <p:nvPr>
            <p:ph type="body" sz="quarter" idx="114" hasCustomPrompt="1"/>
          </p:nvPr>
        </p:nvSpPr>
        <p:spPr>
          <a:xfrm>
            <a:off x="4419483"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8" name="Text Placeholder 7">
            <a:extLst>
              <a:ext uri="{FF2B5EF4-FFF2-40B4-BE49-F238E27FC236}">
                <a16:creationId xmlns:a16="http://schemas.microsoft.com/office/drawing/2014/main" id="{7165FD4A-D5CA-74E5-9168-BD28295FA9E5}"/>
              </a:ext>
            </a:extLst>
          </p:cNvPr>
          <p:cNvSpPr>
            <a:spLocks noGrp="1"/>
          </p:cNvSpPr>
          <p:nvPr>
            <p:ph type="body" sz="quarter" idx="115" hasCustomPrompt="1"/>
          </p:nvPr>
        </p:nvSpPr>
        <p:spPr>
          <a:xfrm>
            <a:off x="5573208"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9" name="Text Placeholder 7">
            <a:extLst>
              <a:ext uri="{FF2B5EF4-FFF2-40B4-BE49-F238E27FC236}">
                <a16:creationId xmlns:a16="http://schemas.microsoft.com/office/drawing/2014/main" id="{2D706AC6-4F2E-A516-0174-9ED1DB7758F3}"/>
              </a:ext>
            </a:extLst>
          </p:cNvPr>
          <p:cNvSpPr>
            <a:spLocks noGrp="1"/>
          </p:cNvSpPr>
          <p:nvPr>
            <p:ph type="body" sz="quarter" idx="116" hasCustomPrompt="1"/>
          </p:nvPr>
        </p:nvSpPr>
        <p:spPr>
          <a:xfrm>
            <a:off x="5573208"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20" name="Text Placeholder 7">
            <a:extLst>
              <a:ext uri="{FF2B5EF4-FFF2-40B4-BE49-F238E27FC236}">
                <a16:creationId xmlns:a16="http://schemas.microsoft.com/office/drawing/2014/main" id="{B1610E46-AB9E-4959-A9E4-80563403FBF9}"/>
              </a:ext>
            </a:extLst>
          </p:cNvPr>
          <p:cNvSpPr>
            <a:spLocks noGrp="1"/>
          </p:cNvSpPr>
          <p:nvPr>
            <p:ph type="body" sz="quarter" idx="117" hasCustomPrompt="1"/>
          </p:nvPr>
        </p:nvSpPr>
        <p:spPr>
          <a:xfrm>
            <a:off x="6693583"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21" name="Text Placeholder 7">
            <a:extLst>
              <a:ext uri="{FF2B5EF4-FFF2-40B4-BE49-F238E27FC236}">
                <a16:creationId xmlns:a16="http://schemas.microsoft.com/office/drawing/2014/main" id="{27C19C11-5831-FC87-741C-EE222EFB9BDF}"/>
              </a:ext>
            </a:extLst>
          </p:cNvPr>
          <p:cNvSpPr>
            <a:spLocks noGrp="1"/>
          </p:cNvSpPr>
          <p:nvPr>
            <p:ph type="body" sz="quarter" idx="118" hasCustomPrompt="1"/>
          </p:nvPr>
        </p:nvSpPr>
        <p:spPr>
          <a:xfrm>
            <a:off x="6693583"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22" name="Text Placeholder 7">
            <a:extLst>
              <a:ext uri="{FF2B5EF4-FFF2-40B4-BE49-F238E27FC236}">
                <a16:creationId xmlns:a16="http://schemas.microsoft.com/office/drawing/2014/main" id="{69FEB364-9E25-7CD9-91B7-468792F14152}"/>
              </a:ext>
            </a:extLst>
          </p:cNvPr>
          <p:cNvSpPr>
            <a:spLocks noGrp="1"/>
          </p:cNvSpPr>
          <p:nvPr>
            <p:ph type="body" sz="quarter" idx="119" hasCustomPrompt="1"/>
          </p:nvPr>
        </p:nvSpPr>
        <p:spPr>
          <a:xfrm>
            <a:off x="7831603"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23" name="Text Placeholder 7">
            <a:extLst>
              <a:ext uri="{FF2B5EF4-FFF2-40B4-BE49-F238E27FC236}">
                <a16:creationId xmlns:a16="http://schemas.microsoft.com/office/drawing/2014/main" id="{154C76D3-F39D-8EF8-B631-E4A4EAE96957}"/>
              </a:ext>
            </a:extLst>
          </p:cNvPr>
          <p:cNvSpPr>
            <a:spLocks noGrp="1"/>
          </p:cNvSpPr>
          <p:nvPr>
            <p:ph type="body" sz="quarter" idx="120" hasCustomPrompt="1"/>
          </p:nvPr>
        </p:nvSpPr>
        <p:spPr>
          <a:xfrm>
            <a:off x="7831603"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8" name="Footer Placeholder 4">
            <a:extLst>
              <a:ext uri="{FF2B5EF4-FFF2-40B4-BE49-F238E27FC236}">
                <a16:creationId xmlns:a16="http://schemas.microsoft.com/office/drawing/2014/main" id="{83069FBD-CAA2-7367-66D4-4FA1DF92AEE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BE09FA3D-15F5-97BD-0A4C-AA7B108B86A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984348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Testimonials">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grpSp>
        <p:nvGrpSpPr>
          <p:cNvPr id="15" name="Group 14">
            <a:extLst>
              <a:ext uri="{FF2B5EF4-FFF2-40B4-BE49-F238E27FC236}">
                <a16:creationId xmlns:a16="http://schemas.microsoft.com/office/drawing/2014/main" id="{591FA0F6-4CDA-4D1D-8178-2B775DCAA3B7}"/>
              </a:ext>
            </a:extLst>
          </p:cNvPr>
          <p:cNvGrpSpPr/>
          <p:nvPr userDrawn="1"/>
        </p:nvGrpSpPr>
        <p:grpSpPr>
          <a:xfrm>
            <a:off x="348744" y="1708032"/>
            <a:ext cx="4163308" cy="1176323"/>
            <a:chOff x="348744" y="1543050"/>
            <a:chExt cx="4247639" cy="1200150"/>
          </a:xfrm>
          <a:solidFill>
            <a:schemeClr val="tx2">
              <a:lumMod val="20000"/>
              <a:lumOff val="80000"/>
            </a:schemeClr>
          </a:solidFill>
        </p:grpSpPr>
        <p:sp>
          <p:nvSpPr>
            <p:cNvPr id="4" name="Rectangle: Rounded Corners 3">
              <a:extLst>
                <a:ext uri="{FF2B5EF4-FFF2-40B4-BE49-F238E27FC236}">
                  <a16:creationId xmlns:a16="http://schemas.microsoft.com/office/drawing/2014/main" id="{245FF1E6-3832-4788-A1DD-093F28ED4955}"/>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4" name="Isosceles Triangle 13">
              <a:extLst>
                <a:ext uri="{FF2B5EF4-FFF2-40B4-BE49-F238E27FC236}">
                  <a16:creationId xmlns:a16="http://schemas.microsoft.com/office/drawing/2014/main" id="{EDC09948-6FB3-4E52-9837-AB3195C701A9}"/>
                </a:ext>
              </a:extLst>
            </p:cNvPr>
            <p:cNvSpPr/>
            <p:nvPr userDrawn="1"/>
          </p:nvSpPr>
          <p:spPr>
            <a:xfrm rot="7200000">
              <a:off x="4267199" y="2174063"/>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grpSp>
        <p:nvGrpSpPr>
          <p:cNvPr id="16" name="Group 15">
            <a:extLst>
              <a:ext uri="{FF2B5EF4-FFF2-40B4-BE49-F238E27FC236}">
                <a16:creationId xmlns:a16="http://schemas.microsoft.com/office/drawing/2014/main" id="{E9424B66-BD89-4661-BD1B-6BA7E9AE43DF}"/>
              </a:ext>
            </a:extLst>
          </p:cNvPr>
          <p:cNvGrpSpPr/>
          <p:nvPr userDrawn="1"/>
        </p:nvGrpSpPr>
        <p:grpSpPr>
          <a:xfrm>
            <a:off x="348744" y="3033801"/>
            <a:ext cx="4163309" cy="1176323"/>
            <a:chOff x="348744" y="1543050"/>
            <a:chExt cx="4247640" cy="1200150"/>
          </a:xfrm>
          <a:solidFill>
            <a:schemeClr val="tx2"/>
          </a:solidFill>
        </p:grpSpPr>
        <p:sp>
          <p:nvSpPr>
            <p:cNvPr id="17" name="Rectangle: Rounded Corners 16">
              <a:extLst>
                <a:ext uri="{FF2B5EF4-FFF2-40B4-BE49-F238E27FC236}">
                  <a16:creationId xmlns:a16="http://schemas.microsoft.com/office/drawing/2014/main" id="{57B854D9-2566-4DC3-B30F-22A6770A4EF5}"/>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8" name="Isosceles Triangle 17">
              <a:extLst>
                <a:ext uri="{FF2B5EF4-FFF2-40B4-BE49-F238E27FC236}">
                  <a16:creationId xmlns:a16="http://schemas.microsoft.com/office/drawing/2014/main" id="{D4AE8606-81DE-4A58-B6F6-62562C52CC41}"/>
                </a:ext>
              </a:extLst>
            </p:cNvPr>
            <p:cNvSpPr/>
            <p:nvPr userDrawn="1"/>
          </p:nvSpPr>
          <p:spPr>
            <a:xfrm rot="7200000">
              <a:off x="4267200" y="1834529"/>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grpSp>
        <p:nvGrpSpPr>
          <p:cNvPr id="19" name="Group 18">
            <a:extLst>
              <a:ext uri="{FF2B5EF4-FFF2-40B4-BE49-F238E27FC236}">
                <a16:creationId xmlns:a16="http://schemas.microsoft.com/office/drawing/2014/main" id="{CFFB0BC0-EA4F-436C-B013-894BCE6B3E0B}"/>
              </a:ext>
            </a:extLst>
          </p:cNvPr>
          <p:cNvGrpSpPr/>
          <p:nvPr userDrawn="1"/>
        </p:nvGrpSpPr>
        <p:grpSpPr>
          <a:xfrm flipH="1">
            <a:off x="4631946" y="1708032"/>
            <a:ext cx="4163310" cy="1176323"/>
            <a:chOff x="348744" y="1543050"/>
            <a:chExt cx="4247641" cy="1200150"/>
          </a:xfrm>
          <a:solidFill>
            <a:schemeClr val="tx2"/>
          </a:solidFill>
        </p:grpSpPr>
        <p:sp>
          <p:nvSpPr>
            <p:cNvPr id="20" name="Rectangle: Rounded Corners 19">
              <a:extLst>
                <a:ext uri="{FF2B5EF4-FFF2-40B4-BE49-F238E27FC236}">
                  <a16:creationId xmlns:a16="http://schemas.microsoft.com/office/drawing/2014/main" id="{3EB9D0FD-EE51-4C60-BD97-18184CF969EA}"/>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21" name="Isosceles Triangle 20">
              <a:extLst>
                <a:ext uri="{FF2B5EF4-FFF2-40B4-BE49-F238E27FC236}">
                  <a16:creationId xmlns:a16="http://schemas.microsoft.com/office/drawing/2014/main" id="{A837FA95-F735-498B-894D-68D2E85C0879}"/>
                </a:ext>
              </a:extLst>
            </p:cNvPr>
            <p:cNvSpPr/>
            <p:nvPr userDrawn="1"/>
          </p:nvSpPr>
          <p:spPr>
            <a:xfrm rot="7200000">
              <a:off x="4267201" y="1758770"/>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grpSp>
        <p:nvGrpSpPr>
          <p:cNvPr id="22" name="Group 21">
            <a:extLst>
              <a:ext uri="{FF2B5EF4-FFF2-40B4-BE49-F238E27FC236}">
                <a16:creationId xmlns:a16="http://schemas.microsoft.com/office/drawing/2014/main" id="{861EFF00-0CAB-4241-BC0A-03C5ACA050BF}"/>
              </a:ext>
            </a:extLst>
          </p:cNvPr>
          <p:cNvGrpSpPr/>
          <p:nvPr userDrawn="1"/>
        </p:nvGrpSpPr>
        <p:grpSpPr>
          <a:xfrm flipH="1">
            <a:off x="4631946" y="3033801"/>
            <a:ext cx="4163310" cy="1176323"/>
            <a:chOff x="348744" y="1543050"/>
            <a:chExt cx="4247641" cy="1200150"/>
          </a:xfrm>
          <a:solidFill>
            <a:schemeClr val="tx2">
              <a:lumMod val="20000"/>
              <a:lumOff val="80000"/>
            </a:schemeClr>
          </a:solidFill>
        </p:grpSpPr>
        <p:sp>
          <p:nvSpPr>
            <p:cNvPr id="23" name="Rectangle: Rounded Corners 22">
              <a:extLst>
                <a:ext uri="{FF2B5EF4-FFF2-40B4-BE49-F238E27FC236}">
                  <a16:creationId xmlns:a16="http://schemas.microsoft.com/office/drawing/2014/main" id="{27E62CB8-AC62-4546-8044-13809FAFC577}"/>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24" name="Isosceles Triangle 23">
              <a:extLst>
                <a:ext uri="{FF2B5EF4-FFF2-40B4-BE49-F238E27FC236}">
                  <a16:creationId xmlns:a16="http://schemas.microsoft.com/office/drawing/2014/main" id="{C5B56DD9-F6AE-4630-9BC3-9516B18E2DD6}"/>
                </a:ext>
              </a:extLst>
            </p:cNvPr>
            <p:cNvSpPr/>
            <p:nvPr userDrawn="1"/>
          </p:nvSpPr>
          <p:spPr>
            <a:xfrm rot="7200000">
              <a:off x="4267201" y="2329195"/>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sp>
        <p:nvSpPr>
          <p:cNvPr id="27" name="Text Placeholder 26">
            <a:extLst>
              <a:ext uri="{FF2B5EF4-FFF2-40B4-BE49-F238E27FC236}">
                <a16:creationId xmlns:a16="http://schemas.microsoft.com/office/drawing/2014/main" id="{928E539C-A1C6-4F77-8347-EE6258F97233}"/>
              </a:ext>
            </a:extLst>
          </p:cNvPr>
          <p:cNvSpPr>
            <a:spLocks noGrp="1"/>
          </p:cNvSpPr>
          <p:nvPr>
            <p:ph type="body" sz="quarter" idx="36" hasCustomPrompt="1"/>
          </p:nvPr>
        </p:nvSpPr>
        <p:spPr>
          <a:xfrm>
            <a:off x="530225" y="1844675"/>
            <a:ext cx="3616325" cy="672617"/>
          </a:xfrm>
        </p:spPr>
        <p:txBody>
          <a:bodyPr/>
          <a:lstStyle>
            <a:lvl1pPr marL="0" indent="0">
              <a:buNone/>
              <a:defRPr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28" name="Text Placeholder 26">
            <a:extLst>
              <a:ext uri="{FF2B5EF4-FFF2-40B4-BE49-F238E27FC236}">
                <a16:creationId xmlns:a16="http://schemas.microsoft.com/office/drawing/2014/main" id="{D7D46A0A-805F-4D01-8F0C-B7EAB9AB5FCD}"/>
              </a:ext>
            </a:extLst>
          </p:cNvPr>
          <p:cNvSpPr>
            <a:spLocks noGrp="1"/>
          </p:cNvSpPr>
          <p:nvPr>
            <p:ph type="body" sz="quarter" idx="37" hasCustomPrompt="1"/>
          </p:nvPr>
        </p:nvSpPr>
        <p:spPr>
          <a:xfrm>
            <a:off x="1157852" y="2532588"/>
            <a:ext cx="2988698" cy="214073"/>
          </a:xfrm>
        </p:spPr>
        <p:txBody>
          <a:bodyPr/>
          <a:lstStyle>
            <a:lvl1pPr marL="0" indent="0">
              <a:buNone/>
              <a:defRPr sz="1100"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29" name="Text Placeholder 26">
            <a:extLst>
              <a:ext uri="{FF2B5EF4-FFF2-40B4-BE49-F238E27FC236}">
                <a16:creationId xmlns:a16="http://schemas.microsoft.com/office/drawing/2014/main" id="{24D7FADD-9252-4975-A5D9-1161FDBE3E1E}"/>
              </a:ext>
            </a:extLst>
          </p:cNvPr>
          <p:cNvSpPr>
            <a:spLocks noGrp="1"/>
          </p:cNvSpPr>
          <p:nvPr>
            <p:ph type="body" sz="quarter" idx="38" hasCustomPrompt="1"/>
          </p:nvPr>
        </p:nvSpPr>
        <p:spPr>
          <a:xfrm>
            <a:off x="530225" y="3157354"/>
            <a:ext cx="3616325" cy="672617"/>
          </a:xfrm>
        </p:spPr>
        <p:txBody>
          <a:bodyPr/>
          <a:lstStyle>
            <a:lvl1pPr marL="0" indent="0">
              <a:buNone/>
              <a:defRPr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30" name="Text Placeholder 26">
            <a:extLst>
              <a:ext uri="{FF2B5EF4-FFF2-40B4-BE49-F238E27FC236}">
                <a16:creationId xmlns:a16="http://schemas.microsoft.com/office/drawing/2014/main" id="{CDA2FFA9-3E5A-4D30-87EF-05A201BC9ACC}"/>
              </a:ext>
            </a:extLst>
          </p:cNvPr>
          <p:cNvSpPr>
            <a:spLocks noGrp="1"/>
          </p:cNvSpPr>
          <p:nvPr>
            <p:ph type="body" sz="quarter" idx="39" hasCustomPrompt="1"/>
          </p:nvPr>
        </p:nvSpPr>
        <p:spPr>
          <a:xfrm>
            <a:off x="1157852" y="3845267"/>
            <a:ext cx="2988698" cy="214073"/>
          </a:xfrm>
        </p:spPr>
        <p:txBody>
          <a:bodyPr/>
          <a:lstStyle>
            <a:lvl1pPr marL="0" indent="0">
              <a:buNone/>
              <a:defRPr sz="1100"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31" name="Text Placeholder 26">
            <a:extLst>
              <a:ext uri="{FF2B5EF4-FFF2-40B4-BE49-F238E27FC236}">
                <a16:creationId xmlns:a16="http://schemas.microsoft.com/office/drawing/2014/main" id="{4A19197F-E75E-4044-A501-855C610E5D96}"/>
              </a:ext>
            </a:extLst>
          </p:cNvPr>
          <p:cNvSpPr>
            <a:spLocks noGrp="1"/>
          </p:cNvSpPr>
          <p:nvPr>
            <p:ph type="body" sz="quarter" idx="40" hasCustomPrompt="1"/>
          </p:nvPr>
        </p:nvSpPr>
        <p:spPr>
          <a:xfrm>
            <a:off x="4997450" y="1844675"/>
            <a:ext cx="3616325" cy="672617"/>
          </a:xfrm>
        </p:spPr>
        <p:txBody>
          <a:bodyPr/>
          <a:lstStyle>
            <a:lvl1pPr marL="0" indent="0">
              <a:buNone/>
              <a:defRPr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32" name="Text Placeholder 26">
            <a:extLst>
              <a:ext uri="{FF2B5EF4-FFF2-40B4-BE49-F238E27FC236}">
                <a16:creationId xmlns:a16="http://schemas.microsoft.com/office/drawing/2014/main" id="{267252CD-B507-40B4-9C8E-0FC6A330FA2D}"/>
              </a:ext>
            </a:extLst>
          </p:cNvPr>
          <p:cNvSpPr>
            <a:spLocks noGrp="1"/>
          </p:cNvSpPr>
          <p:nvPr>
            <p:ph type="body" sz="quarter" idx="41" hasCustomPrompt="1"/>
          </p:nvPr>
        </p:nvSpPr>
        <p:spPr>
          <a:xfrm>
            <a:off x="5625077" y="2532588"/>
            <a:ext cx="2988698" cy="214073"/>
          </a:xfrm>
        </p:spPr>
        <p:txBody>
          <a:bodyPr/>
          <a:lstStyle>
            <a:lvl1pPr marL="0" indent="0">
              <a:buNone/>
              <a:defRPr sz="1100"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33" name="Text Placeholder 26">
            <a:extLst>
              <a:ext uri="{FF2B5EF4-FFF2-40B4-BE49-F238E27FC236}">
                <a16:creationId xmlns:a16="http://schemas.microsoft.com/office/drawing/2014/main" id="{BD85129F-C0BD-4C8C-80D0-6B8BAF838548}"/>
              </a:ext>
            </a:extLst>
          </p:cNvPr>
          <p:cNvSpPr>
            <a:spLocks noGrp="1"/>
          </p:cNvSpPr>
          <p:nvPr>
            <p:ph type="body" sz="quarter" idx="42" hasCustomPrompt="1"/>
          </p:nvPr>
        </p:nvSpPr>
        <p:spPr>
          <a:xfrm>
            <a:off x="4997450" y="3157354"/>
            <a:ext cx="3616325" cy="672617"/>
          </a:xfrm>
        </p:spPr>
        <p:txBody>
          <a:bodyPr/>
          <a:lstStyle>
            <a:lvl1pPr marL="0" indent="0">
              <a:buNone/>
              <a:defRPr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34" name="Text Placeholder 26">
            <a:extLst>
              <a:ext uri="{FF2B5EF4-FFF2-40B4-BE49-F238E27FC236}">
                <a16:creationId xmlns:a16="http://schemas.microsoft.com/office/drawing/2014/main" id="{02DC0236-D63B-4E48-98C6-5987A77221B7}"/>
              </a:ext>
            </a:extLst>
          </p:cNvPr>
          <p:cNvSpPr>
            <a:spLocks noGrp="1"/>
          </p:cNvSpPr>
          <p:nvPr>
            <p:ph type="body" sz="quarter" idx="43" hasCustomPrompt="1"/>
          </p:nvPr>
        </p:nvSpPr>
        <p:spPr>
          <a:xfrm>
            <a:off x="5625077" y="3845267"/>
            <a:ext cx="2988698" cy="214073"/>
          </a:xfrm>
        </p:spPr>
        <p:txBody>
          <a:bodyPr/>
          <a:lstStyle>
            <a:lvl1pPr marL="0" indent="0">
              <a:buNone/>
              <a:defRPr sz="1100"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13" name="Footer Placeholder 4">
            <a:extLst>
              <a:ext uri="{FF2B5EF4-FFF2-40B4-BE49-F238E27FC236}">
                <a16:creationId xmlns:a16="http://schemas.microsoft.com/office/drawing/2014/main" id="{645C9136-2A79-3FBA-0586-325536134EF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5" name="TextBox 24">
            <a:extLst>
              <a:ext uri="{FF2B5EF4-FFF2-40B4-BE49-F238E27FC236}">
                <a16:creationId xmlns:a16="http://schemas.microsoft.com/office/drawing/2014/main" id="{BDF2DB11-2DA3-77CF-53E0-A99B2F4546F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99425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2ED192-C907-5546-913B-57D1A6D6FD3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082354" y="2009772"/>
            <a:ext cx="2979290" cy="1123956"/>
          </a:xfrm>
          <a:prstGeom prst="rect">
            <a:avLst/>
          </a:prstGeom>
        </p:spPr>
      </p:pic>
      <p:sp>
        <p:nvSpPr>
          <p:cNvPr id="3" name="Rectangle 2">
            <a:extLst>
              <a:ext uri="{FF2B5EF4-FFF2-40B4-BE49-F238E27FC236}">
                <a16:creationId xmlns:a16="http://schemas.microsoft.com/office/drawing/2014/main" id="{F85F26AE-D9FD-254F-8329-E73BA5827BCE}"/>
              </a:ext>
            </a:extLst>
          </p:cNvPr>
          <p:cNvSpPr/>
          <p:nvPr userDrawn="1"/>
        </p:nvSpPr>
        <p:spPr>
          <a:xfrm>
            <a:off x="338695" y="4670474"/>
            <a:ext cx="505367" cy="3516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606993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Section Break - Numbered - Photography">
    <p:bg>
      <p:bgPr>
        <a:solidFill>
          <a:schemeClr val="bg1">
            <a:lumMod val="95000"/>
          </a:schemeClr>
        </a:solidFill>
        <a:effectLst/>
      </p:bgPr>
    </p:bg>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280B8D1D-8D7F-4745-99CC-E918951970D1}"/>
              </a:ext>
            </a:extLst>
          </p:cNvPr>
          <p:cNvSpPr>
            <a:spLocks noGrp="1"/>
          </p:cNvSpPr>
          <p:nvPr>
            <p:ph type="pic" sz="quarter" idx="10" hasCustomPrompt="1"/>
          </p:nvPr>
        </p:nvSpPr>
        <p:spPr>
          <a:xfrm>
            <a:off x="0" y="0"/>
            <a:ext cx="9144000" cy="5148072"/>
          </a:xfrm>
          <a:solidFill>
            <a:schemeClr val="bg2">
              <a:lumMod val="20000"/>
              <a:lumOff val="80000"/>
            </a:schemeClr>
          </a:solidFill>
        </p:spPr>
        <p:txBody>
          <a:bodyPr/>
          <a:lstStyle>
            <a:lvl1pPr marL="0" indent="0">
              <a:buNone/>
              <a:defRPr i="1"/>
            </a:lvl1pPr>
          </a:lstStyle>
          <a:p>
            <a:r>
              <a:rPr lang="en-US"/>
              <a:t>Add background image, send to back and adjust crop as needed.</a:t>
            </a:r>
          </a:p>
        </p:txBody>
      </p:sp>
      <p:sp>
        <p:nvSpPr>
          <p:cNvPr id="6" name="Slide Number Placeholder 5">
            <a:extLst>
              <a:ext uri="{FF2B5EF4-FFF2-40B4-BE49-F238E27FC236}">
                <a16:creationId xmlns:a16="http://schemas.microsoft.com/office/drawing/2014/main" id="{567618EB-564E-DA48-A41F-722838A7793E}"/>
              </a:ext>
            </a:extLst>
          </p:cNvPr>
          <p:cNvSpPr>
            <a:spLocks noGrp="1"/>
          </p:cNvSpPr>
          <p:nvPr>
            <p:ph type="sldNum" sz="quarter" idx="17"/>
          </p:nvPr>
        </p:nvSpPr>
        <p:spPr/>
        <p:txBody>
          <a:bodyPr/>
          <a:lstStyle>
            <a:lvl1pPr>
              <a:defRPr>
                <a:solidFill>
                  <a:schemeClr val="bg1"/>
                </a:solidFill>
              </a:defRPr>
            </a:lvl1pPr>
          </a:lstStyle>
          <a:p>
            <a:fld id="{7C42C27E-A055-1E4A-AC8F-7399EDF815E4}" type="slidenum">
              <a:rPr lang="en-US" smtClean="0"/>
              <a:pPr/>
              <a:t>‹Nº›</a:t>
            </a:fld>
            <a:endParaRPr lang="en-US"/>
          </a:p>
        </p:txBody>
      </p:sp>
      <p:sp>
        <p:nvSpPr>
          <p:cNvPr id="12" name="Title 3">
            <a:extLst>
              <a:ext uri="{FF2B5EF4-FFF2-40B4-BE49-F238E27FC236}">
                <a16:creationId xmlns:a16="http://schemas.microsoft.com/office/drawing/2014/main" id="{4B9AE7A7-9126-144F-9AB2-38E2CCDBCC4D}"/>
              </a:ext>
            </a:extLst>
          </p:cNvPr>
          <p:cNvSpPr>
            <a:spLocks noGrp="1"/>
          </p:cNvSpPr>
          <p:nvPr>
            <p:ph type="title" hasCustomPrompt="1"/>
          </p:nvPr>
        </p:nvSpPr>
        <p:spPr>
          <a:xfrm>
            <a:off x="336855" y="1084000"/>
            <a:ext cx="4235146" cy="1249680"/>
          </a:xfrm>
        </p:spPr>
        <p:txBody>
          <a:bodyPr/>
          <a:lstStyle>
            <a:lvl1pPr>
              <a:defRPr sz="4800" spc="-100" baseline="0">
                <a:solidFill>
                  <a:schemeClr val="bg1"/>
                </a:solidFill>
              </a:defRPr>
            </a:lvl1pPr>
          </a:lstStyle>
          <a:p>
            <a:r>
              <a:rPr lang="en-US"/>
              <a:t>Section title in Arial Bold 48pt</a:t>
            </a:r>
          </a:p>
        </p:txBody>
      </p:sp>
      <p:sp>
        <p:nvSpPr>
          <p:cNvPr id="13" name="Text Placeholder 8">
            <a:extLst>
              <a:ext uri="{FF2B5EF4-FFF2-40B4-BE49-F238E27FC236}">
                <a16:creationId xmlns:a16="http://schemas.microsoft.com/office/drawing/2014/main" id="{02E362FD-5AEF-CB48-ABC2-064F1F3C44E2}"/>
              </a:ext>
            </a:extLst>
          </p:cNvPr>
          <p:cNvSpPr>
            <a:spLocks noGrp="1"/>
          </p:cNvSpPr>
          <p:nvPr>
            <p:ph type="body" sz="quarter" idx="14" hasCustomPrompt="1"/>
          </p:nvPr>
        </p:nvSpPr>
        <p:spPr>
          <a:xfrm>
            <a:off x="336854" y="271202"/>
            <a:ext cx="1061753" cy="812798"/>
          </a:xfrm>
        </p:spPr>
        <p:txBody>
          <a:bodyPr anchor="t" anchorCtr="0">
            <a:noAutofit/>
          </a:bodyPr>
          <a:lstStyle>
            <a:lvl1pPr marL="0" indent="0">
              <a:buNone/>
              <a:defRPr sz="4800" b="1">
                <a:solidFill>
                  <a:schemeClr val="bg1"/>
                </a:solidFill>
                <a:latin typeface="+mj-lt"/>
              </a:defRPr>
            </a:lvl1pPr>
          </a:lstStyle>
          <a:p>
            <a:pPr lvl="0"/>
            <a:r>
              <a:rPr lang="en-US"/>
              <a:t>XX.</a:t>
            </a:r>
          </a:p>
        </p:txBody>
      </p:sp>
      <p:sp>
        <p:nvSpPr>
          <p:cNvPr id="14" name="Text Placeholder 8">
            <a:extLst>
              <a:ext uri="{FF2B5EF4-FFF2-40B4-BE49-F238E27FC236}">
                <a16:creationId xmlns:a16="http://schemas.microsoft.com/office/drawing/2014/main" id="{B2D7647F-DB9A-AF42-9F70-B4737D98274E}"/>
              </a:ext>
            </a:extLst>
          </p:cNvPr>
          <p:cNvSpPr>
            <a:spLocks noGrp="1"/>
          </p:cNvSpPr>
          <p:nvPr>
            <p:ph type="body" sz="quarter" idx="15" hasCustomPrompt="1"/>
          </p:nvPr>
        </p:nvSpPr>
        <p:spPr>
          <a:xfrm>
            <a:off x="336855" y="247573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8" name="Group 7">
            <a:extLst>
              <a:ext uri="{FF2B5EF4-FFF2-40B4-BE49-F238E27FC236}">
                <a16:creationId xmlns:a16="http://schemas.microsoft.com/office/drawing/2014/main" id="{E158405D-C4A0-43C3-9BDE-0A3D27DCB1EA}"/>
              </a:ext>
            </a:extLst>
          </p:cNvPr>
          <p:cNvGrpSpPr/>
          <p:nvPr userDrawn="1"/>
        </p:nvGrpSpPr>
        <p:grpSpPr>
          <a:xfrm>
            <a:off x="348744" y="-235890"/>
            <a:ext cx="8458402" cy="96630"/>
            <a:chOff x="348744" y="-257175"/>
            <a:chExt cx="6235603" cy="227531"/>
          </a:xfrm>
          <a:solidFill>
            <a:schemeClr val="bg2">
              <a:lumMod val="40000"/>
              <a:lumOff val="60000"/>
            </a:schemeClr>
          </a:solidFill>
        </p:grpSpPr>
        <p:sp>
          <p:nvSpPr>
            <p:cNvPr id="10" name="Rectangle 9">
              <a:extLst>
                <a:ext uri="{FF2B5EF4-FFF2-40B4-BE49-F238E27FC236}">
                  <a16:creationId xmlns:a16="http://schemas.microsoft.com/office/drawing/2014/main" id="{7E4DD782-B8B6-400F-AE52-4259D06BC168}"/>
                </a:ext>
              </a:extLst>
            </p:cNvPr>
            <p:cNvSpPr/>
            <p:nvPr/>
          </p:nvSpPr>
          <p:spPr>
            <a:xfrm>
              <a:off x="348744"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1" name="Rectangle 10">
              <a:extLst>
                <a:ext uri="{FF2B5EF4-FFF2-40B4-BE49-F238E27FC236}">
                  <a16:creationId xmlns:a16="http://schemas.microsoft.com/office/drawing/2014/main" id="{11D23205-8B62-49CE-AF7D-2903DADB0561}"/>
                </a:ext>
              </a:extLst>
            </p:cNvPr>
            <p:cNvSpPr/>
            <p:nvPr/>
          </p:nvSpPr>
          <p:spPr>
            <a:xfrm>
              <a:off x="1403567"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5" name="Rectangle 14">
              <a:extLst>
                <a:ext uri="{FF2B5EF4-FFF2-40B4-BE49-F238E27FC236}">
                  <a16:creationId xmlns:a16="http://schemas.microsoft.com/office/drawing/2014/main" id="{FB570848-EB8D-4253-BD20-793EC08F0CBF}"/>
                </a:ext>
              </a:extLst>
            </p:cNvPr>
            <p:cNvSpPr/>
            <p:nvPr/>
          </p:nvSpPr>
          <p:spPr>
            <a:xfrm>
              <a:off x="2458390"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6" name="Rectangle 15">
              <a:extLst>
                <a:ext uri="{FF2B5EF4-FFF2-40B4-BE49-F238E27FC236}">
                  <a16:creationId xmlns:a16="http://schemas.microsoft.com/office/drawing/2014/main" id="{4E598F46-1812-4CB1-80E9-B5E76A50D15C}"/>
                </a:ext>
              </a:extLst>
            </p:cNvPr>
            <p:cNvSpPr/>
            <p:nvPr/>
          </p:nvSpPr>
          <p:spPr>
            <a:xfrm>
              <a:off x="3513213"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7" name="Rectangle 16">
              <a:extLst>
                <a:ext uri="{FF2B5EF4-FFF2-40B4-BE49-F238E27FC236}">
                  <a16:creationId xmlns:a16="http://schemas.microsoft.com/office/drawing/2014/main" id="{BC35BB53-A6B8-4AA3-8FFC-5EA86B47108B}"/>
                </a:ext>
              </a:extLst>
            </p:cNvPr>
            <p:cNvSpPr/>
            <p:nvPr/>
          </p:nvSpPr>
          <p:spPr>
            <a:xfrm>
              <a:off x="4568036"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8" name="Rectangle 17">
              <a:extLst>
                <a:ext uri="{FF2B5EF4-FFF2-40B4-BE49-F238E27FC236}">
                  <a16:creationId xmlns:a16="http://schemas.microsoft.com/office/drawing/2014/main" id="{0BC45D9F-6B8B-45D7-81D4-9839776F75C0}"/>
                </a:ext>
              </a:extLst>
            </p:cNvPr>
            <p:cNvSpPr/>
            <p:nvPr/>
          </p:nvSpPr>
          <p:spPr>
            <a:xfrm>
              <a:off x="5622857"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spTree>
    <p:extLst>
      <p:ext uri="{BB962C8B-B14F-4D97-AF65-F5344CB8AC3E}">
        <p14:creationId xmlns:p14="http://schemas.microsoft.com/office/powerpoint/2010/main" val="29667090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F576EE-E1E1-A149-A89D-895A9F7A2505}"/>
              </a:ext>
            </a:extLst>
          </p:cNvPr>
          <p:cNvSpPr>
            <a:spLocks noGrp="1"/>
          </p:cNvSpPr>
          <p:nvPr>
            <p:ph type="title"/>
          </p:nvPr>
        </p:nvSpPr>
        <p:spPr>
          <a:xfrm>
            <a:off x="336854" y="445961"/>
            <a:ext cx="8479228" cy="591444"/>
          </a:xfrm>
          <a:prstGeom prst="rect">
            <a:avLst/>
          </a:prstGeom>
        </p:spPr>
        <p:txBody>
          <a:bodyPr vert="horz" lIns="0" tIns="0" rIns="0" bIns="0" rtlCol="0" anchor="t" anchorCtr="0">
            <a:noAutofit/>
          </a:bodyPr>
          <a:lstStyle/>
          <a:p>
            <a:r>
              <a:rPr lang="en-US"/>
              <a:t>Headline in Arial 32pt</a:t>
            </a:r>
          </a:p>
        </p:txBody>
      </p:sp>
      <p:sp>
        <p:nvSpPr>
          <p:cNvPr id="3" name="Text Placeholder 2">
            <a:extLst>
              <a:ext uri="{FF2B5EF4-FFF2-40B4-BE49-F238E27FC236}">
                <a16:creationId xmlns:a16="http://schemas.microsoft.com/office/drawing/2014/main" id="{ED00A704-6E34-8546-AF8E-A05DA2C9E877}"/>
              </a:ext>
            </a:extLst>
          </p:cNvPr>
          <p:cNvSpPr>
            <a:spLocks noGrp="1"/>
          </p:cNvSpPr>
          <p:nvPr>
            <p:ph type="body" idx="1"/>
          </p:nvPr>
        </p:nvSpPr>
        <p:spPr>
          <a:xfrm>
            <a:off x="336853" y="1402827"/>
            <a:ext cx="8479228" cy="3009900"/>
          </a:xfrm>
          <a:prstGeom prst="rect">
            <a:avLst/>
          </a:prstGeom>
        </p:spPr>
        <p:txBody>
          <a:bodyPr vert="horz" lIns="18288"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50841231-D487-EE4C-950F-E9DCF862D484}"/>
              </a:ext>
            </a:extLst>
          </p:cNvPr>
          <p:cNvSpPr>
            <a:spLocks noGrp="1"/>
          </p:cNvSpPr>
          <p:nvPr>
            <p:ph type="ftr" sz="quarter" idx="3"/>
          </p:nvPr>
        </p:nvSpPr>
        <p:spPr>
          <a:xfrm>
            <a:off x="573216" y="4839652"/>
            <a:ext cx="2468429" cy="123111"/>
          </a:xfrm>
          <a:prstGeom prst="rect">
            <a:avLst/>
          </a:prstGeom>
        </p:spPr>
        <p:txBody>
          <a:bodyPr vert="horz" lIns="0" tIns="45720" rIns="0" bIns="45720" rtlCol="0" anchor="ctr">
            <a:noAutofit/>
          </a:bodyPr>
          <a:lstStyle>
            <a:lvl1pPr algn="l">
              <a:defRPr sz="800">
                <a:solidFill>
                  <a:schemeClr val="tx1">
                    <a:tint val="75000"/>
                  </a:schemeClr>
                </a:solidFill>
              </a:defRPr>
            </a:lvl1pPr>
          </a:lstStyle>
          <a:p>
            <a:r>
              <a:rPr lang="en-US"/>
              <a:t>Presentation Name or Footer Copy</a:t>
            </a:r>
          </a:p>
        </p:txBody>
      </p:sp>
      <p:grpSp>
        <p:nvGrpSpPr>
          <p:cNvPr id="6" name="Group 5">
            <a:extLst>
              <a:ext uri="{FF2B5EF4-FFF2-40B4-BE49-F238E27FC236}">
                <a16:creationId xmlns:a16="http://schemas.microsoft.com/office/drawing/2014/main" id="{35D89684-FA84-A54D-81D7-CDE249043352}"/>
              </a:ext>
            </a:extLst>
          </p:cNvPr>
          <p:cNvGrpSpPr/>
          <p:nvPr userDrawn="1"/>
        </p:nvGrpSpPr>
        <p:grpSpPr>
          <a:xfrm>
            <a:off x="2" y="-412162"/>
            <a:ext cx="9171213" cy="215893"/>
            <a:chOff x="2" y="194089"/>
            <a:chExt cx="9171213" cy="215893"/>
          </a:xfrm>
        </p:grpSpPr>
        <p:sp>
          <p:nvSpPr>
            <p:cNvPr id="29" name="Text Placeholder 10">
              <a:extLst>
                <a:ext uri="{FF2B5EF4-FFF2-40B4-BE49-F238E27FC236}">
                  <a16:creationId xmlns:a16="http://schemas.microsoft.com/office/drawing/2014/main" id="{BB9D232C-26E9-6E49-ADD6-390FE2EA6D25}"/>
                </a:ext>
              </a:extLst>
            </p:cNvPr>
            <p:cNvSpPr txBox="1">
              <a:spLocks/>
            </p:cNvSpPr>
            <p:nvPr userDrawn="1"/>
          </p:nvSpPr>
          <p:spPr>
            <a:xfrm flipV="1">
              <a:off x="8820729" y="248067"/>
              <a:ext cx="350486" cy="107935"/>
            </a:xfrm>
            <a:prstGeom prst="rect">
              <a:avLst/>
            </a:prstGeom>
            <a:pattFill prst="wdUpDiag">
              <a:fgClr>
                <a:schemeClr val="bg2">
                  <a:lumMod val="20000"/>
                  <a:lumOff val="80000"/>
                </a:schemeClr>
              </a:fgClr>
              <a:bgClr>
                <a:schemeClr val="bg2">
                  <a:lumMod val="60000"/>
                  <a:lumOff val="40000"/>
                </a:schemeClr>
              </a:bgClr>
            </a:pattFill>
          </p:spPr>
          <p:txBody>
            <a:bodyPr wrap="none" lIns="0" tIns="0" rIns="0" bIns="0" anchor="ctr">
              <a:noAutofit/>
            </a:bodyPr>
            <a:lstStyle>
              <a:lvl1pPr marL="0" indent="0" algn="l" defTabSz="914377" rtl="0" eaLnBrk="1" latinLnBrk="0" hangingPunct="1">
                <a:lnSpc>
                  <a:spcPct val="90000"/>
                </a:lnSpc>
                <a:spcBef>
                  <a:spcPts val="2400"/>
                </a:spcBef>
                <a:buFont typeface="Arial" panose="020B0604020202020204" pitchFamily="34" charset="0"/>
                <a:buNone/>
                <a:defRPr sz="1000" kern="1200" spc="0" baseline="0">
                  <a:solidFill>
                    <a:schemeClr val="tx1"/>
                  </a:solidFill>
                  <a:latin typeface="+mn-lt"/>
                  <a:ea typeface="+mn-ea"/>
                  <a:cs typeface="+mn-cs"/>
                </a:defRPr>
              </a:lvl1pPr>
              <a:lvl2pPr marL="0" indent="0" algn="l" defTabSz="914377" rtl="0" eaLnBrk="1" latinLnBrk="0" hangingPunct="1">
                <a:lnSpc>
                  <a:spcPct val="90000"/>
                </a:lnSpc>
                <a:spcBef>
                  <a:spcPts val="1600"/>
                </a:spcBef>
                <a:spcAft>
                  <a:spcPts val="800"/>
                </a:spcAft>
                <a:buFont typeface="Arial" panose="020B0604020202020204" pitchFamily="34" charset="0"/>
                <a:buNone/>
                <a:defRPr sz="1000" kern="1200" spc="0" baseline="0">
                  <a:solidFill>
                    <a:schemeClr val="tx1"/>
                  </a:solidFill>
                  <a:latin typeface="Helvetica Now for IB Display" panose="020B0504030202020204" pitchFamily="34" charset="0"/>
                  <a:ea typeface="+mn-ea"/>
                  <a:cs typeface="+mn-cs"/>
                </a:defRPr>
              </a:lvl2pPr>
              <a:lvl3pPr marL="0" indent="0" algn="l" defTabSz="914377" rtl="0" eaLnBrk="1" latinLnBrk="0" hangingPunct="1">
                <a:lnSpc>
                  <a:spcPct val="90000"/>
                </a:lnSpc>
                <a:spcBef>
                  <a:spcPts val="1600"/>
                </a:spcBef>
                <a:buFont typeface="Arial" panose="020B0604020202020204" pitchFamily="34" charset="0"/>
                <a:buNone/>
                <a:defRPr sz="1000" b="1" kern="1200" cap="all" spc="0" baseline="0">
                  <a:solidFill>
                    <a:schemeClr val="tx2"/>
                  </a:solidFill>
                  <a:latin typeface="Helvetica Now for IB Micro Bold" panose="020B0504030202020204" pitchFamily="34" charset="0"/>
                  <a:ea typeface="+mn-ea"/>
                  <a:cs typeface="+mn-cs"/>
                </a:defRPr>
              </a:lvl3pPr>
              <a:lvl4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4pPr>
              <a:lvl5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600" b="1" i="0">
                <a:solidFill>
                  <a:schemeClr val="accent3"/>
                </a:solidFill>
                <a:latin typeface="Arial" panose="020B0604020202020204" pitchFamily="34" charset="0"/>
              </a:endParaRPr>
            </a:p>
          </p:txBody>
        </p:sp>
        <p:sp>
          <p:nvSpPr>
            <p:cNvPr id="15" name="Text Placeholder 10">
              <a:extLst>
                <a:ext uri="{FF2B5EF4-FFF2-40B4-BE49-F238E27FC236}">
                  <a16:creationId xmlns:a16="http://schemas.microsoft.com/office/drawing/2014/main" id="{E41C8900-B160-DD4D-B382-C3FD99240882}"/>
                </a:ext>
              </a:extLst>
            </p:cNvPr>
            <p:cNvSpPr txBox="1">
              <a:spLocks/>
            </p:cNvSpPr>
            <p:nvPr/>
          </p:nvSpPr>
          <p:spPr>
            <a:xfrm flipV="1">
              <a:off x="338200" y="248065"/>
              <a:ext cx="8479229" cy="107935"/>
            </a:xfrm>
            <a:prstGeom prst="rect">
              <a:avLst/>
            </a:prstGeom>
            <a:solidFill>
              <a:schemeClr val="bg2">
                <a:lumMod val="40000"/>
                <a:lumOff val="60000"/>
                <a:alpha val="60000"/>
              </a:schemeClr>
            </a:solidFill>
          </p:spPr>
          <p:txBody>
            <a:bodyPr wrap="none" lIns="0" tIns="0" rIns="0" bIns="0" anchor="ctr">
              <a:noAutofit/>
            </a:bodyPr>
            <a:lstStyle>
              <a:defPPr>
                <a:defRPr lang="en-US"/>
              </a:defPPr>
              <a:lvl1pPr indent="0" algn="ctr" defTabSz="914377">
                <a:lnSpc>
                  <a:spcPct val="90000"/>
                </a:lnSpc>
                <a:spcBef>
                  <a:spcPts val="2400"/>
                </a:spcBef>
                <a:buFont typeface="Arial" panose="020B0604020202020204" pitchFamily="34" charset="0"/>
                <a:buNone/>
                <a:defRPr sz="600" b="1" spc="0" baseline="0">
                  <a:solidFill>
                    <a:schemeClr val="accent3"/>
                  </a:solidFill>
                  <a:latin typeface="Helvetica Now for IB Micro Bold" panose="020B0504030202020204" pitchFamily="34" charset="77"/>
                </a:defRPr>
              </a:lvl1pPr>
              <a:lvl2pPr marL="0" indent="0" defTabSz="914377">
                <a:lnSpc>
                  <a:spcPct val="90000"/>
                </a:lnSpc>
                <a:spcBef>
                  <a:spcPts val="1600"/>
                </a:spcBef>
                <a:spcAft>
                  <a:spcPts val="800"/>
                </a:spcAft>
                <a:buFont typeface="Arial" panose="020B0604020202020204" pitchFamily="34" charset="0"/>
                <a:buNone/>
                <a:defRPr sz="1000" spc="0" baseline="0">
                  <a:latin typeface="Helvetica Now for IB Display" panose="020B0504030202020204" pitchFamily="34" charset="0"/>
                </a:defRPr>
              </a:lvl2pPr>
              <a:lvl3pPr marL="0" indent="0" defTabSz="914377">
                <a:lnSpc>
                  <a:spcPct val="90000"/>
                </a:lnSpc>
                <a:spcBef>
                  <a:spcPts val="1600"/>
                </a:spcBef>
                <a:buFont typeface="Arial" panose="020B0604020202020204" pitchFamily="34" charset="0"/>
                <a:buNone/>
                <a:defRPr sz="1000" b="1" cap="all" spc="0" baseline="0">
                  <a:solidFill>
                    <a:schemeClr val="tx2"/>
                  </a:solidFill>
                  <a:latin typeface="Helvetica Now for IB Micro Bold" panose="020B0504030202020204" pitchFamily="34" charset="0"/>
                </a:defRPr>
              </a:lvl3pPr>
              <a:lvl4pPr marL="0" indent="0" defTabSz="914377">
                <a:lnSpc>
                  <a:spcPct val="100000"/>
                </a:lnSpc>
                <a:spcBef>
                  <a:spcPts val="500"/>
                </a:spcBef>
                <a:buFont typeface="Arial" panose="020B0604020202020204" pitchFamily="34" charset="0"/>
                <a:buNone/>
                <a:defRPr sz="1000" spc="0">
                  <a:latin typeface="Helvetica Now for IB Text" panose="020B0504030202020204" pitchFamily="34" charset="0"/>
                </a:defRPr>
              </a:lvl4pPr>
              <a:lvl5pPr marL="0" indent="0" defTabSz="914377">
                <a:lnSpc>
                  <a:spcPct val="100000"/>
                </a:lnSpc>
                <a:spcBef>
                  <a:spcPts val="500"/>
                </a:spcBef>
                <a:buFont typeface="Arial" panose="020B0604020202020204" pitchFamily="34" charset="0"/>
                <a:buNone/>
                <a:defRPr sz="1000" spc="0">
                  <a:latin typeface="Helvetica Now for IB Text" panose="020B0504030202020204" pitchFamily="34" charset="0"/>
                </a:defRP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endParaRPr lang="en-US" b="1" i="0">
                <a:latin typeface="Arial" panose="020B0604020202020204" pitchFamily="34" charset="0"/>
              </a:endParaRPr>
            </a:p>
          </p:txBody>
        </p:sp>
        <p:sp>
          <p:nvSpPr>
            <p:cNvPr id="16" name="Text Placeholder 10">
              <a:extLst>
                <a:ext uri="{FF2B5EF4-FFF2-40B4-BE49-F238E27FC236}">
                  <a16:creationId xmlns:a16="http://schemas.microsoft.com/office/drawing/2014/main" id="{0B245863-4E0B-1845-B865-6793A26D101A}"/>
                </a:ext>
              </a:extLst>
            </p:cNvPr>
            <p:cNvSpPr txBox="1">
              <a:spLocks/>
            </p:cNvSpPr>
            <p:nvPr userDrawn="1"/>
          </p:nvSpPr>
          <p:spPr>
            <a:xfrm flipV="1">
              <a:off x="2" y="248065"/>
              <a:ext cx="338694" cy="107935"/>
            </a:xfrm>
            <a:prstGeom prst="rect">
              <a:avLst/>
            </a:prstGeom>
            <a:pattFill prst="wdUpDiag">
              <a:fgClr>
                <a:schemeClr val="bg2">
                  <a:lumMod val="20000"/>
                  <a:lumOff val="80000"/>
                </a:schemeClr>
              </a:fgClr>
              <a:bgClr>
                <a:schemeClr val="bg2">
                  <a:lumMod val="60000"/>
                  <a:lumOff val="40000"/>
                </a:schemeClr>
              </a:bgClr>
            </a:pattFill>
          </p:spPr>
          <p:txBody>
            <a:bodyPr wrap="none" lIns="0" tIns="0" rIns="0" bIns="0" anchor="ctr">
              <a:noAutofit/>
            </a:bodyPr>
            <a:lstStyle>
              <a:lvl1pPr marL="0" indent="0" algn="l" defTabSz="914377" rtl="0" eaLnBrk="1" latinLnBrk="0" hangingPunct="1">
                <a:lnSpc>
                  <a:spcPct val="90000"/>
                </a:lnSpc>
                <a:spcBef>
                  <a:spcPts val="2400"/>
                </a:spcBef>
                <a:buFont typeface="Arial" panose="020B0604020202020204" pitchFamily="34" charset="0"/>
                <a:buNone/>
                <a:defRPr sz="1000" kern="1200" spc="0" baseline="0">
                  <a:solidFill>
                    <a:schemeClr val="tx1"/>
                  </a:solidFill>
                  <a:latin typeface="+mn-lt"/>
                  <a:ea typeface="+mn-ea"/>
                  <a:cs typeface="+mn-cs"/>
                </a:defRPr>
              </a:lvl1pPr>
              <a:lvl2pPr marL="0" indent="0" algn="l" defTabSz="914377" rtl="0" eaLnBrk="1" latinLnBrk="0" hangingPunct="1">
                <a:lnSpc>
                  <a:spcPct val="90000"/>
                </a:lnSpc>
                <a:spcBef>
                  <a:spcPts val="1600"/>
                </a:spcBef>
                <a:spcAft>
                  <a:spcPts val="800"/>
                </a:spcAft>
                <a:buFont typeface="Arial" panose="020B0604020202020204" pitchFamily="34" charset="0"/>
                <a:buNone/>
                <a:defRPr sz="1000" kern="1200" spc="0" baseline="0">
                  <a:solidFill>
                    <a:schemeClr val="tx1"/>
                  </a:solidFill>
                  <a:latin typeface="Helvetica Now for IB Display" panose="020B0504030202020204" pitchFamily="34" charset="0"/>
                  <a:ea typeface="+mn-ea"/>
                  <a:cs typeface="+mn-cs"/>
                </a:defRPr>
              </a:lvl2pPr>
              <a:lvl3pPr marL="0" indent="0" algn="l" defTabSz="914377" rtl="0" eaLnBrk="1" latinLnBrk="0" hangingPunct="1">
                <a:lnSpc>
                  <a:spcPct val="90000"/>
                </a:lnSpc>
                <a:spcBef>
                  <a:spcPts val="1600"/>
                </a:spcBef>
                <a:buFont typeface="Arial" panose="020B0604020202020204" pitchFamily="34" charset="0"/>
                <a:buNone/>
                <a:defRPr sz="1000" b="1" kern="1200" cap="all" spc="0" baseline="0">
                  <a:solidFill>
                    <a:schemeClr val="tx2"/>
                  </a:solidFill>
                  <a:latin typeface="Helvetica Now for IB Micro Bold" panose="020B0504030202020204" pitchFamily="34" charset="0"/>
                  <a:ea typeface="+mn-ea"/>
                  <a:cs typeface="+mn-cs"/>
                </a:defRPr>
              </a:lvl3pPr>
              <a:lvl4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4pPr>
              <a:lvl5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600" b="1" i="0">
                <a:solidFill>
                  <a:schemeClr val="accent3"/>
                </a:solidFill>
                <a:latin typeface="Arial" panose="020B0604020202020204" pitchFamily="34" charset="0"/>
              </a:endParaRPr>
            </a:p>
          </p:txBody>
        </p:sp>
        <p:cxnSp>
          <p:nvCxnSpPr>
            <p:cNvPr id="28" name="Straight Connector 27">
              <a:extLst>
                <a:ext uri="{FF2B5EF4-FFF2-40B4-BE49-F238E27FC236}">
                  <a16:creationId xmlns:a16="http://schemas.microsoft.com/office/drawing/2014/main" id="{9261D5C8-8CCB-5341-B5FE-6102639BE8F2}"/>
                </a:ext>
              </a:extLst>
            </p:cNvPr>
            <p:cNvCxnSpPr>
              <a:cxnSpLocks/>
            </p:cNvCxnSpPr>
            <p:nvPr userDrawn="1"/>
          </p:nvCxnSpPr>
          <p:spPr>
            <a:xfrm flipV="1">
              <a:off x="8820233"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2556939-1FE2-F546-B5B3-01B749456074}"/>
                </a:ext>
              </a:extLst>
            </p:cNvPr>
            <p:cNvCxnSpPr>
              <a:cxnSpLocks/>
            </p:cNvCxnSpPr>
            <p:nvPr userDrawn="1"/>
          </p:nvCxnSpPr>
          <p:spPr>
            <a:xfrm flipV="1">
              <a:off x="3037540"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658F464-F09F-384F-BEFD-D27F30BB0084}"/>
                </a:ext>
              </a:extLst>
            </p:cNvPr>
            <p:cNvCxnSpPr>
              <a:cxnSpLocks/>
            </p:cNvCxnSpPr>
            <p:nvPr userDrawn="1"/>
          </p:nvCxnSpPr>
          <p:spPr>
            <a:xfrm flipV="1">
              <a:off x="6093561"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DF03A5D-AC40-3443-9B33-88AB45D92373}"/>
                </a:ext>
              </a:extLst>
            </p:cNvPr>
            <p:cNvCxnSpPr>
              <a:cxnSpLocks/>
            </p:cNvCxnSpPr>
            <p:nvPr userDrawn="1"/>
          </p:nvCxnSpPr>
          <p:spPr>
            <a:xfrm flipV="1">
              <a:off x="182212"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7A2BFC2-6B30-284A-BCAB-BE2357283861}"/>
                </a:ext>
              </a:extLst>
            </p:cNvPr>
            <p:cNvCxnSpPr>
              <a:cxnSpLocks/>
            </p:cNvCxnSpPr>
            <p:nvPr userDrawn="1"/>
          </p:nvCxnSpPr>
          <p:spPr>
            <a:xfrm flipV="1">
              <a:off x="336853" y="194089"/>
              <a:ext cx="0" cy="215893"/>
            </a:xfrm>
            <a:prstGeom prst="line">
              <a:avLst/>
            </a:prstGeom>
            <a:ln w="12700" cap="flat">
              <a:solidFill>
                <a:schemeClr val="accent2">
                  <a:lumMod val="50000"/>
                  <a:lumOff val="5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CF8B45CB-166E-8945-84C0-388647F3F97B}"/>
              </a:ext>
            </a:extLst>
          </p:cNvPr>
          <p:cNvGrpSpPr/>
          <p:nvPr userDrawn="1"/>
        </p:nvGrpSpPr>
        <p:grpSpPr>
          <a:xfrm>
            <a:off x="-381610" y="239850"/>
            <a:ext cx="256479" cy="4538299"/>
            <a:chOff x="-763200" y="239850"/>
            <a:chExt cx="360000" cy="4538299"/>
          </a:xfrm>
        </p:grpSpPr>
        <p:cxnSp>
          <p:nvCxnSpPr>
            <p:cNvPr id="39" name="Straight Connector 38">
              <a:extLst>
                <a:ext uri="{FF2B5EF4-FFF2-40B4-BE49-F238E27FC236}">
                  <a16:creationId xmlns:a16="http://schemas.microsoft.com/office/drawing/2014/main" id="{FFE5489C-8E3A-6343-89FD-0ACB1E1A5A4C}"/>
                </a:ext>
              </a:extLst>
            </p:cNvPr>
            <p:cNvCxnSpPr>
              <a:cxnSpLocks/>
            </p:cNvCxnSpPr>
            <p:nvPr/>
          </p:nvCxnSpPr>
          <p:spPr>
            <a:xfrm>
              <a:off x="-763200" y="442993"/>
              <a:ext cx="360000" cy="0"/>
            </a:xfrm>
            <a:prstGeom prst="line">
              <a:avLst/>
            </a:prstGeom>
            <a:ln w="12700" cap="flat">
              <a:solidFill>
                <a:schemeClr val="bg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427A8A3-8324-0946-AD3B-D094867EBA20}"/>
                </a:ext>
              </a:extLst>
            </p:cNvPr>
            <p:cNvCxnSpPr>
              <a:cxnSpLocks/>
            </p:cNvCxnSpPr>
            <p:nvPr userDrawn="1"/>
          </p:nvCxnSpPr>
          <p:spPr>
            <a:xfrm>
              <a:off x="-763200" y="962325"/>
              <a:ext cx="360000" cy="0"/>
            </a:xfrm>
            <a:prstGeom prst="line">
              <a:avLst/>
            </a:prstGeom>
            <a:ln w="12700" cap="flat">
              <a:solidFill>
                <a:schemeClr val="tx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F98CA01-43A1-4541-A68C-5242AFF8F1C4}"/>
                </a:ext>
              </a:extLst>
            </p:cNvPr>
            <p:cNvCxnSpPr>
              <a:cxnSpLocks/>
            </p:cNvCxnSpPr>
            <p:nvPr userDrawn="1"/>
          </p:nvCxnSpPr>
          <p:spPr>
            <a:xfrm>
              <a:off x="-763200" y="4778149"/>
              <a:ext cx="360000" cy="0"/>
            </a:xfrm>
            <a:prstGeom prst="line">
              <a:avLst/>
            </a:prstGeom>
            <a:ln w="12700" cap="flat">
              <a:solidFill>
                <a:schemeClr val="bg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D5C9F0-37CC-F441-8755-22DA61A98AF6}"/>
                </a:ext>
              </a:extLst>
            </p:cNvPr>
            <p:cNvCxnSpPr>
              <a:cxnSpLocks/>
            </p:cNvCxnSpPr>
            <p:nvPr userDrawn="1"/>
          </p:nvCxnSpPr>
          <p:spPr>
            <a:xfrm>
              <a:off x="-763200" y="239850"/>
              <a:ext cx="360000" cy="0"/>
            </a:xfrm>
            <a:prstGeom prst="line">
              <a:avLst/>
            </a:prstGeom>
            <a:ln w="12700" cap="flat">
              <a:solidFill>
                <a:schemeClr val="bg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grpSp>
      <p:sp>
        <p:nvSpPr>
          <p:cNvPr id="7" name="Slide Number Placeholder 5">
            <a:extLst>
              <a:ext uri="{FF2B5EF4-FFF2-40B4-BE49-F238E27FC236}">
                <a16:creationId xmlns:a16="http://schemas.microsoft.com/office/drawing/2014/main" id="{0F1FC515-AD99-A8E8-7ECC-D98D2250E36A}"/>
              </a:ext>
            </a:extLst>
          </p:cNvPr>
          <p:cNvSpPr>
            <a:spLocks noGrp="1"/>
          </p:cNvSpPr>
          <p:nvPr>
            <p:ph type="sldNum" sz="quarter" idx="4"/>
          </p:nvPr>
        </p:nvSpPr>
        <p:spPr>
          <a:xfrm>
            <a:off x="348744" y="4844415"/>
            <a:ext cx="228600" cy="123111"/>
          </a:xfrm>
          <a:prstGeom prst="rect">
            <a:avLst/>
          </a:prstGeom>
        </p:spPr>
        <p:txBody>
          <a:bodyPr lIns="0" tIns="0" rIns="0" bIns="0" anchor="ctr" anchorCtr="0">
            <a:noAutofit/>
          </a:bodyPr>
          <a:lstStyle>
            <a:lvl1pPr algn="l">
              <a:defRPr sz="900" b="1" i="0">
                <a:solidFill>
                  <a:schemeClr val="tx2"/>
                </a:solidFill>
                <a:latin typeface="Arial" panose="020B0604020202020204" pitchFamily="34" charset="0"/>
                <a:cs typeface="Arial" panose="020B0604020202020204" pitchFamily="34" charset="0"/>
              </a:defRPr>
            </a:lvl1pPr>
          </a:lstStyle>
          <a:p>
            <a:fld id="{20A31C1A-45A8-416D-9FA8-F2195AEE34B7}" type="slidenum">
              <a:rPr lang="en-US" smtClean="0"/>
              <a:pPr/>
              <a:t>‹Nº›</a:t>
            </a:fld>
            <a:endParaRPr lang="en-US"/>
          </a:p>
        </p:txBody>
      </p:sp>
    </p:spTree>
    <p:extLst>
      <p:ext uri="{BB962C8B-B14F-4D97-AF65-F5344CB8AC3E}">
        <p14:creationId xmlns:p14="http://schemas.microsoft.com/office/powerpoint/2010/main" val="3546770547"/>
      </p:ext>
    </p:extLst>
  </p:cSld>
  <p:clrMap bg1="lt1" tx1="dk1" bg2="lt2" tx2="dk2" accent1="accent1" accent2="accent2" accent3="accent3" accent4="accent4" accent5="accent5" accent6="accent6" hlink="hlink" folHlink="folHlink"/>
  <p:sldLayoutIdLst>
    <p:sldLayoutId id="2147483727" r:id="rId1"/>
    <p:sldLayoutId id="2147483839" r:id="rId2"/>
    <p:sldLayoutId id="2147483805" r:id="rId3"/>
    <p:sldLayoutId id="2147483726" r:id="rId4"/>
    <p:sldLayoutId id="2147483806" r:id="rId5"/>
    <p:sldLayoutId id="2147483738" r:id="rId6"/>
    <p:sldLayoutId id="2147483739" r:id="rId7"/>
    <p:sldLayoutId id="2147483798" r:id="rId8"/>
    <p:sldLayoutId id="2147483755" r:id="rId9"/>
    <p:sldLayoutId id="2147483807" r:id="rId10"/>
    <p:sldLayoutId id="2147483810" r:id="rId11"/>
    <p:sldLayoutId id="2147483809" r:id="rId12"/>
    <p:sldLayoutId id="2147483754" r:id="rId13"/>
    <p:sldLayoutId id="2147483744" r:id="rId14"/>
    <p:sldLayoutId id="2147483745" r:id="rId15"/>
    <p:sldLayoutId id="2147483753" r:id="rId16"/>
    <p:sldLayoutId id="2147483811" r:id="rId17"/>
    <p:sldLayoutId id="2147483813" r:id="rId18"/>
    <p:sldLayoutId id="2147483812" r:id="rId19"/>
    <p:sldLayoutId id="2147483737" r:id="rId20"/>
    <p:sldLayoutId id="2147483740" r:id="rId21"/>
    <p:sldLayoutId id="2147483741" r:id="rId22"/>
    <p:sldLayoutId id="2147483803" r:id="rId23"/>
    <p:sldLayoutId id="2147483804" r:id="rId24"/>
    <p:sldLayoutId id="2147483749" r:id="rId25"/>
    <p:sldLayoutId id="2147483750" r:id="rId26"/>
    <p:sldLayoutId id="2147483751" r:id="rId27"/>
    <p:sldLayoutId id="2147483752" r:id="rId28"/>
    <p:sldLayoutId id="2147483783" r:id="rId29"/>
    <p:sldLayoutId id="2147483719" r:id="rId30"/>
    <p:sldLayoutId id="2147483733" r:id="rId31"/>
    <p:sldLayoutId id="2147483802" r:id="rId32"/>
    <p:sldLayoutId id="2147483730" r:id="rId33"/>
    <p:sldLayoutId id="2147483780" r:id="rId34"/>
    <p:sldLayoutId id="2147483779" r:id="rId35"/>
    <p:sldLayoutId id="2147483778" r:id="rId36"/>
    <p:sldLayoutId id="2147483777" r:id="rId37"/>
    <p:sldLayoutId id="2147483761" r:id="rId38"/>
    <p:sldLayoutId id="2147483766" r:id="rId39"/>
    <p:sldLayoutId id="2147483781" r:id="rId40"/>
    <p:sldLayoutId id="2147483767" r:id="rId41"/>
    <p:sldLayoutId id="2147483760" r:id="rId42"/>
    <p:sldLayoutId id="2147483782" r:id="rId43"/>
    <p:sldLayoutId id="2147483769" r:id="rId44"/>
    <p:sldLayoutId id="2147483747" r:id="rId45"/>
    <p:sldLayoutId id="2147483735" r:id="rId46"/>
    <p:sldLayoutId id="2147483764" r:id="rId47"/>
    <p:sldLayoutId id="2147483799" r:id="rId48"/>
    <p:sldLayoutId id="2147483765" r:id="rId49"/>
    <p:sldLayoutId id="2147483790" r:id="rId50"/>
    <p:sldLayoutId id="2147483791" r:id="rId51"/>
    <p:sldLayoutId id="2147483816" r:id="rId52"/>
    <p:sldLayoutId id="2147483817" r:id="rId53"/>
    <p:sldLayoutId id="2147483792" r:id="rId54"/>
    <p:sldLayoutId id="2147483771" r:id="rId55"/>
    <p:sldLayoutId id="2147483797" r:id="rId56"/>
    <p:sldLayoutId id="2147483775" r:id="rId57"/>
    <p:sldLayoutId id="2147483772" r:id="rId58"/>
    <p:sldLayoutId id="2147483774" r:id="rId59"/>
    <p:sldLayoutId id="2147483784" r:id="rId60"/>
    <p:sldLayoutId id="2147483785" r:id="rId61"/>
    <p:sldLayoutId id="2147483814" r:id="rId62"/>
    <p:sldLayoutId id="2147483786" r:id="rId63"/>
    <p:sldLayoutId id="2147483815" r:id="rId64"/>
    <p:sldLayoutId id="2147483787" r:id="rId65"/>
    <p:sldLayoutId id="2147483836" r:id="rId66"/>
    <p:sldLayoutId id="2147483837" r:id="rId67"/>
    <p:sldLayoutId id="2147483838" r:id="rId68"/>
    <p:sldLayoutId id="2147483789" r:id="rId69"/>
    <p:sldLayoutId id="2147483788" r:id="rId70"/>
    <p:sldLayoutId id="2147483834" r:id="rId71"/>
    <p:sldLayoutId id="2147483833" r:id="rId72"/>
    <p:sldLayoutId id="2147483832" r:id="rId73"/>
    <p:sldLayoutId id="2147483835" r:id="rId74"/>
    <p:sldLayoutId id="2147483793" r:id="rId75"/>
    <p:sldLayoutId id="2147483794" r:id="rId76"/>
    <p:sldLayoutId id="2147483795" r:id="rId77"/>
    <p:sldLayoutId id="2147483831" r:id="rId78"/>
    <p:sldLayoutId id="2147483796" r:id="rId79"/>
    <p:sldLayoutId id="2147483703" r:id="rId80"/>
    <p:sldLayoutId id="2147483840" r:id="rId81"/>
  </p:sldLayoutIdLst>
  <p:hf hdr="0" dt="0"/>
  <p:txStyles>
    <p:titleStyle>
      <a:lvl1pPr algn="l" defTabSz="685800" rtl="0" eaLnBrk="1" latinLnBrk="0" hangingPunct="1">
        <a:lnSpc>
          <a:spcPct val="85000"/>
        </a:lnSpc>
        <a:spcBef>
          <a:spcPct val="0"/>
        </a:spcBef>
        <a:buNone/>
        <a:defRPr sz="3200" b="1" i="0" kern="1200" spc="-50" baseline="0">
          <a:solidFill>
            <a:schemeClr val="tx2"/>
          </a:solidFill>
          <a:latin typeface="+mj-lt"/>
          <a:ea typeface="+mj-ea"/>
          <a:cs typeface="Arial" panose="020B0604020202020204" pitchFamily="34" charset="0"/>
        </a:defRPr>
      </a:lvl1pPr>
    </p:titleStyle>
    <p:body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dirty="0" smtClean="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234" userDrawn="1">
          <p15:clr>
            <a:srgbClr val="F26B43"/>
          </p15:clr>
        </p15:guide>
        <p15:guide id="4" pos="5526" userDrawn="1">
          <p15:clr>
            <a:srgbClr val="F26B43"/>
          </p15:clr>
        </p15:guide>
        <p15:guide id="5" orient="horz" pos="2940" userDrawn="1">
          <p15:clr>
            <a:srgbClr val="F26B43"/>
          </p15:clr>
        </p15:guide>
        <p15:guide id="6" orient="horz" pos="300" userDrawn="1">
          <p15:clr>
            <a:srgbClr val="F26B43"/>
          </p15:clr>
        </p15:guide>
        <p15:guide id="7" orient="horz" pos="1044" userDrawn="1">
          <p15:clr>
            <a:srgbClr val="F26B43"/>
          </p15:clr>
        </p15:guide>
        <p15:guide id="9" pos="1548" userDrawn="1">
          <p15:clr>
            <a:srgbClr val="F26B43"/>
          </p15:clr>
        </p15:guide>
        <p15:guide id="10" pos="421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3.xml"/><Relationship Id="rId3" Type="http://schemas.openxmlformats.org/officeDocument/2006/relationships/image" Target="../media/image19.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image" Target="../media/image60.png"/><Relationship Id="rId11" Type="http://schemas.openxmlformats.org/officeDocument/2006/relationships/image" Target="../media/image61.svg"/><Relationship Id="rId1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image" Target="../media/image20.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image" Target="../media/image60.png"/><Relationship Id="rId11" Type="http://schemas.openxmlformats.org/officeDocument/2006/relationships/image" Target="../media/image61.svg"/><Relationship Id="rId1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1.xml"/><Relationship Id="rId3" Type="http://schemas.openxmlformats.org/officeDocument/2006/relationships/image" Target="../media/image3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8.xml"/><Relationship Id="rId3" Type="http://schemas.openxmlformats.org/officeDocument/2006/relationships/image" Target="../media/image3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image" Target="../media/image80.png"/><Relationship Id="rId5" Type="http://schemas.openxmlformats.org/officeDocument/2006/relationships/image" Target="../media/image81.svg"/><Relationship Id="rId6" Type="http://schemas.openxmlformats.org/officeDocument/2006/relationships/image" Target="../media/image82.png"/><Relationship Id="rId7" Type="http://schemas.openxmlformats.org/officeDocument/2006/relationships/image" Target="../media/image83.svg"/><Relationship Id="rId8"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image" Target="../media/image106.png"/><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Two cats in the grass&#10;&#10;Description automatically generated">
            <a:extLst>
              <a:ext uri="{FF2B5EF4-FFF2-40B4-BE49-F238E27FC236}">
                <a16:creationId xmlns:a16="http://schemas.microsoft.com/office/drawing/2014/main" id="{DEA2F057-CE59-E275-6CB4-51E736FDF8ED}"/>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6" name="Rectangle 15">
            <a:extLst>
              <a:ext uri="{FF2B5EF4-FFF2-40B4-BE49-F238E27FC236}">
                <a16:creationId xmlns:a16="http://schemas.microsoft.com/office/drawing/2014/main" id="{4328B574-8C0D-4E37-A23B-E58EB498AE0C}"/>
              </a:ext>
            </a:extLst>
          </p:cNvPr>
          <p:cNvSpPr/>
          <p:nvPr/>
        </p:nvSpPr>
        <p:spPr>
          <a:xfrm rot="5400000">
            <a:off x="2002457" y="-1989331"/>
            <a:ext cx="5143500" cy="9144000"/>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85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21" name="Group 20">
            <a:extLst>
              <a:ext uri="{FF2B5EF4-FFF2-40B4-BE49-F238E27FC236}">
                <a16:creationId xmlns:a16="http://schemas.microsoft.com/office/drawing/2014/main" id="{32E27D08-70E5-4389-B7F4-939CB2C3BCC4}"/>
              </a:ext>
            </a:extLst>
          </p:cNvPr>
          <p:cNvGrpSpPr>
            <a:grpSpLocks noChangeAspect="1"/>
          </p:cNvGrpSpPr>
          <p:nvPr/>
        </p:nvGrpSpPr>
        <p:grpSpPr>
          <a:xfrm>
            <a:off x="7784204" y="4543405"/>
            <a:ext cx="1188720" cy="602912"/>
            <a:chOff x="3249613" y="1898651"/>
            <a:chExt cx="2647950" cy="1343025"/>
          </a:xfrm>
        </p:grpSpPr>
        <p:sp>
          <p:nvSpPr>
            <p:cNvPr id="22" name="Freeform 5">
              <a:extLst>
                <a:ext uri="{FF2B5EF4-FFF2-40B4-BE49-F238E27FC236}">
                  <a16:creationId xmlns:a16="http://schemas.microsoft.com/office/drawing/2014/main" id="{AABD4CB0-341D-4350-B1E7-6CBC741F6C99}"/>
                </a:ext>
              </a:extLst>
            </p:cNvPr>
            <p:cNvSpPr>
              <a:spLocks/>
            </p:cNvSpPr>
            <p:nvPr/>
          </p:nvSpPr>
          <p:spPr bwMode="auto">
            <a:xfrm>
              <a:off x="3249613" y="1898651"/>
              <a:ext cx="2647950" cy="1343025"/>
            </a:xfrm>
            <a:custGeom>
              <a:avLst/>
              <a:gdLst>
                <a:gd name="T0" fmla="*/ 1368 w 1368"/>
                <a:gd name="T1" fmla="*/ 33 h 696"/>
                <a:gd name="T2" fmla="*/ 1368 w 1368"/>
                <a:gd name="T3" fmla="*/ 696 h 696"/>
                <a:gd name="T4" fmla="*/ 0 w 1368"/>
                <a:gd name="T5" fmla="*/ 696 h 696"/>
                <a:gd name="T6" fmla="*/ 0 w 1368"/>
                <a:gd name="T7" fmla="*/ 33 h 696"/>
                <a:gd name="T8" fmla="*/ 33 w 1368"/>
                <a:gd name="T9" fmla="*/ 0 h 696"/>
                <a:gd name="T10" fmla="*/ 1335 w 1368"/>
                <a:gd name="T11" fmla="*/ 0 h 696"/>
                <a:gd name="T12" fmla="*/ 1368 w 1368"/>
                <a:gd name="T13" fmla="*/ 33 h 696"/>
              </a:gdLst>
              <a:ahLst/>
              <a:cxnLst>
                <a:cxn ang="0">
                  <a:pos x="T0" y="T1"/>
                </a:cxn>
                <a:cxn ang="0">
                  <a:pos x="T2" y="T3"/>
                </a:cxn>
                <a:cxn ang="0">
                  <a:pos x="T4" y="T5"/>
                </a:cxn>
                <a:cxn ang="0">
                  <a:pos x="T6" y="T7"/>
                </a:cxn>
                <a:cxn ang="0">
                  <a:pos x="T8" y="T9"/>
                </a:cxn>
                <a:cxn ang="0">
                  <a:pos x="T10" y="T11"/>
                </a:cxn>
                <a:cxn ang="0">
                  <a:pos x="T12" y="T13"/>
                </a:cxn>
              </a:cxnLst>
              <a:rect l="0" t="0" r="r" b="b"/>
              <a:pathLst>
                <a:path w="1368" h="696">
                  <a:moveTo>
                    <a:pt x="1368" y="33"/>
                  </a:moveTo>
                  <a:cubicBezTo>
                    <a:pt x="1368" y="696"/>
                    <a:pt x="1368" y="696"/>
                    <a:pt x="1368" y="696"/>
                  </a:cubicBezTo>
                  <a:cubicBezTo>
                    <a:pt x="0" y="696"/>
                    <a:pt x="0" y="696"/>
                    <a:pt x="0" y="696"/>
                  </a:cubicBezTo>
                  <a:cubicBezTo>
                    <a:pt x="0" y="33"/>
                    <a:pt x="0" y="33"/>
                    <a:pt x="0" y="33"/>
                  </a:cubicBezTo>
                  <a:cubicBezTo>
                    <a:pt x="0" y="15"/>
                    <a:pt x="15" y="0"/>
                    <a:pt x="33" y="0"/>
                  </a:cubicBezTo>
                  <a:cubicBezTo>
                    <a:pt x="1335" y="0"/>
                    <a:pt x="1335" y="0"/>
                    <a:pt x="1335" y="0"/>
                  </a:cubicBezTo>
                  <a:cubicBezTo>
                    <a:pt x="1353" y="0"/>
                    <a:pt x="1368" y="15"/>
                    <a:pt x="1368" y="33"/>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 name="Freeform 6">
              <a:extLst>
                <a:ext uri="{FF2B5EF4-FFF2-40B4-BE49-F238E27FC236}">
                  <a16:creationId xmlns:a16="http://schemas.microsoft.com/office/drawing/2014/main" id="{4F8D82E7-8DF8-4BAD-A5CD-4B22AE8655DB}"/>
                </a:ext>
              </a:extLst>
            </p:cNvPr>
            <p:cNvSpPr>
              <a:spLocks/>
            </p:cNvSpPr>
            <p:nvPr/>
          </p:nvSpPr>
          <p:spPr bwMode="auto">
            <a:xfrm>
              <a:off x="5135563" y="2149476"/>
              <a:ext cx="101600" cy="103188"/>
            </a:xfrm>
            <a:custGeom>
              <a:avLst/>
              <a:gdLst>
                <a:gd name="T0" fmla="*/ 0 w 53"/>
                <a:gd name="T1" fmla="*/ 29 h 54"/>
                <a:gd name="T2" fmla="*/ 28 w 53"/>
                <a:gd name="T3" fmla="*/ 0 h 54"/>
                <a:gd name="T4" fmla="*/ 53 w 53"/>
                <a:gd name="T5" fmla="*/ 25 h 54"/>
                <a:gd name="T6" fmla="*/ 24 w 53"/>
                <a:gd name="T7" fmla="*/ 54 h 54"/>
                <a:gd name="T8" fmla="*/ 24 w 53"/>
                <a:gd name="T9" fmla="*/ 54 h 54"/>
                <a:gd name="T10" fmla="*/ 0 w 53"/>
                <a:gd name="T11" fmla="*/ 29 h 54"/>
              </a:gdLst>
              <a:ahLst/>
              <a:cxnLst>
                <a:cxn ang="0">
                  <a:pos x="T0" y="T1"/>
                </a:cxn>
                <a:cxn ang="0">
                  <a:pos x="T2" y="T3"/>
                </a:cxn>
                <a:cxn ang="0">
                  <a:pos x="T4" y="T5"/>
                </a:cxn>
                <a:cxn ang="0">
                  <a:pos x="T6" y="T7"/>
                </a:cxn>
                <a:cxn ang="0">
                  <a:pos x="T8" y="T9"/>
                </a:cxn>
                <a:cxn ang="0">
                  <a:pos x="T10" y="T11"/>
                </a:cxn>
              </a:cxnLst>
              <a:rect l="0" t="0" r="r" b="b"/>
              <a:pathLst>
                <a:path w="53" h="54">
                  <a:moveTo>
                    <a:pt x="0" y="29"/>
                  </a:moveTo>
                  <a:cubicBezTo>
                    <a:pt x="0" y="12"/>
                    <a:pt x="13" y="0"/>
                    <a:pt x="28" y="0"/>
                  </a:cubicBezTo>
                  <a:cubicBezTo>
                    <a:pt x="43" y="0"/>
                    <a:pt x="53" y="10"/>
                    <a:pt x="53" y="25"/>
                  </a:cubicBezTo>
                  <a:cubicBezTo>
                    <a:pt x="53" y="43"/>
                    <a:pt x="40" y="54"/>
                    <a:pt x="24" y="54"/>
                  </a:cubicBezTo>
                  <a:cubicBezTo>
                    <a:pt x="24" y="54"/>
                    <a:pt x="24" y="54"/>
                    <a:pt x="24" y="54"/>
                  </a:cubicBezTo>
                  <a:cubicBezTo>
                    <a:pt x="10" y="54"/>
                    <a:pt x="0" y="43"/>
                    <a:pt x="0" y="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 name="Freeform 7">
              <a:extLst>
                <a:ext uri="{FF2B5EF4-FFF2-40B4-BE49-F238E27FC236}">
                  <a16:creationId xmlns:a16="http://schemas.microsoft.com/office/drawing/2014/main" id="{2A670829-99B7-47EE-A2CE-48EBF3CD9493}"/>
                </a:ext>
              </a:extLst>
            </p:cNvPr>
            <p:cNvSpPr>
              <a:spLocks/>
            </p:cNvSpPr>
            <p:nvPr/>
          </p:nvSpPr>
          <p:spPr bwMode="auto">
            <a:xfrm>
              <a:off x="3651250" y="2306638"/>
              <a:ext cx="785813" cy="534988"/>
            </a:xfrm>
            <a:custGeom>
              <a:avLst/>
              <a:gdLst>
                <a:gd name="T0" fmla="*/ 384 w 406"/>
                <a:gd name="T1" fmla="*/ 184 h 277"/>
                <a:gd name="T2" fmla="*/ 406 w 406"/>
                <a:gd name="T3" fmla="*/ 215 h 277"/>
                <a:gd name="T4" fmla="*/ 263 w 406"/>
                <a:gd name="T5" fmla="*/ 277 h 277"/>
                <a:gd name="T6" fmla="*/ 38 w 406"/>
                <a:gd name="T7" fmla="*/ 196 h 277"/>
                <a:gd name="T8" fmla="*/ 6 w 406"/>
                <a:gd name="T9" fmla="*/ 196 h 277"/>
                <a:gd name="T10" fmla="*/ 0 w 406"/>
                <a:gd name="T11" fmla="*/ 163 h 277"/>
                <a:gd name="T12" fmla="*/ 123 w 406"/>
                <a:gd name="T13" fmla="*/ 38 h 277"/>
                <a:gd name="T14" fmla="*/ 28 w 406"/>
                <a:gd name="T15" fmla="*/ 38 h 277"/>
                <a:gd name="T16" fmla="*/ 35 w 406"/>
                <a:gd name="T17" fmla="*/ 0 h 277"/>
                <a:gd name="T18" fmla="*/ 191 w 406"/>
                <a:gd name="T19" fmla="*/ 0 h 277"/>
                <a:gd name="T20" fmla="*/ 185 w 406"/>
                <a:gd name="T21" fmla="*/ 35 h 277"/>
                <a:gd name="T22" fmla="*/ 65 w 406"/>
                <a:gd name="T23" fmla="*/ 157 h 277"/>
                <a:gd name="T24" fmla="*/ 269 w 406"/>
                <a:gd name="T25" fmla="*/ 239 h 277"/>
                <a:gd name="T26" fmla="*/ 384 w 406"/>
                <a:gd name="T27" fmla="*/ 18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6" h="277">
                  <a:moveTo>
                    <a:pt x="384" y="184"/>
                  </a:moveTo>
                  <a:cubicBezTo>
                    <a:pt x="406" y="215"/>
                    <a:pt x="406" y="215"/>
                    <a:pt x="406" y="215"/>
                  </a:cubicBezTo>
                  <a:cubicBezTo>
                    <a:pt x="392" y="230"/>
                    <a:pt x="340" y="277"/>
                    <a:pt x="263" y="277"/>
                  </a:cubicBezTo>
                  <a:cubicBezTo>
                    <a:pt x="153" y="277"/>
                    <a:pt x="147" y="196"/>
                    <a:pt x="38" y="196"/>
                  </a:cubicBezTo>
                  <a:cubicBezTo>
                    <a:pt x="6" y="196"/>
                    <a:pt x="6" y="196"/>
                    <a:pt x="6" y="196"/>
                  </a:cubicBezTo>
                  <a:cubicBezTo>
                    <a:pt x="0" y="163"/>
                    <a:pt x="0" y="163"/>
                    <a:pt x="0" y="163"/>
                  </a:cubicBezTo>
                  <a:cubicBezTo>
                    <a:pt x="123" y="38"/>
                    <a:pt x="123" y="38"/>
                    <a:pt x="123" y="38"/>
                  </a:cubicBezTo>
                  <a:cubicBezTo>
                    <a:pt x="28" y="38"/>
                    <a:pt x="28" y="38"/>
                    <a:pt x="28" y="38"/>
                  </a:cubicBezTo>
                  <a:cubicBezTo>
                    <a:pt x="35" y="0"/>
                    <a:pt x="35" y="0"/>
                    <a:pt x="35" y="0"/>
                  </a:cubicBezTo>
                  <a:cubicBezTo>
                    <a:pt x="191" y="0"/>
                    <a:pt x="191" y="0"/>
                    <a:pt x="191" y="0"/>
                  </a:cubicBezTo>
                  <a:cubicBezTo>
                    <a:pt x="185" y="35"/>
                    <a:pt x="185" y="35"/>
                    <a:pt x="185" y="35"/>
                  </a:cubicBezTo>
                  <a:cubicBezTo>
                    <a:pt x="65" y="157"/>
                    <a:pt x="65" y="157"/>
                    <a:pt x="65" y="157"/>
                  </a:cubicBezTo>
                  <a:cubicBezTo>
                    <a:pt x="157" y="157"/>
                    <a:pt x="179" y="239"/>
                    <a:pt x="269" y="239"/>
                  </a:cubicBezTo>
                  <a:cubicBezTo>
                    <a:pt x="324" y="239"/>
                    <a:pt x="368" y="201"/>
                    <a:pt x="384" y="18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8">
              <a:extLst>
                <a:ext uri="{FF2B5EF4-FFF2-40B4-BE49-F238E27FC236}">
                  <a16:creationId xmlns:a16="http://schemas.microsoft.com/office/drawing/2014/main" id="{FBDE4CA1-3A01-472B-AD71-226981E38637}"/>
                </a:ext>
              </a:extLst>
            </p:cNvPr>
            <p:cNvSpPr>
              <a:spLocks noEditPoints="1"/>
            </p:cNvSpPr>
            <p:nvPr/>
          </p:nvSpPr>
          <p:spPr bwMode="auto">
            <a:xfrm>
              <a:off x="4016375" y="2297113"/>
              <a:ext cx="376238" cy="398463"/>
            </a:xfrm>
            <a:custGeom>
              <a:avLst/>
              <a:gdLst>
                <a:gd name="T0" fmla="*/ 87 w 194"/>
                <a:gd name="T1" fmla="*/ 169 h 206"/>
                <a:gd name="T2" fmla="*/ 49 w 194"/>
                <a:gd name="T3" fmla="*/ 123 h 206"/>
                <a:gd name="T4" fmla="*/ 108 w 194"/>
                <a:gd name="T5" fmla="*/ 37 h 206"/>
                <a:gd name="T6" fmla="*/ 145 w 194"/>
                <a:gd name="T7" fmla="*/ 82 h 206"/>
                <a:gd name="T8" fmla="*/ 87 w 194"/>
                <a:gd name="T9" fmla="*/ 169 h 206"/>
                <a:gd name="T10" fmla="*/ 114 w 194"/>
                <a:gd name="T11" fmla="*/ 0 h 206"/>
                <a:gd name="T12" fmla="*/ 0 w 194"/>
                <a:gd name="T13" fmla="*/ 125 h 206"/>
                <a:gd name="T14" fmla="*/ 80 w 194"/>
                <a:gd name="T15" fmla="*/ 206 h 206"/>
                <a:gd name="T16" fmla="*/ 194 w 194"/>
                <a:gd name="T17" fmla="*/ 82 h 206"/>
                <a:gd name="T18" fmla="*/ 114 w 194"/>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206">
                  <a:moveTo>
                    <a:pt x="87" y="169"/>
                  </a:moveTo>
                  <a:cubicBezTo>
                    <a:pt x="63" y="169"/>
                    <a:pt x="49" y="150"/>
                    <a:pt x="49" y="123"/>
                  </a:cubicBezTo>
                  <a:cubicBezTo>
                    <a:pt x="49" y="87"/>
                    <a:pt x="70" y="37"/>
                    <a:pt x="108" y="37"/>
                  </a:cubicBezTo>
                  <a:cubicBezTo>
                    <a:pt x="137" y="37"/>
                    <a:pt x="145" y="62"/>
                    <a:pt x="145" y="82"/>
                  </a:cubicBezTo>
                  <a:cubicBezTo>
                    <a:pt x="145" y="121"/>
                    <a:pt x="122" y="169"/>
                    <a:pt x="87" y="169"/>
                  </a:cubicBezTo>
                  <a:moveTo>
                    <a:pt x="114" y="0"/>
                  </a:moveTo>
                  <a:cubicBezTo>
                    <a:pt x="47" y="0"/>
                    <a:pt x="0" y="58"/>
                    <a:pt x="0" y="125"/>
                  </a:cubicBezTo>
                  <a:cubicBezTo>
                    <a:pt x="0" y="171"/>
                    <a:pt x="31" y="206"/>
                    <a:pt x="80" y="206"/>
                  </a:cubicBezTo>
                  <a:cubicBezTo>
                    <a:pt x="147" y="206"/>
                    <a:pt x="194" y="148"/>
                    <a:pt x="194" y="82"/>
                  </a:cubicBezTo>
                  <a:cubicBezTo>
                    <a:pt x="194" y="38"/>
                    <a:pt x="166" y="0"/>
                    <a:pt x="114"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6" name="Freeform 9">
              <a:extLst>
                <a:ext uri="{FF2B5EF4-FFF2-40B4-BE49-F238E27FC236}">
                  <a16:creationId xmlns:a16="http://schemas.microsoft.com/office/drawing/2014/main" id="{B3715847-9098-4B87-BF81-7B8C780B3FBE}"/>
                </a:ext>
              </a:extLst>
            </p:cNvPr>
            <p:cNvSpPr>
              <a:spLocks noEditPoints="1"/>
            </p:cNvSpPr>
            <p:nvPr/>
          </p:nvSpPr>
          <p:spPr bwMode="auto">
            <a:xfrm>
              <a:off x="4437063" y="2297113"/>
              <a:ext cx="338138" cy="398463"/>
            </a:xfrm>
            <a:custGeom>
              <a:avLst/>
              <a:gdLst>
                <a:gd name="T0" fmla="*/ 106 w 175"/>
                <a:gd name="T1" fmla="*/ 35 h 206"/>
                <a:gd name="T2" fmla="*/ 131 w 175"/>
                <a:gd name="T3" fmla="*/ 56 h 206"/>
                <a:gd name="T4" fmla="*/ 131 w 175"/>
                <a:gd name="T5" fmla="*/ 56 h 206"/>
                <a:gd name="T6" fmla="*/ 51 w 175"/>
                <a:gd name="T7" fmla="*/ 85 h 206"/>
                <a:gd name="T8" fmla="*/ 106 w 175"/>
                <a:gd name="T9" fmla="*/ 35 h 206"/>
                <a:gd name="T10" fmla="*/ 175 w 175"/>
                <a:gd name="T11" fmla="*/ 56 h 206"/>
                <a:gd name="T12" fmla="*/ 112 w 175"/>
                <a:gd name="T13" fmla="*/ 0 h 206"/>
                <a:gd name="T14" fmla="*/ 0 w 175"/>
                <a:gd name="T15" fmla="*/ 124 h 206"/>
                <a:gd name="T16" fmla="*/ 81 w 175"/>
                <a:gd name="T17" fmla="*/ 206 h 206"/>
                <a:gd name="T18" fmla="*/ 150 w 175"/>
                <a:gd name="T19" fmla="*/ 190 h 206"/>
                <a:gd name="T20" fmla="*/ 146 w 175"/>
                <a:gd name="T21" fmla="*/ 156 h 206"/>
                <a:gd name="T22" fmla="*/ 92 w 175"/>
                <a:gd name="T23" fmla="*/ 168 h 206"/>
                <a:gd name="T24" fmla="*/ 52 w 175"/>
                <a:gd name="T25" fmla="*/ 148 h 206"/>
                <a:gd name="T26" fmla="*/ 46 w 175"/>
                <a:gd name="T27" fmla="*/ 120 h 206"/>
                <a:gd name="T28" fmla="*/ 175 w 175"/>
                <a:gd name="T29" fmla="*/ 5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5" h="206">
                  <a:moveTo>
                    <a:pt x="106" y="35"/>
                  </a:moveTo>
                  <a:cubicBezTo>
                    <a:pt x="120" y="35"/>
                    <a:pt x="131" y="43"/>
                    <a:pt x="131" y="56"/>
                  </a:cubicBezTo>
                  <a:cubicBezTo>
                    <a:pt x="131" y="56"/>
                    <a:pt x="131" y="56"/>
                    <a:pt x="131" y="56"/>
                  </a:cubicBezTo>
                  <a:cubicBezTo>
                    <a:pt x="131" y="79"/>
                    <a:pt x="100" y="86"/>
                    <a:pt x="51" y="85"/>
                  </a:cubicBezTo>
                  <a:cubicBezTo>
                    <a:pt x="57" y="62"/>
                    <a:pt x="76" y="35"/>
                    <a:pt x="106" y="35"/>
                  </a:cubicBezTo>
                  <a:moveTo>
                    <a:pt x="175" y="56"/>
                  </a:moveTo>
                  <a:cubicBezTo>
                    <a:pt x="175" y="23"/>
                    <a:pt x="150" y="0"/>
                    <a:pt x="112" y="0"/>
                  </a:cubicBezTo>
                  <a:cubicBezTo>
                    <a:pt x="44" y="0"/>
                    <a:pt x="0" y="65"/>
                    <a:pt x="0" y="124"/>
                  </a:cubicBezTo>
                  <a:cubicBezTo>
                    <a:pt x="0" y="172"/>
                    <a:pt x="27" y="206"/>
                    <a:pt x="81" y="206"/>
                  </a:cubicBezTo>
                  <a:cubicBezTo>
                    <a:pt x="105" y="206"/>
                    <a:pt x="131" y="200"/>
                    <a:pt x="150" y="190"/>
                  </a:cubicBezTo>
                  <a:cubicBezTo>
                    <a:pt x="146" y="156"/>
                    <a:pt x="146" y="156"/>
                    <a:pt x="146" y="156"/>
                  </a:cubicBezTo>
                  <a:cubicBezTo>
                    <a:pt x="132" y="163"/>
                    <a:pt x="114" y="168"/>
                    <a:pt x="92" y="168"/>
                  </a:cubicBezTo>
                  <a:cubicBezTo>
                    <a:pt x="73" y="168"/>
                    <a:pt x="59" y="162"/>
                    <a:pt x="52" y="148"/>
                  </a:cubicBezTo>
                  <a:cubicBezTo>
                    <a:pt x="47" y="141"/>
                    <a:pt x="45" y="127"/>
                    <a:pt x="46" y="120"/>
                  </a:cubicBezTo>
                  <a:cubicBezTo>
                    <a:pt x="122" y="122"/>
                    <a:pt x="175" y="106"/>
                    <a:pt x="175" y="5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Freeform 10">
              <a:extLst>
                <a:ext uri="{FF2B5EF4-FFF2-40B4-BE49-F238E27FC236}">
                  <a16:creationId xmlns:a16="http://schemas.microsoft.com/office/drawing/2014/main" id="{5D81C1AA-FE3F-476E-B7FD-7E175ADD0339}"/>
                </a:ext>
              </a:extLst>
            </p:cNvPr>
            <p:cNvSpPr>
              <a:spLocks/>
            </p:cNvSpPr>
            <p:nvPr/>
          </p:nvSpPr>
          <p:spPr bwMode="auto">
            <a:xfrm>
              <a:off x="5205413" y="2297113"/>
              <a:ext cx="292100" cy="398463"/>
            </a:xfrm>
            <a:custGeom>
              <a:avLst/>
              <a:gdLst>
                <a:gd name="T0" fmla="*/ 102 w 151"/>
                <a:gd name="T1" fmla="*/ 35 h 206"/>
                <a:gd name="T2" fmla="*/ 138 w 151"/>
                <a:gd name="T3" fmla="*/ 44 h 206"/>
                <a:gd name="T4" fmla="*/ 151 w 151"/>
                <a:gd name="T5" fmla="*/ 10 h 206"/>
                <a:gd name="T6" fmla="*/ 104 w 151"/>
                <a:gd name="T7" fmla="*/ 0 h 206"/>
                <a:gd name="T8" fmla="*/ 25 w 151"/>
                <a:gd name="T9" fmla="*/ 65 h 206"/>
                <a:gd name="T10" fmla="*/ 63 w 151"/>
                <a:gd name="T11" fmla="*/ 116 h 206"/>
                <a:gd name="T12" fmla="*/ 89 w 151"/>
                <a:gd name="T13" fmla="*/ 146 h 206"/>
                <a:gd name="T14" fmla="*/ 59 w 151"/>
                <a:gd name="T15" fmla="*/ 171 h 206"/>
                <a:gd name="T16" fmla="*/ 12 w 151"/>
                <a:gd name="T17" fmla="*/ 157 h 206"/>
                <a:gd name="T18" fmla="*/ 0 w 151"/>
                <a:gd name="T19" fmla="*/ 191 h 206"/>
                <a:gd name="T20" fmla="*/ 55 w 151"/>
                <a:gd name="T21" fmla="*/ 206 h 206"/>
                <a:gd name="T22" fmla="*/ 138 w 151"/>
                <a:gd name="T23" fmla="*/ 138 h 206"/>
                <a:gd name="T24" fmla="*/ 97 w 151"/>
                <a:gd name="T25" fmla="*/ 85 h 206"/>
                <a:gd name="T26" fmla="*/ 72 w 151"/>
                <a:gd name="T27" fmla="*/ 58 h 206"/>
                <a:gd name="T28" fmla="*/ 102 w 151"/>
                <a:gd name="T29" fmla="*/ 3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206">
                  <a:moveTo>
                    <a:pt x="102" y="35"/>
                  </a:moveTo>
                  <a:cubicBezTo>
                    <a:pt x="118" y="35"/>
                    <a:pt x="131" y="40"/>
                    <a:pt x="138" y="44"/>
                  </a:cubicBezTo>
                  <a:cubicBezTo>
                    <a:pt x="151" y="10"/>
                    <a:pt x="151" y="10"/>
                    <a:pt x="151" y="10"/>
                  </a:cubicBezTo>
                  <a:cubicBezTo>
                    <a:pt x="142" y="5"/>
                    <a:pt x="125" y="0"/>
                    <a:pt x="104" y="0"/>
                  </a:cubicBezTo>
                  <a:cubicBezTo>
                    <a:pt x="58" y="0"/>
                    <a:pt x="25" y="27"/>
                    <a:pt x="25" y="65"/>
                  </a:cubicBezTo>
                  <a:cubicBezTo>
                    <a:pt x="25" y="87"/>
                    <a:pt x="41" y="104"/>
                    <a:pt x="63" y="116"/>
                  </a:cubicBezTo>
                  <a:cubicBezTo>
                    <a:pt x="83" y="126"/>
                    <a:pt x="89" y="134"/>
                    <a:pt x="89" y="146"/>
                  </a:cubicBezTo>
                  <a:cubicBezTo>
                    <a:pt x="89" y="159"/>
                    <a:pt x="78" y="170"/>
                    <a:pt x="59" y="171"/>
                  </a:cubicBezTo>
                  <a:cubicBezTo>
                    <a:pt x="41" y="171"/>
                    <a:pt x="22" y="163"/>
                    <a:pt x="12" y="157"/>
                  </a:cubicBezTo>
                  <a:cubicBezTo>
                    <a:pt x="0" y="191"/>
                    <a:pt x="0" y="191"/>
                    <a:pt x="0" y="191"/>
                  </a:cubicBezTo>
                  <a:cubicBezTo>
                    <a:pt x="10" y="199"/>
                    <a:pt x="32" y="205"/>
                    <a:pt x="55" y="206"/>
                  </a:cubicBezTo>
                  <a:cubicBezTo>
                    <a:pt x="102" y="206"/>
                    <a:pt x="138" y="181"/>
                    <a:pt x="138" y="138"/>
                  </a:cubicBezTo>
                  <a:cubicBezTo>
                    <a:pt x="138" y="113"/>
                    <a:pt x="119" y="97"/>
                    <a:pt x="97" y="85"/>
                  </a:cubicBezTo>
                  <a:cubicBezTo>
                    <a:pt x="81" y="77"/>
                    <a:pt x="72" y="69"/>
                    <a:pt x="72" y="58"/>
                  </a:cubicBezTo>
                  <a:cubicBezTo>
                    <a:pt x="72" y="45"/>
                    <a:pt x="84" y="35"/>
                    <a:pt x="102" y="3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Freeform 11">
              <a:extLst>
                <a:ext uri="{FF2B5EF4-FFF2-40B4-BE49-F238E27FC236}">
                  <a16:creationId xmlns:a16="http://schemas.microsoft.com/office/drawing/2014/main" id="{556DC011-F281-444D-9D5C-C7026E5D6243}"/>
                </a:ext>
              </a:extLst>
            </p:cNvPr>
            <p:cNvSpPr>
              <a:spLocks/>
            </p:cNvSpPr>
            <p:nvPr/>
          </p:nvSpPr>
          <p:spPr bwMode="auto">
            <a:xfrm>
              <a:off x="5049838" y="2306638"/>
              <a:ext cx="163513" cy="379413"/>
            </a:xfrm>
            <a:custGeom>
              <a:avLst/>
              <a:gdLst>
                <a:gd name="T0" fmla="*/ 0 w 103"/>
                <a:gd name="T1" fmla="*/ 239 h 239"/>
                <a:gd name="T2" fmla="*/ 57 w 103"/>
                <a:gd name="T3" fmla="*/ 239 h 239"/>
                <a:gd name="T4" fmla="*/ 103 w 103"/>
                <a:gd name="T5" fmla="*/ 0 h 239"/>
                <a:gd name="T6" fmla="*/ 45 w 103"/>
                <a:gd name="T7" fmla="*/ 0 h 239"/>
                <a:gd name="T8" fmla="*/ 0 w 103"/>
                <a:gd name="T9" fmla="*/ 239 h 239"/>
              </a:gdLst>
              <a:ahLst/>
              <a:cxnLst>
                <a:cxn ang="0">
                  <a:pos x="T0" y="T1"/>
                </a:cxn>
                <a:cxn ang="0">
                  <a:pos x="T2" y="T3"/>
                </a:cxn>
                <a:cxn ang="0">
                  <a:pos x="T4" y="T5"/>
                </a:cxn>
                <a:cxn ang="0">
                  <a:pos x="T6" y="T7"/>
                </a:cxn>
                <a:cxn ang="0">
                  <a:pos x="T8" y="T9"/>
                </a:cxn>
              </a:cxnLst>
              <a:rect l="0" t="0" r="r" b="b"/>
              <a:pathLst>
                <a:path w="103" h="239">
                  <a:moveTo>
                    <a:pt x="0" y="239"/>
                  </a:moveTo>
                  <a:lnTo>
                    <a:pt x="57" y="239"/>
                  </a:lnTo>
                  <a:lnTo>
                    <a:pt x="103" y="0"/>
                  </a:lnTo>
                  <a:lnTo>
                    <a:pt x="45" y="0"/>
                  </a:lnTo>
                  <a:lnTo>
                    <a:pt x="0" y="2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9" name="Freeform 12">
              <a:extLst>
                <a:ext uri="{FF2B5EF4-FFF2-40B4-BE49-F238E27FC236}">
                  <a16:creationId xmlns:a16="http://schemas.microsoft.com/office/drawing/2014/main" id="{A2051EF0-4033-459D-9B6E-9372691E59CC}"/>
                </a:ext>
              </a:extLst>
            </p:cNvPr>
            <p:cNvSpPr>
              <a:spLocks/>
            </p:cNvSpPr>
            <p:nvPr/>
          </p:nvSpPr>
          <p:spPr bwMode="auto">
            <a:xfrm>
              <a:off x="4816475" y="2208213"/>
              <a:ext cx="241300" cy="487363"/>
            </a:xfrm>
            <a:custGeom>
              <a:avLst/>
              <a:gdLst>
                <a:gd name="T0" fmla="*/ 71 w 125"/>
                <a:gd name="T1" fmla="*/ 214 h 252"/>
                <a:gd name="T2" fmla="*/ 53 w 125"/>
                <a:gd name="T3" fmla="*/ 188 h 252"/>
                <a:gd name="T4" fmla="*/ 73 w 125"/>
                <a:gd name="T5" fmla="*/ 87 h 252"/>
                <a:gd name="T6" fmla="*/ 117 w 125"/>
                <a:gd name="T7" fmla="*/ 87 h 252"/>
                <a:gd name="T8" fmla="*/ 125 w 125"/>
                <a:gd name="T9" fmla="*/ 51 h 252"/>
                <a:gd name="T10" fmla="*/ 80 w 125"/>
                <a:gd name="T11" fmla="*/ 51 h 252"/>
                <a:gd name="T12" fmla="*/ 90 w 125"/>
                <a:gd name="T13" fmla="*/ 0 h 252"/>
                <a:gd name="T14" fmla="*/ 41 w 125"/>
                <a:gd name="T15" fmla="*/ 14 h 252"/>
                <a:gd name="T16" fmla="*/ 34 w 125"/>
                <a:gd name="T17" fmla="*/ 51 h 252"/>
                <a:gd name="T18" fmla="*/ 7 w 125"/>
                <a:gd name="T19" fmla="*/ 51 h 252"/>
                <a:gd name="T20" fmla="*/ 0 w 125"/>
                <a:gd name="T21" fmla="*/ 87 h 252"/>
                <a:gd name="T22" fmla="*/ 27 w 125"/>
                <a:gd name="T23" fmla="*/ 87 h 252"/>
                <a:gd name="T24" fmla="*/ 7 w 125"/>
                <a:gd name="T25" fmla="*/ 191 h 252"/>
                <a:gd name="T26" fmla="*/ 62 w 125"/>
                <a:gd name="T27" fmla="*/ 252 h 252"/>
                <a:gd name="T28" fmla="*/ 92 w 125"/>
                <a:gd name="T29" fmla="*/ 247 h 252"/>
                <a:gd name="T30" fmla="*/ 94 w 125"/>
                <a:gd name="T31" fmla="*/ 210 h 252"/>
                <a:gd name="T32" fmla="*/ 71 w 125"/>
                <a:gd name="T33" fmla="*/ 214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 h="252">
                  <a:moveTo>
                    <a:pt x="71" y="214"/>
                  </a:moveTo>
                  <a:cubicBezTo>
                    <a:pt x="57" y="214"/>
                    <a:pt x="50" y="205"/>
                    <a:pt x="53" y="188"/>
                  </a:cubicBezTo>
                  <a:cubicBezTo>
                    <a:pt x="73" y="87"/>
                    <a:pt x="73" y="87"/>
                    <a:pt x="73" y="87"/>
                  </a:cubicBezTo>
                  <a:cubicBezTo>
                    <a:pt x="117" y="87"/>
                    <a:pt x="117" y="87"/>
                    <a:pt x="117" y="87"/>
                  </a:cubicBezTo>
                  <a:cubicBezTo>
                    <a:pt x="125" y="51"/>
                    <a:pt x="125" y="51"/>
                    <a:pt x="125" y="51"/>
                  </a:cubicBezTo>
                  <a:cubicBezTo>
                    <a:pt x="80" y="51"/>
                    <a:pt x="80" y="51"/>
                    <a:pt x="80" y="51"/>
                  </a:cubicBezTo>
                  <a:cubicBezTo>
                    <a:pt x="90" y="0"/>
                    <a:pt x="90" y="0"/>
                    <a:pt x="90" y="0"/>
                  </a:cubicBezTo>
                  <a:cubicBezTo>
                    <a:pt x="41" y="14"/>
                    <a:pt x="41" y="14"/>
                    <a:pt x="41" y="14"/>
                  </a:cubicBezTo>
                  <a:cubicBezTo>
                    <a:pt x="34" y="51"/>
                    <a:pt x="34" y="51"/>
                    <a:pt x="34" y="51"/>
                  </a:cubicBezTo>
                  <a:cubicBezTo>
                    <a:pt x="7" y="51"/>
                    <a:pt x="7" y="51"/>
                    <a:pt x="7" y="51"/>
                  </a:cubicBezTo>
                  <a:cubicBezTo>
                    <a:pt x="0" y="87"/>
                    <a:pt x="0" y="87"/>
                    <a:pt x="0" y="87"/>
                  </a:cubicBezTo>
                  <a:cubicBezTo>
                    <a:pt x="27" y="87"/>
                    <a:pt x="27" y="87"/>
                    <a:pt x="27" y="87"/>
                  </a:cubicBezTo>
                  <a:cubicBezTo>
                    <a:pt x="7" y="191"/>
                    <a:pt x="7" y="191"/>
                    <a:pt x="7" y="191"/>
                  </a:cubicBezTo>
                  <a:cubicBezTo>
                    <a:pt x="0" y="228"/>
                    <a:pt x="19" y="252"/>
                    <a:pt x="62" y="252"/>
                  </a:cubicBezTo>
                  <a:cubicBezTo>
                    <a:pt x="71" y="252"/>
                    <a:pt x="82" y="249"/>
                    <a:pt x="92" y="247"/>
                  </a:cubicBezTo>
                  <a:cubicBezTo>
                    <a:pt x="94" y="210"/>
                    <a:pt x="94" y="210"/>
                    <a:pt x="94" y="210"/>
                  </a:cubicBezTo>
                  <a:cubicBezTo>
                    <a:pt x="86" y="212"/>
                    <a:pt x="78" y="214"/>
                    <a:pt x="71" y="21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6" name="Subtitle 5">
            <a:extLst>
              <a:ext uri="{FF2B5EF4-FFF2-40B4-BE49-F238E27FC236}">
                <a16:creationId xmlns:a16="http://schemas.microsoft.com/office/drawing/2014/main" id="{3D98E741-303F-C843-BF1A-9B2018860B5A}"/>
              </a:ext>
            </a:extLst>
          </p:cNvPr>
          <p:cNvSpPr>
            <a:spLocks noGrp="1"/>
          </p:cNvSpPr>
          <p:nvPr>
            <p:ph type="subTitle" idx="1"/>
          </p:nvPr>
        </p:nvSpPr>
        <p:spPr>
          <a:xfrm>
            <a:off x="242700" y="2514600"/>
            <a:ext cx="6400800" cy="199647"/>
          </a:xfrm>
        </p:spPr>
        <p:txBody>
          <a:bodyPr>
            <a:normAutofit/>
          </a:bodyPr>
          <a:lstStyle/>
          <a:p>
            <a:r>
              <a:rPr lang="en-US" sz="1200" dirty="0"/>
              <a:t>Zoetis Colombia  |  Sustentación del proyecto  |  Octubre de 2026</a:t>
            </a:r>
          </a:p>
        </p:txBody>
      </p:sp>
      <p:sp>
        <p:nvSpPr>
          <p:cNvPr id="5" name="Title 4">
            <a:extLst>
              <a:ext uri="{FF2B5EF4-FFF2-40B4-BE49-F238E27FC236}">
                <a16:creationId xmlns:a16="http://schemas.microsoft.com/office/drawing/2014/main" id="{C8C2C863-D22E-0441-8BDB-0CA2F154DA5E}"/>
              </a:ext>
            </a:extLst>
          </p:cNvPr>
          <p:cNvSpPr>
            <a:spLocks noGrp="1"/>
          </p:cNvSpPr>
          <p:nvPr>
            <p:ph type="title"/>
          </p:nvPr>
        </p:nvSpPr>
        <p:spPr>
          <a:xfrm>
            <a:off x="242701" y="997319"/>
            <a:ext cx="6847001" cy="1363866"/>
          </a:xfrm>
        </p:spPr>
        <p:txBody>
          <a:bodyPr anchor="ctr"/>
          <a:lstStyle/>
          <a:p>
            <a:r>
              <a:rPr lang="en-IE" dirty="0" sz="3400">
                <a:cs typeface="Arial"/>
              </a:rPr>
              <a:t>Proyección 2027 del mercado de salud animal en Colombia</a:t>
            </a:r>
            <a:endParaRPr lang="en-US" dirty="0"/>
          </a:p>
        </p:txBody>
      </p:sp>
      <p:pic>
        <p:nvPicPr>
          <p:cNvPr id="42" name="Graphic 41">
            <a:extLst>
              <a:ext uri="{FF2B5EF4-FFF2-40B4-BE49-F238E27FC236}">
                <a16:creationId xmlns:a16="http://schemas.microsoft.com/office/drawing/2014/main" id="{613D2E3E-EA9A-834A-98AC-475D101136FC}"/>
              </a:ext>
            </a:extLst>
          </p:cNvPr>
          <p:cNvPicPr>
            <a:picLocks/>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023" y="997318"/>
            <a:ext cx="173736" cy="1584000"/>
          </a:xfrm>
          <a:prstGeom prst="rect">
            <a:avLst/>
          </a:prstGeom>
        </p:spPr>
      </p:pic>
    </p:spTree>
    <p:extLst>
      <p:ext uri="{BB962C8B-B14F-4D97-AF65-F5344CB8AC3E}">
        <p14:creationId xmlns:p14="http://schemas.microsoft.com/office/powerpoint/2010/main" val="2953168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A herd of sheep grazing in a field&#10;&#10;Description automatically generated">
            <a:extLst>
              <a:ext uri="{FF2B5EF4-FFF2-40B4-BE49-F238E27FC236}">
                <a16:creationId xmlns:a16="http://schemas.microsoft.com/office/drawing/2014/main" id="{60AE5C3F-7B1A-0E79-81A1-526887D673B1}"/>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2" name="Rectangle 11">
            <a:extLst>
              <a:ext uri="{FF2B5EF4-FFF2-40B4-BE49-F238E27FC236}">
                <a16:creationId xmlns:a16="http://schemas.microsoft.com/office/drawing/2014/main" id="{E7D66F7F-5EF6-43ED-B4F2-E1871AAD7AA0}"/>
              </a:ext>
            </a:extLst>
          </p:cNvPr>
          <p:cNvSpPr/>
          <p:nvPr/>
        </p:nvSpPr>
        <p:spPr>
          <a:xfrm rot="5400000">
            <a:off x="1999521" y="-2000980"/>
            <a:ext cx="5143500" cy="9145460"/>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7</a:t>
            </a:fld>
            <a:endParaRPr lang="en-US"/>
          </a:p>
        </p:txBody>
      </p:sp>
      <p:sp>
        <p:nvSpPr>
          <p:cNvPr id="7" name="Title 6">
            <a:extLst>
              <a:ext uri="{FF2B5EF4-FFF2-40B4-BE49-F238E27FC236}">
                <a16:creationId xmlns:a16="http://schemas.microsoft.com/office/drawing/2014/main" id="{1B158643-E280-4EE9-8C00-52F866B4E5AE}"/>
              </a:ext>
            </a:extLst>
          </p:cNvPr>
          <p:cNvSpPr>
            <a:spLocks noGrp="1"/>
          </p:cNvSpPr>
          <p:nvPr>
            <p:ph type="title"/>
          </p:nvPr>
        </p:nvSpPr>
        <p:spPr/>
        <p:txBody>
          <a:bodyPr/>
          <a:lstStyle/>
          <a:p>
            <a:r>
              <a:rPr lang="en-US" dirty="0"/>
              <a:t>Zoetis y la decisión</a:t>
            </a:r>
          </a:p>
        </p:txBody>
      </p:sp>
      <p:sp>
        <p:nvSpPr>
          <p:cNvPr id="9" name="Text Placeholder 8">
            <a:extLst>
              <a:ext uri="{FF2B5EF4-FFF2-40B4-BE49-F238E27FC236}">
                <a16:creationId xmlns:a16="http://schemas.microsoft.com/office/drawing/2014/main" id="{FD7597F6-4957-4644-BEEA-D588F249A945}"/>
              </a:ext>
            </a:extLst>
          </p:cNvPr>
          <p:cNvSpPr>
            <a:spLocks noGrp="1"/>
          </p:cNvSpPr>
          <p:nvPr>
            <p:ph type="body" sz="quarter" idx="14"/>
          </p:nvPr>
        </p:nvSpPr>
        <p:spPr/>
        <p:txBody>
          <a:bodyPr/>
          <a:lstStyle/>
          <a:p>
            <a:r>
              <a:rPr lang="en-US"/>
              <a:t>01.</a:t>
            </a:r>
          </a:p>
        </p:txBody>
      </p:sp>
    </p:spTree>
    <p:extLst>
      <p:ext uri="{BB962C8B-B14F-4D97-AF65-F5344CB8AC3E}">
        <p14:creationId xmlns:p14="http://schemas.microsoft.com/office/powerpoint/2010/main" val="2415416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579998-DF0C-4F9C-B8E0-260F9D54FCFE}"/>
              </a:ext>
            </a:extLst>
          </p:cNvPr>
          <p:cNvSpPr>
            <a:spLocks noGrp="1"/>
          </p:cNvSpPr>
          <p:nvPr>
            <p:ph type="body" sz="quarter" idx="20"/>
          </p:nvPr>
        </p:nvSpPr>
        <p:spPr/>
        <p:txBody>
          <a:bodyPr/>
          <a:lstStyle/>
          <a:p>
            <a:r>
              <a:rPr lang="en-US"/>
              <a:t>ZOETIS EN EL MUNDO</a:t>
            </a:r>
          </a:p>
        </p:txBody>
      </p:sp>
      <p:sp>
        <p:nvSpPr>
          <p:cNvPr id="5" name="Title 4">
            <a:extLst>
              <a:ext uri="{FF2B5EF4-FFF2-40B4-BE49-F238E27FC236}">
                <a16:creationId xmlns:a16="http://schemas.microsoft.com/office/drawing/2014/main" id="{A398B8F6-541D-4D5B-862F-EBA13CC5C70C}"/>
              </a:ext>
            </a:extLst>
          </p:cNvPr>
          <p:cNvSpPr>
            <a:spLocks noGrp="1"/>
          </p:cNvSpPr>
          <p:nvPr>
            <p:ph type="title"/>
          </p:nvPr>
        </p:nvSpPr>
        <p:spPr/>
        <p:txBody>
          <a:bodyPr/>
          <a:lstStyle/>
          <a:p>
            <a:r>
              <a:rPr lang="en-US"/>
              <a:t>Zoetis: salud animal a escala global</a:t>
            </a:r>
          </a:p>
        </p:txBody>
      </p:sp>
      <p:sp>
        <p:nvSpPr>
          <p:cNvPr id="6" name="Text Placeholder 5">
            <a:extLst>
              <a:ext uri="{FF2B5EF4-FFF2-40B4-BE49-F238E27FC236}">
                <a16:creationId xmlns:a16="http://schemas.microsoft.com/office/drawing/2014/main" id="{8E5B0205-0AE8-4580-8019-4EEAC7B7CFE5}"/>
              </a:ext>
            </a:extLst>
          </p:cNvPr>
          <p:cNvSpPr>
            <a:spLocks noGrp="1"/>
          </p:cNvSpPr>
          <p:nvPr>
            <p:ph type="body" sz="quarter" idx="35"/>
          </p:nvPr>
        </p:nvSpPr>
        <p:spPr/>
        <p:txBody>
          <a:bodyPr/>
          <a:lstStyle/>
          <a:p>
            <a:r>
              <a:rPr lang="en-US"/>
              <a:t>Más de 70 años cuidando animales de compañía y de producción</a:t>
            </a:r>
          </a:p>
        </p:txBody>
      </p:sp>
      <p:sp>
        <p:nvSpPr>
          <p:cNvPr id="7" name="Text Placeholder 6">
            <a:extLst>
              <a:ext uri="{FF2B5EF4-FFF2-40B4-BE49-F238E27FC236}">
                <a16:creationId xmlns:a16="http://schemas.microsoft.com/office/drawing/2014/main" id="{A2D28C52-163A-4908-8729-3382A8F915AB}"/>
              </a:ext>
            </a:extLst>
          </p:cNvPr>
          <p:cNvSpPr>
            <a:spLocks noGrp="1"/>
          </p:cNvSpPr>
          <p:nvPr>
            <p:ph type="body" sz="quarter" idx="36"/>
          </p:nvPr>
        </p:nvSpPr>
        <p:spPr/>
        <p:txBody>
          <a:bodyPr/>
          <a:lstStyle/>
          <a:p>
            <a:r>
              <a:rPr lang="en-US"/>
              <a:t>+70 años</a:t>
            </a:r>
          </a:p>
        </p:txBody>
      </p:sp>
      <p:sp>
        <p:nvSpPr>
          <p:cNvPr id="8" name="Text Placeholder 7">
            <a:extLst>
              <a:ext uri="{FF2B5EF4-FFF2-40B4-BE49-F238E27FC236}">
                <a16:creationId xmlns:a16="http://schemas.microsoft.com/office/drawing/2014/main" id="{290A500D-EDAC-485C-96EE-E69405FC5829}"/>
              </a:ext>
            </a:extLst>
          </p:cNvPr>
          <p:cNvSpPr>
            <a:spLocks noGrp="1"/>
          </p:cNvSpPr>
          <p:nvPr>
            <p:ph type="body" sz="quarter" idx="37"/>
          </p:nvPr>
        </p:nvSpPr>
        <p:spPr/>
        <p:txBody>
          <a:bodyPr/>
          <a:lstStyle/>
          <a:p>
            <a:r>
              <a:rPr lang="en-US" sz="1100"/>
              <a:t>de historia en salud animal, desde sus orígenes como unidad de Pfizer</a:t>
            </a:r>
          </a:p>
        </p:txBody>
      </p:sp>
      <p:sp>
        <p:nvSpPr>
          <p:cNvPr id="9" name="Text Placeholder 8">
            <a:extLst>
              <a:ext uri="{FF2B5EF4-FFF2-40B4-BE49-F238E27FC236}">
                <a16:creationId xmlns:a16="http://schemas.microsoft.com/office/drawing/2014/main" id="{3109800F-6552-4E9E-8402-FF2669E1B431}"/>
              </a:ext>
            </a:extLst>
          </p:cNvPr>
          <p:cNvSpPr>
            <a:spLocks noGrp="1"/>
          </p:cNvSpPr>
          <p:nvPr>
            <p:ph type="body" sz="quarter" idx="38"/>
          </p:nvPr>
        </p:nvSpPr>
        <p:spPr/>
        <p:txBody>
          <a:bodyPr/>
          <a:lstStyle/>
          <a:p>
            <a:r>
              <a:rPr lang="en-US"/>
              <a:t>2013</a:t>
            </a:r>
          </a:p>
        </p:txBody>
      </p:sp>
      <p:sp>
        <p:nvSpPr>
          <p:cNvPr id="10" name="Text Placeholder 9">
            <a:extLst>
              <a:ext uri="{FF2B5EF4-FFF2-40B4-BE49-F238E27FC236}">
                <a16:creationId xmlns:a16="http://schemas.microsoft.com/office/drawing/2014/main" id="{99C71F9A-6972-420B-B0DD-A14661B1605A}"/>
              </a:ext>
            </a:extLst>
          </p:cNvPr>
          <p:cNvSpPr>
            <a:spLocks noGrp="1"/>
          </p:cNvSpPr>
          <p:nvPr>
            <p:ph type="body" sz="quarter" idx="39"/>
          </p:nvPr>
        </p:nvSpPr>
        <p:spPr/>
        <p:txBody>
          <a:bodyPr/>
          <a:lstStyle/>
          <a:p>
            <a:pPr lvl="0"/>
            <a:r>
              <a:rPr lang="en-US" sz="1100"/>
              <a:t>se vuelve empresa independiente y cotiza en bolsa (NYSE: ZTS)</a:t>
            </a:r>
          </a:p>
        </p:txBody>
      </p:sp>
      <p:sp>
        <p:nvSpPr>
          <p:cNvPr id="11" name="Text Placeholder 10">
            <a:extLst>
              <a:ext uri="{FF2B5EF4-FFF2-40B4-BE49-F238E27FC236}">
                <a16:creationId xmlns:a16="http://schemas.microsoft.com/office/drawing/2014/main" id="{FD30EAEC-4589-4A07-9CCB-B77E8CE51C21}"/>
              </a:ext>
            </a:extLst>
          </p:cNvPr>
          <p:cNvSpPr>
            <a:spLocks noGrp="1"/>
          </p:cNvSpPr>
          <p:nvPr>
            <p:ph type="body" sz="quarter" idx="40"/>
          </p:nvPr>
        </p:nvSpPr>
        <p:spPr/>
        <p:txBody>
          <a:bodyPr/>
          <a:lstStyle/>
          <a:p>
            <a:r>
              <a:rPr lang="en-US"/>
              <a:t>+100 países</a:t>
            </a:r>
          </a:p>
        </p:txBody>
      </p:sp>
      <p:sp>
        <p:nvSpPr>
          <p:cNvPr id="12" name="Text Placeholder 11">
            <a:extLst>
              <a:ext uri="{FF2B5EF4-FFF2-40B4-BE49-F238E27FC236}">
                <a16:creationId xmlns:a16="http://schemas.microsoft.com/office/drawing/2014/main" id="{C1EF62C1-7DA5-4F49-93CC-BD3EAFCBD8CC}"/>
              </a:ext>
            </a:extLst>
          </p:cNvPr>
          <p:cNvSpPr>
            <a:spLocks noGrp="1"/>
          </p:cNvSpPr>
          <p:nvPr>
            <p:ph type="body" sz="quarter" idx="41"/>
          </p:nvPr>
        </p:nvSpPr>
        <p:spPr/>
        <p:txBody>
          <a:bodyPr/>
          <a:lstStyle/>
          <a:p>
            <a:pPr lvl="0"/>
            <a:r>
              <a:rPr lang="en-US" sz="1100"/>
              <a:t>donde se venden sus productos</a:t>
            </a:r>
          </a:p>
        </p:txBody>
      </p:sp>
      <p:sp>
        <p:nvSpPr>
          <p:cNvPr id="13" name="Text Placeholder 12">
            <a:extLst>
              <a:ext uri="{FF2B5EF4-FFF2-40B4-BE49-F238E27FC236}">
                <a16:creationId xmlns:a16="http://schemas.microsoft.com/office/drawing/2014/main" id="{CAEFBF9E-EDFF-4095-AABA-CBC89FFCB4E4}"/>
              </a:ext>
            </a:extLst>
          </p:cNvPr>
          <p:cNvSpPr>
            <a:spLocks noGrp="1"/>
          </p:cNvSpPr>
          <p:nvPr>
            <p:ph type="body" sz="quarter" idx="42"/>
          </p:nvPr>
        </p:nvSpPr>
        <p:spPr/>
        <p:txBody>
          <a:bodyPr/>
          <a:lstStyle/>
          <a:p>
            <a:r>
              <a:rPr lang="en-US"/>
              <a:t>~45 países</a:t>
            </a:r>
          </a:p>
        </p:txBody>
      </p:sp>
      <p:sp>
        <p:nvSpPr>
          <p:cNvPr id="14" name="Text Placeholder 13">
            <a:extLst>
              <a:ext uri="{FF2B5EF4-FFF2-40B4-BE49-F238E27FC236}">
                <a16:creationId xmlns:a16="http://schemas.microsoft.com/office/drawing/2014/main" id="{826746D3-5F53-497A-8497-5019A7ED9831}"/>
              </a:ext>
            </a:extLst>
          </p:cNvPr>
          <p:cNvSpPr>
            <a:spLocks noGrp="1"/>
          </p:cNvSpPr>
          <p:nvPr>
            <p:ph type="body" sz="quarter" idx="43"/>
          </p:nvPr>
        </p:nvSpPr>
        <p:spPr/>
        <p:txBody>
          <a:bodyPr/>
          <a:lstStyle/>
          <a:p>
            <a:pPr lvl="0"/>
            <a:r>
              <a:rPr lang="en-US" sz="1100"/>
              <a:t>con presencia comercial directa</a:t>
            </a:r>
          </a:p>
        </p:txBody>
      </p:sp>
      <p:sp>
        <p:nvSpPr>
          <p:cNvPr id="15" name="Text Placeholder 14">
            <a:extLst>
              <a:ext uri="{FF2B5EF4-FFF2-40B4-BE49-F238E27FC236}">
                <a16:creationId xmlns:a16="http://schemas.microsoft.com/office/drawing/2014/main" id="{50C0A3D8-99EF-4A43-A239-6B02EBC71A43}"/>
              </a:ext>
            </a:extLst>
          </p:cNvPr>
          <p:cNvSpPr>
            <a:spLocks noGrp="1"/>
          </p:cNvSpPr>
          <p:nvPr>
            <p:ph type="body" sz="quarter" idx="44"/>
          </p:nvPr>
        </p:nvSpPr>
        <p:spPr/>
        <p:txBody>
          <a:bodyPr/>
          <a:lstStyle/>
          <a:p>
            <a:r>
              <a:rPr lang="en-US"/>
              <a:t>~14.000</a:t>
            </a:r>
          </a:p>
        </p:txBody>
      </p:sp>
      <p:sp>
        <p:nvSpPr>
          <p:cNvPr id="16" name="Text Placeholder 15">
            <a:extLst>
              <a:ext uri="{FF2B5EF4-FFF2-40B4-BE49-F238E27FC236}">
                <a16:creationId xmlns:a16="http://schemas.microsoft.com/office/drawing/2014/main" id="{FCDF30E2-4239-459B-9F71-0B405F01D42E}"/>
              </a:ext>
            </a:extLst>
          </p:cNvPr>
          <p:cNvSpPr>
            <a:spLocks noGrp="1"/>
          </p:cNvSpPr>
          <p:nvPr>
            <p:ph type="body" sz="quarter" idx="45"/>
          </p:nvPr>
        </p:nvSpPr>
        <p:spPr/>
        <p:txBody>
          <a:bodyPr/>
          <a:lstStyle/>
          <a:p>
            <a:pPr lvl="0"/>
            <a:r>
              <a:rPr lang="en-US" sz="1100"/>
              <a:t>colaboradores en el mundo</a:t>
            </a:r>
          </a:p>
        </p:txBody>
      </p:sp>
      <p:sp>
        <p:nvSpPr>
          <p:cNvPr id="17" name="Text Placeholder 16">
            <a:extLst>
              <a:ext uri="{FF2B5EF4-FFF2-40B4-BE49-F238E27FC236}">
                <a16:creationId xmlns:a16="http://schemas.microsoft.com/office/drawing/2014/main" id="{A7CCEF51-6A8C-4411-AF66-9683741B5F80}"/>
              </a:ext>
            </a:extLst>
          </p:cNvPr>
          <p:cNvSpPr>
            <a:spLocks noGrp="1"/>
          </p:cNvSpPr>
          <p:nvPr>
            <p:ph type="body" sz="quarter" idx="46"/>
          </p:nvPr>
        </p:nvSpPr>
        <p:spPr/>
        <p:txBody>
          <a:bodyPr/>
          <a:lstStyle/>
          <a:p>
            <a:r>
              <a:rPr lang="en-US"/>
              <a:t>2 líneas</a:t>
            </a:r>
          </a:p>
        </p:txBody>
      </p:sp>
      <p:sp>
        <p:nvSpPr>
          <p:cNvPr id="18" name="Text Placeholder 17">
            <a:extLst>
              <a:ext uri="{FF2B5EF4-FFF2-40B4-BE49-F238E27FC236}">
                <a16:creationId xmlns:a16="http://schemas.microsoft.com/office/drawing/2014/main" id="{5DDE980B-2868-4C6E-8E19-A6F8B3C9486C}"/>
              </a:ext>
            </a:extLst>
          </p:cNvPr>
          <p:cNvSpPr>
            <a:spLocks noGrp="1"/>
          </p:cNvSpPr>
          <p:nvPr>
            <p:ph type="body" sz="quarter" idx="47"/>
          </p:nvPr>
        </p:nvSpPr>
        <p:spPr/>
        <p:txBody>
          <a:bodyPr/>
          <a:lstStyle/>
          <a:p>
            <a:pPr lvl="0"/>
            <a:r>
              <a:rPr lang="en-US" sz="1100"/>
              <a:t>animales de compañía y animales de producción: bovinos, cerdos y aves</a:t>
            </a:r>
          </a:p>
        </p:txBody>
      </p:sp>
      <p:sp>
        <p:nvSpPr>
          <p:cNvPr id="3" name="Footer Placeholder 2">
            <a:extLst>
              <a:ext uri="{FF2B5EF4-FFF2-40B4-BE49-F238E27FC236}">
                <a16:creationId xmlns:a16="http://schemas.microsoft.com/office/drawing/2014/main" id="{86CE25C8-4735-454D-AFBC-04B49EE04F35}"/>
              </a:ext>
            </a:extLst>
          </p:cNvPr>
          <p:cNvSpPr>
            <a:spLocks noGrp="1"/>
          </p:cNvSpPr>
          <p:nvPr>
            <p:ph type="ftr" sz="quarter" idx="16"/>
          </p:nvPr>
        </p:nvSpPr>
        <p:spPr/>
        <p:txBody>
          <a:bodyPr/>
          <a:lstStyle/>
          <a:p>
            <a:r>
              <a:rPr lang="en-US"/>
              <a:t>Proyección 2027 | Zoetis Colombia</a:t>
            </a:r>
          </a:p>
        </p:txBody>
      </p:sp>
    </p:spTree>
    <p:extLst>
      <p:ext uri="{BB962C8B-B14F-4D97-AF65-F5344CB8AC3E}">
        <p14:creationId xmlns:p14="http://schemas.microsoft.com/office/powerpoint/2010/main" val="176686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A901DE73-581C-514E-9021-6BD8312C92A5}"/>
              </a:ext>
            </a:extLst>
          </p:cNvPr>
          <p:cNvSpPr>
            <a:spLocks noGrp="1"/>
          </p:cNvSpPr>
          <p:nvPr>
            <p:ph type="body" sz="quarter" idx="12"/>
          </p:nvPr>
        </p:nvSpPr>
        <p:spPr/>
        <p:txBody>
          <a:bodyPr/>
          <a:lstStyle/>
          <a:p>
            <a:r>
              <a:rPr lang="en-US"/>
              <a:t>ZOETIS COLOMBIA</a:t>
            </a:r>
          </a:p>
        </p:txBody>
      </p:sp>
      <p:sp>
        <p:nvSpPr>
          <p:cNvPr id="19" name="Text Placeholder 18">
            <a:extLst>
              <a:ext uri="{FF2B5EF4-FFF2-40B4-BE49-F238E27FC236}">
                <a16:creationId xmlns:a16="http://schemas.microsoft.com/office/drawing/2014/main" id="{54E1B90F-9D0A-8948-BD73-3DE09C857998}"/>
              </a:ext>
            </a:extLst>
          </p:cNvPr>
          <p:cNvSpPr>
            <a:spLocks noGrp="1"/>
          </p:cNvSpPr>
          <p:nvPr>
            <p:ph type="body" sz="quarter" idx="15"/>
          </p:nvPr>
        </p:nvSpPr>
        <p:spPr/>
        <p:txBody>
          <a:bodyPr/>
          <a:lstStyle/>
          <a:p>
            <a:r>
              <a:rPr lang="en-US"/>
              <a:t>Animales de compañía</a:t>
            </a:r>
          </a:p>
        </p:txBody>
      </p:sp>
      <p:sp>
        <p:nvSpPr>
          <p:cNvPr id="21" name="Text Placeholder 20">
            <a:extLst>
              <a:ext uri="{FF2B5EF4-FFF2-40B4-BE49-F238E27FC236}">
                <a16:creationId xmlns:a16="http://schemas.microsoft.com/office/drawing/2014/main" id="{6EC71C23-EDCD-E14F-95D6-D0D6A55F32FD}"/>
              </a:ext>
            </a:extLst>
          </p:cNvPr>
          <p:cNvSpPr>
            <a:spLocks noGrp="1"/>
          </p:cNvSpPr>
          <p:nvPr>
            <p:ph type="body" sz="quarter" idx="36"/>
          </p:nvPr>
        </p:nvSpPr>
        <p:spPr/>
        <p:txBody>
          <a:bodyPr/>
          <a:lstStyle/>
          <a:p>
            <a:r>
              <a:rPr lang="en-US"/>
              <a:t>01.</a:t>
            </a:r>
          </a:p>
        </p:txBody>
      </p:sp>
      <p:sp>
        <p:nvSpPr>
          <p:cNvPr id="18" name="Text Placeholder 17">
            <a:extLst>
              <a:ext uri="{FF2B5EF4-FFF2-40B4-BE49-F238E27FC236}">
                <a16:creationId xmlns:a16="http://schemas.microsoft.com/office/drawing/2014/main" id="{384F7B44-8E79-7343-8054-6C8B8B9B2667}"/>
              </a:ext>
            </a:extLst>
          </p:cNvPr>
          <p:cNvSpPr>
            <a:spLocks noGrp="1"/>
          </p:cNvSpPr>
          <p:nvPr>
            <p:ph type="body" sz="quarter" idx="13"/>
          </p:nvPr>
        </p:nvSpPr>
        <p:spPr/>
        <p:txBody>
          <a:bodyPr/>
          <a:lstStyle/>
          <a:p>
            <a:r>
              <a:rPr lang="en-US" sz="1200"/>
              <a:t>Perros y gatos</a:t>
            </a:r>
          </a:p>
          <a:p>
            <a:r>
              <a:rPr lang="en-US" sz="1200"/>
              <a:t>6 segmentos farmacéuticos en la base de mercado</a:t>
            </a:r>
          </a:p>
        </p:txBody>
      </p:sp>
      <p:sp>
        <p:nvSpPr>
          <p:cNvPr id="22" name="Text Placeholder 21">
            <a:extLst>
              <a:ext uri="{FF2B5EF4-FFF2-40B4-BE49-F238E27FC236}">
                <a16:creationId xmlns:a16="http://schemas.microsoft.com/office/drawing/2014/main" id="{96E91D8F-FC66-9C41-AE3B-D4FCE6841E83}"/>
              </a:ext>
            </a:extLst>
          </p:cNvPr>
          <p:cNvSpPr>
            <a:spLocks noGrp="1"/>
          </p:cNvSpPr>
          <p:nvPr>
            <p:ph type="body" sz="quarter" idx="37"/>
          </p:nvPr>
        </p:nvSpPr>
        <p:spPr/>
        <p:txBody>
          <a:bodyPr/>
          <a:lstStyle/>
          <a:p>
            <a:r>
              <a:rPr lang="en-US"/>
              <a:t>Ganadería</a:t>
            </a:r>
          </a:p>
        </p:txBody>
      </p:sp>
      <p:sp>
        <p:nvSpPr>
          <p:cNvPr id="23" name="Text Placeholder 22">
            <a:extLst>
              <a:ext uri="{FF2B5EF4-FFF2-40B4-BE49-F238E27FC236}">
                <a16:creationId xmlns:a16="http://schemas.microsoft.com/office/drawing/2014/main" id="{6CFEABA6-D115-644A-B5D1-217257EFCD96}"/>
              </a:ext>
            </a:extLst>
          </p:cNvPr>
          <p:cNvSpPr>
            <a:spLocks noGrp="1"/>
          </p:cNvSpPr>
          <p:nvPr>
            <p:ph type="body" sz="quarter" idx="38"/>
          </p:nvPr>
        </p:nvSpPr>
        <p:spPr/>
        <p:txBody>
          <a:bodyPr/>
          <a:lstStyle/>
          <a:p>
            <a:r>
              <a:rPr lang="en-US"/>
              <a:t>02.</a:t>
            </a:r>
          </a:p>
        </p:txBody>
      </p:sp>
      <p:sp>
        <p:nvSpPr>
          <p:cNvPr id="24" name="Text Placeholder 23">
            <a:extLst>
              <a:ext uri="{FF2B5EF4-FFF2-40B4-BE49-F238E27FC236}">
                <a16:creationId xmlns:a16="http://schemas.microsoft.com/office/drawing/2014/main" id="{74647AB1-F665-CE45-A536-E768B9A7B414}"/>
              </a:ext>
            </a:extLst>
          </p:cNvPr>
          <p:cNvSpPr>
            <a:spLocks noGrp="1"/>
          </p:cNvSpPr>
          <p:nvPr>
            <p:ph type="body" sz="quarter" idx="39"/>
          </p:nvPr>
        </p:nvSpPr>
        <p:spPr/>
        <p:txBody>
          <a:bodyPr/>
          <a:lstStyle/>
          <a:p>
            <a:r>
              <a:rPr lang="en-US" sz="1200"/>
              <a:t>Bovinos de carne y de leche</a:t>
            </a:r>
          </a:p>
          <a:p>
            <a:r>
              <a:rPr lang="en-US" sz="1200"/>
              <a:t>5 segmentos farmacéuticos</a:t>
            </a:r>
          </a:p>
        </p:txBody>
      </p:sp>
      <p:sp>
        <p:nvSpPr>
          <p:cNvPr id="25" name="Text Placeholder 24">
            <a:extLst>
              <a:ext uri="{FF2B5EF4-FFF2-40B4-BE49-F238E27FC236}">
                <a16:creationId xmlns:a16="http://schemas.microsoft.com/office/drawing/2014/main" id="{6ED1F859-4BA8-7748-A2DF-E9D2D5FC3D64}"/>
              </a:ext>
            </a:extLst>
          </p:cNvPr>
          <p:cNvSpPr>
            <a:spLocks noGrp="1"/>
          </p:cNvSpPr>
          <p:nvPr>
            <p:ph type="body" sz="quarter" idx="40"/>
          </p:nvPr>
        </p:nvSpPr>
        <p:spPr/>
        <p:txBody>
          <a:bodyPr/>
          <a:lstStyle/>
          <a:p>
            <a:r>
              <a:rPr lang="en-US"/>
              <a:t>Porcicultura</a:t>
            </a:r>
          </a:p>
        </p:txBody>
      </p:sp>
      <p:sp>
        <p:nvSpPr>
          <p:cNvPr id="26" name="Text Placeholder 25">
            <a:extLst>
              <a:ext uri="{FF2B5EF4-FFF2-40B4-BE49-F238E27FC236}">
                <a16:creationId xmlns:a16="http://schemas.microsoft.com/office/drawing/2014/main" id="{256537FA-7B41-4049-83EC-75481676A7B7}"/>
              </a:ext>
            </a:extLst>
          </p:cNvPr>
          <p:cNvSpPr>
            <a:spLocks noGrp="1"/>
          </p:cNvSpPr>
          <p:nvPr>
            <p:ph type="body" sz="quarter" idx="41"/>
          </p:nvPr>
        </p:nvSpPr>
        <p:spPr/>
        <p:txBody>
          <a:bodyPr/>
          <a:lstStyle/>
          <a:p>
            <a:r>
              <a:rPr lang="en-US"/>
              <a:t>03.</a:t>
            </a:r>
          </a:p>
        </p:txBody>
      </p:sp>
      <p:sp>
        <p:nvSpPr>
          <p:cNvPr id="27" name="Text Placeholder 26">
            <a:extLst>
              <a:ext uri="{FF2B5EF4-FFF2-40B4-BE49-F238E27FC236}">
                <a16:creationId xmlns:a16="http://schemas.microsoft.com/office/drawing/2014/main" id="{CDB8FAC8-F83E-9040-94D7-67EE94918786}"/>
              </a:ext>
            </a:extLst>
          </p:cNvPr>
          <p:cNvSpPr>
            <a:spLocks noGrp="1"/>
          </p:cNvSpPr>
          <p:nvPr>
            <p:ph type="body" sz="quarter" idx="42"/>
          </p:nvPr>
        </p:nvSpPr>
        <p:spPr/>
        <p:txBody>
          <a:bodyPr/>
          <a:lstStyle/>
          <a:p>
            <a:r>
              <a:rPr lang="en-US" sz="1200"/>
              <a:t>Cerdos</a:t>
            </a:r>
          </a:p>
          <a:p>
            <a:r>
              <a:rPr lang="en-US" sz="1200"/>
              <a:t>2 segmentos: antimicrobianos y vacunas</a:t>
            </a:r>
          </a:p>
          <a:p>
            <a:r>
              <a:rPr lang="en-US" sz="1200"/>
              <a:t>Zoetis lidera este mercado</a:t>
            </a:r>
          </a:p>
        </p:txBody>
      </p:sp>
      <p:sp>
        <p:nvSpPr>
          <p:cNvPr id="28" name="Text Placeholder 27">
            <a:extLst>
              <a:ext uri="{FF2B5EF4-FFF2-40B4-BE49-F238E27FC236}">
                <a16:creationId xmlns:a16="http://schemas.microsoft.com/office/drawing/2014/main" id="{9C067F01-6DB2-C840-BB16-D2A3D0D5B706}"/>
              </a:ext>
            </a:extLst>
          </p:cNvPr>
          <p:cNvSpPr>
            <a:spLocks noGrp="1"/>
          </p:cNvSpPr>
          <p:nvPr>
            <p:ph type="body" sz="quarter" idx="43"/>
          </p:nvPr>
        </p:nvSpPr>
        <p:spPr/>
        <p:txBody>
          <a:bodyPr/>
          <a:lstStyle/>
          <a:p>
            <a:r>
              <a:rPr lang="en-US"/>
              <a:t>Avicultura</a:t>
            </a:r>
          </a:p>
        </p:txBody>
      </p:sp>
      <p:sp>
        <p:nvSpPr>
          <p:cNvPr id="29" name="Text Placeholder 28">
            <a:extLst>
              <a:ext uri="{FF2B5EF4-FFF2-40B4-BE49-F238E27FC236}">
                <a16:creationId xmlns:a16="http://schemas.microsoft.com/office/drawing/2014/main" id="{E0F06DDC-6967-DC4D-AE5C-8F07D9DB6AD9}"/>
              </a:ext>
            </a:extLst>
          </p:cNvPr>
          <p:cNvSpPr>
            <a:spLocks noGrp="1"/>
          </p:cNvSpPr>
          <p:nvPr>
            <p:ph type="body" sz="quarter" idx="44"/>
          </p:nvPr>
        </p:nvSpPr>
        <p:spPr/>
        <p:txBody>
          <a:bodyPr/>
          <a:lstStyle/>
          <a:p>
            <a:r>
              <a:rPr lang="en-US"/>
              <a:t>04.</a:t>
            </a:r>
          </a:p>
        </p:txBody>
      </p:sp>
      <p:sp>
        <p:nvSpPr>
          <p:cNvPr id="30" name="Text Placeholder 29">
            <a:extLst>
              <a:ext uri="{FF2B5EF4-FFF2-40B4-BE49-F238E27FC236}">
                <a16:creationId xmlns:a16="http://schemas.microsoft.com/office/drawing/2014/main" id="{3FF96D98-1BA5-A449-B134-6E434387E7BD}"/>
              </a:ext>
            </a:extLst>
          </p:cNvPr>
          <p:cNvSpPr>
            <a:spLocks noGrp="1"/>
          </p:cNvSpPr>
          <p:nvPr>
            <p:ph type="body" sz="quarter" idx="45"/>
          </p:nvPr>
        </p:nvSpPr>
        <p:spPr/>
        <p:txBody>
          <a:bodyPr/>
          <a:lstStyle/>
          <a:p>
            <a:r>
              <a:rPr lang="en-US" sz="1200"/>
              <a:t>Pollos</a:t>
            </a:r>
          </a:p>
          <a:p>
            <a:r>
              <a:rPr lang="en-US" sz="1200"/>
              <a:t>1 segmento: vacunas</a:t>
            </a:r>
          </a:p>
          <a:p>
            <a:r>
              <a:rPr lang="en-US" sz="1200"/>
              <a:t>Mercado de aves en descenso (cerca de -20 %)</a:t>
            </a:r>
          </a:p>
        </p:txBody>
      </p:sp>
      <p:sp>
        <p:nvSpPr>
          <p:cNvPr id="16" name="Title 15">
            <a:extLst>
              <a:ext uri="{FF2B5EF4-FFF2-40B4-BE49-F238E27FC236}">
                <a16:creationId xmlns:a16="http://schemas.microsoft.com/office/drawing/2014/main" id="{C07F47F8-F0DE-B94C-8A72-3CD67B26F0C2}"/>
              </a:ext>
            </a:extLst>
          </p:cNvPr>
          <p:cNvSpPr>
            <a:spLocks noGrp="1"/>
          </p:cNvSpPr>
          <p:nvPr>
            <p:ph type="title"/>
          </p:nvPr>
        </p:nvSpPr>
        <p:spPr/>
        <p:txBody>
          <a:bodyPr/>
          <a:lstStyle/>
          <a:p>
            <a:r>
              <a:rPr lang="en-US"/>
              <a:t>Portafolio de Zoetis en Colombia</a:t>
            </a:r>
          </a:p>
        </p:txBody>
      </p:sp>
      <p:sp>
        <p:nvSpPr>
          <p:cNvPr id="20" name="Text Placeholder 19">
            <a:extLst>
              <a:ext uri="{FF2B5EF4-FFF2-40B4-BE49-F238E27FC236}">
                <a16:creationId xmlns:a16="http://schemas.microsoft.com/office/drawing/2014/main" id="{8EC6B011-DD33-5849-B891-329ED32A217B}"/>
              </a:ext>
            </a:extLst>
          </p:cNvPr>
          <p:cNvSpPr>
            <a:spLocks noGrp="1"/>
          </p:cNvSpPr>
          <p:nvPr>
            <p:ph type="body" sz="quarter" idx="35"/>
          </p:nvPr>
        </p:nvSpPr>
        <p:spPr/>
        <p:txBody>
          <a:bodyPr/>
          <a:lstStyle/>
          <a:p>
            <a:r>
              <a:rPr lang="en-US"/>
              <a:t>Cuatro especies, cada una con sus segmentos farmacéuticos</a:t>
            </a:r>
          </a:p>
        </p:txBody>
      </p:sp>
      <p:sp>
        <p:nvSpPr>
          <p:cNvPr id="2" name="Footer Placeholder 1">
            <a:extLst>
              <a:ext uri="{FF2B5EF4-FFF2-40B4-BE49-F238E27FC236}">
                <a16:creationId xmlns:a16="http://schemas.microsoft.com/office/drawing/2014/main" id="{519C3452-55AA-D043-B63D-157DAE8A49E4}"/>
              </a:ext>
            </a:extLst>
          </p:cNvPr>
          <p:cNvSpPr>
            <a:spLocks noGrp="1"/>
          </p:cNvSpPr>
          <p:nvPr>
            <p:ph type="ftr" sz="quarter" idx="16"/>
          </p:nvPr>
        </p:nvSpPr>
        <p:spPr/>
        <p:txBody>
          <a:bodyPr/>
          <a:lstStyle/>
          <a:p>
            <a:r>
              <a:rPr lang="en-US"/>
              <a:t>Proyección 2027 | Zoetis Colombia</a:t>
            </a:r>
          </a:p>
        </p:txBody>
      </p:sp>
    </p:spTree>
    <p:extLst>
      <p:ext uri="{BB962C8B-B14F-4D97-AF65-F5344CB8AC3E}">
        <p14:creationId xmlns:p14="http://schemas.microsoft.com/office/powerpoint/2010/main" val="526492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Placeholder 46">
            <a:extLst>
              <a:ext uri="{FF2B5EF4-FFF2-40B4-BE49-F238E27FC236}">
                <a16:creationId xmlns:a16="http://schemas.microsoft.com/office/drawing/2014/main" id="{794EB048-44BB-E92B-81FC-475E4B21673A}"/>
              </a:ext>
            </a:extLst>
          </p:cNvPr>
          <p:cNvSpPr>
            <a:spLocks noGrp="1"/>
          </p:cNvSpPr>
          <p:nvPr>
            <p:ph type="body" sz="quarter" idx="20"/>
          </p:nvPr>
        </p:nvSpPr>
        <p:spPr/>
        <p:txBody>
          <a:bodyPr/>
          <a:lstStyle/>
          <a:p>
            <a:r>
              <a:rPr lang="en-US"/>
              <a:t>LA DECISIÓN</a:t>
            </a:r>
          </a:p>
        </p:txBody>
      </p:sp>
      <p:sp>
        <p:nvSpPr>
          <p:cNvPr id="46" name="Title 45">
            <a:extLst>
              <a:ext uri="{FF2B5EF4-FFF2-40B4-BE49-F238E27FC236}">
                <a16:creationId xmlns:a16="http://schemas.microsoft.com/office/drawing/2014/main" id="{D91F4730-A404-83CD-649A-4AB35D9CC5C7}"/>
              </a:ext>
            </a:extLst>
          </p:cNvPr>
          <p:cNvSpPr>
            <a:spLocks noGrp="1"/>
          </p:cNvSpPr>
          <p:nvPr>
            <p:ph type="title"/>
          </p:nvPr>
        </p:nvSpPr>
        <p:spPr/>
        <p:txBody>
          <a:bodyPr/>
          <a:lstStyle/>
          <a:p>
            <a:r>
              <a:rPr lang="en-US"/>
              <a:t>Una pregunta para planear 2027</a:t>
            </a:r>
          </a:p>
        </p:txBody>
      </p:sp>
      <p:sp>
        <p:nvSpPr>
          <p:cNvPr id="48" name="Text Placeholder 47">
            <a:extLst>
              <a:ext uri="{FF2B5EF4-FFF2-40B4-BE49-F238E27FC236}">
                <a16:creationId xmlns:a16="http://schemas.microsoft.com/office/drawing/2014/main" id="{FCB27C88-F417-6C4E-667D-B300B781B9D3}"/>
              </a:ext>
            </a:extLst>
          </p:cNvPr>
          <p:cNvSpPr>
            <a:spLocks noGrp="1"/>
          </p:cNvSpPr>
          <p:nvPr>
            <p:ph type="body" sz="quarter" idx="23"/>
          </p:nvPr>
        </p:nvSpPr>
        <p:spPr/>
        <p:txBody>
          <a:bodyPr/>
          <a:lstStyle/>
          <a:p>
            <a:r>
              <a:rPr lang="en-US" sz="1200"/>
              <a:t>El mercado farmacéutico de salud animal en Colombia, Zoetis y cada especie.</a:t>
            </a:r>
          </a:p>
        </p:txBody>
      </p:sp>
      <p:sp>
        <p:nvSpPr>
          <p:cNvPr id="49" name="Text Placeholder 48">
            <a:extLst>
              <a:ext uri="{FF2B5EF4-FFF2-40B4-BE49-F238E27FC236}">
                <a16:creationId xmlns:a16="http://schemas.microsoft.com/office/drawing/2014/main" id="{AE12E484-AF93-B5AF-273C-9A0BF73F46F9}"/>
              </a:ext>
            </a:extLst>
          </p:cNvPr>
          <p:cNvSpPr>
            <a:spLocks noGrp="1"/>
          </p:cNvSpPr>
          <p:nvPr>
            <p:ph type="body" sz="quarter" idx="24"/>
          </p:nvPr>
        </p:nvSpPr>
        <p:spPr/>
        <p:txBody>
          <a:bodyPr/>
          <a:lstStyle/>
          <a:p>
            <a:r>
              <a:rPr lang="en-US" sz="1200"/>
              <a:t>Metas de ventas y presupuesto de 2027 por especie.</a:t>
            </a:r>
          </a:p>
        </p:txBody>
      </p:sp>
      <p:sp>
        <p:nvSpPr>
          <p:cNvPr id="50" name="Text Placeholder 49">
            <a:extLst>
              <a:ext uri="{FF2B5EF4-FFF2-40B4-BE49-F238E27FC236}">
                <a16:creationId xmlns:a16="http://schemas.microsoft.com/office/drawing/2014/main" id="{92C17701-F22E-AC5C-A4F0-CC4C15F9503C}"/>
              </a:ext>
            </a:extLst>
          </p:cNvPr>
          <p:cNvSpPr>
            <a:spLocks noGrp="1"/>
          </p:cNvSpPr>
          <p:nvPr>
            <p:ph type="body" sz="quarter" idx="25"/>
          </p:nvPr>
        </p:nvSpPr>
        <p:spPr/>
        <p:txBody>
          <a:bodyPr/>
          <a:lstStyle/>
          <a:p>
            <a:r>
              <a:rPr lang="en-US" sz="1200"/>
              <a:t>Referencia para planear inventario y producción.</a:t>
            </a:r>
          </a:p>
        </p:txBody>
      </p:sp>
      <p:sp>
        <p:nvSpPr>
          <p:cNvPr id="51" name="Text Placeholder 50">
            <a:extLst>
              <a:ext uri="{FF2B5EF4-FFF2-40B4-BE49-F238E27FC236}">
                <a16:creationId xmlns:a16="http://schemas.microsoft.com/office/drawing/2014/main" id="{3BAA5780-1505-8498-CE75-4B4916A9A69E}"/>
              </a:ext>
            </a:extLst>
          </p:cNvPr>
          <p:cNvSpPr>
            <a:spLocks noGrp="1"/>
          </p:cNvSpPr>
          <p:nvPr>
            <p:ph type="body" sz="quarter" idx="26"/>
          </p:nvPr>
        </p:nvSpPr>
        <p:spPr/>
        <p:txBody>
          <a:bodyPr/>
          <a:lstStyle/>
          <a:p>
            <a:r>
              <a:rPr lang="en-US" sz="1200"/>
              <a:t>Metas razonables para el equipo comercial.</a:t>
            </a:r>
          </a:p>
        </p:txBody>
      </p:sp>
      <p:sp>
        <p:nvSpPr>
          <p:cNvPr id="52" name="Text Placeholder 51">
            <a:extLst>
              <a:ext uri="{FF2B5EF4-FFF2-40B4-BE49-F238E27FC236}">
                <a16:creationId xmlns:a16="http://schemas.microsoft.com/office/drawing/2014/main" id="{AC6ED970-E9E0-EA2B-4F3A-AB617F25B81E}"/>
              </a:ext>
            </a:extLst>
          </p:cNvPr>
          <p:cNvSpPr>
            <a:spLocks noGrp="1"/>
          </p:cNvSpPr>
          <p:nvPr>
            <p:ph type="body" sz="quarter" idx="27"/>
          </p:nvPr>
        </p:nvSpPr>
        <p:spPr/>
        <p:txBody>
          <a:bodyPr/>
          <a:lstStyle/>
          <a:p>
            <a:r>
              <a:rPr lang="en-US" sz="1200"/>
              <a:t>Metas y condiciones acordes con el crecimiento esperado del mercado.</a:t>
            </a:r>
          </a:p>
        </p:txBody>
      </p:sp>
      <p:sp>
        <p:nvSpPr>
          <p:cNvPr id="53" name="Text Placeholder 52">
            <a:extLst>
              <a:ext uri="{FF2B5EF4-FFF2-40B4-BE49-F238E27FC236}">
                <a16:creationId xmlns:a16="http://schemas.microsoft.com/office/drawing/2014/main" id="{DE980121-F309-5677-8BD9-92B0BF094548}"/>
              </a:ext>
            </a:extLst>
          </p:cNvPr>
          <p:cNvSpPr>
            <a:spLocks noGrp="1"/>
          </p:cNvSpPr>
          <p:nvPr>
            <p:ph type="body" sz="quarter" idx="28"/>
          </p:nvPr>
        </p:nvSpPr>
        <p:spPr/>
        <p:txBody>
          <a:bodyPr/>
          <a:lstStyle/>
          <a:p>
            <a:r>
              <a:rPr lang="en-US" sz="1200"/>
              <a:t>¿Cuánto crecerá en 2027?</a:t>
            </a:r>
          </a:p>
        </p:txBody>
      </p:sp>
      <p:sp>
        <p:nvSpPr>
          <p:cNvPr id="54" name="Text Placeholder 53">
            <a:extLst>
              <a:ext uri="{FF2B5EF4-FFF2-40B4-BE49-F238E27FC236}">
                <a16:creationId xmlns:a16="http://schemas.microsoft.com/office/drawing/2014/main" id="{A4363675-5FAF-69C5-F03F-65DCA7E567C3}"/>
              </a:ext>
            </a:extLst>
          </p:cNvPr>
          <p:cNvSpPr>
            <a:spLocks noGrp="1"/>
          </p:cNvSpPr>
          <p:nvPr>
            <p:ph type="body" sz="quarter" idx="29"/>
          </p:nvPr>
        </p:nvSpPr>
        <p:spPr/>
        <p:txBody>
          <a:bodyPr/>
          <a:lstStyle/>
          <a:p>
            <a:r>
              <a:rPr lang="en-US" sz="1200"/>
              <a:t>Plan financiero</a:t>
            </a:r>
          </a:p>
        </p:txBody>
      </p:sp>
      <p:sp>
        <p:nvSpPr>
          <p:cNvPr id="55" name="Text Placeholder 54">
            <a:extLst>
              <a:ext uri="{FF2B5EF4-FFF2-40B4-BE49-F238E27FC236}">
                <a16:creationId xmlns:a16="http://schemas.microsoft.com/office/drawing/2014/main" id="{E0C876A7-A69C-6525-2A48-409E57B82BFA}"/>
              </a:ext>
            </a:extLst>
          </p:cNvPr>
          <p:cNvSpPr>
            <a:spLocks noGrp="1"/>
          </p:cNvSpPr>
          <p:nvPr>
            <p:ph type="body" sz="quarter" idx="30"/>
          </p:nvPr>
        </p:nvSpPr>
        <p:spPr/>
        <p:txBody>
          <a:bodyPr/>
          <a:lstStyle/>
          <a:p>
            <a:r>
              <a:rPr lang="en-US" sz="1200"/>
              <a:t>Forecast</a:t>
            </a:r>
          </a:p>
        </p:txBody>
      </p:sp>
      <p:sp>
        <p:nvSpPr>
          <p:cNvPr id="56" name="Text Placeholder 55">
            <a:extLst>
              <a:ext uri="{FF2B5EF4-FFF2-40B4-BE49-F238E27FC236}">
                <a16:creationId xmlns:a16="http://schemas.microsoft.com/office/drawing/2014/main" id="{30B8C069-646E-6132-8BAE-E42D72CF4CBA}"/>
              </a:ext>
            </a:extLst>
          </p:cNvPr>
          <p:cNvSpPr>
            <a:spLocks noGrp="1"/>
          </p:cNvSpPr>
          <p:nvPr>
            <p:ph type="body" sz="quarter" idx="31"/>
          </p:nvPr>
        </p:nvSpPr>
        <p:spPr/>
        <p:txBody>
          <a:bodyPr/>
          <a:lstStyle/>
          <a:p>
            <a:r>
              <a:rPr lang="en-US" sz="1200"/>
              <a:t>Cuota de comisiones</a:t>
            </a:r>
          </a:p>
        </p:txBody>
      </p:sp>
      <p:sp>
        <p:nvSpPr>
          <p:cNvPr id="57" name="Text Placeholder 56">
            <a:extLst>
              <a:ext uri="{FF2B5EF4-FFF2-40B4-BE49-F238E27FC236}">
                <a16:creationId xmlns:a16="http://schemas.microsoft.com/office/drawing/2014/main" id="{24DA277A-4C70-04F3-EB1B-77A8A023DBDB}"/>
              </a:ext>
            </a:extLst>
          </p:cNvPr>
          <p:cNvSpPr>
            <a:spLocks noGrp="1"/>
          </p:cNvSpPr>
          <p:nvPr>
            <p:ph type="body" sz="quarter" idx="32"/>
          </p:nvPr>
        </p:nvSpPr>
        <p:spPr/>
        <p:txBody>
          <a:bodyPr/>
          <a:lstStyle/>
          <a:p>
            <a:r>
              <a:rPr lang="en-US" sz="1200"/>
              <a:t>Acuerdos comerciales con distribuidores</a:t>
            </a:r>
          </a:p>
        </p:txBody>
      </p:sp>
      <p:sp>
        <p:nvSpPr>
          <p:cNvPr id="3" name="Footer Placeholder 2">
            <a:extLst>
              <a:ext uri="{FF2B5EF4-FFF2-40B4-BE49-F238E27FC236}">
                <a16:creationId xmlns:a16="http://schemas.microsoft.com/office/drawing/2014/main" id="{21CFF208-DB60-6390-B4ED-F4B6F2BCD28B}"/>
              </a:ext>
            </a:extLst>
          </p:cNvPr>
          <p:cNvSpPr>
            <a:spLocks noGrp="1"/>
          </p:cNvSpPr>
          <p:nvPr>
            <p:ph type="ftr" sz="quarter" idx="16"/>
          </p:nvPr>
        </p:nvSpPr>
        <p:spPr/>
        <p:txBody>
          <a:bodyPr/>
          <a:lstStyle/>
          <a:p>
            <a:r>
              <a:rPr lang="en-US"/>
              <a:t>Proyección 2027 | Zoetis Colombia</a:t>
            </a:r>
          </a:p>
        </p:txBody>
      </p:sp>
      <p:pic>
        <p:nvPicPr>
          <p:cNvPr id="76" name="Graphic 75">
            <a:extLst>
              <a:ext uri="{FF2B5EF4-FFF2-40B4-BE49-F238E27FC236}">
                <a16:creationId xmlns:a16="http://schemas.microsoft.com/office/drawing/2014/main" id="{5FF4EA85-DAC4-7C0F-DFCA-8C28E52E040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3983" y="1162150"/>
            <a:ext cx="338088" cy="350163"/>
          </a:xfrm>
          <a:prstGeom prst="rect">
            <a:avLst/>
          </a:prstGeom>
        </p:spPr>
      </p:pic>
      <p:pic>
        <p:nvPicPr>
          <p:cNvPr id="77" name="Graphic 76">
            <a:extLst>
              <a:ext uri="{FF2B5EF4-FFF2-40B4-BE49-F238E27FC236}">
                <a16:creationId xmlns:a16="http://schemas.microsoft.com/office/drawing/2014/main" id="{3DC65145-667C-734C-EB49-5A076B82D6F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87683" y="3368632"/>
            <a:ext cx="330688" cy="310732"/>
          </a:xfrm>
          <a:prstGeom prst="rect">
            <a:avLst/>
          </a:prstGeom>
        </p:spPr>
      </p:pic>
      <p:pic>
        <p:nvPicPr>
          <p:cNvPr id="78" name="Graphic 77">
            <a:extLst>
              <a:ext uri="{FF2B5EF4-FFF2-40B4-BE49-F238E27FC236}">
                <a16:creationId xmlns:a16="http://schemas.microsoft.com/office/drawing/2014/main" id="{BDB67964-44C6-CBFF-ADDC-712BC348449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74520" y="2632262"/>
            <a:ext cx="357014" cy="363750"/>
          </a:xfrm>
          <a:prstGeom prst="rect">
            <a:avLst/>
          </a:prstGeom>
        </p:spPr>
      </p:pic>
      <p:pic>
        <p:nvPicPr>
          <p:cNvPr id="79" name="Graphic 78">
            <a:extLst>
              <a:ext uri="{FF2B5EF4-FFF2-40B4-BE49-F238E27FC236}">
                <a16:creationId xmlns:a16="http://schemas.microsoft.com/office/drawing/2014/main" id="{BE296B37-9023-1FC9-5DE4-D8406D4D7B9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96422" y="4056864"/>
            <a:ext cx="358930" cy="403796"/>
          </a:xfrm>
          <a:prstGeom prst="rect">
            <a:avLst/>
          </a:prstGeom>
        </p:spPr>
      </p:pic>
      <p:pic>
        <p:nvPicPr>
          <p:cNvPr id="2" name="Graphic 1">
            <a:extLst>
              <a:ext uri="{FF2B5EF4-FFF2-40B4-BE49-F238E27FC236}">
                <a16:creationId xmlns:a16="http://schemas.microsoft.com/office/drawing/2014/main" id="{F54DC821-1CA6-6966-F795-F98D3C33348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80043" y="1924651"/>
            <a:ext cx="338328" cy="338328"/>
          </a:xfrm>
          <a:prstGeom prst="rect">
            <a:avLst/>
          </a:prstGeom>
        </p:spPr>
      </p:pic>
    </p:spTree>
    <p:extLst>
      <p:ext uri="{BB962C8B-B14F-4D97-AF65-F5344CB8AC3E}">
        <p14:creationId xmlns:p14="http://schemas.microsoft.com/office/powerpoint/2010/main" val="27172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48ADD9B-E37A-4BCC-A32D-40F1B58F5EC3}"/>
              </a:ext>
            </a:extLst>
          </p:cNvPr>
          <p:cNvPicPr>
            <a:picLocks noGrp="1" noChangeAspect="1" noChangeArrowheads="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bwMode="auto">
          <a:xfrm flipH="1">
            <a:off x="0" y="0"/>
            <a:ext cx="9144000" cy="514807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7E040F6-4207-8E1E-49A6-A6A745A6D14D}"/>
              </a:ext>
            </a:extLst>
          </p:cNvPr>
          <p:cNvSpPr/>
          <p:nvPr/>
        </p:nvSpPr>
        <p:spPr>
          <a:xfrm rot="5400000">
            <a:off x="1998792" y="-2000251"/>
            <a:ext cx="5143500" cy="9144001"/>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8</a:t>
            </a:fld>
            <a:endParaRPr lang="en-US"/>
          </a:p>
        </p:txBody>
      </p:sp>
      <p:sp>
        <p:nvSpPr>
          <p:cNvPr id="2" name="Title 6">
            <a:extLst>
              <a:ext uri="{FF2B5EF4-FFF2-40B4-BE49-F238E27FC236}">
                <a16:creationId xmlns:a16="http://schemas.microsoft.com/office/drawing/2014/main" id="{64F2CB5F-4724-6549-9C67-41F45F83C714}"/>
              </a:ext>
            </a:extLst>
          </p:cNvPr>
          <p:cNvSpPr>
            <a:spLocks noGrp="1"/>
          </p:cNvSpPr>
          <p:nvPr>
            <p:ph type="title"/>
          </p:nvPr>
        </p:nvSpPr>
        <p:spPr>
          <a:xfrm>
            <a:off x="336855" y="1084000"/>
            <a:ext cx="6595104" cy="1249680"/>
          </a:xfrm>
        </p:spPr>
        <p:txBody>
          <a:bodyPr/>
          <a:lstStyle/>
          <a:p>
            <a:r>
              <a:rPr lang="en-US" dirty="0"/>
              <a:t>Datos reales</a:t>
            </a:r>
          </a:p>
        </p:txBody>
      </p:sp>
      <p:sp>
        <p:nvSpPr>
          <p:cNvPr id="5" name="Text Placeholder 8">
            <a:extLst>
              <a:ext uri="{FF2B5EF4-FFF2-40B4-BE49-F238E27FC236}">
                <a16:creationId xmlns:a16="http://schemas.microsoft.com/office/drawing/2014/main" id="{1153C3D7-8847-4C1F-283F-26236AE1016F}"/>
              </a:ext>
            </a:extLst>
          </p:cNvPr>
          <p:cNvSpPr>
            <a:spLocks noGrp="1"/>
          </p:cNvSpPr>
          <p:nvPr>
            <p:ph type="body" sz="quarter" idx="14"/>
          </p:nvPr>
        </p:nvSpPr>
        <p:spPr>
          <a:xfrm>
            <a:off x="336854" y="271202"/>
            <a:ext cx="1061753" cy="812798"/>
          </a:xfrm>
        </p:spPr>
        <p:txBody>
          <a:bodyPr/>
          <a:lstStyle/>
          <a:p>
            <a:r>
              <a:rPr lang="en-US"/>
              <a:t>02.</a:t>
            </a:r>
          </a:p>
        </p:txBody>
      </p:sp>
      <p:sp>
        <p:nvSpPr>
          <p:cNvPr id="8" name="TextBox 7">
            <a:extLst>
              <a:ext uri="{FF2B5EF4-FFF2-40B4-BE49-F238E27FC236}">
                <a16:creationId xmlns:a16="http://schemas.microsoft.com/office/drawing/2014/main" id="{E0F3709F-E673-B526-3178-8240B36A1289}"/>
              </a:ext>
            </a:extLst>
          </p:cNvPr>
          <p:cNvSpPr txBox="1"/>
          <p:nvPr/>
        </p:nvSpPr>
        <p:spPr>
          <a:xfrm>
            <a:off x="530226" y="2073339"/>
            <a:ext cx="5989844" cy="1800980"/>
          </a:xfrm>
          <a:prstGeom prst="rect">
            <a:avLst/>
          </a:prstGeom>
          <a:noFill/>
        </p:spPr>
        <p:txBody>
          <a:bodyPr wrap="square" lIns="0" tIns="0" rIns="0" bIns="0" rtlCol="0">
            <a:noAutofit/>
          </a:bodyPr>
          <a:lstStyle/>
          <a:p>
            <a:pPr marL="285750" indent="-285750">
              <a:lnSpc>
                <a:spcPct val="90000"/>
              </a:lnSpc>
              <a:spcAft>
                <a:spcPts val="600"/>
              </a:spcAft>
              <a:buClr>
                <a:schemeClr val="tx2"/>
              </a:buClr>
              <a:buSzPct val="130000"/>
              <a:buFont typeface="Wingdings" panose="05000000000000000000" pitchFamily="2" charset="2"/>
              <a:buChar char="§"/>
            </a:pPr>
            <a:r>
              <a:rPr lang="en-IE" sz="2000" b="0" i="0" kern="1200" dirty="0">
                <a:solidFill>
                  <a:schemeClr val="bg1"/>
                </a:solidFill>
                <a:latin typeface="Arial" panose="020B0604020202020204" pitchFamily="34" charset="0"/>
                <a:ea typeface="+mn-ea"/>
                <a:cs typeface="Arial" panose="020B0604020202020204" pitchFamily="34" charset="0"/>
              </a:rPr>
              <a:t>Fuentes y variables</a:t>
            </a:r>
          </a:p>
        </p:txBody>
      </p:sp>
    </p:spTree>
    <p:extLst>
      <p:ext uri="{BB962C8B-B14F-4D97-AF65-F5344CB8AC3E}">
        <p14:creationId xmlns:p14="http://schemas.microsoft.com/office/powerpoint/2010/main" val="60305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Placeholder 46">
            <a:extLst>
              <a:ext uri="{FF2B5EF4-FFF2-40B4-BE49-F238E27FC236}">
                <a16:creationId xmlns:a16="http://schemas.microsoft.com/office/drawing/2014/main" id="{794EB048-44BB-E92B-81FC-475E4B21673A}"/>
              </a:ext>
            </a:extLst>
          </p:cNvPr>
          <p:cNvSpPr>
            <a:spLocks noGrp="1"/>
          </p:cNvSpPr>
          <p:nvPr>
            <p:ph type="body" sz="quarter" idx="20"/>
          </p:nvPr>
        </p:nvSpPr>
        <p:spPr/>
        <p:txBody>
          <a:bodyPr/>
          <a:lstStyle/>
          <a:p>
            <a:r>
              <a:rPr lang="en-US"/>
              <a:t>DATOS REALES</a:t>
            </a:r>
          </a:p>
        </p:txBody>
      </p:sp>
      <p:sp>
        <p:nvSpPr>
          <p:cNvPr id="46" name="Title 45">
            <a:extLst>
              <a:ext uri="{FF2B5EF4-FFF2-40B4-BE49-F238E27FC236}">
                <a16:creationId xmlns:a16="http://schemas.microsoft.com/office/drawing/2014/main" id="{D91F4730-A404-83CD-649A-4AB35D9CC5C7}"/>
              </a:ext>
            </a:extLst>
          </p:cNvPr>
          <p:cNvSpPr>
            <a:spLocks noGrp="1"/>
          </p:cNvSpPr>
          <p:nvPr>
            <p:ph type="title"/>
          </p:nvPr>
        </p:nvSpPr>
        <p:spPr/>
        <p:txBody>
          <a:bodyPr/>
          <a:lstStyle/>
          <a:p>
            <a:r>
              <a:rPr lang="en-US"/>
              <a:t>Datos reales usados en el proyecto</a:t>
            </a:r>
          </a:p>
        </p:txBody>
      </p:sp>
      <p:sp>
        <p:nvSpPr>
          <p:cNvPr id="48" name="Text Placeholder 47">
            <a:extLst>
              <a:ext uri="{FF2B5EF4-FFF2-40B4-BE49-F238E27FC236}">
                <a16:creationId xmlns:a16="http://schemas.microsoft.com/office/drawing/2014/main" id="{FCB27C88-F417-6C4E-667D-B300B781B9D3}"/>
              </a:ext>
            </a:extLst>
          </p:cNvPr>
          <p:cNvSpPr>
            <a:spLocks noGrp="1"/>
          </p:cNvSpPr>
          <p:nvPr>
            <p:ph type="body" sz="quarter" idx="23"/>
          </p:nvPr>
        </p:nvSpPr>
        <p:spPr/>
        <p:txBody>
          <a:bodyPr/>
          <a:lstStyle/>
          <a:p>
            <a:r>
              <a:rPr lang="en-US" sz="1200"/>
              <a:t>SIMVET: ventas (sell-in) de 31 laboratorios por especie, segmento y subgrupo; enero de 2020 a junio de 2026.</a:t>
            </a:r>
          </a:p>
        </p:txBody>
      </p:sp>
      <p:sp>
        <p:nvSpPr>
          <p:cNvPr id="49" name="Text Placeholder 48">
            <a:extLst>
              <a:ext uri="{FF2B5EF4-FFF2-40B4-BE49-F238E27FC236}">
                <a16:creationId xmlns:a16="http://schemas.microsoft.com/office/drawing/2014/main" id="{AE12E484-AF93-B5AF-273C-9A0BF73F46F9}"/>
              </a:ext>
            </a:extLst>
          </p:cNvPr>
          <p:cNvSpPr>
            <a:spLocks noGrp="1"/>
          </p:cNvSpPr>
          <p:nvPr>
            <p:ph type="body" sz="quarter" idx="24"/>
          </p:nvPr>
        </p:nvSpPr>
        <p:spPr/>
        <p:txBody>
          <a:bodyPr/>
          <a:lstStyle/>
          <a:p>
            <a:r>
              <a:rPr lang="en-US" sz="1200"/>
              <a:t>Ganado gordo, cerdo y pollo en pie; leche cruda y huevo (Fedegán, Porkcolombia, Fenavi, DANE).</a:t>
            </a:r>
          </a:p>
        </p:txBody>
      </p:sp>
      <p:sp>
        <p:nvSpPr>
          <p:cNvPr id="50" name="Text Placeholder 49">
            <a:extLst>
              <a:ext uri="{FF2B5EF4-FFF2-40B4-BE49-F238E27FC236}">
                <a16:creationId xmlns:a16="http://schemas.microsoft.com/office/drawing/2014/main" id="{92C17701-F22E-AC5C-A4F0-CC4C15F9503C}"/>
              </a:ext>
            </a:extLst>
          </p:cNvPr>
          <p:cNvSpPr>
            <a:spLocks noGrp="1"/>
          </p:cNvSpPr>
          <p:nvPr>
            <p:ph type="body" sz="quarter" idx="25"/>
          </p:nvPr>
        </p:nvSpPr>
        <p:spPr/>
        <p:txBody>
          <a:bodyPr/>
          <a:lstStyle/>
          <a:p>
            <a:r>
              <a:rPr lang="en-US" sz="1200"/>
              <a:t>Perros y gatos: Minsalud y crecimiento de Euromonitor. Se descartó como variable del modelo.</a:t>
            </a:r>
          </a:p>
        </p:txBody>
      </p:sp>
      <p:sp>
        <p:nvSpPr>
          <p:cNvPr id="51" name="Text Placeholder 50">
            <a:extLst>
              <a:ext uri="{FF2B5EF4-FFF2-40B4-BE49-F238E27FC236}">
                <a16:creationId xmlns:a16="http://schemas.microsoft.com/office/drawing/2014/main" id="{3BAA5780-1505-8498-CE75-4B4916A9A69E}"/>
              </a:ext>
            </a:extLst>
          </p:cNvPr>
          <p:cNvSpPr>
            <a:spLocks noGrp="1"/>
          </p:cNvSpPr>
          <p:nvPr>
            <p:ph type="body" sz="quarter" idx="26"/>
          </p:nvPr>
        </p:nvSpPr>
        <p:spPr/>
        <p:txBody>
          <a:bodyPr/>
          <a:lstStyle/>
          <a:p>
            <a:r>
              <a:rPr lang="en-US" sz="1200"/>
              <a:t>PIB y PIB agropecuario, IPC e inflación (DANE), salario mínimo (SMMLV) y TRM (Banco de la República).</a:t>
            </a:r>
          </a:p>
        </p:txBody>
      </p:sp>
      <p:sp>
        <p:nvSpPr>
          <p:cNvPr id="52" name="Text Placeholder 51">
            <a:extLst>
              <a:ext uri="{FF2B5EF4-FFF2-40B4-BE49-F238E27FC236}">
                <a16:creationId xmlns:a16="http://schemas.microsoft.com/office/drawing/2014/main" id="{AC6ED970-E9E0-EA2B-4F3A-AB617F25B81E}"/>
              </a:ext>
            </a:extLst>
          </p:cNvPr>
          <p:cNvSpPr>
            <a:spLocks noGrp="1"/>
          </p:cNvSpPr>
          <p:nvPr>
            <p:ph type="body" sz="quarter" idx="27"/>
          </p:nvPr>
        </p:nvSpPr>
        <p:spPr/>
        <p:txBody>
          <a:bodyPr/>
          <a:lstStyle/>
          <a:p>
            <a:r>
              <a:rPr lang="en-US" sz="1200"/>
              <a:t>Ventas internas de Zoetis Colombia y su participación en el mercado.</a:t>
            </a:r>
          </a:p>
        </p:txBody>
      </p:sp>
      <p:sp>
        <p:nvSpPr>
          <p:cNvPr id="53" name="Text Placeholder 52">
            <a:extLst>
              <a:ext uri="{FF2B5EF4-FFF2-40B4-BE49-F238E27FC236}">
                <a16:creationId xmlns:a16="http://schemas.microsoft.com/office/drawing/2014/main" id="{DE980121-F309-5677-8BD9-92B0BF094548}"/>
              </a:ext>
            </a:extLst>
          </p:cNvPr>
          <p:cNvSpPr>
            <a:spLocks noGrp="1"/>
          </p:cNvSpPr>
          <p:nvPr>
            <p:ph type="body" sz="quarter" idx="28"/>
          </p:nvPr>
        </p:nvSpPr>
        <p:spPr/>
        <p:txBody>
          <a:bodyPr/>
          <a:lstStyle/>
          <a:p>
            <a:r>
              <a:rPr lang="en-US" sz="1200"/>
              <a:t>Mercado</a:t>
            </a:r>
          </a:p>
        </p:txBody>
      </p:sp>
      <p:sp>
        <p:nvSpPr>
          <p:cNvPr id="54" name="Text Placeholder 53">
            <a:extLst>
              <a:ext uri="{FF2B5EF4-FFF2-40B4-BE49-F238E27FC236}">
                <a16:creationId xmlns:a16="http://schemas.microsoft.com/office/drawing/2014/main" id="{A4363675-5FAF-69C5-F03F-65DCA7E567C3}"/>
              </a:ext>
            </a:extLst>
          </p:cNvPr>
          <p:cNvSpPr>
            <a:spLocks noGrp="1"/>
          </p:cNvSpPr>
          <p:nvPr>
            <p:ph type="body" sz="quarter" idx="29"/>
          </p:nvPr>
        </p:nvSpPr>
        <p:spPr/>
        <p:txBody>
          <a:bodyPr/>
          <a:lstStyle/>
          <a:p>
            <a:r>
              <a:rPr lang="en-US" sz="1200"/>
              <a:t>Precios en pie, leche, pollo y huevo</a:t>
            </a:r>
          </a:p>
        </p:txBody>
      </p:sp>
      <p:sp>
        <p:nvSpPr>
          <p:cNvPr id="55" name="Text Placeholder 54">
            <a:extLst>
              <a:ext uri="{FF2B5EF4-FFF2-40B4-BE49-F238E27FC236}">
                <a16:creationId xmlns:a16="http://schemas.microsoft.com/office/drawing/2014/main" id="{E0C876A7-A69C-6525-2A48-409E57B82BFA}"/>
              </a:ext>
            </a:extLst>
          </p:cNvPr>
          <p:cNvSpPr>
            <a:spLocks noGrp="1"/>
          </p:cNvSpPr>
          <p:nvPr>
            <p:ph type="body" sz="quarter" idx="30"/>
          </p:nvPr>
        </p:nvSpPr>
        <p:spPr/>
        <p:txBody>
          <a:bodyPr/>
          <a:lstStyle/>
          <a:p>
            <a:r>
              <a:rPr lang="en-US" sz="1200"/>
              <a:t>Animales en hogares</a:t>
            </a:r>
          </a:p>
        </p:txBody>
      </p:sp>
      <p:sp>
        <p:nvSpPr>
          <p:cNvPr id="56" name="Text Placeholder 55">
            <a:extLst>
              <a:ext uri="{FF2B5EF4-FFF2-40B4-BE49-F238E27FC236}">
                <a16:creationId xmlns:a16="http://schemas.microsoft.com/office/drawing/2014/main" id="{30B8C069-646E-6132-8BAE-E42D72CF4CBA}"/>
              </a:ext>
            </a:extLst>
          </p:cNvPr>
          <p:cNvSpPr>
            <a:spLocks noGrp="1"/>
          </p:cNvSpPr>
          <p:nvPr>
            <p:ph type="body" sz="quarter" idx="31"/>
          </p:nvPr>
        </p:nvSpPr>
        <p:spPr/>
        <p:txBody>
          <a:bodyPr/>
          <a:lstStyle/>
          <a:p>
            <a:r>
              <a:rPr lang="en-US" sz="1200"/>
              <a:t>Economía</a:t>
            </a:r>
          </a:p>
        </p:txBody>
      </p:sp>
      <p:sp>
        <p:nvSpPr>
          <p:cNvPr id="57" name="Text Placeholder 56">
            <a:extLst>
              <a:ext uri="{FF2B5EF4-FFF2-40B4-BE49-F238E27FC236}">
                <a16:creationId xmlns:a16="http://schemas.microsoft.com/office/drawing/2014/main" id="{24DA277A-4C70-04F3-EB1B-77A8A023DBDB}"/>
              </a:ext>
            </a:extLst>
          </p:cNvPr>
          <p:cNvSpPr>
            <a:spLocks noGrp="1"/>
          </p:cNvSpPr>
          <p:nvPr>
            <p:ph type="body" sz="quarter" idx="32"/>
          </p:nvPr>
        </p:nvSpPr>
        <p:spPr/>
        <p:txBody>
          <a:bodyPr/>
          <a:lstStyle/>
          <a:p>
            <a:r>
              <a:rPr lang="en-US" sz="1200"/>
              <a:t>Laboratorio</a:t>
            </a:r>
          </a:p>
        </p:txBody>
      </p:sp>
      <p:sp>
        <p:nvSpPr>
          <p:cNvPr id="3" name="Footer Placeholder 2">
            <a:extLst>
              <a:ext uri="{FF2B5EF4-FFF2-40B4-BE49-F238E27FC236}">
                <a16:creationId xmlns:a16="http://schemas.microsoft.com/office/drawing/2014/main" id="{21CFF208-DB60-6390-B4ED-F4B6F2BCD28B}"/>
              </a:ext>
            </a:extLst>
          </p:cNvPr>
          <p:cNvSpPr>
            <a:spLocks noGrp="1"/>
          </p:cNvSpPr>
          <p:nvPr>
            <p:ph type="ftr" sz="quarter" idx="16"/>
          </p:nvPr>
        </p:nvSpPr>
        <p:spPr/>
        <p:txBody>
          <a:bodyPr/>
          <a:lstStyle/>
          <a:p>
            <a:r>
              <a:rPr lang="en-US"/>
              <a:t>Proyección 2027 | Zoetis Colombia</a:t>
            </a:r>
          </a:p>
        </p:txBody>
      </p:sp>
      <p:pic>
        <p:nvPicPr>
          <p:cNvPr id="76" name="Graphic 75">
            <a:extLst>
              <a:ext uri="{FF2B5EF4-FFF2-40B4-BE49-F238E27FC236}">
                <a16:creationId xmlns:a16="http://schemas.microsoft.com/office/drawing/2014/main" id="{5FF4EA85-DAC4-7C0F-DFCA-8C28E52E040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3983" y="1162150"/>
            <a:ext cx="338088" cy="350163"/>
          </a:xfrm>
          <a:prstGeom prst="rect">
            <a:avLst/>
          </a:prstGeom>
        </p:spPr>
      </p:pic>
      <p:pic>
        <p:nvPicPr>
          <p:cNvPr id="77" name="Graphic 76">
            <a:extLst>
              <a:ext uri="{FF2B5EF4-FFF2-40B4-BE49-F238E27FC236}">
                <a16:creationId xmlns:a16="http://schemas.microsoft.com/office/drawing/2014/main" id="{3DC65145-667C-734C-EB49-5A076B82D6F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87683" y="3368632"/>
            <a:ext cx="330688" cy="310732"/>
          </a:xfrm>
          <a:prstGeom prst="rect">
            <a:avLst/>
          </a:prstGeom>
        </p:spPr>
      </p:pic>
      <p:pic>
        <p:nvPicPr>
          <p:cNvPr id="78" name="Graphic 77">
            <a:extLst>
              <a:ext uri="{FF2B5EF4-FFF2-40B4-BE49-F238E27FC236}">
                <a16:creationId xmlns:a16="http://schemas.microsoft.com/office/drawing/2014/main" id="{BDB67964-44C6-CBFF-ADDC-712BC348449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74520" y="2632262"/>
            <a:ext cx="357014" cy="363750"/>
          </a:xfrm>
          <a:prstGeom prst="rect">
            <a:avLst/>
          </a:prstGeom>
        </p:spPr>
      </p:pic>
      <p:pic>
        <p:nvPicPr>
          <p:cNvPr id="79" name="Graphic 78">
            <a:extLst>
              <a:ext uri="{FF2B5EF4-FFF2-40B4-BE49-F238E27FC236}">
                <a16:creationId xmlns:a16="http://schemas.microsoft.com/office/drawing/2014/main" id="{BE296B37-9023-1FC9-5DE4-D8406D4D7B9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96422" y="4056864"/>
            <a:ext cx="358930" cy="403796"/>
          </a:xfrm>
          <a:prstGeom prst="rect">
            <a:avLst/>
          </a:prstGeom>
        </p:spPr>
      </p:pic>
      <p:pic>
        <p:nvPicPr>
          <p:cNvPr id="2" name="Graphic 1">
            <a:extLst>
              <a:ext uri="{FF2B5EF4-FFF2-40B4-BE49-F238E27FC236}">
                <a16:creationId xmlns:a16="http://schemas.microsoft.com/office/drawing/2014/main" id="{F54DC821-1CA6-6966-F795-F98D3C33348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80043" y="1924651"/>
            <a:ext cx="338328" cy="338328"/>
          </a:xfrm>
          <a:prstGeom prst="rect">
            <a:avLst/>
          </a:prstGeom>
        </p:spPr>
      </p:pic>
    </p:spTree>
    <p:extLst>
      <p:ext uri="{BB962C8B-B14F-4D97-AF65-F5344CB8AC3E}">
        <p14:creationId xmlns:p14="http://schemas.microsoft.com/office/powerpoint/2010/main" val="27172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83EE8E-6778-E848-BB2B-FF5F8955DE13}"/>
              </a:ext>
            </a:extLst>
          </p:cNvPr>
          <p:cNvSpPr>
            <a:spLocks noGrp="1"/>
          </p:cNvSpPr>
          <p:nvPr>
            <p:ph type="body" sz="quarter" idx="20"/>
          </p:nvPr>
        </p:nvSpPr>
        <p:spPr>
          <a:xfrm>
            <a:off x="336854" y="250372"/>
            <a:ext cx="4085170" cy="167013"/>
          </a:xfrm>
        </p:spPr>
        <p:txBody>
          <a:bodyPr>
            <a:noAutofit/>
          </a:bodyPr>
          <a:lstStyle/>
          <a:p>
            <a:endParaRPr lang="en-US"/>
          </a:p>
        </p:txBody>
      </p:sp>
      <p:sp>
        <p:nvSpPr>
          <p:cNvPr id="11" name="Title 2">
            <a:extLst>
              <a:ext uri="{FF2B5EF4-FFF2-40B4-BE49-F238E27FC236}">
                <a16:creationId xmlns:a16="http://schemas.microsoft.com/office/drawing/2014/main" id="{81050136-D15C-CF45-BAB8-9278F01DF7E2}"/>
              </a:ext>
            </a:extLst>
          </p:cNvPr>
          <p:cNvSpPr>
            <a:spLocks noGrp="1"/>
          </p:cNvSpPr>
          <p:nvPr>
            <p:ph type="title"/>
          </p:nvPr>
        </p:nvSpPr>
        <p:spPr>
          <a:xfrm>
            <a:off x="336854" y="445961"/>
            <a:ext cx="8467344" cy="506940"/>
          </a:xfrm>
        </p:spPr>
        <p:txBody>
          <a:bodyPr>
            <a:noAutofit/>
          </a:bodyPr>
          <a:lstStyle/>
          <a:p>
            <a:r>
              <a:rPr lang="en-US"/>
              <a:t>Columnas de la base y celdas vacías</a:t>
            </a:r>
          </a:p>
        </p:txBody>
      </p:sp>
      <p:sp>
        <p:nvSpPr>
          <p:cNvPr id="6" name="Text Placeholder 18">
            <a:extLst>
              <a:ext uri="{FF2B5EF4-FFF2-40B4-BE49-F238E27FC236}">
                <a16:creationId xmlns:a16="http://schemas.microsoft.com/office/drawing/2014/main" id="{242ED340-71F6-F44A-8A8B-FC52F1D286A7}"/>
              </a:ext>
            </a:extLst>
          </p:cNvPr>
          <p:cNvSpPr txBox="1">
            <a:spLocks/>
          </p:cNvSpPr>
          <p:nvPr/>
        </p:nvSpPr>
        <p:spPr>
          <a:xfrm>
            <a:off x="401445" y="960120"/>
            <a:ext cx="8412480" cy="3657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a:t>8.268 filas, de enero de 2020 a junio de 2026. Los precios y la población de perros y gatos aplican a una sola especie: sus vacíos son por diseño.</a:t>
            </a:r>
          </a:p>
        </p:txBody>
      </p:sp>
      <p:sp>
        <p:nvSpPr>
          <p:cNvPr id="9" name="Footer Placeholder 4">
            <a:extLst>
              <a:ext uri="{FF2B5EF4-FFF2-40B4-BE49-F238E27FC236}">
                <a16:creationId xmlns:a16="http://schemas.microsoft.com/office/drawing/2014/main" id="{BAE68D25-7DA4-6B09-A20B-FFF103F806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Proyección 2027 | Zoetis Colombia</a:t>
            </a:r>
          </a:p>
        </p:txBody>
      </p:sp>
      <p:graphicFrame>
        <p:nvGraphicFramePr>
          <p:cNvPr id="12" name="Table 11"/>
          <p:cNvGraphicFramePr>
            <a:graphicFrameLocks noGrp="1"/>
          </p:cNvGraphicFramePr>
          <p:nvPr/>
        </p:nvGraphicFramePr>
        <p:xfrm>
          <a:off x="365760" y="1417320"/>
          <a:ext cx="4114800" cy="3090672"/>
        </p:xfrm>
        <a:graphic>
          <a:graphicData uri="http://schemas.openxmlformats.org/drawingml/2006/table">
            <a:tbl>
              <a:tblPr firstRow="0" bandRow="0">
                <a:tableStyleId>{2D5ABB26-0587-4C30-8999-92F81FD0307C}</a:tableStyleId>
              </a:tblPr>
              <a:tblGrid>
                <a:gridCol w="1600200"/>
                <a:gridCol w="1234440"/>
                <a:gridCol w="1280160"/>
              </a:tblGrid>
              <a:tr h="237744">
                <a:tc>
                  <a:txBody>
                    <a:bodyPr/>
                    <a:lstStyle/>
                    <a:p>
                      <a:r>
                        <a:rPr sz="1000" b="1">
                          <a:solidFill>
                            <a:srgbClr val="FFFFFF"/>
                          </a:solidFill>
                          <a:latin typeface="Arial"/>
                        </a:rPr>
                        <a:t>Columna</a:t>
                      </a:r>
                    </a:p>
                  </a:txBody>
                  <a:tcPr marL="54864" marR="54864" marT="18288" marB="18288" anchor="ctr">
                    <a:solidFill>
                      <a:srgbClr val="F65C00"/>
                    </a:solidFill>
                  </a:tcPr>
                </a:tc>
                <a:tc>
                  <a:txBody>
                    <a:bodyPr/>
                    <a:lstStyle/>
                    <a:p>
                      <a:r>
                        <a:rPr sz="1000" b="1">
                          <a:solidFill>
                            <a:srgbClr val="FFFFFF"/>
                          </a:solidFill>
                          <a:latin typeface="Arial"/>
                        </a:rPr>
                        <a:t>Tipo</a:t>
                      </a:r>
                    </a:p>
                  </a:txBody>
                  <a:tcPr marL="54864" marR="54864" marT="18288" marB="18288" anchor="ctr">
                    <a:solidFill>
                      <a:srgbClr val="F65C00"/>
                    </a:solidFill>
                  </a:tcPr>
                </a:tc>
                <a:tc>
                  <a:txBody>
                    <a:bodyPr/>
                    <a:lstStyle/>
                    <a:p>
                      <a:pPr algn="r"/>
                      <a:r>
                        <a:rPr sz="1000" b="1">
                          <a:solidFill>
                            <a:srgbClr val="FFFFFF"/>
                          </a:solidFill>
                          <a:latin typeface="Arial"/>
                        </a:rPr>
                        <a:t>Vacías</a:t>
                      </a:r>
                    </a:p>
                  </a:txBody>
                  <a:tcPr marL="54864" marR="54864" marT="18288" marB="18288" anchor="ctr">
                    <a:solidFill>
                      <a:srgbClr val="F65C00"/>
                    </a:solidFill>
                  </a:tcPr>
                </a:tc>
              </a:tr>
              <a:tr h="237744">
                <a:tc>
                  <a:txBody>
                    <a:bodyPr/>
                    <a:lstStyle/>
                    <a:p>
                      <a:r>
                        <a:rPr sz="1000" b="1">
                          <a:solidFill>
                            <a:srgbClr val="3A3A3A"/>
                          </a:solidFill>
                          <a:latin typeface="Arial"/>
                        </a:rPr>
                        <a:t>Especie</a:t>
                      </a:r>
                    </a:p>
                  </a:txBody>
                  <a:tcPr marL="54864" marR="54864" marT="18288" marB="18288" anchor="ctr">
                    <a:solidFill>
                      <a:srgbClr val="FFFFFF"/>
                    </a:solidFill>
                  </a:tcPr>
                </a:tc>
                <a:tc>
                  <a:txBody>
                    <a:bodyPr/>
                    <a:lstStyle/>
                    <a:p>
                      <a:r>
                        <a:rPr sz="1000" b="0">
                          <a:solidFill>
                            <a:srgbClr val="3A3A3A"/>
                          </a:solidFill>
                          <a:latin typeface="Arial"/>
                        </a:rPr>
                        <a:t>Categórica</a:t>
                      </a: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tr>
              <a:tr h="237744">
                <a:tc>
                  <a:txBody>
                    <a:bodyPr/>
                    <a:lstStyle/>
                    <a:p>
                      <a:r>
                        <a:rPr sz="1000" b="1">
                          <a:solidFill>
                            <a:srgbClr val="3A3A3A"/>
                          </a:solidFill>
                          <a:latin typeface="Arial"/>
                        </a:rPr>
                        <a:t>Segmento</a:t>
                      </a:r>
                    </a:p>
                  </a:txBody>
                  <a:tcPr marL="54864" marR="54864" marT="18288" marB="18288" anchor="ctr">
                    <a:solidFill>
                      <a:srgbClr val="F2F2F2"/>
                    </a:solidFill>
                  </a:tcPr>
                </a:tc>
                <a:tc>
                  <a:txBody>
                    <a:bodyPr/>
                    <a:lstStyle/>
                    <a:p>
                      <a:r>
                        <a:rPr sz="1000" b="0">
                          <a:solidFill>
                            <a:srgbClr val="3A3A3A"/>
                          </a:solidFill>
                          <a:latin typeface="Arial"/>
                        </a:rPr>
                        <a:t>Categórica</a:t>
                      </a:r>
                    </a:p>
                  </a:txBody>
                  <a:tcPr marL="54864" marR="54864" marT="18288" marB="18288" anchor="ctr">
                    <a:solidFill>
                      <a:srgbClr val="F2F2F2"/>
                    </a:solidFill>
                  </a:tcPr>
                </a:tc>
                <a:tc>
                  <a:txBody>
                    <a:bodyPr/>
                    <a:lstStyle/>
                    <a:p>
                      <a:pPr algn="r"/>
                      <a:r>
                        <a:rPr sz="1000" b="0">
                          <a:solidFill>
                            <a:srgbClr val="3A3A3A"/>
                          </a:solidFill>
                          <a:latin typeface="Arial"/>
                        </a:rPr>
                        <a:t>0</a:t>
                      </a:r>
                    </a:p>
                  </a:txBody>
                  <a:tcPr marL="54864" marR="54864" marT="18288" marB="18288" anchor="ctr">
                    <a:solidFill>
                      <a:srgbClr val="F2F2F2"/>
                    </a:solidFill>
                  </a:tcPr>
                </a:tc>
              </a:tr>
              <a:tr h="237744">
                <a:tc>
                  <a:txBody>
                    <a:bodyPr/>
                    <a:lstStyle/>
                    <a:p>
                      <a:r>
                        <a:rPr sz="1000" b="1">
                          <a:solidFill>
                            <a:srgbClr val="3A3A3A"/>
                          </a:solidFill>
                          <a:latin typeface="Arial"/>
                        </a:rPr>
                        <a:t>Año</a:t>
                      </a:r>
                    </a:p>
                  </a:txBody>
                  <a:tcPr marL="54864" marR="54864" marT="18288" marB="18288" anchor="ctr">
                    <a:solidFill>
                      <a:srgbClr val="FFFFFF"/>
                    </a:solidFill>
                  </a:tcPr>
                </a:tc>
                <a:tc>
                  <a:txBody>
                    <a:bodyPr/>
                    <a:lstStyle/>
                    <a:p>
                      <a:r>
                        <a:rPr sz="1000" b="0">
                          <a:solidFill>
                            <a:srgbClr val="3A3A3A"/>
                          </a:solidFill>
                          <a:latin typeface="Arial"/>
                        </a:rPr>
                        <a:t>Entera</a:t>
                      </a: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tr>
              <a:tr h="237744">
                <a:tc>
                  <a:txBody>
                    <a:bodyPr/>
                    <a:lstStyle/>
                    <a:p>
                      <a:r>
                        <a:rPr sz="1000" b="1">
                          <a:solidFill>
                            <a:srgbClr val="3A3A3A"/>
                          </a:solidFill>
                          <a:latin typeface="Arial"/>
                        </a:rPr>
                        <a:t>Subgrupo</a:t>
                      </a:r>
                    </a:p>
                  </a:txBody>
                  <a:tcPr marL="54864" marR="54864" marT="18288" marB="18288" anchor="ctr">
                    <a:solidFill>
                      <a:srgbClr val="F2F2F2"/>
                    </a:solidFill>
                  </a:tcPr>
                </a:tc>
                <a:tc>
                  <a:txBody>
                    <a:bodyPr/>
                    <a:lstStyle/>
                    <a:p>
                      <a:r>
                        <a:rPr sz="1000" b="0">
                          <a:solidFill>
                            <a:srgbClr val="3A3A3A"/>
                          </a:solidFill>
                          <a:latin typeface="Arial"/>
                        </a:rPr>
                        <a:t>Categórica</a:t>
                      </a:r>
                    </a:p>
                  </a:txBody>
                  <a:tcPr marL="54864" marR="54864" marT="18288" marB="18288" anchor="ctr">
                    <a:solidFill>
                      <a:srgbClr val="F2F2F2"/>
                    </a:solidFill>
                  </a:tcPr>
                </a:tc>
                <a:tc>
                  <a:txBody>
                    <a:bodyPr/>
                    <a:lstStyle/>
                    <a:p>
                      <a:pPr algn="r"/>
                      <a:r>
                        <a:rPr sz="1000" b="0">
                          <a:solidFill>
                            <a:srgbClr val="3A3A3A"/>
                          </a:solidFill>
                          <a:latin typeface="Arial"/>
                        </a:rPr>
                        <a:t>0</a:t>
                      </a:r>
                    </a:p>
                  </a:txBody>
                  <a:tcPr marL="54864" marR="54864" marT="18288" marB="18288" anchor="ctr">
                    <a:solidFill>
                      <a:srgbClr val="F2F2F2"/>
                    </a:solidFill>
                  </a:tcPr>
                </a:tc>
              </a:tr>
              <a:tr h="237744">
                <a:tc>
                  <a:txBody>
                    <a:bodyPr/>
                    <a:lstStyle/>
                    <a:p>
                      <a:r>
                        <a:rPr sz="1000" b="1">
                          <a:solidFill>
                            <a:srgbClr val="3A3A3A"/>
                          </a:solidFill>
                          <a:latin typeface="Arial"/>
                        </a:rPr>
                        <a:t>Mes</a:t>
                      </a:r>
                    </a:p>
                  </a:txBody>
                  <a:tcPr marL="54864" marR="54864" marT="18288" marB="18288" anchor="ctr">
                    <a:solidFill>
                      <a:srgbClr val="FFFFFF"/>
                    </a:solidFill>
                  </a:tcPr>
                </a:tc>
                <a:tc>
                  <a:txBody>
                    <a:bodyPr/>
                    <a:lstStyle/>
                    <a:p>
                      <a:r>
                        <a:rPr sz="1000" b="0">
                          <a:solidFill>
                            <a:srgbClr val="3A3A3A"/>
                          </a:solidFill>
                          <a:latin typeface="Arial"/>
                        </a:rPr>
                        <a:t>Categórica</a:t>
                      </a: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tr>
              <a:tr h="237744">
                <a:tc>
                  <a:txBody>
                    <a:bodyPr/>
                    <a:lstStyle/>
                    <a:p>
                      <a:r>
                        <a:rPr sz="1000" b="1">
                          <a:solidFill>
                            <a:srgbClr val="3A3A3A"/>
                          </a:solidFill>
                          <a:latin typeface="Arial"/>
                        </a:rPr>
                        <a:t>Mercado</a:t>
                      </a:r>
                    </a:p>
                  </a:txBody>
                  <a:tcPr marL="54864" marR="54864" marT="18288" marB="18288" anchor="ctr">
                    <a:solidFill>
                      <a:srgbClr val="F2F2F2"/>
                    </a:solidFill>
                  </a:tcPr>
                </a:tc>
                <a:tc>
                  <a:txBody>
                    <a:bodyPr/>
                    <a:lstStyle/>
                    <a:p>
                      <a:r>
                        <a:rPr sz="1000" b="0">
                          <a:solidFill>
                            <a:srgbClr val="3A3A3A"/>
                          </a:solidFill>
                          <a:latin typeface="Arial"/>
                        </a:rPr>
                        <a:t>Numérica</a:t>
                      </a:r>
                    </a:p>
                  </a:txBody>
                  <a:tcPr marL="54864" marR="54864" marT="18288" marB="18288" anchor="ctr">
                    <a:solidFill>
                      <a:srgbClr val="F2F2F2"/>
                    </a:solidFill>
                  </a:tcPr>
                </a:tc>
                <a:tc>
                  <a:txBody>
                    <a:bodyPr/>
                    <a:lstStyle/>
                    <a:p>
                      <a:pPr algn="r"/>
                      <a:r>
                        <a:rPr sz="1000" b="0">
                          <a:solidFill>
                            <a:srgbClr val="3A3A3A"/>
                          </a:solidFill>
                          <a:latin typeface="Arial"/>
                        </a:rPr>
                        <a:t>0</a:t>
                      </a:r>
                    </a:p>
                  </a:txBody>
                  <a:tcPr marL="54864" marR="54864" marT="18288" marB="18288" anchor="ctr">
                    <a:solidFill>
                      <a:srgbClr val="F2F2F2"/>
                    </a:solidFill>
                  </a:tcPr>
                </a:tc>
              </a:tr>
              <a:tr h="237744">
                <a:tc>
                  <a:txBody>
                    <a:bodyPr/>
                    <a:lstStyle/>
                    <a:p>
                      <a:r>
                        <a:rPr sz="1000" b="1">
                          <a:solidFill>
                            <a:srgbClr val="3A3A3A"/>
                          </a:solidFill>
                          <a:latin typeface="Arial"/>
                        </a:rPr>
                        <a:t>Crec Mercado Q movil</a:t>
                      </a:r>
                    </a:p>
                  </a:txBody>
                  <a:tcPr marL="54864" marR="54864" marT="18288" marB="18288" anchor="ctr">
                    <a:solidFill>
                      <a:srgbClr val="FFFFFF"/>
                    </a:solidFill>
                  </a:tcPr>
                </a:tc>
                <a:tc>
                  <a:txBody>
                    <a:bodyPr/>
                    <a:lstStyle/>
                    <a:p>
                      <a:r>
                        <a:rPr sz="1000" b="0">
                          <a:solidFill>
                            <a:srgbClr val="3A3A3A"/>
                          </a:solidFill>
                          <a:latin typeface="Arial"/>
                        </a:rPr>
                        <a:t>Fracción</a:t>
                      </a:r>
                    </a:p>
                  </a:txBody>
                  <a:tcPr marL="54864" marR="54864" marT="18288" marB="18288" anchor="ctr">
                    <a:solidFill>
                      <a:srgbClr val="FFFFFF"/>
                    </a:solidFill>
                  </a:tcPr>
                </a:tc>
                <a:tc>
                  <a:txBody>
                    <a:bodyPr/>
                    <a:lstStyle/>
                    <a:p>
                      <a:pPr algn="r"/>
                      <a:r>
                        <a:rPr sz="1000" b="0">
                          <a:solidFill>
                            <a:srgbClr val="3A3A3A"/>
                          </a:solidFill>
                          <a:latin typeface="Arial"/>
                        </a:rPr>
                        <a:t>1.683 (20 %)</a:t>
                      </a:r>
                    </a:p>
                  </a:txBody>
                  <a:tcPr marL="54864" marR="54864" marT="18288" marB="18288" anchor="ctr">
                    <a:solidFill>
                      <a:srgbClr val="FFFFFF"/>
                    </a:solidFill>
                  </a:tcPr>
                </a:tc>
              </a:tr>
              <a:tr h="237744">
                <a:tc>
                  <a:txBody>
                    <a:bodyPr/>
                    <a:lstStyle/>
                    <a:p>
                      <a:r>
                        <a:rPr sz="1000" b="1">
                          <a:solidFill>
                            <a:srgbClr val="3A3A3A"/>
                          </a:solidFill>
                          <a:latin typeface="Arial"/>
                        </a:rPr>
                        <a:t>Crec Mercado Año</a:t>
                      </a:r>
                    </a:p>
                  </a:txBody>
                  <a:tcPr marL="54864" marR="54864" marT="18288" marB="18288" anchor="ctr">
                    <a:solidFill>
                      <a:srgbClr val="F2F2F2"/>
                    </a:solidFill>
                  </a:tcPr>
                </a:tc>
                <a:tc>
                  <a:txBody>
                    <a:bodyPr/>
                    <a:lstStyle/>
                    <a:p>
                      <a:r>
                        <a:rPr sz="1000" b="0">
                          <a:solidFill>
                            <a:srgbClr val="3A3A3A"/>
                          </a:solidFill>
                          <a:latin typeface="Arial"/>
                        </a:rPr>
                        <a:t>Fracción</a:t>
                      </a:r>
                    </a:p>
                  </a:txBody>
                  <a:tcPr marL="54864" marR="54864" marT="18288" marB="18288" anchor="ctr">
                    <a:solidFill>
                      <a:srgbClr val="F2F2F2"/>
                    </a:solidFill>
                  </a:tcPr>
                </a:tc>
                <a:tc>
                  <a:txBody>
                    <a:bodyPr/>
                    <a:lstStyle/>
                    <a:p>
                      <a:pPr algn="r"/>
                      <a:r>
                        <a:rPr sz="1000" b="0">
                          <a:solidFill>
                            <a:srgbClr val="3A3A3A"/>
                          </a:solidFill>
                          <a:latin typeface="Arial"/>
                        </a:rPr>
                        <a:t>1.428 (17 %)</a:t>
                      </a:r>
                    </a:p>
                  </a:txBody>
                  <a:tcPr marL="54864" marR="54864" marT="18288" marB="18288" anchor="ctr">
                    <a:solidFill>
                      <a:srgbClr val="F2F2F2"/>
                    </a:solidFill>
                  </a:tcPr>
                </a:tc>
              </a:tr>
              <a:tr h="237744">
                <a:tc>
                  <a:txBody>
                    <a:bodyPr/>
                    <a:lstStyle/>
                    <a:p>
                      <a:r>
                        <a:rPr sz="1000" b="1">
                          <a:solidFill>
                            <a:srgbClr val="3A3A3A"/>
                          </a:solidFill>
                          <a:latin typeface="Arial"/>
                        </a:rPr>
                        <a:t>Fecha</a:t>
                      </a:r>
                    </a:p>
                  </a:txBody>
                  <a:tcPr marL="54864" marR="54864" marT="18288" marB="18288" anchor="ctr">
                    <a:solidFill>
                      <a:srgbClr val="FFFFFF"/>
                    </a:solidFill>
                  </a:tcPr>
                </a:tc>
                <a:tc>
                  <a:txBody>
                    <a:bodyPr/>
                    <a:lstStyle/>
                    <a:p>
                      <a:r>
                        <a:rPr sz="1000" b="0">
                          <a:solidFill>
                            <a:srgbClr val="3A3A3A"/>
                          </a:solidFill>
                          <a:latin typeface="Arial"/>
                        </a:rPr>
                        <a:t>Fecha</a:t>
                      </a: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tr>
              <a:tr h="237744">
                <a:tc>
                  <a:txBody>
                    <a:bodyPr/>
                    <a:lstStyle/>
                    <a:p>
                      <a:r>
                        <a:rPr sz="1000" b="1">
                          <a:solidFill>
                            <a:srgbClr val="3A3A3A"/>
                          </a:solidFill>
                          <a:latin typeface="Arial"/>
                        </a:rPr>
                        <a:t>Precio Leche</a:t>
                      </a:r>
                    </a:p>
                  </a:txBody>
                  <a:tcPr marL="54864" marR="54864" marT="18288" marB="18288" anchor="ctr">
                    <a:solidFill>
                      <a:srgbClr val="F2F2F2"/>
                    </a:solidFill>
                  </a:tcPr>
                </a:tc>
                <a:tc>
                  <a:txBody>
                    <a:bodyPr/>
                    <a:lstStyle/>
                    <a:p>
                      <a:r>
                        <a:rPr sz="1000" b="0">
                          <a:solidFill>
                            <a:srgbClr val="3A3A3A"/>
                          </a:solidFill>
                          <a:latin typeface="Arial"/>
                        </a:rPr>
                        <a:t>Numérica</a:t>
                      </a:r>
                    </a:p>
                  </a:txBody>
                  <a:tcPr marL="54864" marR="54864" marT="18288" marB="18288" anchor="ctr">
                    <a:solidFill>
                      <a:srgbClr val="F2F2F2"/>
                    </a:solidFill>
                  </a:tcPr>
                </a:tc>
                <a:tc>
                  <a:txBody>
                    <a:bodyPr/>
                    <a:lstStyle/>
                    <a:p>
                      <a:pPr algn="r"/>
                      <a:r>
                        <a:rPr sz="1000" b="0">
                          <a:solidFill>
                            <a:srgbClr val="3A3A3A"/>
                          </a:solidFill>
                          <a:latin typeface="Arial"/>
                        </a:rPr>
                        <a:t>5.616 (68 %)</a:t>
                      </a:r>
                    </a:p>
                  </a:txBody>
                  <a:tcPr marL="54864" marR="54864" marT="18288" marB="18288" anchor="ctr">
                    <a:solidFill>
                      <a:srgbClr val="F2F2F2"/>
                    </a:solidFill>
                  </a:tcPr>
                </a:tc>
              </a:tr>
              <a:tr h="237744">
                <a:tc>
                  <a:txBody>
                    <a:bodyPr/>
                    <a:lstStyle/>
                    <a:p>
                      <a:r>
                        <a:rPr sz="1000" b="1">
                          <a:solidFill>
                            <a:srgbClr val="3A3A3A"/>
                          </a:solidFill>
                          <a:latin typeface="Arial"/>
                        </a:rPr>
                        <a:t>Precio Carne Res</a:t>
                      </a:r>
                    </a:p>
                  </a:txBody>
                  <a:tcPr marL="54864" marR="54864" marT="18288" marB="18288" anchor="ctr">
                    <a:solidFill>
                      <a:srgbClr val="FFFFFF"/>
                    </a:solidFill>
                  </a:tcPr>
                </a:tc>
                <a:tc>
                  <a:txBody>
                    <a:bodyPr/>
                    <a:lstStyle/>
                    <a:p>
                      <a:r>
                        <a:rPr sz="1000" b="0">
                          <a:solidFill>
                            <a:srgbClr val="3A3A3A"/>
                          </a:solidFill>
                          <a:latin typeface="Arial"/>
                        </a:rPr>
                        <a:t>Numérica</a:t>
                      </a:r>
                    </a:p>
                  </a:txBody>
                  <a:tcPr marL="54864" marR="54864" marT="18288" marB="18288" anchor="ctr">
                    <a:solidFill>
                      <a:srgbClr val="FFFFFF"/>
                    </a:solidFill>
                  </a:tcPr>
                </a:tc>
                <a:tc>
                  <a:txBody>
                    <a:bodyPr/>
                    <a:lstStyle/>
                    <a:p>
                      <a:pPr algn="r"/>
                      <a:r>
                        <a:rPr sz="1000" b="0">
                          <a:solidFill>
                            <a:srgbClr val="3A3A3A"/>
                          </a:solidFill>
                          <a:latin typeface="Arial"/>
                        </a:rPr>
                        <a:t>5.616 (68 %)</a:t>
                      </a:r>
                    </a:p>
                  </a:txBody>
                  <a:tcPr marL="54864" marR="54864" marT="18288" marB="18288" anchor="ctr">
                    <a:solidFill>
                      <a:srgbClr val="FFFFFF"/>
                    </a:solidFill>
                  </a:tcPr>
                </a:tc>
              </a:tr>
              <a:tr h="237744">
                <a:tc>
                  <a:txBody>
                    <a:bodyPr/>
                    <a:lstStyle/>
                    <a:p>
                      <a:r>
                        <a:rPr sz="1000" b="1">
                          <a:solidFill>
                            <a:srgbClr val="3A3A3A"/>
                          </a:solidFill>
                          <a:latin typeface="Arial"/>
                        </a:rPr>
                        <a:t>Precio carne cerdo</a:t>
                      </a:r>
                    </a:p>
                  </a:txBody>
                  <a:tcPr marL="54864" marR="54864" marT="18288" marB="18288" anchor="ctr">
                    <a:solidFill>
                      <a:srgbClr val="F2F2F2"/>
                    </a:solidFill>
                  </a:tcPr>
                </a:tc>
                <a:tc>
                  <a:txBody>
                    <a:bodyPr/>
                    <a:lstStyle/>
                    <a:p>
                      <a:r>
                        <a:rPr sz="1000" b="0">
                          <a:solidFill>
                            <a:srgbClr val="3A3A3A"/>
                          </a:solidFill>
                          <a:latin typeface="Arial"/>
                        </a:rPr>
                        <a:t>Numérica</a:t>
                      </a:r>
                    </a:p>
                  </a:txBody>
                  <a:tcPr marL="54864" marR="54864" marT="18288" marB="18288" anchor="ctr">
                    <a:solidFill>
                      <a:srgbClr val="F2F2F2"/>
                    </a:solidFill>
                  </a:tcPr>
                </a:tc>
                <a:tc>
                  <a:txBody>
                    <a:bodyPr/>
                    <a:lstStyle/>
                    <a:p>
                      <a:pPr algn="r"/>
                      <a:r>
                        <a:rPr sz="1000" b="0">
                          <a:solidFill>
                            <a:srgbClr val="3A3A3A"/>
                          </a:solidFill>
                          <a:latin typeface="Arial"/>
                        </a:rPr>
                        <a:t>7.020 (85 %)</a:t>
                      </a:r>
                    </a:p>
                  </a:txBody>
                  <a:tcPr marL="54864" marR="54864" marT="18288" marB="18288" anchor="ctr">
                    <a:solidFill>
                      <a:srgbClr val="F2F2F2"/>
                    </a:solidFill>
                  </a:tcPr>
                </a:tc>
              </a:tr>
            </a:tbl>
          </a:graphicData>
        </a:graphic>
      </p:graphicFrame>
      <p:graphicFrame>
        <p:nvGraphicFramePr>
          <p:cNvPr id="13" name="Table 12"/>
          <p:cNvGraphicFramePr>
            <a:graphicFrameLocks noGrp="1"/>
          </p:cNvGraphicFramePr>
          <p:nvPr/>
        </p:nvGraphicFramePr>
        <p:xfrm>
          <a:off x="4663440" y="1417320"/>
          <a:ext cx="4114800" cy="3090672"/>
        </p:xfrm>
        <a:graphic>
          <a:graphicData uri="http://schemas.openxmlformats.org/drawingml/2006/table">
            <a:tbl>
              <a:tblPr firstRow="0" bandRow="0">
                <a:tableStyleId>{2D5ABB26-0587-4C30-8999-92F81FD0307C}</a:tableStyleId>
              </a:tblPr>
              <a:tblGrid>
                <a:gridCol w="1600200"/>
                <a:gridCol w="1234440"/>
                <a:gridCol w="1280160"/>
              </a:tblGrid>
              <a:tr h="237744">
                <a:tc>
                  <a:txBody>
                    <a:bodyPr/>
                    <a:lstStyle/>
                    <a:p>
                      <a:r>
                        <a:rPr sz="1000" b="1">
                          <a:solidFill>
                            <a:srgbClr val="FFFFFF"/>
                          </a:solidFill>
                          <a:latin typeface="Arial"/>
                        </a:rPr>
                        <a:t>Columna</a:t>
                      </a:r>
                    </a:p>
                  </a:txBody>
                  <a:tcPr marL="54864" marR="54864" marT="18288" marB="18288" anchor="ctr">
                    <a:solidFill>
                      <a:srgbClr val="F65C00"/>
                    </a:solidFill>
                  </a:tcPr>
                </a:tc>
                <a:tc>
                  <a:txBody>
                    <a:bodyPr/>
                    <a:lstStyle/>
                    <a:p>
                      <a:r>
                        <a:rPr sz="1000" b="1">
                          <a:solidFill>
                            <a:srgbClr val="FFFFFF"/>
                          </a:solidFill>
                          <a:latin typeface="Arial"/>
                        </a:rPr>
                        <a:t>Tipo</a:t>
                      </a:r>
                    </a:p>
                  </a:txBody>
                  <a:tcPr marL="54864" marR="54864" marT="18288" marB="18288" anchor="ctr">
                    <a:solidFill>
                      <a:srgbClr val="F65C00"/>
                    </a:solidFill>
                  </a:tcPr>
                </a:tc>
                <a:tc>
                  <a:txBody>
                    <a:bodyPr/>
                    <a:lstStyle/>
                    <a:p>
                      <a:pPr algn="r"/>
                      <a:r>
                        <a:rPr sz="1000" b="1">
                          <a:solidFill>
                            <a:srgbClr val="FFFFFF"/>
                          </a:solidFill>
                          <a:latin typeface="Arial"/>
                        </a:rPr>
                        <a:t>Vacías</a:t>
                      </a:r>
                    </a:p>
                  </a:txBody>
                  <a:tcPr marL="54864" marR="54864" marT="18288" marB="18288" anchor="ctr">
                    <a:solidFill>
                      <a:srgbClr val="F65C00"/>
                    </a:solidFill>
                  </a:tcPr>
                </a:tc>
              </a:tr>
              <a:tr h="237744">
                <a:tc>
                  <a:txBody>
                    <a:bodyPr/>
                    <a:lstStyle/>
                    <a:p>
                      <a:r>
                        <a:rPr sz="1000" b="1">
                          <a:solidFill>
                            <a:srgbClr val="3A3A3A"/>
                          </a:solidFill>
                          <a:latin typeface="Arial"/>
                        </a:rPr>
                        <a:t>Precio huevo</a:t>
                      </a:r>
                    </a:p>
                  </a:txBody>
                  <a:tcPr marL="54864" marR="54864" marT="18288" marB="18288" anchor="ctr">
                    <a:solidFill>
                      <a:srgbClr val="FFFFFF"/>
                    </a:solidFill>
                  </a:tcPr>
                </a:tc>
                <a:tc>
                  <a:txBody>
                    <a:bodyPr/>
                    <a:lstStyle/>
                    <a:p>
                      <a:r>
                        <a:rPr sz="1000" b="0">
                          <a:solidFill>
                            <a:srgbClr val="3A3A3A"/>
                          </a:solidFill>
                          <a:latin typeface="Arial"/>
                        </a:rPr>
                        <a:t>Numérica</a:t>
                      </a:r>
                    </a:p>
                  </a:txBody>
                  <a:tcPr marL="54864" marR="54864" marT="18288" marB="18288" anchor="ctr">
                    <a:solidFill>
                      <a:srgbClr val="FFFFFF"/>
                    </a:solidFill>
                  </a:tcPr>
                </a:tc>
                <a:tc>
                  <a:txBody>
                    <a:bodyPr/>
                    <a:lstStyle/>
                    <a:p>
                      <a:pPr algn="r"/>
                      <a:r>
                        <a:rPr sz="1000" b="0">
                          <a:solidFill>
                            <a:srgbClr val="3A3A3A"/>
                          </a:solidFill>
                          <a:latin typeface="Arial"/>
                        </a:rPr>
                        <a:t>6.396 (77 %)</a:t>
                      </a:r>
                    </a:p>
                  </a:txBody>
                  <a:tcPr marL="54864" marR="54864" marT="18288" marB="18288" anchor="ctr">
                    <a:solidFill>
                      <a:srgbClr val="FFFFFF"/>
                    </a:solidFill>
                  </a:tcPr>
                </a:tc>
              </a:tr>
              <a:tr h="237744">
                <a:tc>
                  <a:txBody>
                    <a:bodyPr/>
                    <a:lstStyle/>
                    <a:p>
                      <a:r>
                        <a:rPr sz="1000" b="1">
                          <a:solidFill>
                            <a:srgbClr val="3A3A3A"/>
                          </a:solidFill>
                          <a:latin typeface="Arial"/>
                        </a:rPr>
                        <a:t>Precio Pollo</a:t>
                      </a:r>
                    </a:p>
                  </a:txBody>
                  <a:tcPr marL="54864" marR="54864" marT="18288" marB="18288" anchor="ctr">
                    <a:solidFill>
                      <a:srgbClr val="F2F2F2"/>
                    </a:solidFill>
                  </a:tcPr>
                </a:tc>
                <a:tc>
                  <a:txBody>
                    <a:bodyPr/>
                    <a:lstStyle/>
                    <a:p>
                      <a:r>
                        <a:rPr sz="1000" b="0">
                          <a:solidFill>
                            <a:srgbClr val="3A3A3A"/>
                          </a:solidFill>
                          <a:latin typeface="Arial"/>
                        </a:rPr>
                        <a:t>Numérica</a:t>
                      </a:r>
                    </a:p>
                  </a:txBody>
                  <a:tcPr marL="54864" marR="54864" marT="18288" marB="18288" anchor="ctr">
                    <a:solidFill>
                      <a:srgbClr val="F2F2F2"/>
                    </a:solidFill>
                  </a:tcPr>
                </a:tc>
                <a:tc>
                  <a:txBody>
                    <a:bodyPr/>
                    <a:lstStyle/>
                    <a:p>
                      <a:pPr algn="r"/>
                      <a:r>
                        <a:rPr sz="1000" b="0">
                          <a:solidFill>
                            <a:srgbClr val="3A3A3A"/>
                          </a:solidFill>
                          <a:latin typeface="Arial"/>
                        </a:rPr>
                        <a:t>6.396 (77 %)</a:t>
                      </a:r>
                    </a:p>
                  </a:txBody>
                  <a:tcPr marL="54864" marR="54864" marT="18288" marB="18288" anchor="ctr">
                    <a:solidFill>
                      <a:srgbClr val="F2F2F2"/>
                    </a:solidFill>
                  </a:tcPr>
                </a:tc>
              </a:tr>
              <a:tr h="237744">
                <a:tc>
                  <a:txBody>
                    <a:bodyPr/>
                    <a:lstStyle/>
                    <a:p>
                      <a:r>
                        <a:rPr sz="1000" b="1">
                          <a:solidFill>
                            <a:srgbClr val="3A3A3A"/>
                          </a:solidFill>
                          <a:latin typeface="Arial"/>
                        </a:rPr>
                        <a:t>Perros</a:t>
                      </a:r>
                    </a:p>
                  </a:txBody>
                  <a:tcPr marL="54864" marR="54864" marT="18288" marB="18288" anchor="ctr">
                    <a:solidFill>
                      <a:srgbClr val="FFFFFF"/>
                    </a:solidFill>
                  </a:tcPr>
                </a:tc>
                <a:tc>
                  <a:txBody>
                    <a:bodyPr/>
                    <a:lstStyle/>
                    <a:p>
                      <a:r>
                        <a:rPr sz="1000" b="0">
                          <a:solidFill>
                            <a:srgbClr val="3A3A3A"/>
                          </a:solidFill>
                          <a:latin typeface="Arial"/>
                        </a:rPr>
                        <a:t>Entera</a:t>
                      </a:r>
                    </a:p>
                  </a:txBody>
                  <a:tcPr marL="54864" marR="54864" marT="18288" marB="18288" anchor="ctr">
                    <a:solidFill>
                      <a:srgbClr val="FFFFFF"/>
                    </a:solidFill>
                  </a:tcPr>
                </a:tc>
                <a:tc>
                  <a:txBody>
                    <a:bodyPr/>
                    <a:lstStyle/>
                    <a:p>
                      <a:pPr algn="r"/>
                      <a:r>
                        <a:rPr sz="1000" b="0">
                          <a:solidFill>
                            <a:srgbClr val="3A3A3A"/>
                          </a:solidFill>
                          <a:latin typeface="Arial"/>
                        </a:rPr>
                        <a:t>5.772 (70 %)</a:t>
                      </a:r>
                    </a:p>
                  </a:txBody>
                  <a:tcPr marL="54864" marR="54864" marT="18288" marB="18288" anchor="ctr">
                    <a:solidFill>
                      <a:srgbClr val="FFFFFF"/>
                    </a:solidFill>
                  </a:tcPr>
                </a:tc>
              </a:tr>
              <a:tr h="237744">
                <a:tc>
                  <a:txBody>
                    <a:bodyPr/>
                    <a:lstStyle/>
                    <a:p>
                      <a:r>
                        <a:rPr sz="1000" b="1">
                          <a:solidFill>
                            <a:srgbClr val="3A3A3A"/>
                          </a:solidFill>
                          <a:latin typeface="Arial"/>
                        </a:rPr>
                        <a:t>Gatos</a:t>
                      </a:r>
                    </a:p>
                  </a:txBody>
                  <a:tcPr marL="54864" marR="54864" marT="18288" marB="18288" anchor="ctr">
                    <a:solidFill>
                      <a:srgbClr val="F2F2F2"/>
                    </a:solidFill>
                  </a:tcPr>
                </a:tc>
                <a:tc>
                  <a:txBody>
                    <a:bodyPr/>
                    <a:lstStyle/>
                    <a:p>
                      <a:r>
                        <a:rPr sz="1000" b="0">
                          <a:solidFill>
                            <a:srgbClr val="3A3A3A"/>
                          </a:solidFill>
                          <a:latin typeface="Arial"/>
                        </a:rPr>
                        <a:t>Entera</a:t>
                      </a:r>
                    </a:p>
                  </a:txBody>
                  <a:tcPr marL="54864" marR="54864" marT="18288" marB="18288" anchor="ctr">
                    <a:solidFill>
                      <a:srgbClr val="F2F2F2"/>
                    </a:solidFill>
                  </a:tcPr>
                </a:tc>
                <a:tc>
                  <a:txBody>
                    <a:bodyPr/>
                    <a:lstStyle/>
                    <a:p>
                      <a:pPr algn="r"/>
                      <a:r>
                        <a:rPr sz="1000" b="0">
                          <a:solidFill>
                            <a:srgbClr val="3A3A3A"/>
                          </a:solidFill>
                          <a:latin typeface="Arial"/>
                        </a:rPr>
                        <a:t>5.772 (70 %)</a:t>
                      </a:r>
                    </a:p>
                  </a:txBody>
                  <a:tcPr marL="54864" marR="54864" marT="18288" marB="18288" anchor="ctr">
                    <a:solidFill>
                      <a:srgbClr val="F2F2F2"/>
                    </a:solidFill>
                  </a:tcPr>
                </a:tc>
              </a:tr>
              <a:tr h="237744">
                <a:tc>
                  <a:txBody>
                    <a:bodyPr/>
                    <a:lstStyle/>
                    <a:p>
                      <a:r>
                        <a:rPr sz="1000" b="1">
                          <a:solidFill>
                            <a:srgbClr val="3A3A3A"/>
                          </a:solidFill>
                          <a:latin typeface="Arial"/>
                        </a:rPr>
                        <a:t>IPC</a:t>
                      </a:r>
                    </a:p>
                  </a:txBody>
                  <a:tcPr marL="54864" marR="54864" marT="18288" marB="18288" anchor="ctr">
                    <a:solidFill>
                      <a:srgbClr val="FFFFFF"/>
                    </a:solidFill>
                  </a:tcPr>
                </a:tc>
                <a:tc>
                  <a:txBody>
                    <a:bodyPr/>
                    <a:lstStyle/>
                    <a:p>
                      <a:r>
                        <a:rPr sz="1000" b="0">
                          <a:solidFill>
                            <a:srgbClr val="3A3A3A"/>
                          </a:solidFill>
                          <a:latin typeface="Arial"/>
                        </a:rPr>
                        <a:t>Numérica</a:t>
                      </a: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tr>
              <a:tr h="237744">
                <a:tc>
                  <a:txBody>
                    <a:bodyPr/>
                    <a:lstStyle/>
                    <a:p>
                      <a:r>
                        <a:rPr sz="1000" b="1">
                          <a:solidFill>
                            <a:srgbClr val="3A3A3A"/>
                          </a:solidFill>
                          <a:latin typeface="Arial"/>
                        </a:rPr>
                        <a:t>Inflación Mensual</a:t>
                      </a:r>
                    </a:p>
                  </a:txBody>
                  <a:tcPr marL="54864" marR="54864" marT="18288" marB="18288" anchor="ctr">
                    <a:solidFill>
                      <a:srgbClr val="F2F2F2"/>
                    </a:solidFill>
                  </a:tcPr>
                </a:tc>
                <a:tc>
                  <a:txBody>
                    <a:bodyPr/>
                    <a:lstStyle/>
                    <a:p>
                      <a:r>
                        <a:rPr sz="1000" b="0">
                          <a:solidFill>
                            <a:srgbClr val="3A3A3A"/>
                          </a:solidFill>
                          <a:latin typeface="Arial"/>
                        </a:rPr>
                        <a:t>Numérica</a:t>
                      </a:r>
                    </a:p>
                  </a:txBody>
                  <a:tcPr marL="54864" marR="54864" marT="18288" marB="18288" anchor="ctr">
                    <a:solidFill>
                      <a:srgbClr val="F2F2F2"/>
                    </a:solidFill>
                  </a:tcPr>
                </a:tc>
                <a:tc>
                  <a:txBody>
                    <a:bodyPr/>
                    <a:lstStyle/>
                    <a:p>
                      <a:pPr algn="r"/>
                      <a:r>
                        <a:rPr sz="1000" b="0">
                          <a:solidFill>
                            <a:srgbClr val="3A3A3A"/>
                          </a:solidFill>
                          <a:latin typeface="Arial"/>
                        </a:rPr>
                        <a:t>0</a:t>
                      </a:r>
                    </a:p>
                  </a:txBody>
                  <a:tcPr marL="54864" marR="54864" marT="18288" marB="18288" anchor="ctr">
                    <a:solidFill>
                      <a:srgbClr val="F2F2F2"/>
                    </a:solidFill>
                  </a:tcPr>
                </a:tc>
              </a:tr>
              <a:tr h="237744">
                <a:tc>
                  <a:txBody>
                    <a:bodyPr/>
                    <a:lstStyle/>
                    <a:p>
                      <a:r>
                        <a:rPr sz="1000" b="1">
                          <a:solidFill>
                            <a:srgbClr val="3A3A3A"/>
                          </a:solidFill>
                          <a:latin typeface="Arial"/>
                        </a:rPr>
                        <a:t>PIB</a:t>
                      </a:r>
                    </a:p>
                  </a:txBody>
                  <a:tcPr marL="54864" marR="54864" marT="18288" marB="18288" anchor="ctr">
                    <a:solidFill>
                      <a:srgbClr val="FFFFFF"/>
                    </a:solidFill>
                  </a:tcPr>
                </a:tc>
                <a:tc>
                  <a:txBody>
                    <a:bodyPr/>
                    <a:lstStyle/>
                    <a:p>
                      <a:r>
                        <a:rPr sz="1000" b="0">
                          <a:solidFill>
                            <a:srgbClr val="3A3A3A"/>
                          </a:solidFill>
                          <a:latin typeface="Arial"/>
                        </a:rPr>
                        <a:t>Numérica</a:t>
                      </a: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tr>
              <a:tr h="237744">
                <a:tc>
                  <a:txBody>
                    <a:bodyPr/>
                    <a:lstStyle/>
                    <a:p>
                      <a:r>
                        <a:rPr sz="1000" b="1">
                          <a:solidFill>
                            <a:srgbClr val="3A3A3A"/>
                          </a:solidFill>
                          <a:latin typeface="Arial"/>
                        </a:rPr>
                        <a:t>PIB Agro</a:t>
                      </a:r>
                    </a:p>
                  </a:txBody>
                  <a:tcPr marL="54864" marR="54864" marT="18288" marB="18288" anchor="ctr">
                    <a:solidFill>
                      <a:srgbClr val="F2F2F2"/>
                    </a:solidFill>
                  </a:tcPr>
                </a:tc>
                <a:tc>
                  <a:txBody>
                    <a:bodyPr/>
                    <a:lstStyle/>
                    <a:p>
                      <a:r>
                        <a:rPr sz="1000" b="0">
                          <a:solidFill>
                            <a:srgbClr val="3A3A3A"/>
                          </a:solidFill>
                          <a:latin typeface="Arial"/>
                        </a:rPr>
                        <a:t>Numérica</a:t>
                      </a:r>
                    </a:p>
                  </a:txBody>
                  <a:tcPr marL="54864" marR="54864" marT="18288" marB="18288" anchor="ctr">
                    <a:solidFill>
                      <a:srgbClr val="F2F2F2"/>
                    </a:solidFill>
                  </a:tcPr>
                </a:tc>
                <a:tc>
                  <a:txBody>
                    <a:bodyPr/>
                    <a:lstStyle/>
                    <a:p>
                      <a:pPr algn="r"/>
                      <a:r>
                        <a:rPr sz="1000" b="0">
                          <a:solidFill>
                            <a:srgbClr val="3A3A3A"/>
                          </a:solidFill>
                          <a:latin typeface="Arial"/>
                        </a:rPr>
                        <a:t>0</a:t>
                      </a:r>
                    </a:p>
                  </a:txBody>
                  <a:tcPr marL="54864" marR="54864" marT="18288" marB="18288" anchor="ctr">
                    <a:solidFill>
                      <a:srgbClr val="F2F2F2"/>
                    </a:solidFill>
                  </a:tcPr>
                </a:tc>
              </a:tr>
              <a:tr h="237744">
                <a:tc>
                  <a:txBody>
                    <a:bodyPr/>
                    <a:lstStyle/>
                    <a:p>
                      <a:r>
                        <a:rPr sz="1000" b="1">
                          <a:solidFill>
                            <a:srgbClr val="3A3A3A"/>
                          </a:solidFill>
                          <a:latin typeface="Arial"/>
                        </a:rPr>
                        <a:t>Porc Crec SMMLV</a:t>
                      </a:r>
                    </a:p>
                  </a:txBody>
                  <a:tcPr marL="54864" marR="54864" marT="18288" marB="18288" anchor="ctr">
                    <a:solidFill>
                      <a:srgbClr val="FFFFFF"/>
                    </a:solidFill>
                  </a:tcPr>
                </a:tc>
                <a:tc>
                  <a:txBody>
                    <a:bodyPr/>
                    <a:lstStyle/>
                    <a:p>
                      <a:r>
                        <a:rPr sz="1000" b="0">
                          <a:solidFill>
                            <a:srgbClr val="3A3A3A"/>
                          </a:solidFill>
                          <a:latin typeface="Arial"/>
                        </a:rPr>
                        <a:t>Numérica</a:t>
                      </a: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tr>
              <a:tr h="237744">
                <a:tc>
                  <a:txBody>
                    <a:bodyPr/>
                    <a:lstStyle/>
                    <a:p>
                      <a:r>
                        <a:rPr sz="1000" b="1">
                          <a:solidFill>
                            <a:srgbClr val="3A3A3A"/>
                          </a:solidFill>
                          <a:latin typeface="Arial"/>
                        </a:rPr>
                        <a:t>Venta Laboratorio</a:t>
                      </a:r>
                    </a:p>
                  </a:txBody>
                  <a:tcPr marL="54864" marR="54864" marT="18288" marB="18288" anchor="ctr">
                    <a:solidFill>
                      <a:srgbClr val="F2F2F2"/>
                    </a:solidFill>
                  </a:tcPr>
                </a:tc>
                <a:tc>
                  <a:txBody>
                    <a:bodyPr/>
                    <a:lstStyle/>
                    <a:p>
                      <a:r>
                        <a:rPr sz="1000" b="0">
                          <a:solidFill>
                            <a:srgbClr val="3A3A3A"/>
                          </a:solidFill>
                          <a:latin typeface="Arial"/>
                        </a:rPr>
                        <a:t>Numérica</a:t>
                      </a:r>
                    </a:p>
                  </a:txBody>
                  <a:tcPr marL="54864" marR="54864" marT="18288" marB="18288" anchor="ctr">
                    <a:solidFill>
                      <a:srgbClr val="F2F2F2"/>
                    </a:solidFill>
                  </a:tcPr>
                </a:tc>
                <a:tc>
                  <a:txBody>
                    <a:bodyPr/>
                    <a:lstStyle/>
                    <a:p>
                      <a:pPr algn="r"/>
                      <a:r>
                        <a:rPr sz="1000" b="0">
                          <a:solidFill>
                            <a:srgbClr val="3A3A3A"/>
                          </a:solidFill>
                          <a:latin typeface="Arial"/>
                        </a:rPr>
                        <a:t>0</a:t>
                      </a:r>
                    </a:p>
                  </a:txBody>
                  <a:tcPr marL="54864" marR="54864" marT="18288" marB="18288" anchor="ctr">
                    <a:solidFill>
                      <a:srgbClr val="F2F2F2"/>
                    </a:solidFill>
                  </a:tcPr>
                </a:tc>
              </a:tr>
              <a:tr h="237744">
                <a:tc>
                  <a:txBody>
                    <a:bodyPr/>
                    <a:lstStyle/>
                    <a:p>
                      <a:r>
                        <a:rPr sz="1000" b="1">
                          <a:solidFill>
                            <a:srgbClr val="3A3A3A"/>
                          </a:solidFill>
                          <a:latin typeface="Arial"/>
                        </a:rPr>
                        <a:t>Share Laboratorio</a:t>
                      </a:r>
                    </a:p>
                  </a:txBody>
                  <a:tcPr marL="54864" marR="54864" marT="18288" marB="18288" anchor="ctr">
                    <a:solidFill>
                      <a:srgbClr val="FFFFFF"/>
                    </a:solidFill>
                  </a:tcPr>
                </a:tc>
                <a:tc>
                  <a:txBody>
                    <a:bodyPr/>
                    <a:lstStyle/>
                    <a:p>
                      <a:r>
                        <a:rPr sz="1000" b="0">
                          <a:solidFill>
                            <a:srgbClr val="3A3A3A"/>
                          </a:solidFill>
                          <a:latin typeface="Arial"/>
                        </a:rPr>
                        <a:t>Numérica</a:t>
                      </a: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tr>
              <a:tr h="237744">
                <a:tc>
                  <a:txBody>
                    <a:bodyPr/>
                    <a:lstStyle/>
                    <a:p>
                      <a:r>
                        <a:rPr sz="1000" b="1">
                          <a:solidFill>
                            <a:srgbClr val="3A3A3A"/>
                          </a:solidFill>
                          <a:latin typeface="Arial"/>
                        </a:rPr>
                        <a:t>Crec Laboratorio año</a:t>
                      </a:r>
                    </a:p>
                  </a:txBody>
                  <a:tcPr marL="54864" marR="54864" marT="18288" marB="18288" anchor="ctr">
                    <a:solidFill>
                      <a:srgbClr val="F2F2F2"/>
                    </a:solidFill>
                  </a:tcPr>
                </a:tc>
                <a:tc>
                  <a:txBody>
                    <a:bodyPr/>
                    <a:lstStyle/>
                    <a:p>
                      <a:r>
                        <a:rPr sz="1000" b="0">
                          <a:solidFill>
                            <a:srgbClr val="3A3A3A"/>
                          </a:solidFill>
                          <a:latin typeface="Arial"/>
                        </a:rPr>
                        <a:t>Fracción</a:t>
                      </a:r>
                    </a:p>
                  </a:txBody>
                  <a:tcPr marL="54864" marR="54864" marT="18288" marB="18288" anchor="ctr">
                    <a:solidFill>
                      <a:srgbClr val="F2F2F2"/>
                    </a:solidFill>
                  </a:tcPr>
                </a:tc>
                <a:tc>
                  <a:txBody>
                    <a:bodyPr/>
                    <a:lstStyle/>
                    <a:p>
                      <a:pPr algn="r"/>
                      <a:r>
                        <a:rPr sz="1000" b="0">
                          <a:solidFill>
                            <a:srgbClr val="3A3A3A"/>
                          </a:solidFill>
                          <a:latin typeface="Arial"/>
                        </a:rPr>
                        <a:t>6.618 (80 %)</a:t>
                      </a:r>
                    </a:p>
                  </a:txBody>
                  <a:tcPr marL="54864" marR="54864" marT="18288" marB="18288" anchor="ctr">
                    <a:solidFill>
                      <a:srgbClr val="F2F2F2"/>
                    </a:solidFill>
                  </a:tcPr>
                </a:tc>
              </a:tr>
            </a:tbl>
          </a:graphicData>
        </a:graphic>
      </p:graphicFrame>
    </p:spTree>
    <p:extLst>
      <p:ext uri="{BB962C8B-B14F-4D97-AF65-F5344CB8AC3E}">
        <p14:creationId xmlns:p14="http://schemas.microsoft.com/office/powerpoint/2010/main" val="3738462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group of chickens in a field&#10;&#10;Description automatically generated">
            <a:extLst>
              <a:ext uri="{FF2B5EF4-FFF2-40B4-BE49-F238E27FC236}">
                <a16:creationId xmlns:a16="http://schemas.microsoft.com/office/drawing/2014/main" id="{B4BD564E-D529-C464-29A9-E8A42E5687C4}"/>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4" name="Rectangle 13">
            <a:extLst>
              <a:ext uri="{FF2B5EF4-FFF2-40B4-BE49-F238E27FC236}">
                <a16:creationId xmlns:a16="http://schemas.microsoft.com/office/drawing/2014/main" id="{4252F1EE-5F15-4BE9-817F-A11416089BCF}"/>
              </a:ext>
            </a:extLst>
          </p:cNvPr>
          <p:cNvSpPr/>
          <p:nvPr/>
        </p:nvSpPr>
        <p:spPr>
          <a:xfrm rot="5400000">
            <a:off x="1999521" y="-2000979"/>
            <a:ext cx="5143500" cy="9145458"/>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16</a:t>
            </a:fld>
            <a:endParaRPr lang="en-US"/>
          </a:p>
        </p:txBody>
      </p:sp>
      <p:sp>
        <p:nvSpPr>
          <p:cNvPr id="7" name="Title 6">
            <a:extLst>
              <a:ext uri="{FF2B5EF4-FFF2-40B4-BE49-F238E27FC236}">
                <a16:creationId xmlns:a16="http://schemas.microsoft.com/office/drawing/2014/main" id="{1B158643-E280-4EE9-8C00-52F866B4E5AE}"/>
              </a:ext>
            </a:extLst>
          </p:cNvPr>
          <p:cNvSpPr>
            <a:spLocks noGrp="1"/>
          </p:cNvSpPr>
          <p:nvPr>
            <p:ph type="title"/>
          </p:nvPr>
        </p:nvSpPr>
        <p:spPr>
          <a:xfrm>
            <a:off x="336854" y="1084000"/>
            <a:ext cx="4363733" cy="1249680"/>
          </a:xfrm>
        </p:spPr>
        <p:txBody>
          <a:bodyPr/>
          <a:lstStyle/>
          <a:p>
            <a:r>
              <a:rPr lang="en-US" dirty="0"/>
              <a:t>Modelos y evaluación</a:t>
            </a:r>
          </a:p>
        </p:txBody>
      </p:sp>
      <p:sp>
        <p:nvSpPr>
          <p:cNvPr id="3" name="Text Placeholder 2">
            <a:extLst>
              <a:ext uri="{FF2B5EF4-FFF2-40B4-BE49-F238E27FC236}">
                <a16:creationId xmlns:a16="http://schemas.microsoft.com/office/drawing/2014/main" id="{50ED74E8-744D-478B-B4E1-9B4A843C29EB}"/>
              </a:ext>
            </a:extLst>
          </p:cNvPr>
          <p:cNvSpPr>
            <a:spLocks noGrp="1"/>
          </p:cNvSpPr>
          <p:nvPr>
            <p:ph type="body" sz="quarter" idx="14"/>
          </p:nvPr>
        </p:nvSpPr>
        <p:spPr/>
        <p:txBody>
          <a:bodyPr/>
          <a:lstStyle/>
          <a:p>
            <a:r>
              <a:rPr lang="en-IE"/>
              <a:t>03.</a:t>
            </a:r>
          </a:p>
        </p:txBody>
      </p:sp>
    </p:spTree>
    <p:extLst>
      <p:ext uri="{BB962C8B-B14F-4D97-AF65-F5344CB8AC3E}">
        <p14:creationId xmlns:p14="http://schemas.microsoft.com/office/powerpoint/2010/main" val="3335422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83EE8E-6778-E848-BB2B-FF5F8955DE13}"/>
              </a:ext>
            </a:extLst>
          </p:cNvPr>
          <p:cNvSpPr>
            <a:spLocks noGrp="1"/>
          </p:cNvSpPr>
          <p:nvPr>
            <p:ph type="body" sz="quarter" idx="20"/>
          </p:nvPr>
        </p:nvSpPr>
        <p:spPr>
          <a:xfrm>
            <a:off x="336854" y="250372"/>
            <a:ext cx="4085170" cy="167013"/>
          </a:xfrm>
        </p:spPr>
        <p:txBody>
          <a:bodyPr>
            <a:noAutofit/>
          </a:bodyPr>
          <a:lstStyle/>
          <a:p>
            <a:endParaRPr lang="en-US"/>
          </a:p>
        </p:txBody>
      </p:sp>
      <p:sp>
        <p:nvSpPr>
          <p:cNvPr id="11" name="Title 2">
            <a:extLst>
              <a:ext uri="{FF2B5EF4-FFF2-40B4-BE49-F238E27FC236}">
                <a16:creationId xmlns:a16="http://schemas.microsoft.com/office/drawing/2014/main" id="{81050136-D15C-CF45-BAB8-9278F01DF7E2}"/>
              </a:ext>
            </a:extLst>
          </p:cNvPr>
          <p:cNvSpPr>
            <a:spLocks noGrp="1"/>
          </p:cNvSpPr>
          <p:nvPr>
            <p:ph type="title"/>
          </p:nvPr>
        </p:nvSpPr>
        <p:spPr>
          <a:xfrm>
            <a:off x="336854" y="445961"/>
            <a:ext cx="8467344" cy="506940"/>
          </a:xfrm>
        </p:spPr>
        <p:txBody>
          <a:bodyPr>
            <a:noAutofit/>
          </a:bodyPr>
          <a:lstStyle/>
          <a:p>
            <a:r>
              <a:rPr lang="en-US"/>
              <a:t>Cinco modelos comparados en validación</a:t>
            </a:r>
          </a:p>
        </p:txBody>
      </p:sp>
      <p:sp>
        <p:nvSpPr>
          <p:cNvPr id="6" name="Text Placeholder 18">
            <a:extLst>
              <a:ext uri="{FF2B5EF4-FFF2-40B4-BE49-F238E27FC236}">
                <a16:creationId xmlns:a16="http://schemas.microsoft.com/office/drawing/2014/main" id="{242ED340-71F6-F44A-8A8B-FC52F1D286A7}"/>
              </a:ext>
            </a:extLst>
          </p:cNvPr>
          <p:cNvSpPr txBox="1">
            <a:spLocks/>
          </p:cNvSpPr>
          <p:nvPr/>
        </p:nvSpPr>
        <p:spPr>
          <a:xfrm>
            <a:off x="401445" y="960120"/>
            <a:ext cx="8412480" cy="3657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a:t>Error medio absoluto (MAE, en puntos porcentuales) en validación cruzada por bloques de tiempo, antes de abrir la prueba de 2026.</a:t>
            </a:r>
          </a:p>
        </p:txBody>
      </p:sp>
      <p:sp>
        <p:nvSpPr>
          <p:cNvPr id="9" name="Footer Placeholder 4">
            <a:extLst>
              <a:ext uri="{FF2B5EF4-FFF2-40B4-BE49-F238E27FC236}">
                <a16:creationId xmlns:a16="http://schemas.microsoft.com/office/drawing/2014/main" id="{BAE68D25-7DA4-6B09-A20B-FFF103F806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Proyección 2027 | Zoetis Colombia</a:t>
            </a:r>
          </a:p>
        </p:txBody>
      </p:sp>
      <p:graphicFrame>
        <p:nvGraphicFramePr>
          <p:cNvPr id="12" name="Table 11"/>
          <p:cNvGraphicFramePr>
            <a:graphicFrameLocks noGrp="1"/>
          </p:cNvGraphicFramePr>
          <p:nvPr/>
        </p:nvGraphicFramePr>
        <p:xfrm>
          <a:off x="365760" y="1463040"/>
          <a:ext cx="8412480" cy="2743200"/>
        </p:xfrm>
        <a:graphic>
          <a:graphicData uri="http://schemas.openxmlformats.org/drawingml/2006/table">
            <a:tbl>
              <a:tblPr firstRow="0" bandRow="0">
                <a:tableStyleId>{2D5ABB26-0587-4C30-8999-92F81FD0307C}</a:tableStyleId>
              </a:tblPr>
              <a:tblGrid>
                <a:gridCol w="2286000"/>
                <a:gridCol w="2148840"/>
                <a:gridCol w="2148840"/>
                <a:gridCol w="914400"/>
                <a:gridCol w="914400"/>
              </a:tblGrid>
              <a:tr h="457200">
                <a:tc>
                  <a:txBody>
                    <a:bodyPr/>
                    <a:lstStyle/>
                    <a:p>
                      <a:r>
                        <a:rPr sz="1000" b="1">
                          <a:solidFill>
                            <a:srgbClr val="FFFFFF"/>
                          </a:solidFill>
                          <a:latin typeface="Arial"/>
                        </a:rPr>
                        <a:t>Modelo</a:t>
                      </a:r>
                    </a:p>
                  </a:txBody>
                  <a:tcPr marL="54864" marR="54864" marT="18288" marB="18288" anchor="ctr">
                    <a:solidFill>
                      <a:srgbClr val="F65C00"/>
                    </a:solidFill>
                  </a:tcPr>
                </a:tc>
                <a:tc>
                  <a:txBody>
                    <a:bodyPr/>
                    <a:lstStyle/>
                    <a:p>
                      <a:r>
                        <a:rPr sz="1000" b="1">
                          <a:solidFill>
                            <a:srgbClr val="FFFFFF"/>
                          </a:solidFill>
                          <a:latin typeface="Arial"/>
                        </a:rPr>
                        <a:t>Parámetros en el mercado</a:t>
                      </a:r>
                    </a:p>
                  </a:txBody>
                  <a:tcPr marL="54864" marR="54864" marT="18288" marB="18288" anchor="ctr">
                    <a:solidFill>
                      <a:srgbClr val="F65C00"/>
                    </a:solidFill>
                  </a:tcPr>
                </a:tc>
                <a:tc>
                  <a:txBody>
                    <a:bodyPr/>
                    <a:lstStyle/>
                    <a:p>
                      <a:r>
                        <a:rPr sz="1000" b="1">
                          <a:solidFill>
                            <a:srgbClr val="FFFFFF"/>
                          </a:solidFill>
                          <a:latin typeface="Arial"/>
                        </a:rPr>
                        <a:t>Parámetros en el Laboratorio</a:t>
                      </a:r>
                    </a:p>
                  </a:txBody>
                  <a:tcPr marL="54864" marR="54864" marT="18288" marB="18288" anchor="ctr">
                    <a:solidFill>
                      <a:srgbClr val="F65C00"/>
                    </a:solidFill>
                  </a:tcPr>
                </a:tc>
                <a:tc>
                  <a:txBody>
                    <a:bodyPr/>
                    <a:lstStyle/>
                    <a:p>
                      <a:pPr algn="r"/>
                      <a:r>
                        <a:rPr sz="1000" b="1">
                          <a:solidFill>
                            <a:srgbClr val="FFFFFF"/>
                          </a:solidFill>
                          <a:latin typeface="Arial"/>
                        </a:rPr>
                        <a:t>MAE mercado</a:t>
                      </a:r>
                    </a:p>
                  </a:txBody>
                  <a:tcPr marL="54864" marR="54864" marT="18288" marB="18288" anchor="ctr">
                    <a:solidFill>
                      <a:srgbClr val="F65C00"/>
                    </a:solidFill>
                  </a:tcPr>
                </a:tc>
                <a:tc>
                  <a:txBody>
                    <a:bodyPr/>
                    <a:lstStyle/>
                    <a:p>
                      <a:pPr algn="r"/>
                      <a:r>
                        <a:rPr sz="1000" b="1">
                          <a:solidFill>
                            <a:srgbClr val="FFFFFF"/>
                          </a:solidFill>
                          <a:latin typeface="Arial"/>
                        </a:rPr>
                        <a:t>MAE Laboratorio</a:t>
                      </a:r>
                    </a:p>
                  </a:txBody>
                  <a:tcPr marL="54864" marR="54864" marT="18288" marB="18288" anchor="ctr">
                    <a:solidFill>
                      <a:srgbClr val="F65C00"/>
                    </a:solidFill>
                  </a:tcPr>
                </a:tc>
              </a:tr>
              <a:tr h="457200">
                <a:tc>
                  <a:txBody>
                    <a:bodyPr/>
                    <a:lstStyle/>
                    <a:p>
                      <a:r>
                        <a:rPr sz="1000" b="1">
                          <a:solidFill>
                            <a:srgbClr val="3A3A3A"/>
                          </a:solidFill>
                          <a:latin typeface="Arial"/>
                        </a:rPr>
                        <a:t>Regresión lineal (base)</a:t>
                      </a:r>
                    </a:p>
                  </a:txBody>
                  <a:tcPr marL="54864" marR="54864" marT="18288" marB="18288" anchor="ctr">
                    <a:solidFill>
                      <a:srgbClr val="FFFFFF"/>
                    </a:solidFill>
                  </a:tcPr>
                </a:tc>
                <a:tc>
                  <a:txBody>
                    <a:bodyPr/>
                    <a:lstStyle/>
                    <a:p>
                      <a:r>
                        <a:rPr sz="1000" b="0">
                          <a:solidFill>
                            <a:srgbClr val="3A3A3A"/>
                          </a:solidFill>
                          <a:latin typeface="Arial"/>
                        </a:rPr>
                        <a:t>Sin parámetros</a:t>
                      </a:r>
                    </a:p>
                  </a:txBody>
                  <a:tcPr marL="54864" marR="54864" marT="18288" marB="18288" anchor="ctr">
                    <a:solidFill>
                      <a:srgbClr val="FFFFFF"/>
                    </a:solidFill>
                  </a:tcPr>
                </a:tc>
                <a:tc>
                  <a:txBody>
                    <a:bodyPr/>
                    <a:lstStyle/>
                    <a:p>
                      <a:r>
                        <a:rPr sz="1000" b="0">
                          <a:solidFill>
                            <a:srgbClr val="3A3A3A"/>
                          </a:solidFill>
                          <a:latin typeface="Arial"/>
                        </a:rPr>
                        <a:t>Sin parámetros</a:t>
                      </a:r>
                    </a:p>
                  </a:txBody>
                  <a:tcPr marL="54864" marR="54864" marT="18288" marB="18288" anchor="ctr">
                    <a:solidFill>
                      <a:srgbClr val="FFFFFF"/>
                    </a:solidFill>
                  </a:tcPr>
                </a:tc>
                <a:tc>
                  <a:txBody>
                    <a:bodyPr/>
                    <a:lstStyle/>
                    <a:p>
                      <a:pPr algn="r"/>
                      <a:r>
                        <a:rPr sz="1000" b="0">
                          <a:solidFill>
                            <a:srgbClr val="3A3A3A"/>
                          </a:solidFill>
                          <a:latin typeface="Arial"/>
                        </a:rPr>
                        <a:t>13,0</a:t>
                      </a:r>
                    </a:p>
                  </a:txBody>
                  <a:tcPr marL="54864" marR="54864" marT="18288" marB="18288" anchor="ctr">
                    <a:solidFill>
                      <a:srgbClr val="FFFFFF"/>
                    </a:solidFill>
                  </a:tcPr>
                </a:tc>
                <a:tc>
                  <a:txBody>
                    <a:bodyPr/>
                    <a:lstStyle/>
                    <a:p>
                      <a:pPr algn="r"/>
                      <a:r>
                        <a:rPr sz="1000" b="0">
                          <a:solidFill>
                            <a:srgbClr val="3A3A3A"/>
                          </a:solidFill>
                          <a:latin typeface="Arial"/>
                        </a:rPr>
                        <a:t>7,5</a:t>
                      </a:r>
                    </a:p>
                  </a:txBody>
                  <a:tcPr marL="54864" marR="54864" marT="18288" marB="18288" anchor="ctr">
                    <a:solidFill>
                      <a:srgbClr val="FFFFFF"/>
                    </a:solidFill>
                  </a:tcPr>
                </a:tc>
              </a:tr>
              <a:tr h="457200">
                <a:tc>
                  <a:txBody>
                    <a:bodyPr/>
                    <a:lstStyle/>
                    <a:p>
                      <a:r>
                        <a:rPr sz="1000" b="1">
                          <a:solidFill>
                            <a:srgbClr val="3A3A3A"/>
                          </a:solidFill>
                          <a:latin typeface="Arial"/>
                        </a:rPr>
                        <a:t>Modelo A: Elastic Net (mercado) y Ridge por especie (Laboratorio)</a:t>
                      </a:r>
                    </a:p>
                  </a:txBody>
                  <a:tcPr marL="54864" marR="54864" marT="18288" marB="18288" anchor="ctr">
                    <a:solidFill>
                      <a:srgbClr val="F2F2F2"/>
                    </a:solidFill>
                  </a:tcPr>
                </a:tc>
                <a:tc>
                  <a:txBody>
                    <a:bodyPr/>
                    <a:lstStyle/>
                    <a:p>
                      <a:r>
                        <a:rPr sz="1000" b="0">
                          <a:solidFill>
                            <a:srgbClr val="3A3A3A"/>
                          </a:solidFill>
                          <a:latin typeface="Arial"/>
                        </a:rPr>
                        <a:t>alfa 0,1; mezcla L1 0,5</a:t>
                      </a:r>
                    </a:p>
                  </a:txBody>
                  <a:tcPr marL="54864" marR="54864" marT="18288" marB="18288" anchor="ctr">
                    <a:solidFill>
                      <a:srgbClr val="F2F2F2"/>
                    </a:solidFill>
                  </a:tcPr>
                </a:tc>
                <a:tc>
                  <a:txBody>
                    <a:bodyPr/>
                    <a:lstStyle/>
                    <a:p>
                      <a:r>
                        <a:rPr sz="1000" b="0">
                          <a:solidFill>
                            <a:srgbClr val="3A3A3A"/>
                          </a:solidFill>
                          <a:latin typeface="Arial"/>
                        </a:rPr>
                        <a:t>alfa 10</a:t>
                      </a:r>
                    </a:p>
                  </a:txBody>
                  <a:tcPr marL="54864" marR="54864" marT="18288" marB="18288" anchor="ctr">
                    <a:solidFill>
                      <a:srgbClr val="F2F2F2"/>
                    </a:solidFill>
                  </a:tcPr>
                </a:tc>
                <a:tc>
                  <a:txBody>
                    <a:bodyPr/>
                    <a:lstStyle/>
                    <a:p>
                      <a:pPr algn="r"/>
                      <a:r>
                        <a:rPr sz="1000" b="0">
                          <a:solidFill>
                            <a:srgbClr val="3A3A3A"/>
                          </a:solidFill>
                          <a:latin typeface="Arial"/>
                        </a:rPr>
                        <a:t>4,6</a:t>
                      </a:r>
                    </a:p>
                  </a:txBody>
                  <a:tcPr marL="54864" marR="54864" marT="18288" marB="18288" anchor="ctr">
                    <a:solidFill>
                      <a:srgbClr val="F2F2F2"/>
                    </a:solidFill>
                  </a:tcPr>
                </a:tc>
                <a:tc>
                  <a:txBody>
                    <a:bodyPr/>
                    <a:lstStyle/>
                    <a:p>
                      <a:pPr algn="r"/>
                      <a:r>
                        <a:rPr sz="1000" b="0">
                          <a:solidFill>
                            <a:srgbClr val="3A3A3A"/>
                          </a:solidFill>
                          <a:latin typeface="Arial"/>
                        </a:rPr>
                        <a:t>5,4</a:t>
                      </a:r>
                    </a:p>
                  </a:txBody>
                  <a:tcPr marL="54864" marR="54864" marT="18288" marB="18288" anchor="ctr">
                    <a:solidFill>
                      <a:srgbClr val="F2F2F2"/>
                    </a:solidFill>
                  </a:tcPr>
                </a:tc>
              </a:tr>
              <a:tr h="457200">
                <a:tc>
                  <a:txBody>
                    <a:bodyPr/>
                    <a:lstStyle/>
                    <a:p>
                      <a:r>
                        <a:rPr sz="1000" b="1">
                          <a:solidFill>
                            <a:srgbClr val="3A3A3A"/>
                          </a:solidFill>
                          <a:latin typeface="Arial"/>
                        </a:rPr>
                        <a:t>K vecinos más cercanos</a:t>
                      </a:r>
                    </a:p>
                  </a:txBody>
                  <a:tcPr marL="54864" marR="54864" marT="18288" marB="18288" anchor="ctr">
                    <a:solidFill>
                      <a:srgbClr val="FFFFFF"/>
                    </a:solidFill>
                  </a:tcPr>
                </a:tc>
                <a:tc>
                  <a:txBody>
                    <a:bodyPr/>
                    <a:lstStyle/>
                    <a:p>
                      <a:r>
                        <a:rPr sz="1000" b="0">
                          <a:solidFill>
                            <a:srgbClr val="3A3A3A"/>
                          </a:solidFill>
                          <a:latin typeface="Arial"/>
                        </a:rPr>
                        <a:t>12 vecinos; distancia L2; pesos iguales</a:t>
                      </a:r>
                    </a:p>
                  </a:txBody>
                  <a:tcPr marL="54864" marR="54864" marT="18288" marB="18288" anchor="ctr">
                    <a:solidFill>
                      <a:srgbClr val="FFFFFF"/>
                    </a:solidFill>
                  </a:tcPr>
                </a:tc>
                <a:tc>
                  <a:txBody>
                    <a:bodyPr/>
                    <a:lstStyle/>
                    <a:p>
                      <a:r>
                        <a:rPr sz="1000" b="0">
                          <a:solidFill>
                            <a:srgbClr val="3A3A3A"/>
                          </a:solidFill>
                          <a:latin typeface="Arial"/>
                        </a:rPr>
                        <a:t>3 vecinos; distancia L1; pesos por distancia</a:t>
                      </a:r>
                    </a:p>
                  </a:txBody>
                  <a:tcPr marL="54864" marR="54864" marT="18288" marB="18288" anchor="ctr">
                    <a:solidFill>
                      <a:srgbClr val="FFFFFF"/>
                    </a:solidFill>
                  </a:tcPr>
                </a:tc>
                <a:tc>
                  <a:txBody>
                    <a:bodyPr/>
                    <a:lstStyle/>
                    <a:p>
                      <a:pPr algn="r"/>
                      <a:r>
                        <a:rPr sz="1000" b="0">
                          <a:solidFill>
                            <a:srgbClr val="3A3A3A"/>
                          </a:solidFill>
                          <a:latin typeface="Arial"/>
                        </a:rPr>
                        <a:t>4,3</a:t>
                      </a:r>
                    </a:p>
                  </a:txBody>
                  <a:tcPr marL="54864" marR="54864" marT="18288" marB="18288" anchor="ctr">
                    <a:solidFill>
                      <a:srgbClr val="FFFFFF"/>
                    </a:solidFill>
                  </a:tcPr>
                </a:tc>
                <a:tc>
                  <a:txBody>
                    <a:bodyPr/>
                    <a:lstStyle/>
                    <a:p>
                      <a:pPr algn="r"/>
                      <a:r>
                        <a:rPr sz="1000" b="0">
                          <a:solidFill>
                            <a:srgbClr val="3A3A3A"/>
                          </a:solidFill>
                          <a:latin typeface="Arial"/>
                        </a:rPr>
                        <a:t>6,0</a:t>
                      </a:r>
                    </a:p>
                  </a:txBody>
                  <a:tcPr marL="54864" marR="54864" marT="18288" marB="18288" anchor="ctr">
                    <a:solidFill>
                      <a:srgbClr val="FFFFFF"/>
                    </a:solidFill>
                  </a:tcPr>
                </a:tc>
              </a:tr>
              <a:tr h="457200">
                <a:tc>
                  <a:txBody>
                    <a:bodyPr/>
                    <a:lstStyle/>
                    <a:p>
                      <a:r>
                        <a:rPr sz="1000" b="1">
                          <a:solidFill>
                            <a:srgbClr val="3A3A3A"/>
                          </a:solidFill>
                          <a:latin typeface="Arial"/>
                        </a:rPr>
                        <a:t>Random Forest</a:t>
                      </a:r>
                    </a:p>
                  </a:txBody>
                  <a:tcPr marL="54864" marR="54864" marT="18288" marB="18288" anchor="ctr">
                    <a:solidFill>
                      <a:srgbClr val="F2F2F2"/>
                    </a:solidFill>
                  </a:tcPr>
                </a:tc>
                <a:tc>
                  <a:txBody>
                    <a:bodyPr/>
                    <a:lstStyle/>
                    <a:p>
                      <a:r>
                        <a:rPr sz="1000" b="0">
                          <a:solidFill>
                            <a:srgbClr val="3A3A3A"/>
                          </a:solidFill>
                          <a:latin typeface="Arial"/>
                        </a:rPr>
                        <a:t>300 árboles; profundidad 2; 50 % de variables; hoja mínima 3</a:t>
                      </a:r>
                    </a:p>
                  </a:txBody>
                  <a:tcPr marL="54864" marR="54864" marT="18288" marB="18288" anchor="ctr">
                    <a:solidFill>
                      <a:srgbClr val="F2F2F2"/>
                    </a:solidFill>
                  </a:tcPr>
                </a:tc>
                <a:tc>
                  <a:txBody>
                    <a:bodyPr/>
                    <a:lstStyle/>
                    <a:p>
                      <a:r>
                        <a:rPr sz="1000" b="0">
                          <a:solidFill>
                            <a:srgbClr val="3A3A3A"/>
                          </a:solidFill>
                          <a:latin typeface="Arial"/>
                        </a:rPr>
                        <a:t>300 árboles; profundidad 8; 50 % de variables; hoja mínima 3</a:t>
                      </a:r>
                    </a:p>
                  </a:txBody>
                  <a:tcPr marL="54864" marR="54864" marT="18288" marB="18288" anchor="ctr">
                    <a:solidFill>
                      <a:srgbClr val="F2F2F2"/>
                    </a:solidFill>
                  </a:tcPr>
                </a:tc>
                <a:tc>
                  <a:txBody>
                    <a:bodyPr/>
                    <a:lstStyle/>
                    <a:p>
                      <a:pPr algn="r"/>
                      <a:r>
                        <a:rPr sz="1000" b="0">
                          <a:solidFill>
                            <a:srgbClr val="3A3A3A"/>
                          </a:solidFill>
                          <a:latin typeface="Arial"/>
                        </a:rPr>
                        <a:t>4,5</a:t>
                      </a:r>
                    </a:p>
                  </a:txBody>
                  <a:tcPr marL="54864" marR="54864" marT="18288" marB="18288" anchor="ctr">
                    <a:solidFill>
                      <a:srgbClr val="F2F2F2"/>
                    </a:solidFill>
                  </a:tcPr>
                </a:tc>
                <a:tc>
                  <a:txBody>
                    <a:bodyPr/>
                    <a:lstStyle/>
                    <a:p>
                      <a:pPr algn="r"/>
                      <a:r>
                        <a:rPr sz="1000" b="0">
                          <a:solidFill>
                            <a:srgbClr val="3A3A3A"/>
                          </a:solidFill>
                          <a:latin typeface="Arial"/>
                        </a:rPr>
                        <a:t>5,8</a:t>
                      </a:r>
                    </a:p>
                  </a:txBody>
                  <a:tcPr marL="54864" marR="54864" marT="18288" marB="18288" anchor="ctr">
                    <a:solidFill>
                      <a:srgbClr val="F2F2F2"/>
                    </a:solidFill>
                  </a:tcPr>
                </a:tc>
              </a:tr>
              <a:tr h="457200">
                <a:tc>
                  <a:txBody>
                    <a:bodyPr/>
                    <a:lstStyle/>
                    <a:p>
                      <a:r>
                        <a:rPr sz="1000" b="1">
                          <a:solidFill>
                            <a:srgbClr val="3A3A3A"/>
                          </a:solidFill>
                          <a:latin typeface="Arial"/>
                        </a:rPr>
                        <a:t>Modelo B: Gradient Boosting</a:t>
                      </a:r>
                    </a:p>
                  </a:txBody>
                  <a:tcPr marL="54864" marR="54864" marT="18288" marB="18288" anchor="ctr">
                    <a:solidFill>
                      <a:srgbClr val="FFFFFF"/>
                    </a:solidFill>
                  </a:tcPr>
                </a:tc>
                <a:tc>
                  <a:txBody>
                    <a:bodyPr/>
                    <a:lstStyle/>
                    <a:p>
                      <a:r>
                        <a:rPr sz="1000" b="0">
                          <a:solidFill>
                            <a:srgbClr val="3A3A3A"/>
                          </a:solidFill>
                          <a:latin typeface="Arial"/>
                        </a:rPr>
                        <a:t>50 iteraciones; tasa 0,03; profundidad 3; hoja mínima 8</a:t>
                      </a:r>
                    </a:p>
                  </a:txBody>
                  <a:tcPr marL="54864" marR="54864" marT="18288" marB="18288" anchor="ctr">
                    <a:solidFill>
                      <a:srgbClr val="FFFFFF"/>
                    </a:solidFill>
                  </a:tcPr>
                </a:tc>
                <a:tc>
                  <a:txBody>
                    <a:bodyPr/>
                    <a:lstStyle/>
                    <a:p>
                      <a:r>
                        <a:rPr sz="1000" b="0">
                          <a:solidFill>
                            <a:srgbClr val="3A3A3A"/>
                          </a:solidFill>
                          <a:latin typeface="Arial"/>
                        </a:rPr>
                        <a:t>400 iteraciones; tasa 0,03; profundidad 3; hoja mínima 3</a:t>
                      </a:r>
                    </a:p>
                  </a:txBody>
                  <a:tcPr marL="54864" marR="54864" marT="18288" marB="18288" anchor="ctr">
                    <a:solidFill>
                      <a:srgbClr val="FFFFFF"/>
                    </a:solidFill>
                  </a:tcPr>
                </a:tc>
                <a:tc>
                  <a:txBody>
                    <a:bodyPr/>
                    <a:lstStyle/>
                    <a:p>
                      <a:pPr algn="r"/>
                      <a:r>
                        <a:rPr sz="1000" b="0">
                          <a:solidFill>
                            <a:srgbClr val="3A3A3A"/>
                          </a:solidFill>
                          <a:latin typeface="Arial"/>
                        </a:rPr>
                        <a:t>4,2</a:t>
                      </a:r>
                    </a:p>
                  </a:txBody>
                  <a:tcPr marL="54864" marR="54864" marT="18288" marB="18288" anchor="ctr">
                    <a:solidFill>
                      <a:srgbClr val="FFFFFF"/>
                    </a:solidFill>
                  </a:tcPr>
                </a:tc>
                <a:tc>
                  <a:txBody>
                    <a:bodyPr/>
                    <a:lstStyle/>
                    <a:p>
                      <a:pPr algn="r"/>
                      <a:r>
                        <a:rPr sz="1000" b="0">
                          <a:solidFill>
                            <a:srgbClr val="3A3A3A"/>
                          </a:solidFill>
                          <a:latin typeface="Arial"/>
                        </a:rPr>
                        <a:t>5,3</a:t>
                      </a:r>
                    </a:p>
                  </a:txBody>
                  <a:tcPr marL="54864" marR="54864" marT="18288" marB="18288" anchor="ctr">
                    <a:solidFill>
                      <a:srgbClr val="FFFFFF"/>
                    </a:solidFill>
                  </a:tcPr>
                </a:tc>
              </a:tr>
            </a:tbl>
          </a:graphicData>
        </a:graphic>
      </p:graphicFrame>
      <p:sp>
        <p:nvSpPr>
          <p:cNvPr id="13" name="TextBox 12"/>
          <p:cNvSpPr txBox="1"/>
          <p:nvPr/>
        </p:nvSpPr>
        <p:spPr>
          <a:xfrm>
            <a:off x="365760" y="4297680"/>
            <a:ext cx="8412480" cy="457200"/>
          </a:xfrm>
          <a:prstGeom prst="rect">
            <a:avLst/>
          </a:prstGeom>
          <a:noFill/>
        </p:spPr>
        <p:txBody>
          <a:bodyPr wrap="square" anchor="t" lIns="0" rIns="0" tIns="0" bIns="0">
            <a:spAutoFit/>
          </a:bodyPr>
          <a:lstStyle/>
          <a:p>
            <a:pPr algn="l"/>
            <a:r>
              <a:rPr sz="1000" b="0" i="0">
                <a:solidFill>
                  <a:srgbClr val="595756"/>
                </a:solidFill>
                <a:latin typeface="Arial"/>
              </a:rPr>
              <a:t>Líneas base: promedio de la especie (5,1 y 6,1) y crecimiento del año anterior (5,8 y 7,9). Datos de 2020 a 2025; 9 pliegues de 6 meses con purga. Los parámetros se eligieron por búsqueda en rejilla dentro de la validación, sin mirar 2026.</a:t>
            </a:r>
          </a:p>
        </p:txBody>
      </p:sp>
    </p:spTree>
    <p:extLst>
      <p:ext uri="{BB962C8B-B14F-4D97-AF65-F5344CB8AC3E}">
        <p14:creationId xmlns:p14="http://schemas.microsoft.com/office/powerpoint/2010/main" val="3738462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83EE8E-6778-E848-BB2B-FF5F8955DE13}"/>
              </a:ext>
            </a:extLst>
          </p:cNvPr>
          <p:cNvSpPr>
            <a:spLocks noGrp="1"/>
          </p:cNvSpPr>
          <p:nvPr>
            <p:ph type="body" sz="quarter" idx="20"/>
          </p:nvPr>
        </p:nvSpPr>
        <p:spPr>
          <a:xfrm>
            <a:off x="336854" y="250372"/>
            <a:ext cx="4085170" cy="167013"/>
          </a:xfrm>
        </p:spPr>
        <p:txBody>
          <a:bodyPr>
            <a:noAutofit/>
          </a:bodyPr>
          <a:lstStyle/>
          <a:p>
            <a:endParaRPr lang="en-US"/>
          </a:p>
        </p:txBody>
      </p:sp>
      <p:sp>
        <p:nvSpPr>
          <p:cNvPr id="11" name="Title 2">
            <a:extLst>
              <a:ext uri="{FF2B5EF4-FFF2-40B4-BE49-F238E27FC236}">
                <a16:creationId xmlns:a16="http://schemas.microsoft.com/office/drawing/2014/main" id="{81050136-D15C-CF45-BAB8-9278F01DF7E2}"/>
              </a:ext>
            </a:extLst>
          </p:cNvPr>
          <p:cNvSpPr>
            <a:spLocks noGrp="1"/>
          </p:cNvSpPr>
          <p:nvPr>
            <p:ph type="title"/>
          </p:nvPr>
        </p:nvSpPr>
        <p:spPr>
          <a:xfrm>
            <a:off x="336854" y="445961"/>
            <a:ext cx="8467344" cy="506940"/>
          </a:xfrm>
        </p:spPr>
        <p:txBody>
          <a:bodyPr>
            <a:noAutofit/>
          </a:bodyPr>
          <a:lstStyle/>
          <a:p>
            <a:r>
              <a:rPr lang="en-US"/>
              <a:t>Resultado en el examen de 2026</a:t>
            </a:r>
          </a:p>
        </p:txBody>
      </p:sp>
      <p:sp>
        <p:nvSpPr>
          <p:cNvPr id="6" name="Text Placeholder 18">
            <a:extLst>
              <a:ext uri="{FF2B5EF4-FFF2-40B4-BE49-F238E27FC236}">
                <a16:creationId xmlns:a16="http://schemas.microsoft.com/office/drawing/2014/main" id="{242ED340-71F6-F44A-8A8B-FC52F1D286A7}"/>
              </a:ext>
            </a:extLst>
          </p:cNvPr>
          <p:cNvSpPr txBox="1">
            <a:spLocks/>
          </p:cNvSpPr>
          <p:nvPr/>
        </p:nvSpPr>
        <p:spPr>
          <a:xfrm>
            <a:off x="401445" y="960120"/>
            <a:ext cx="8412480" cy="3657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a:t>Seis meses sellados, de enero a junio de 2026: error medio absoluto en puntos porcentuales (menor es mejor).</a:t>
            </a:r>
          </a:p>
        </p:txBody>
      </p:sp>
      <p:sp>
        <p:nvSpPr>
          <p:cNvPr id="9" name="Footer Placeholder 4">
            <a:extLst>
              <a:ext uri="{FF2B5EF4-FFF2-40B4-BE49-F238E27FC236}">
                <a16:creationId xmlns:a16="http://schemas.microsoft.com/office/drawing/2014/main" id="{BAE68D25-7DA4-6B09-A20B-FFF103F806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Proyección 2027 | Zoetis Colombia</a:t>
            </a:r>
          </a:p>
        </p:txBody>
      </p:sp>
      <p:graphicFrame>
        <p:nvGraphicFramePr>
          <p:cNvPr id="12" name="Chart 11"/>
          <p:cNvGraphicFramePr>
            <a:graphicFrameLocks noGrp="1"/>
          </p:cNvGraphicFramePr>
          <p:nvPr/>
        </p:nvGraphicFramePr>
        <p:xfrm>
          <a:off x="320040" y="1371600"/>
          <a:ext cx="4206240" cy="2926080"/>
        </p:xfrm>
        <a:graphic>
          <a:graphicData uri="http://schemas.openxmlformats.org/drawingml/2006/chart">
            <c:chart xmlns:c="http://schemas.openxmlformats.org/drawingml/2006/chart" r:id="rId2"/>
          </a:graphicData>
        </a:graphic>
      </p:graphicFrame>
      <p:graphicFrame>
        <p:nvGraphicFramePr>
          <p:cNvPr id="13" name="Chart 12"/>
          <p:cNvGraphicFramePr>
            <a:graphicFrameLocks noGrp="1"/>
          </p:cNvGraphicFramePr>
          <p:nvPr/>
        </p:nvGraphicFramePr>
        <p:xfrm>
          <a:off x="4617720" y="1371600"/>
          <a:ext cx="4206240" cy="2926080"/>
        </p:xfrm>
        <a:graphic>
          <a:graphicData uri="http://schemas.openxmlformats.org/drawingml/2006/chart">
            <c:chart xmlns:c="http://schemas.openxmlformats.org/drawingml/2006/chart" r:id="rId3"/>
          </a:graphicData>
        </a:graphic>
      </p:graphicFrame>
      <p:sp>
        <p:nvSpPr>
          <p:cNvPr id="14" name="TextBox 13"/>
          <p:cNvSpPr txBox="1"/>
          <p:nvPr/>
        </p:nvSpPr>
        <p:spPr>
          <a:xfrm>
            <a:off x="365760" y="4343400"/>
            <a:ext cx="8412480" cy="457200"/>
          </a:xfrm>
          <a:prstGeom prst="rect">
            <a:avLst/>
          </a:prstGeom>
          <a:noFill/>
        </p:spPr>
        <p:txBody>
          <a:bodyPr wrap="square" anchor="t" lIns="0" rIns="0" tIns="0" bIns="0">
            <a:spAutoFit/>
          </a:bodyPr>
          <a:lstStyle/>
          <a:p>
            <a:pPr algn="l"/>
            <a:r>
              <a:rPr sz="1000" b="0" i="0">
                <a:solidFill>
                  <a:srgbClr val="595756"/>
                </a:solidFill>
                <a:latin typeface="Arial"/>
              </a:rPr>
              <a:t>Naranja: modelos; verde: métodos sencillos de comparación. K vecinos, Random Forest y regresión lineal se midieron en una segunda consulta posterior, solo informativa, que no se usó para elegir modelo.</a:t>
            </a:r>
          </a:p>
        </p:txBody>
      </p:sp>
    </p:spTree>
    <p:extLst>
      <p:ext uri="{BB962C8B-B14F-4D97-AF65-F5344CB8AC3E}">
        <p14:creationId xmlns:p14="http://schemas.microsoft.com/office/powerpoint/2010/main" val="3738462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579998-DF0C-4F9C-B8E0-260F9D54FCFE}"/>
              </a:ext>
            </a:extLst>
          </p:cNvPr>
          <p:cNvSpPr>
            <a:spLocks noGrp="1"/>
          </p:cNvSpPr>
          <p:nvPr>
            <p:ph type="body" sz="quarter" idx="20"/>
          </p:nvPr>
        </p:nvSpPr>
        <p:spPr/>
        <p:txBody>
          <a:bodyPr/>
          <a:lstStyle/>
          <a:p>
            <a:r>
              <a:rPr lang="en-US"/>
              <a:t>LECTURA DE LOS RESULTADOS</a:t>
            </a:r>
          </a:p>
        </p:txBody>
      </p:sp>
      <p:sp>
        <p:nvSpPr>
          <p:cNvPr id="5" name="Title 4">
            <a:extLst>
              <a:ext uri="{FF2B5EF4-FFF2-40B4-BE49-F238E27FC236}">
                <a16:creationId xmlns:a16="http://schemas.microsoft.com/office/drawing/2014/main" id="{A398B8F6-541D-4D5B-862F-EBA13CC5C70C}"/>
              </a:ext>
            </a:extLst>
          </p:cNvPr>
          <p:cNvSpPr>
            <a:spLocks noGrp="1"/>
          </p:cNvSpPr>
          <p:nvPr>
            <p:ph type="title"/>
          </p:nvPr>
        </p:nvSpPr>
        <p:spPr/>
        <p:txBody>
          <a:bodyPr/>
          <a:lstStyle/>
          <a:p>
            <a:r>
              <a:rPr lang="en-US"/>
              <a:t>Qué nos dicen los resultados</a:t>
            </a:r>
          </a:p>
        </p:txBody>
      </p:sp>
      <p:sp>
        <p:nvSpPr>
          <p:cNvPr id="6" name="Text Placeholder 5">
            <a:extLst>
              <a:ext uri="{FF2B5EF4-FFF2-40B4-BE49-F238E27FC236}">
                <a16:creationId xmlns:a16="http://schemas.microsoft.com/office/drawing/2014/main" id="{8E5B0205-0AE8-4580-8019-4EEAC7B7CFE5}"/>
              </a:ext>
            </a:extLst>
          </p:cNvPr>
          <p:cNvSpPr>
            <a:spLocks noGrp="1"/>
          </p:cNvSpPr>
          <p:nvPr>
            <p:ph type="body" sz="quarter" idx="35"/>
          </p:nvPr>
        </p:nvSpPr>
        <p:spPr/>
        <p:txBody>
          <a:bodyPr/>
          <a:lstStyle/>
          <a:p>
            <a:r>
              <a:rPr lang="en-US"/>
              <a:t>Las variables explican poco: el resultado es un rango</a:t>
            </a:r>
          </a:p>
        </p:txBody>
      </p:sp>
      <p:sp>
        <p:nvSpPr>
          <p:cNvPr id="7" name="Text Placeholder 6">
            <a:extLst>
              <a:ext uri="{FF2B5EF4-FFF2-40B4-BE49-F238E27FC236}">
                <a16:creationId xmlns:a16="http://schemas.microsoft.com/office/drawing/2014/main" id="{A2D28C52-163A-4908-8729-3382A8F915AB}"/>
              </a:ext>
            </a:extLst>
          </p:cNvPr>
          <p:cNvSpPr>
            <a:spLocks noGrp="1"/>
          </p:cNvSpPr>
          <p:nvPr>
            <p:ph type="body" sz="quarter" idx="36"/>
          </p:nvPr>
        </p:nvSpPr>
        <p:spPr/>
        <p:txBody>
          <a:bodyPr/>
          <a:lstStyle/>
          <a:p>
            <a:r>
              <a:rPr lang="en-US"/>
              <a:t>9,2 pp</a:t>
            </a:r>
          </a:p>
        </p:txBody>
      </p:sp>
      <p:sp>
        <p:nvSpPr>
          <p:cNvPr id="8" name="Text Placeholder 7">
            <a:extLst>
              <a:ext uri="{FF2B5EF4-FFF2-40B4-BE49-F238E27FC236}">
                <a16:creationId xmlns:a16="http://schemas.microsoft.com/office/drawing/2014/main" id="{290A500D-EDAC-485C-96EE-E69405FC5829}"/>
              </a:ext>
            </a:extLst>
          </p:cNvPr>
          <p:cNvSpPr>
            <a:spLocks noGrp="1"/>
          </p:cNvSpPr>
          <p:nvPr>
            <p:ph type="body" sz="quarter" idx="37"/>
          </p:nvPr>
        </p:nvSpPr>
        <p:spPr/>
        <p:txBody>
          <a:bodyPr/>
          <a:lstStyle/>
          <a:p>
            <a:r>
              <a:rPr lang="en-US" sz="1100"/>
              <a:t>Modelo A en el mercado: no mejora al promedio de la especie (8,7 pp)</a:t>
            </a:r>
          </a:p>
        </p:txBody>
      </p:sp>
      <p:sp>
        <p:nvSpPr>
          <p:cNvPr id="9" name="Text Placeholder 8">
            <a:extLst>
              <a:ext uri="{FF2B5EF4-FFF2-40B4-BE49-F238E27FC236}">
                <a16:creationId xmlns:a16="http://schemas.microsoft.com/office/drawing/2014/main" id="{3109800F-6552-4E9E-8402-FF2669E1B431}"/>
              </a:ext>
            </a:extLst>
          </p:cNvPr>
          <p:cNvSpPr>
            <a:spLocks noGrp="1"/>
          </p:cNvSpPr>
          <p:nvPr>
            <p:ph type="body" sz="quarter" idx="38"/>
          </p:nvPr>
        </p:nvSpPr>
        <p:spPr/>
        <p:txBody>
          <a:bodyPr/>
          <a:lstStyle/>
          <a:p>
            <a:r>
              <a:rPr lang="en-US"/>
              <a:t>7,2 pp</a:t>
            </a:r>
          </a:p>
        </p:txBody>
      </p:sp>
      <p:sp>
        <p:nvSpPr>
          <p:cNvPr id="10" name="Text Placeholder 9">
            <a:extLst>
              <a:ext uri="{FF2B5EF4-FFF2-40B4-BE49-F238E27FC236}">
                <a16:creationId xmlns:a16="http://schemas.microsoft.com/office/drawing/2014/main" id="{99C71F9A-6972-420B-B0DD-A14661B1605A}"/>
              </a:ext>
            </a:extLst>
          </p:cNvPr>
          <p:cNvSpPr>
            <a:spLocks noGrp="1"/>
          </p:cNvSpPr>
          <p:nvPr>
            <p:ph type="body" sz="quarter" idx="39"/>
          </p:nvPr>
        </p:nvSpPr>
        <p:spPr/>
        <p:txBody>
          <a:bodyPr/>
          <a:lstStyle/>
          <a:p>
            <a:pPr lvl="0"/>
            <a:r>
              <a:rPr lang="en-US" sz="1100"/>
              <a:t>Modelo B en el mercado: menor error, pero se incorporó después del examen</a:t>
            </a:r>
          </a:p>
        </p:txBody>
      </p:sp>
      <p:sp>
        <p:nvSpPr>
          <p:cNvPr id="11" name="Text Placeholder 10">
            <a:extLst>
              <a:ext uri="{FF2B5EF4-FFF2-40B4-BE49-F238E27FC236}">
                <a16:creationId xmlns:a16="http://schemas.microsoft.com/office/drawing/2014/main" id="{FD30EAEC-4589-4A07-9CCB-B77E8CE51C21}"/>
              </a:ext>
            </a:extLst>
          </p:cNvPr>
          <p:cNvSpPr>
            <a:spLocks noGrp="1"/>
          </p:cNvSpPr>
          <p:nvPr>
            <p:ph type="body" sz="quarter" idx="40"/>
          </p:nvPr>
        </p:nvSpPr>
        <p:spPr/>
        <p:txBody>
          <a:bodyPr/>
          <a:lstStyle/>
          <a:p>
            <a:r>
              <a:rPr lang="en-US"/>
              <a:t>4,4 pp</a:t>
            </a:r>
          </a:p>
        </p:txBody>
      </p:sp>
      <p:sp>
        <p:nvSpPr>
          <p:cNvPr id="12" name="Text Placeholder 11">
            <a:extLst>
              <a:ext uri="{FF2B5EF4-FFF2-40B4-BE49-F238E27FC236}">
                <a16:creationId xmlns:a16="http://schemas.microsoft.com/office/drawing/2014/main" id="{C1EF62C1-7DA5-4F49-93CC-BD3EAFCBD8CC}"/>
              </a:ext>
            </a:extLst>
          </p:cNvPr>
          <p:cNvSpPr>
            <a:spLocks noGrp="1"/>
          </p:cNvSpPr>
          <p:nvPr>
            <p:ph type="body" sz="quarter" idx="41"/>
          </p:nvPr>
        </p:nvSpPr>
        <p:spPr/>
        <p:txBody>
          <a:bodyPr/>
          <a:lstStyle/>
          <a:p>
            <a:pPr lvl="0"/>
            <a:r>
              <a:rPr lang="en-US" sz="1100"/>
              <a:t>Modelo A en el Laboratorio: mejora al año anterior (6,3 pp), no al promedio (4,1 pp)</a:t>
            </a:r>
          </a:p>
        </p:txBody>
      </p:sp>
      <p:sp>
        <p:nvSpPr>
          <p:cNvPr id="13" name="Text Placeholder 12">
            <a:extLst>
              <a:ext uri="{FF2B5EF4-FFF2-40B4-BE49-F238E27FC236}">
                <a16:creationId xmlns:a16="http://schemas.microsoft.com/office/drawing/2014/main" id="{CAEFBF9E-EDFF-4095-AABA-CBC89FFCB4E4}"/>
              </a:ext>
            </a:extLst>
          </p:cNvPr>
          <p:cNvSpPr>
            <a:spLocks noGrp="1"/>
          </p:cNvSpPr>
          <p:nvPr>
            <p:ph type="body" sz="quarter" idx="42"/>
          </p:nvPr>
        </p:nvSpPr>
        <p:spPr/>
        <p:txBody>
          <a:bodyPr/>
          <a:lstStyle/>
          <a:p>
            <a:r>
              <a:rPr lang="en-US"/>
              <a:t>3,7 pp</a:t>
            </a:r>
          </a:p>
        </p:txBody>
      </p:sp>
      <p:sp>
        <p:nvSpPr>
          <p:cNvPr id="14" name="Text Placeholder 13">
            <a:extLst>
              <a:ext uri="{FF2B5EF4-FFF2-40B4-BE49-F238E27FC236}">
                <a16:creationId xmlns:a16="http://schemas.microsoft.com/office/drawing/2014/main" id="{826746D3-5F53-497A-8497-5019A7ED9831}"/>
              </a:ext>
            </a:extLst>
          </p:cNvPr>
          <p:cNvSpPr>
            <a:spLocks noGrp="1"/>
          </p:cNvSpPr>
          <p:nvPr>
            <p:ph type="body" sz="quarter" idx="43"/>
          </p:nvPr>
        </p:nvSpPr>
        <p:spPr/>
        <p:txBody>
          <a:bodyPr/>
          <a:lstStyle/>
          <a:p>
            <a:pPr lvl="0"/>
            <a:r>
              <a:rPr lang="en-US" sz="1100"/>
              <a:t>Modelo B en el Laboratorio: el menor error de los dos modelos</a:t>
            </a:r>
          </a:p>
        </p:txBody>
      </p:sp>
      <p:sp>
        <p:nvSpPr>
          <p:cNvPr id="15" name="Text Placeholder 14">
            <a:extLst>
              <a:ext uri="{FF2B5EF4-FFF2-40B4-BE49-F238E27FC236}">
                <a16:creationId xmlns:a16="http://schemas.microsoft.com/office/drawing/2014/main" id="{50C0A3D8-99EF-4A43-A239-6B02EBC71A43}"/>
              </a:ext>
            </a:extLst>
          </p:cNvPr>
          <p:cNvSpPr>
            <a:spLocks noGrp="1"/>
          </p:cNvSpPr>
          <p:nvPr>
            <p:ph type="body" sz="quarter" idx="44"/>
          </p:nvPr>
        </p:nvSpPr>
        <p:spPr/>
        <p:txBody>
          <a:bodyPr/>
          <a:lstStyle/>
          <a:p>
            <a:r>
              <a:rPr lang="en-US"/>
              <a:t>±5 pp</a:t>
            </a:r>
          </a:p>
        </p:txBody>
      </p:sp>
      <p:sp>
        <p:nvSpPr>
          <p:cNvPr id="16" name="Text Placeholder 15">
            <a:extLst>
              <a:ext uri="{FF2B5EF4-FFF2-40B4-BE49-F238E27FC236}">
                <a16:creationId xmlns:a16="http://schemas.microsoft.com/office/drawing/2014/main" id="{FCDF30E2-4239-459B-9F71-0B405F01D42E}"/>
              </a:ext>
            </a:extLst>
          </p:cNvPr>
          <p:cNvSpPr>
            <a:spLocks noGrp="1"/>
          </p:cNvSpPr>
          <p:nvPr>
            <p:ph type="body" sz="quarter" idx="45"/>
          </p:nvPr>
        </p:nvSpPr>
        <p:spPr/>
        <p:txBody>
          <a:bodyPr/>
          <a:lstStyle/>
          <a:p>
            <a:pPr lvl="0"/>
            <a:r>
              <a:rPr lang="en-US" sz="1100"/>
              <a:t>Error típico de la proyección total, en el mercado y en el Laboratorio</a:t>
            </a:r>
          </a:p>
        </p:txBody>
      </p:sp>
      <p:sp>
        <p:nvSpPr>
          <p:cNvPr id="17" name="Text Placeholder 16">
            <a:extLst>
              <a:ext uri="{FF2B5EF4-FFF2-40B4-BE49-F238E27FC236}">
                <a16:creationId xmlns:a16="http://schemas.microsoft.com/office/drawing/2014/main" id="{A7CCEF51-6A8C-4411-AF66-9683741B5F80}"/>
              </a:ext>
            </a:extLst>
          </p:cNvPr>
          <p:cNvSpPr>
            <a:spLocks noGrp="1"/>
          </p:cNvSpPr>
          <p:nvPr>
            <p:ph type="body" sz="quarter" idx="46"/>
          </p:nvPr>
        </p:nvSpPr>
        <p:spPr/>
        <p:txBody>
          <a:bodyPr/>
          <a:lstStyle/>
          <a:p>
            <a:r>
              <a:rPr lang="en-US"/>
              <a:t>Aves</a:t>
            </a:r>
          </a:p>
        </p:txBody>
      </p:sp>
      <p:sp>
        <p:nvSpPr>
          <p:cNvPr id="18" name="Text Placeholder 17">
            <a:extLst>
              <a:ext uri="{FF2B5EF4-FFF2-40B4-BE49-F238E27FC236}">
                <a16:creationId xmlns:a16="http://schemas.microsoft.com/office/drawing/2014/main" id="{5DDE980B-2868-4C6E-8E19-A6F8B3C9486C}"/>
              </a:ext>
            </a:extLst>
          </p:cNvPr>
          <p:cNvSpPr>
            <a:spLocks noGrp="1"/>
          </p:cNvSpPr>
          <p:nvPr>
            <p:ph type="body" sz="quarter" idx="47"/>
          </p:nvPr>
        </p:nvSpPr>
        <p:spPr/>
        <p:txBody>
          <a:bodyPr/>
          <a:lstStyle/>
          <a:p>
            <a:pPr lvl="0"/>
            <a:r>
              <a:rPr lang="en-US" sz="1100"/>
              <a:t>La especie más difícil: el mercado cayó cerca de 20 % y los modelos proyectaban alza</a:t>
            </a:r>
          </a:p>
        </p:txBody>
      </p:sp>
      <p:sp>
        <p:nvSpPr>
          <p:cNvPr id="3" name="Footer Placeholder 2">
            <a:extLst>
              <a:ext uri="{FF2B5EF4-FFF2-40B4-BE49-F238E27FC236}">
                <a16:creationId xmlns:a16="http://schemas.microsoft.com/office/drawing/2014/main" id="{86CE25C8-4735-454D-AFBC-04B49EE04F35}"/>
              </a:ext>
            </a:extLst>
          </p:cNvPr>
          <p:cNvSpPr>
            <a:spLocks noGrp="1"/>
          </p:cNvSpPr>
          <p:nvPr>
            <p:ph type="ftr" sz="quarter" idx="16"/>
          </p:nvPr>
        </p:nvSpPr>
        <p:spPr/>
        <p:txBody>
          <a:bodyPr/>
          <a:lstStyle/>
          <a:p>
            <a:r>
              <a:rPr lang="en-US"/>
              <a:t>Proyección 2027 | Zoetis Colombia</a:t>
            </a:r>
          </a:p>
        </p:txBody>
      </p:sp>
    </p:spTree>
    <p:extLst>
      <p:ext uri="{BB962C8B-B14F-4D97-AF65-F5344CB8AC3E}">
        <p14:creationId xmlns:p14="http://schemas.microsoft.com/office/powerpoint/2010/main" val="176686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group of pigs in hay&#10;&#10;Description automatically generated">
            <a:extLst>
              <a:ext uri="{FF2B5EF4-FFF2-40B4-BE49-F238E27FC236}">
                <a16:creationId xmlns:a16="http://schemas.microsoft.com/office/drawing/2014/main" id="{581057BC-EAF7-33BD-E347-04FCAA730662}"/>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3" name="Rectangle 12">
            <a:extLst>
              <a:ext uri="{FF2B5EF4-FFF2-40B4-BE49-F238E27FC236}">
                <a16:creationId xmlns:a16="http://schemas.microsoft.com/office/drawing/2014/main" id="{BC89160D-3289-4067-80C9-533C0A7A47D7}"/>
              </a:ext>
            </a:extLst>
          </p:cNvPr>
          <p:cNvSpPr/>
          <p:nvPr/>
        </p:nvSpPr>
        <p:spPr>
          <a:xfrm rot="5400000">
            <a:off x="1998792" y="-2000251"/>
            <a:ext cx="5143500" cy="9144001"/>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13</a:t>
            </a:fld>
            <a:endParaRPr lang="en-US"/>
          </a:p>
        </p:txBody>
      </p:sp>
      <p:sp>
        <p:nvSpPr>
          <p:cNvPr id="16" name="Title 15">
            <a:extLst>
              <a:ext uri="{FF2B5EF4-FFF2-40B4-BE49-F238E27FC236}">
                <a16:creationId xmlns:a16="http://schemas.microsoft.com/office/drawing/2014/main" id="{48F24069-E251-4071-9F0D-6ED17345017A}"/>
              </a:ext>
            </a:extLst>
          </p:cNvPr>
          <p:cNvSpPr>
            <a:spLocks noGrp="1"/>
          </p:cNvSpPr>
          <p:nvPr>
            <p:ph type="title"/>
          </p:nvPr>
        </p:nvSpPr>
        <p:spPr/>
        <p:txBody>
          <a:bodyPr/>
          <a:lstStyle/>
          <a:p>
            <a:pPr marL="685800" indent="-685800">
              <a:buClr>
                <a:schemeClr val="tx2"/>
              </a:buClr>
              <a:buFont typeface="Wingdings" panose="05000000000000000000" pitchFamily="2" charset="2"/>
              <a:buChar char="§"/>
            </a:pPr>
            <a:r>
              <a:rPr lang="en-US" dirty="0"/>
              <a:t>Despliegue y decisiones</a:t>
            </a:r>
          </a:p>
        </p:txBody>
      </p:sp>
      <p:sp>
        <p:nvSpPr>
          <p:cNvPr id="3" name="Text Placeholder 2">
            <a:extLst>
              <a:ext uri="{FF2B5EF4-FFF2-40B4-BE49-F238E27FC236}">
                <a16:creationId xmlns:a16="http://schemas.microsoft.com/office/drawing/2014/main" id="{50ED74E8-744D-478B-B4E1-9B4A843C29EB}"/>
              </a:ext>
            </a:extLst>
          </p:cNvPr>
          <p:cNvSpPr>
            <a:spLocks noGrp="1"/>
          </p:cNvSpPr>
          <p:nvPr>
            <p:ph type="body" sz="quarter" idx="14"/>
          </p:nvPr>
        </p:nvSpPr>
        <p:spPr/>
        <p:txBody>
          <a:bodyPr/>
          <a:lstStyle/>
          <a:p>
            <a:r>
              <a:rPr lang="en-IE"/>
              <a:t>04.</a:t>
            </a:r>
          </a:p>
        </p:txBody>
      </p:sp>
    </p:spTree>
    <p:extLst>
      <p:ext uri="{BB962C8B-B14F-4D97-AF65-F5344CB8AC3E}">
        <p14:creationId xmlns:p14="http://schemas.microsoft.com/office/powerpoint/2010/main" val="240449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9272027B-9B17-8842-B411-2DBC4AB335C8}"/>
              </a:ext>
            </a:extLst>
          </p:cNvPr>
          <p:cNvSpPr>
            <a:spLocks noGrp="1"/>
          </p:cNvSpPr>
          <p:nvPr>
            <p:ph sz="quarter" idx="18"/>
          </p:nvPr>
        </p:nvSpPr>
        <p:spPr>
          <a:xfrm>
            <a:off x="338328" y="1554480"/>
            <a:ext cx="3566160" cy="3017520"/>
          </a:xfrm>
        </p:spPr>
        <p:txBody>
          <a:bodyPr/>
          <a:lstStyle/>
          <a:p>
            <a:r>
              <a:rPr lang="en-US" sz="1300"/>
              <a:t>Se mueven la inflación, el PIB, el salario mínimo y los precios en pie, de leche, huevo y pollo.</a:t>
            </a:r>
          </a:p>
          <a:p>
            <a:r>
              <a:rPr lang="en-US" sz="1300"/>
              <a:t>Los controles generales mueven todas las especies.</a:t>
            </a:r>
          </a:p>
          <a:p>
            <a:r>
              <a:rPr lang="en-US" sz="1300"/>
              <a:t>Muestra el crecimiento 2027 del mercado y de Zoetis, con su escenario: regular, estable u optimista.</a:t>
            </a:r>
          </a:p>
          <a:p>
            <a:r>
              <a:rPr lang="en-US" sz="1300"/>
              <a:t>Los modelos A y B corren en el navegador y el resultado es un rango.</a:t>
            </a:r>
          </a:p>
        </p:txBody>
      </p:sp>
      <p:sp>
        <p:nvSpPr>
          <p:cNvPr id="12" name="Text Placeholder 11">
            <a:extLst>
              <a:ext uri="{FF2B5EF4-FFF2-40B4-BE49-F238E27FC236}">
                <a16:creationId xmlns:a16="http://schemas.microsoft.com/office/drawing/2014/main" id="{BF39D50B-1D8A-D546-95E7-8A2E784D20AB}"/>
              </a:ext>
            </a:extLst>
          </p:cNvPr>
          <p:cNvSpPr>
            <a:spLocks noGrp="1"/>
          </p:cNvSpPr>
          <p:nvPr>
            <p:ph type="body" sz="quarter" idx="35"/>
          </p:nvPr>
        </p:nvSpPr>
        <p:spPr/>
        <p:txBody>
          <a:bodyPr/>
          <a:lstStyle/>
          <a:p>
            <a:r>
              <a:rPr lang="en-US"/>
              <a:t>Dos modelos, un rango, por especie</a:t>
            </a:r>
          </a:p>
        </p:txBody>
      </p:sp>
      <p:sp>
        <p:nvSpPr>
          <p:cNvPr id="5" name="Title 4">
            <a:extLst>
              <a:ext uri="{FF2B5EF4-FFF2-40B4-BE49-F238E27FC236}">
                <a16:creationId xmlns:a16="http://schemas.microsoft.com/office/drawing/2014/main" id="{1145B81E-0908-3E4D-A896-CF341C91305A}"/>
              </a:ext>
            </a:extLst>
          </p:cNvPr>
          <p:cNvSpPr>
            <a:spLocks noGrp="1"/>
          </p:cNvSpPr>
          <p:nvPr>
            <p:ph type="title"/>
          </p:nvPr>
        </p:nvSpPr>
        <p:spPr/>
        <p:txBody>
          <a:bodyPr/>
          <a:lstStyle/>
          <a:p>
            <a:r>
              <a:rPr lang="en-US"/>
              <a:t>Simulador web del crecimiento 2027</a:t>
            </a:r>
          </a:p>
        </p:txBody>
      </p:sp>
      <p:sp>
        <p:nvSpPr>
          <p:cNvPr id="11" name="Text Placeholder 10">
            <a:extLst>
              <a:ext uri="{FF2B5EF4-FFF2-40B4-BE49-F238E27FC236}">
                <a16:creationId xmlns:a16="http://schemas.microsoft.com/office/drawing/2014/main" id="{2B1EB3C2-7090-F84A-A90F-5DFB6901936F}"/>
              </a:ext>
            </a:extLst>
          </p:cNvPr>
          <p:cNvSpPr>
            <a:spLocks noGrp="1"/>
          </p:cNvSpPr>
          <p:nvPr>
            <p:ph type="body" sz="quarter" idx="12"/>
          </p:nvPr>
        </p:nvSpPr>
        <p:spPr/>
        <p:txBody>
          <a:bodyPr/>
          <a:lstStyle/>
          <a:p>
            <a:r>
              <a:rPr lang="en-US"/>
              <a:t>DESPLIEGUE DEL MODELO</a:t>
            </a:r>
          </a:p>
        </p:txBody>
      </p:sp>
      <p:sp>
        <p:nvSpPr>
          <p:cNvPr id="2" name="Footer Placeholder 1">
            <a:extLst>
              <a:ext uri="{FF2B5EF4-FFF2-40B4-BE49-F238E27FC236}">
                <a16:creationId xmlns:a16="http://schemas.microsoft.com/office/drawing/2014/main" id="{C7410177-06DF-0142-AA0F-3CC74DCB4554}"/>
              </a:ext>
            </a:extLst>
          </p:cNvPr>
          <p:cNvSpPr>
            <a:spLocks noGrp="1"/>
          </p:cNvSpPr>
          <p:nvPr>
            <p:ph type="ftr" sz="quarter" idx="16"/>
          </p:nvPr>
        </p:nvSpPr>
        <p:spPr/>
        <p:txBody>
          <a:bodyPr/>
          <a:lstStyle/>
          <a:p>
            <a:r>
              <a:rPr lang="en-US"/>
              <a:t>Proyección 2027 | Zoetis Colombia</a:t>
            </a:r>
          </a:p>
        </p:txBody>
      </p:sp>
      <p:pic>
        <p:nvPicPr>
          <p:cNvPr id="14" name="Picture 13" descr="sim_crop.png"/>
          <p:cNvPicPr>
            <a:picLocks noChangeAspect="1"/>
          </p:cNvPicPr>
          <p:nvPr/>
        </p:nvPicPr>
        <p:blipFill>
          <a:blip r:embed="rId2"/>
          <a:stretch>
            <a:fillRect/>
          </a:stretch>
        </p:blipFill>
        <p:spPr>
          <a:xfrm>
            <a:off x="4069080" y="1325880"/>
            <a:ext cx="4754880" cy="3083242"/>
          </a:xfrm>
          <a:prstGeom prst="rect">
            <a:avLst/>
          </a:prstGeom>
          <a:ln>
            <a:solidFill>
              <a:srgbClr val="BFBFBF"/>
            </a:solidFill>
          </a:ln>
        </p:spPr>
      </p:pic>
    </p:spTree>
    <p:extLst>
      <p:ext uri="{BB962C8B-B14F-4D97-AF65-F5344CB8AC3E}">
        <p14:creationId xmlns:p14="http://schemas.microsoft.com/office/powerpoint/2010/main" val="2521862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83EE8E-6778-E848-BB2B-FF5F8955DE13}"/>
              </a:ext>
            </a:extLst>
          </p:cNvPr>
          <p:cNvSpPr>
            <a:spLocks noGrp="1"/>
          </p:cNvSpPr>
          <p:nvPr>
            <p:ph type="body" sz="quarter" idx="20"/>
          </p:nvPr>
        </p:nvSpPr>
        <p:spPr>
          <a:xfrm>
            <a:off x="336854" y="250372"/>
            <a:ext cx="4085170" cy="167013"/>
          </a:xfrm>
        </p:spPr>
        <p:txBody>
          <a:bodyPr>
            <a:noAutofit/>
          </a:bodyPr>
          <a:lstStyle/>
          <a:p>
            <a:endParaRPr lang="en-US"/>
          </a:p>
        </p:txBody>
      </p:sp>
      <p:sp>
        <p:nvSpPr>
          <p:cNvPr id="11" name="Title 2">
            <a:extLst>
              <a:ext uri="{FF2B5EF4-FFF2-40B4-BE49-F238E27FC236}">
                <a16:creationId xmlns:a16="http://schemas.microsoft.com/office/drawing/2014/main" id="{81050136-D15C-CF45-BAB8-9278F01DF7E2}"/>
              </a:ext>
            </a:extLst>
          </p:cNvPr>
          <p:cNvSpPr>
            <a:spLocks noGrp="1"/>
          </p:cNvSpPr>
          <p:nvPr>
            <p:ph type="title"/>
          </p:nvPr>
        </p:nvSpPr>
        <p:spPr>
          <a:xfrm>
            <a:off x="336854" y="445961"/>
            <a:ext cx="8467344" cy="506940"/>
          </a:xfrm>
        </p:spPr>
        <p:txBody>
          <a:bodyPr>
            <a:noAutofit/>
          </a:bodyPr>
          <a:lstStyle/>
          <a:p>
            <a:r>
              <a:rPr lang="en-US"/>
              <a:t>Proyección 2027 por especie</a:t>
            </a:r>
          </a:p>
        </p:txBody>
      </p:sp>
      <p:sp>
        <p:nvSpPr>
          <p:cNvPr id="6" name="Text Placeholder 18">
            <a:extLst>
              <a:ext uri="{FF2B5EF4-FFF2-40B4-BE49-F238E27FC236}">
                <a16:creationId xmlns:a16="http://schemas.microsoft.com/office/drawing/2014/main" id="{242ED340-71F6-F44A-8A8B-FC52F1D286A7}"/>
              </a:ext>
            </a:extLst>
          </p:cNvPr>
          <p:cNvSpPr txBox="1">
            <a:spLocks/>
          </p:cNvSpPr>
          <p:nvPr/>
        </p:nvSpPr>
        <p:spPr>
          <a:xfrm>
            <a:off x="401445" y="960120"/>
            <a:ext cx="8412480" cy="3657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a:t>Crecimiento nominal de 2027 frente a 2026: rango entre el modelo A y el modelo B.</a:t>
            </a:r>
          </a:p>
        </p:txBody>
      </p:sp>
      <p:sp>
        <p:nvSpPr>
          <p:cNvPr id="9" name="Footer Placeholder 4">
            <a:extLst>
              <a:ext uri="{FF2B5EF4-FFF2-40B4-BE49-F238E27FC236}">
                <a16:creationId xmlns:a16="http://schemas.microsoft.com/office/drawing/2014/main" id="{BAE68D25-7DA4-6B09-A20B-FFF103F806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Proyección 2027 | Zoetis Colombia</a:t>
            </a:r>
          </a:p>
        </p:txBody>
      </p:sp>
      <p:graphicFrame>
        <p:nvGraphicFramePr>
          <p:cNvPr id="12" name="Table 11"/>
          <p:cNvGraphicFramePr>
            <a:graphicFrameLocks noGrp="1"/>
          </p:cNvGraphicFramePr>
          <p:nvPr/>
        </p:nvGraphicFramePr>
        <p:xfrm>
          <a:off x="365760" y="1463040"/>
          <a:ext cx="8412480" cy="2468880"/>
        </p:xfrm>
        <a:graphic>
          <a:graphicData uri="http://schemas.openxmlformats.org/drawingml/2006/table">
            <a:tbl>
              <a:tblPr firstRow="0" bandRow="0">
                <a:tableStyleId>{2D5ABB26-0587-4C30-8999-92F81FD0307C}</a:tableStyleId>
              </a:tblPr>
              <a:tblGrid>
                <a:gridCol w="2194560"/>
                <a:gridCol w="1645920"/>
                <a:gridCol w="1463040"/>
                <a:gridCol w="1645920"/>
                <a:gridCol w="1463040"/>
              </a:tblGrid>
              <a:tr h="411480">
                <a:tc>
                  <a:txBody>
                    <a:bodyPr/>
                    <a:lstStyle/>
                    <a:p>
                      <a:r>
                        <a:rPr sz="1200" b="1">
                          <a:solidFill>
                            <a:srgbClr val="FFFFFF"/>
                          </a:solidFill>
                          <a:latin typeface="Arial"/>
                        </a:rPr>
                        <a:t>Especie</a:t>
                      </a:r>
                    </a:p>
                  </a:txBody>
                  <a:tcPr marL="54864" marR="54864" marT="18288" marB="18288" anchor="ctr">
                    <a:solidFill>
                      <a:srgbClr val="F65C00"/>
                    </a:solidFill>
                  </a:tcPr>
                </a:tc>
                <a:tc>
                  <a:txBody>
                    <a:bodyPr/>
                    <a:lstStyle/>
                    <a:p>
                      <a:pPr algn="r"/>
                      <a:r>
                        <a:rPr sz="1200" b="1">
                          <a:solidFill>
                            <a:srgbClr val="FFFFFF"/>
                          </a:solidFill>
                          <a:latin typeface="Arial"/>
                        </a:rPr>
                        <a:t>Mercado</a:t>
                      </a:r>
                    </a:p>
                  </a:txBody>
                  <a:tcPr marL="54864" marR="54864" marT="18288" marB="18288" anchor="ctr">
                    <a:solidFill>
                      <a:srgbClr val="F65C00"/>
                    </a:solidFill>
                  </a:tcPr>
                </a:tc>
                <a:tc>
                  <a:txBody>
                    <a:bodyPr/>
                    <a:lstStyle/>
                    <a:p>
                      <a:r>
                        <a:rPr sz="1200" b="1">
                          <a:solidFill>
                            <a:srgbClr val="FFFFFF"/>
                          </a:solidFill>
                          <a:latin typeface="Arial"/>
                        </a:rPr>
                        <a:t>Escenario</a:t>
                      </a:r>
                    </a:p>
                  </a:txBody>
                  <a:tcPr marL="54864" marR="54864" marT="18288" marB="18288" anchor="ctr">
                    <a:solidFill>
                      <a:srgbClr val="F65C00"/>
                    </a:solidFill>
                  </a:tcPr>
                </a:tc>
                <a:tc>
                  <a:txBody>
                    <a:bodyPr/>
                    <a:lstStyle/>
                    <a:p>
                      <a:pPr algn="r"/>
                      <a:r>
                        <a:rPr sz="1200" b="1">
                          <a:solidFill>
                            <a:srgbClr val="FFFFFF"/>
                          </a:solidFill>
                          <a:latin typeface="Arial"/>
                        </a:rPr>
                        <a:t>Zoetis</a:t>
                      </a:r>
                    </a:p>
                  </a:txBody>
                  <a:tcPr marL="54864" marR="54864" marT="18288" marB="18288" anchor="ctr">
                    <a:solidFill>
                      <a:srgbClr val="F65C00"/>
                    </a:solidFill>
                  </a:tcPr>
                </a:tc>
                <a:tc>
                  <a:txBody>
                    <a:bodyPr/>
                    <a:lstStyle/>
                    <a:p>
                      <a:r>
                        <a:rPr sz="1200" b="1">
                          <a:solidFill>
                            <a:srgbClr val="FFFFFF"/>
                          </a:solidFill>
                          <a:latin typeface="Arial"/>
                        </a:rPr>
                        <a:t>Escenario</a:t>
                      </a:r>
                    </a:p>
                  </a:txBody>
                  <a:tcPr marL="54864" marR="54864" marT="18288" marB="18288" anchor="ctr">
                    <a:solidFill>
                      <a:srgbClr val="F65C00"/>
                    </a:solidFill>
                  </a:tcPr>
                </a:tc>
              </a:tr>
              <a:tr h="411480">
                <a:tc>
                  <a:txBody>
                    <a:bodyPr/>
                    <a:lstStyle/>
                    <a:p>
                      <a:r>
                        <a:rPr sz="1200" b="1">
                          <a:solidFill>
                            <a:srgbClr val="3A3A3A"/>
                          </a:solidFill>
                          <a:latin typeface="Arial"/>
                        </a:rPr>
                        <a:t>Animales de compañía</a:t>
                      </a:r>
                    </a:p>
                  </a:txBody>
                  <a:tcPr marL="54864" marR="54864" marT="18288" marB="18288" anchor="ctr">
                    <a:solidFill>
                      <a:srgbClr val="FFFFFF"/>
                    </a:solidFill>
                  </a:tcPr>
                </a:tc>
                <a:tc>
                  <a:txBody>
                    <a:bodyPr/>
                    <a:lstStyle/>
                    <a:p>
                      <a:pPr algn="r"/>
                      <a:r>
                        <a:rPr sz="1200" b="0">
                          <a:solidFill>
                            <a:srgbClr val="3A3A3A"/>
                          </a:solidFill>
                          <a:latin typeface="Arial"/>
                        </a:rPr>
                        <a:t>14,1 % a 15,4 %</a:t>
                      </a:r>
                    </a:p>
                  </a:txBody>
                  <a:tcPr marL="54864" marR="54864" marT="18288" marB="18288" anchor="ctr">
                    <a:solidFill>
                      <a:srgbClr val="FFFFFF"/>
                    </a:solidFill>
                  </a:tcPr>
                </a:tc>
                <a:tc>
                  <a:txBody>
                    <a:bodyPr/>
                    <a:lstStyle/>
                    <a:p>
                      <a:r>
                        <a:rPr sz="1200" b="0">
                          <a:solidFill>
                            <a:srgbClr val="3A3A3A"/>
                          </a:solidFill>
                          <a:latin typeface="Arial"/>
                        </a:rPr>
                        <a:t>Estable a optimista</a:t>
                      </a:r>
                    </a:p>
                  </a:txBody>
                  <a:tcPr marL="54864" marR="54864" marT="18288" marB="18288" anchor="ctr">
                    <a:solidFill>
                      <a:srgbClr val="FFFFFF"/>
                    </a:solidFill>
                  </a:tcPr>
                </a:tc>
                <a:tc>
                  <a:txBody>
                    <a:bodyPr/>
                    <a:lstStyle/>
                    <a:p>
                      <a:pPr algn="r"/>
                      <a:r>
                        <a:rPr sz="1200" b="0">
                          <a:solidFill>
                            <a:srgbClr val="3A3A3A"/>
                          </a:solidFill>
                          <a:latin typeface="Arial"/>
                        </a:rPr>
                        <a:t>21,6 % a 21,8 %</a:t>
                      </a:r>
                    </a:p>
                  </a:txBody>
                  <a:tcPr marL="54864" marR="54864" marT="18288" marB="18288" anchor="ctr">
                    <a:solidFill>
                      <a:srgbClr val="FFFFFF"/>
                    </a:solidFill>
                  </a:tcPr>
                </a:tc>
                <a:tc>
                  <a:txBody>
                    <a:bodyPr/>
                    <a:lstStyle/>
                    <a:p>
                      <a:r>
                        <a:rPr sz="1200" b="0">
                          <a:solidFill>
                            <a:srgbClr val="3A3A3A"/>
                          </a:solidFill>
                          <a:latin typeface="Arial"/>
                        </a:rPr>
                        <a:t>Optimista</a:t>
                      </a:r>
                    </a:p>
                  </a:txBody>
                  <a:tcPr marL="54864" marR="54864" marT="18288" marB="18288" anchor="ctr">
                    <a:solidFill>
                      <a:srgbClr val="FFFFFF"/>
                    </a:solidFill>
                  </a:tcPr>
                </a:tc>
              </a:tr>
              <a:tr h="411480">
                <a:tc>
                  <a:txBody>
                    <a:bodyPr/>
                    <a:lstStyle/>
                    <a:p>
                      <a:r>
                        <a:rPr sz="1200" b="1">
                          <a:solidFill>
                            <a:srgbClr val="3A3A3A"/>
                          </a:solidFill>
                          <a:latin typeface="Arial"/>
                        </a:rPr>
                        <a:t>Bovinos</a:t>
                      </a:r>
                    </a:p>
                  </a:txBody>
                  <a:tcPr marL="54864" marR="54864" marT="18288" marB="18288" anchor="ctr">
                    <a:solidFill>
                      <a:srgbClr val="F2F2F2"/>
                    </a:solidFill>
                  </a:tcPr>
                </a:tc>
                <a:tc>
                  <a:txBody>
                    <a:bodyPr/>
                    <a:lstStyle/>
                    <a:p>
                      <a:pPr algn="r"/>
                      <a:r>
                        <a:rPr sz="1200" b="0">
                          <a:solidFill>
                            <a:srgbClr val="3A3A3A"/>
                          </a:solidFill>
                          <a:latin typeface="Arial"/>
                        </a:rPr>
                        <a:t>12,5 % a 15,4 %</a:t>
                      </a:r>
                    </a:p>
                  </a:txBody>
                  <a:tcPr marL="54864" marR="54864" marT="18288" marB="18288" anchor="ctr">
                    <a:solidFill>
                      <a:srgbClr val="F2F2F2"/>
                    </a:solidFill>
                  </a:tcPr>
                </a:tc>
                <a:tc>
                  <a:txBody>
                    <a:bodyPr/>
                    <a:lstStyle/>
                    <a:p>
                      <a:r>
                        <a:rPr sz="1200" b="0">
                          <a:solidFill>
                            <a:srgbClr val="3A3A3A"/>
                          </a:solidFill>
                          <a:latin typeface="Arial"/>
                        </a:rPr>
                        <a:t>Estable a optimista</a:t>
                      </a:r>
                    </a:p>
                  </a:txBody>
                  <a:tcPr marL="54864" marR="54864" marT="18288" marB="18288" anchor="ctr">
                    <a:solidFill>
                      <a:srgbClr val="F2F2F2"/>
                    </a:solidFill>
                  </a:tcPr>
                </a:tc>
                <a:tc>
                  <a:txBody>
                    <a:bodyPr/>
                    <a:lstStyle/>
                    <a:p>
                      <a:pPr algn="r"/>
                      <a:r>
                        <a:rPr sz="1200" b="0">
                          <a:solidFill>
                            <a:srgbClr val="3A3A3A"/>
                          </a:solidFill>
                          <a:latin typeface="Arial"/>
                        </a:rPr>
                        <a:t>4,8 % a 4,9 %</a:t>
                      </a:r>
                    </a:p>
                  </a:txBody>
                  <a:tcPr marL="54864" marR="54864" marT="18288" marB="18288" anchor="ctr">
                    <a:solidFill>
                      <a:srgbClr val="F2F2F2"/>
                    </a:solidFill>
                  </a:tcPr>
                </a:tc>
                <a:tc>
                  <a:txBody>
                    <a:bodyPr/>
                    <a:lstStyle/>
                    <a:p>
                      <a:r>
                        <a:rPr sz="1200" b="0">
                          <a:solidFill>
                            <a:srgbClr val="3A3A3A"/>
                          </a:solidFill>
                          <a:latin typeface="Arial"/>
                        </a:rPr>
                        <a:t>Regular</a:t>
                      </a:r>
                    </a:p>
                  </a:txBody>
                  <a:tcPr marL="54864" marR="54864" marT="18288" marB="18288" anchor="ctr">
                    <a:solidFill>
                      <a:srgbClr val="F2F2F2"/>
                    </a:solidFill>
                  </a:tcPr>
                </a:tc>
              </a:tr>
              <a:tr h="411480">
                <a:tc>
                  <a:txBody>
                    <a:bodyPr/>
                    <a:lstStyle/>
                    <a:p>
                      <a:r>
                        <a:rPr sz="1200" b="1">
                          <a:solidFill>
                            <a:srgbClr val="3A3A3A"/>
                          </a:solidFill>
                          <a:latin typeface="Arial"/>
                        </a:rPr>
                        <a:t>Cerdos</a:t>
                      </a:r>
                    </a:p>
                  </a:txBody>
                  <a:tcPr marL="54864" marR="54864" marT="18288" marB="18288" anchor="ctr">
                    <a:solidFill>
                      <a:srgbClr val="FFFFFF"/>
                    </a:solidFill>
                  </a:tcPr>
                </a:tc>
                <a:tc>
                  <a:txBody>
                    <a:bodyPr/>
                    <a:lstStyle/>
                    <a:p>
                      <a:pPr algn="r"/>
                      <a:r>
                        <a:rPr sz="1200" b="0">
                          <a:solidFill>
                            <a:srgbClr val="3A3A3A"/>
                          </a:solidFill>
                          <a:latin typeface="Arial"/>
                        </a:rPr>
                        <a:t>15,4 % a 20,8 %</a:t>
                      </a:r>
                    </a:p>
                  </a:txBody>
                  <a:tcPr marL="54864" marR="54864" marT="18288" marB="18288" anchor="ctr">
                    <a:solidFill>
                      <a:srgbClr val="FFFFFF"/>
                    </a:solidFill>
                  </a:tcPr>
                </a:tc>
                <a:tc>
                  <a:txBody>
                    <a:bodyPr/>
                    <a:lstStyle/>
                    <a:p>
                      <a:r>
                        <a:rPr sz="1200" b="0">
                          <a:solidFill>
                            <a:srgbClr val="3A3A3A"/>
                          </a:solidFill>
                          <a:latin typeface="Arial"/>
                        </a:rPr>
                        <a:t>Optimista</a:t>
                      </a:r>
                    </a:p>
                  </a:txBody>
                  <a:tcPr marL="54864" marR="54864" marT="18288" marB="18288" anchor="ctr">
                    <a:solidFill>
                      <a:srgbClr val="FFFFFF"/>
                    </a:solidFill>
                  </a:tcPr>
                </a:tc>
                <a:tc>
                  <a:txBody>
                    <a:bodyPr/>
                    <a:lstStyle/>
                    <a:p>
                      <a:pPr algn="r"/>
                      <a:r>
                        <a:rPr sz="1200" b="0">
                          <a:solidFill>
                            <a:srgbClr val="3A3A3A"/>
                          </a:solidFill>
                          <a:latin typeface="Arial"/>
                        </a:rPr>
                        <a:t>25,7 % a 28,7 %</a:t>
                      </a:r>
                    </a:p>
                  </a:txBody>
                  <a:tcPr marL="54864" marR="54864" marT="18288" marB="18288" anchor="ctr">
                    <a:solidFill>
                      <a:srgbClr val="FFFFFF"/>
                    </a:solidFill>
                  </a:tcPr>
                </a:tc>
                <a:tc>
                  <a:txBody>
                    <a:bodyPr/>
                    <a:lstStyle/>
                    <a:p>
                      <a:r>
                        <a:rPr sz="1200" b="0">
                          <a:solidFill>
                            <a:srgbClr val="3A3A3A"/>
                          </a:solidFill>
                          <a:latin typeface="Arial"/>
                        </a:rPr>
                        <a:t>Optimista</a:t>
                      </a:r>
                    </a:p>
                  </a:txBody>
                  <a:tcPr marL="54864" marR="54864" marT="18288" marB="18288" anchor="ctr">
                    <a:solidFill>
                      <a:srgbClr val="FFFFFF"/>
                    </a:solidFill>
                  </a:tcPr>
                </a:tc>
              </a:tr>
              <a:tr h="411480">
                <a:tc>
                  <a:txBody>
                    <a:bodyPr/>
                    <a:lstStyle/>
                    <a:p>
                      <a:r>
                        <a:rPr sz="1200" b="1">
                          <a:solidFill>
                            <a:srgbClr val="3A3A3A"/>
                          </a:solidFill>
                          <a:latin typeface="Arial"/>
                        </a:rPr>
                        <a:t>Aves</a:t>
                      </a:r>
                    </a:p>
                  </a:txBody>
                  <a:tcPr marL="54864" marR="54864" marT="18288" marB="18288" anchor="ctr">
                    <a:solidFill>
                      <a:srgbClr val="F2F2F2"/>
                    </a:solidFill>
                  </a:tcPr>
                </a:tc>
                <a:tc>
                  <a:txBody>
                    <a:bodyPr/>
                    <a:lstStyle/>
                    <a:p>
                      <a:pPr algn="r"/>
                      <a:r>
                        <a:rPr sz="1200" b="0">
                          <a:solidFill>
                            <a:srgbClr val="3A3A3A"/>
                          </a:solidFill>
                          <a:latin typeface="Arial"/>
                        </a:rPr>
                        <a:t>9,7 % a 15,4 %</a:t>
                      </a:r>
                    </a:p>
                  </a:txBody>
                  <a:tcPr marL="54864" marR="54864" marT="18288" marB="18288" anchor="ctr">
                    <a:solidFill>
                      <a:srgbClr val="F2F2F2"/>
                    </a:solidFill>
                  </a:tcPr>
                </a:tc>
                <a:tc>
                  <a:txBody>
                    <a:bodyPr/>
                    <a:lstStyle/>
                    <a:p>
                      <a:r>
                        <a:rPr sz="1200" b="0">
                          <a:solidFill>
                            <a:srgbClr val="3A3A3A"/>
                          </a:solidFill>
                          <a:latin typeface="Arial"/>
                        </a:rPr>
                        <a:t>Estable a optimista</a:t>
                      </a:r>
                    </a:p>
                  </a:txBody>
                  <a:tcPr marL="54864" marR="54864" marT="18288" marB="18288" anchor="ctr">
                    <a:solidFill>
                      <a:srgbClr val="F2F2F2"/>
                    </a:solidFill>
                  </a:tcPr>
                </a:tc>
                <a:tc>
                  <a:txBody>
                    <a:bodyPr/>
                    <a:lstStyle/>
                    <a:p>
                      <a:pPr algn="r"/>
                      <a:r>
                        <a:rPr sz="1200" b="0">
                          <a:solidFill>
                            <a:srgbClr val="3A3A3A"/>
                          </a:solidFill>
                          <a:latin typeface="Arial"/>
                        </a:rPr>
                        <a:t>14,9 % a 17,5 %</a:t>
                      </a:r>
                    </a:p>
                  </a:txBody>
                  <a:tcPr marL="54864" marR="54864" marT="18288" marB="18288" anchor="ctr">
                    <a:solidFill>
                      <a:srgbClr val="F2F2F2"/>
                    </a:solidFill>
                  </a:tcPr>
                </a:tc>
                <a:tc>
                  <a:txBody>
                    <a:bodyPr/>
                    <a:lstStyle/>
                    <a:p>
                      <a:r>
                        <a:rPr sz="1200" b="0">
                          <a:solidFill>
                            <a:srgbClr val="3A3A3A"/>
                          </a:solidFill>
                          <a:latin typeface="Arial"/>
                        </a:rPr>
                        <a:t>Estable a optimista</a:t>
                      </a:r>
                    </a:p>
                  </a:txBody>
                  <a:tcPr marL="54864" marR="54864" marT="18288" marB="18288" anchor="ctr">
                    <a:solidFill>
                      <a:srgbClr val="F2F2F2"/>
                    </a:solidFill>
                  </a:tcPr>
                </a:tc>
              </a:tr>
              <a:tr h="411480">
                <a:tc>
                  <a:txBody>
                    <a:bodyPr/>
                    <a:lstStyle/>
                    <a:p>
                      <a:r>
                        <a:rPr sz="1200" b="1">
                          <a:solidFill>
                            <a:srgbClr val="3A3A3A"/>
                          </a:solidFill>
                          <a:latin typeface="Arial"/>
                        </a:rPr>
                        <a:t>Total ponderado</a:t>
                      </a:r>
                    </a:p>
                  </a:txBody>
                  <a:tcPr marL="54864" marR="54864" marT="18288" marB="18288" anchor="ctr">
                    <a:solidFill>
                      <a:srgbClr val="FFFFFF"/>
                    </a:solidFill>
                  </a:tcPr>
                </a:tc>
                <a:tc>
                  <a:txBody>
                    <a:bodyPr/>
                    <a:lstStyle/>
                    <a:p>
                      <a:pPr algn="r"/>
                      <a:r>
                        <a:rPr sz="1200" b="1">
                          <a:solidFill>
                            <a:srgbClr val="3A3A3A"/>
                          </a:solidFill>
                          <a:latin typeface="Arial"/>
                        </a:rPr>
                        <a:t>13,7 % a 15,4 %</a:t>
                      </a:r>
                    </a:p>
                  </a:txBody>
                  <a:tcPr marL="54864" marR="54864" marT="18288" marB="18288" anchor="ctr">
                    <a:solidFill>
                      <a:srgbClr val="FFFFFF"/>
                    </a:solidFill>
                  </a:tcPr>
                </a:tc>
                <a:tc>
                  <a:txBody>
                    <a:bodyPr/>
                    <a:lstStyle/>
                    <a:p>
                      <a:r>
                        <a:rPr sz="1200" b="1">
                          <a:solidFill>
                            <a:srgbClr val="3A3A3A"/>
                          </a:solidFill>
                          <a:latin typeface="Arial"/>
                        </a:rPr>
                        <a:t>Estable a optimista</a:t>
                      </a:r>
                    </a:p>
                  </a:txBody>
                  <a:tcPr marL="54864" marR="54864" marT="18288" marB="18288" anchor="ctr">
                    <a:solidFill>
                      <a:srgbClr val="FFFFFF"/>
                    </a:solidFill>
                  </a:tcPr>
                </a:tc>
                <a:tc>
                  <a:txBody>
                    <a:bodyPr/>
                    <a:lstStyle/>
                    <a:p>
                      <a:pPr algn="r"/>
                      <a:r>
                        <a:rPr sz="1200" b="1">
                          <a:solidFill>
                            <a:srgbClr val="3A3A3A"/>
                          </a:solidFill>
                          <a:latin typeface="Arial"/>
                        </a:rPr>
                        <a:t>20,6 % a 22,3 %</a:t>
                      </a:r>
                    </a:p>
                  </a:txBody>
                  <a:tcPr marL="54864" marR="54864" marT="18288" marB="18288" anchor="ctr">
                    <a:solidFill>
                      <a:srgbClr val="FFFFFF"/>
                    </a:solidFill>
                  </a:tcPr>
                </a:tc>
                <a:tc>
                  <a:txBody>
                    <a:bodyPr/>
                    <a:lstStyle/>
                    <a:p>
                      <a:r>
                        <a:rPr sz="1200" b="1">
                          <a:solidFill>
                            <a:srgbClr val="3A3A3A"/>
                          </a:solidFill>
                          <a:latin typeface="Arial"/>
                        </a:rPr>
                        <a:t>Optimista</a:t>
                      </a:r>
                    </a:p>
                  </a:txBody>
                  <a:tcPr marL="54864" marR="54864" marT="18288" marB="18288" anchor="ctr">
                    <a:solidFill>
                      <a:srgbClr val="FFFFFF"/>
                    </a:solidFill>
                  </a:tcPr>
                </a:tc>
              </a:tr>
            </a:tbl>
          </a:graphicData>
        </a:graphic>
      </p:graphicFrame>
      <p:sp>
        <p:nvSpPr>
          <p:cNvPr id="13" name="TextBox 12"/>
          <p:cNvSpPr txBox="1"/>
          <p:nvPr/>
        </p:nvSpPr>
        <p:spPr>
          <a:xfrm>
            <a:off x="365760" y="4069080"/>
            <a:ext cx="8412480" cy="640080"/>
          </a:xfrm>
          <a:prstGeom prst="rect">
            <a:avLst/>
          </a:prstGeom>
          <a:noFill/>
        </p:spPr>
        <p:txBody>
          <a:bodyPr wrap="square" anchor="t" lIns="0" rIns="0" tIns="0" bIns="0">
            <a:spAutoFit/>
          </a:bodyPr>
          <a:lstStyle/>
          <a:p>
            <a:pPr algn="l"/>
            <a:r>
              <a:rPr sz="1000" b="0" i="0">
                <a:solidFill>
                  <a:srgbClr val="595756"/>
                </a:solidFill>
                <a:latin typeface="Arial"/>
              </a:rPr>
              <a:t>Escenarios: regular, menor de 8 %; estable, de 8 % a 15 %; optimista, mayor de 15 %. Supuesto: precios de julio a diciembre de 2026 iguales a los de junio. Error típico del total: unos 5 puntos porcentuales.</a:t>
            </a:r>
          </a:p>
        </p:txBody>
      </p:sp>
    </p:spTree>
    <p:extLst>
      <p:ext uri="{BB962C8B-B14F-4D97-AF65-F5344CB8AC3E}">
        <p14:creationId xmlns:p14="http://schemas.microsoft.com/office/powerpoint/2010/main" val="3738462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26">
            <a:extLst>
              <a:ext uri="{FF2B5EF4-FFF2-40B4-BE49-F238E27FC236}">
                <a16:creationId xmlns:a16="http://schemas.microsoft.com/office/drawing/2014/main" id="{B30FBAD8-27E2-4D83-9FCB-07538C876642}"/>
              </a:ext>
            </a:extLst>
          </p:cNvPr>
          <p:cNvSpPr/>
          <p:nvPr/>
        </p:nvSpPr>
        <p:spPr>
          <a:xfrm>
            <a:off x="6891723" y="1577506"/>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26" name="Oval 25">
            <a:extLst>
              <a:ext uri="{FF2B5EF4-FFF2-40B4-BE49-F238E27FC236}">
                <a16:creationId xmlns:a16="http://schemas.microsoft.com/office/drawing/2014/main" id="{7AD1B139-7188-4CB1-8401-BEB70C323C1B}"/>
              </a:ext>
            </a:extLst>
          </p:cNvPr>
          <p:cNvSpPr/>
          <p:nvPr/>
        </p:nvSpPr>
        <p:spPr>
          <a:xfrm>
            <a:off x="4014266" y="1557515"/>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4" name="Oval 3">
            <a:extLst>
              <a:ext uri="{FF2B5EF4-FFF2-40B4-BE49-F238E27FC236}">
                <a16:creationId xmlns:a16="http://schemas.microsoft.com/office/drawing/2014/main" id="{FD4E48AD-F98F-4CCF-AF3A-126E747FEB3A}"/>
              </a:ext>
            </a:extLst>
          </p:cNvPr>
          <p:cNvSpPr/>
          <p:nvPr/>
        </p:nvSpPr>
        <p:spPr>
          <a:xfrm>
            <a:off x="1117156" y="1554006"/>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18" name="Text Placeholder 17">
            <a:extLst>
              <a:ext uri="{FF2B5EF4-FFF2-40B4-BE49-F238E27FC236}">
                <a16:creationId xmlns:a16="http://schemas.microsoft.com/office/drawing/2014/main" id="{77DD1EB9-475E-1D43-ACE7-837B301D2B33}"/>
              </a:ext>
            </a:extLst>
          </p:cNvPr>
          <p:cNvSpPr>
            <a:spLocks noGrp="1"/>
          </p:cNvSpPr>
          <p:nvPr>
            <p:ph type="body" sz="quarter" idx="12"/>
          </p:nvPr>
        </p:nvSpPr>
        <p:spPr/>
        <p:txBody>
          <a:bodyPr/>
          <a:lstStyle/>
          <a:p>
            <a:r>
              <a:t>DECISIONES Y RECOMENDACIONES</a:t>
            </a:r>
            <a:endParaRPr lang="en-US"/>
          </a:p>
        </p:txBody>
      </p:sp>
      <p:sp>
        <p:nvSpPr>
          <p:cNvPr id="14" name="Title 13">
            <a:extLst>
              <a:ext uri="{FF2B5EF4-FFF2-40B4-BE49-F238E27FC236}">
                <a16:creationId xmlns:a16="http://schemas.microsoft.com/office/drawing/2014/main" id="{AA29B522-BD42-AF4E-AFE2-232C4F82036C}"/>
              </a:ext>
            </a:extLst>
          </p:cNvPr>
          <p:cNvSpPr>
            <a:spLocks noGrp="1"/>
          </p:cNvSpPr>
          <p:nvPr>
            <p:ph type="title"/>
          </p:nvPr>
        </p:nvSpPr>
        <p:spPr/>
        <p:txBody>
          <a:bodyPr/>
          <a:lstStyle/>
          <a:p>
            <a:r>
              <a:rPr lang="en-US"/>
              <a:t>Qué hacer con este resultado</a:t>
            </a:r>
          </a:p>
        </p:txBody>
      </p:sp>
      <p:sp>
        <p:nvSpPr>
          <p:cNvPr id="5" name="Text Placeholder 4">
            <a:extLst>
              <a:ext uri="{FF2B5EF4-FFF2-40B4-BE49-F238E27FC236}">
                <a16:creationId xmlns:a16="http://schemas.microsoft.com/office/drawing/2014/main" id="{6F590F7F-80CA-214A-8DB5-C1B85991B121}"/>
              </a:ext>
            </a:extLst>
          </p:cNvPr>
          <p:cNvSpPr>
            <a:spLocks noGrp="1"/>
          </p:cNvSpPr>
          <p:nvPr>
            <p:ph type="body" sz="quarter" idx="35"/>
          </p:nvPr>
        </p:nvSpPr>
        <p:spPr/>
        <p:txBody>
          <a:bodyPr/>
          <a:lstStyle/>
          <a:p>
            <a:r>
              <a:rPr sz="1800"/>
              <a:t>Mercado: +13,7 % a +15,4 %. Zoetis: +20,6 % a +22,3 % en 2027</a:t>
            </a:r>
            <a:endParaRPr lang="en-US"/>
          </a:p>
        </p:txBody>
      </p:sp>
      <p:sp>
        <p:nvSpPr>
          <p:cNvPr id="2" name="Footer Placeholder 1">
            <a:extLst>
              <a:ext uri="{FF2B5EF4-FFF2-40B4-BE49-F238E27FC236}">
                <a16:creationId xmlns:a16="http://schemas.microsoft.com/office/drawing/2014/main" id="{215BCFA5-677D-524A-A064-DB6AC2414C56}"/>
              </a:ext>
            </a:extLst>
          </p:cNvPr>
          <p:cNvSpPr>
            <a:spLocks noGrp="1"/>
          </p:cNvSpPr>
          <p:nvPr>
            <p:ph type="ftr" sz="quarter" idx="16"/>
          </p:nvPr>
        </p:nvSpPr>
        <p:spPr/>
        <p:txBody>
          <a:bodyPr/>
          <a:lstStyle/>
          <a:p>
            <a:r>
              <a:rPr lang="en-US"/>
              <a:t>Proyección 2027 | Zoetis Colombia</a:t>
            </a:r>
          </a:p>
        </p:txBody>
      </p:sp>
      <p:pic>
        <p:nvPicPr>
          <p:cNvPr id="24" name="Graphic 23">
            <a:extLst>
              <a:ext uri="{FF2B5EF4-FFF2-40B4-BE49-F238E27FC236}">
                <a16:creationId xmlns:a16="http://schemas.microsoft.com/office/drawing/2014/main" id="{35310F55-0901-4991-A446-6458D6C5CCA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19008" y="1810339"/>
            <a:ext cx="703094" cy="703094"/>
          </a:xfrm>
          <a:prstGeom prst="rect">
            <a:avLst/>
          </a:prstGeom>
        </p:spPr>
      </p:pic>
      <p:pic>
        <p:nvPicPr>
          <p:cNvPr id="28" name="Graphic 27">
            <a:extLst>
              <a:ext uri="{FF2B5EF4-FFF2-40B4-BE49-F238E27FC236}">
                <a16:creationId xmlns:a16="http://schemas.microsoft.com/office/drawing/2014/main" id="{B94625B8-41E1-4613-AA18-664EE9C578C4}"/>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241551" y="1774147"/>
            <a:ext cx="703094" cy="703094"/>
          </a:xfrm>
          <a:prstGeom prst="rect">
            <a:avLst/>
          </a:prstGeom>
        </p:spPr>
      </p:pic>
      <p:sp>
        <p:nvSpPr>
          <p:cNvPr id="34" name="Text Placeholder 16">
            <a:extLst>
              <a:ext uri="{FF2B5EF4-FFF2-40B4-BE49-F238E27FC236}">
                <a16:creationId xmlns:a16="http://schemas.microsoft.com/office/drawing/2014/main" id="{545D2AE5-46EC-4A2C-8523-9782D5C0F495}"/>
              </a:ext>
            </a:extLst>
          </p:cNvPr>
          <p:cNvSpPr txBox="1">
            <a:spLocks/>
          </p:cNvSpPr>
          <p:nvPr/>
        </p:nvSpPr>
        <p:spPr>
          <a:xfrm>
            <a:off x="494867" y="2908316"/>
            <a:ext cx="2402243" cy="199519"/>
          </a:xfrm>
          <a:prstGeom prst="rect">
            <a:avLst/>
          </a:prstGeom>
        </p:spPr>
        <p:txBody>
          <a:bodyPr vert="horz" lIns="18288" tIns="0" rIns="0" bIns="0" rtlCol="0">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lang="en-US" sz="1400" b="1" kern="1200" spc="-50" baseline="0">
                <a:solidFill>
                  <a:schemeClr val="tx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a:t>Usarlo como rango</a:t>
            </a:r>
          </a:p>
        </p:txBody>
      </p:sp>
      <p:sp>
        <p:nvSpPr>
          <p:cNvPr id="35" name="Text Placeholder 15">
            <a:extLst>
              <a:ext uri="{FF2B5EF4-FFF2-40B4-BE49-F238E27FC236}">
                <a16:creationId xmlns:a16="http://schemas.microsoft.com/office/drawing/2014/main" id="{CAF52740-0BC2-704E-4301-2840E8BD3E9E}"/>
              </a:ext>
            </a:extLst>
          </p:cNvPr>
          <p:cNvSpPr txBox="1">
            <a:spLocks/>
          </p:cNvSpPr>
          <p:nvPr/>
        </p:nvSpPr>
        <p:spPr>
          <a:xfrm>
            <a:off x="494867" y="3154839"/>
            <a:ext cx="2402243" cy="961122"/>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fr-FR" err="1" sz="1200"/>
              <a:t>Para el plan financiero, el forecast, las comisiones y los acuerdos con distribuidores: referencia con rango, no compromiso ni cifra única.</a:t>
            </a:r>
          </a:p>
        </p:txBody>
      </p:sp>
      <p:sp>
        <p:nvSpPr>
          <p:cNvPr id="36" name="Text Placeholder 19">
            <a:extLst>
              <a:ext uri="{FF2B5EF4-FFF2-40B4-BE49-F238E27FC236}">
                <a16:creationId xmlns:a16="http://schemas.microsoft.com/office/drawing/2014/main" id="{03BA6B1A-490E-0911-56C4-4FE9AA6DD381}"/>
              </a:ext>
            </a:extLst>
          </p:cNvPr>
          <p:cNvSpPr txBox="1">
            <a:spLocks/>
          </p:cNvSpPr>
          <p:nvPr/>
        </p:nvSpPr>
        <p:spPr>
          <a:xfrm>
            <a:off x="3391977" y="2908316"/>
            <a:ext cx="2402243" cy="199519"/>
          </a:xfrm>
          <a:prstGeom prst="rect">
            <a:avLst/>
          </a:prstGeom>
        </p:spPr>
        <p:txBody>
          <a:bodyPr vert="horz" lIns="18288" tIns="0" rIns="0" bIns="0" rtlCol="0">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lang="en-US" sz="1400" b="1" kern="1200" spc="-50" baseline="0">
                <a:solidFill>
                  <a:schemeClr val="tx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a:t>Conocer sus límites</a:t>
            </a:r>
          </a:p>
        </p:txBody>
      </p:sp>
      <p:sp>
        <p:nvSpPr>
          <p:cNvPr id="37" name="Text Placeholder 21">
            <a:extLst>
              <a:ext uri="{FF2B5EF4-FFF2-40B4-BE49-F238E27FC236}">
                <a16:creationId xmlns:a16="http://schemas.microsoft.com/office/drawing/2014/main" id="{C9ADDC5E-E8A1-D090-6755-3E458667414D}"/>
              </a:ext>
            </a:extLst>
          </p:cNvPr>
          <p:cNvSpPr txBox="1">
            <a:spLocks/>
          </p:cNvSpPr>
          <p:nvPr/>
        </p:nvSpPr>
        <p:spPr>
          <a:xfrm>
            <a:off x="3391977" y="3154839"/>
            <a:ext cx="2402243" cy="961122"/>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fr-FR" err="1" sz="1200"/>
              <a:t>Error típico de unos 5 puntos. Aves y bovinos son los más inciertos. No sirve como alarma de bajo crecimiento.</a:t>
            </a:r>
          </a:p>
        </p:txBody>
      </p:sp>
      <p:sp>
        <p:nvSpPr>
          <p:cNvPr id="38" name="Text Placeholder 22">
            <a:extLst>
              <a:ext uri="{FF2B5EF4-FFF2-40B4-BE49-F238E27FC236}">
                <a16:creationId xmlns:a16="http://schemas.microsoft.com/office/drawing/2014/main" id="{D57F7E10-1F0E-6AF2-8DEA-E7A6A0AA7C6E}"/>
              </a:ext>
            </a:extLst>
          </p:cNvPr>
          <p:cNvSpPr txBox="1">
            <a:spLocks/>
          </p:cNvSpPr>
          <p:nvPr/>
        </p:nvSpPr>
        <p:spPr>
          <a:xfrm>
            <a:off x="6269434" y="2908316"/>
            <a:ext cx="2402243" cy="199519"/>
          </a:xfrm>
          <a:prstGeom prst="rect">
            <a:avLst/>
          </a:prstGeom>
        </p:spPr>
        <p:txBody>
          <a:bodyPr vert="horz" lIns="18288" tIns="0" rIns="0" bIns="0" rtlCol="0">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lang="en-US" sz="1400" b="1" kern="1200" spc="-50" baseline="0">
                <a:solidFill>
                  <a:schemeClr val="tx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a:t>Revalidar en 2027</a:t>
            </a:r>
          </a:p>
        </p:txBody>
      </p:sp>
      <p:sp>
        <p:nvSpPr>
          <p:cNvPr id="39" name="Text Placeholder 24">
            <a:extLst>
              <a:ext uri="{FF2B5EF4-FFF2-40B4-BE49-F238E27FC236}">
                <a16:creationId xmlns:a16="http://schemas.microsoft.com/office/drawing/2014/main" id="{D2A7DE24-5C91-13CE-17A1-C78935962335}"/>
              </a:ext>
            </a:extLst>
          </p:cNvPr>
          <p:cNvSpPr txBox="1">
            <a:spLocks/>
          </p:cNvSpPr>
          <p:nvPr/>
        </p:nvSpPr>
        <p:spPr>
          <a:xfrm>
            <a:off x="6269434" y="3154839"/>
            <a:ext cx="2402243" cy="961122"/>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fr-FR" err="1" sz="1200"/>
              <a:t>Probar el modelo B con los datos de julio a diciembre de 2026 y alimentarlo con pronósticos oficiales de IPC y PIB.</a:t>
            </a:r>
          </a:p>
        </p:txBody>
      </p:sp>
      <p:pic>
        <p:nvPicPr>
          <p:cNvPr id="8" name="Graphic 7">
            <a:extLst>
              <a:ext uri="{FF2B5EF4-FFF2-40B4-BE49-F238E27FC236}">
                <a16:creationId xmlns:a16="http://schemas.microsoft.com/office/drawing/2014/main" id="{415A5490-45AB-DE3E-F11E-26D694FC4E2A}"/>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356731" y="1788481"/>
            <a:ext cx="704088" cy="704088"/>
          </a:xfrm>
          <a:prstGeom prst="rect">
            <a:avLst/>
          </a:prstGeom>
        </p:spPr>
      </p:pic>
    </p:spTree>
    <p:extLst>
      <p:ext uri="{BB962C8B-B14F-4D97-AF65-F5344CB8AC3E}">
        <p14:creationId xmlns:p14="http://schemas.microsoft.com/office/powerpoint/2010/main" val="3425745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8D3DFF0F-9CBF-244B-802B-9602A00F5C71}"/>
              </a:ext>
            </a:extLst>
          </p:cNvPr>
          <p:cNvSpPr>
            <a:spLocks noGrp="1"/>
          </p:cNvSpPr>
          <p:nvPr>
            <p:ph type="body" sz="quarter" idx="12"/>
          </p:nvPr>
        </p:nvSpPr>
        <p:spPr/>
        <p:txBody>
          <a:bodyPr/>
          <a:lstStyle/>
          <a:p>
            <a:r>
              <a:rPr lang="en-US"/>
              <a:t>EQUIPO DEL PROYECTO</a:t>
            </a:r>
          </a:p>
        </p:txBody>
      </p:sp>
      <p:pic>
        <p:nvPicPr>
          <p:cNvPr id="5" name="Picture Placeholder 4" descr="Icon&#10;&#10;Description automatically generated">
            <a:extLst>
              <a:ext uri="{FF2B5EF4-FFF2-40B4-BE49-F238E27FC236}">
                <a16:creationId xmlns:a16="http://schemas.microsoft.com/office/drawing/2014/main" id="{F24D809B-E7F4-41CD-B108-951890B4C1FC}"/>
              </a:ext>
            </a:extLst>
          </p:cNvPr>
          <p:cNvPicPr>
            <a:picLocks noGrp="1" noChangeAspect="1"/>
          </p:cNvPicPr>
          <p:nvPr>
            <p:ph type="pic" sz="quarter" idx="27"/>
          </p:nvPr>
        </p:nvPicPr>
        <p:blipFill>
          <a:blip r:embed="rId2" cstate="email">
            <a:extLst>
              <a:ext uri="{28A0092B-C50C-407E-A947-70E740481C1C}">
                <a14:useLocalDpi xmlns:a14="http://schemas.microsoft.com/office/drawing/2010/main"/>
              </a:ext>
            </a:extLst>
          </a:blip>
          <a:srcRect l="122" r="122"/>
          <a:stretch>
            <a:fillRect/>
          </a:stretch>
        </p:blipFill>
        <p:spPr/>
      </p:pic>
      <p:sp>
        <p:nvSpPr>
          <p:cNvPr id="22" name="Text Placeholder 21">
            <a:extLst>
              <a:ext uri="{FF2B5EF4-FFF2-40B4-BE49-F238E27FC236}">
                <a16:creationId xmlns:a16="http://schemas.microsoft.com/office/drawing/2014/main" id="{9E431036-868F-554E-9141-67080E18AAAD}"/>
              </a:ext>
            </a:extLst>
          </p:cNvPr>
          <p:cNvSpPr>
            <a:spLocks noGrp="1"/>
          </p:cNvSpPr>
          <p:nvPr>
            <p:ph type="body" sz="quarter" idx="31"/>
          </p:nvPr>
        </p:nvSpPr>
        <p:spPr>
          <a:xfrm>
            <a:off x="2157984" y="2386584"/>
            <a:ext cx="1508760" cy="411480"/>
          </a:xfrm>
        </p:spPr>
        <p:txBody>
          <a:bodyPr anchor="t"/>
          <a:lstStyle/>
          <a:p>
            <a:r>
              <a:rPr lang="en-US" sz="1200"/>
              <a:t>Juan Cuellar Chaparro</a:t>
            </a:r>
          </a:p>
        </p:txBody>
      </p:sp>
      <p:sp>
        <p:nvSpPr>
          <p:cNvPr id="23" name="Text Placeholder 22">
            <a:extLst>
              <a:ext uri="{FF2B5EF4-FFF2-40B4-BE49-F238E27FC236}">
                <a16:creationId xmlns:a16="http://schemas.microsoft.com/office/drawing/2014/main" id="{3EEE1C66-4C00-C647-A697-1F7F9D13CEB5}"/>
              </a:ext>
            </a:extLst>
          </p:cNvPr>
          <p:cNvSpPr>
            <a:spLocks noGrp="1"/>
          </p:cNvSpPr>
          <p:nvPr>
            <p:ph type="body" sz="quarter" idx="32"/>
          </p:nvPr>
        </p:nvSpPr>
        <p:spPr>
          <a:xfrm>
            <a:off x="2157984" y="2834640"/>
            <a:ext cx="1508760" cy="274320"/>
          </a:xfrm>
        </p:spPr>
        <p:txBody>
          <a:bodyPr/>
          <a:lstStyle/>
          <a:p>
            <a:r>
              <a:rPr lang="en-US"/>
              <a:t>Jefe, Zoetis Colombia</a:t>
            </a:r>
          </a:p>
        </p:txBody>
      </p:sp>
      <p:pic>
        <p:nvPicPr>
          <p:cNvPr id="37" name="Picture Placeholder 4">
            <a:extLst>
              <a:ext uri="{FF2B5EF4-FFF2-40B4-BE49-F238E27FC236}">
                <a16:creationId xmlns:a16="http://schemas.microsoft.com/office/drawing/2014/main" id="{5D733F7C-5C41-4A1F-BBE3-33B06269D569}"/>
              </a:ext>
            </a:extLst>
          </p:cNvPr>
          <p:cNvPicPr>
            <a:picLocks noGrp="1" noChangeAspect="1"/>
          </p:cNvPicPr>
          <p:nvPr>
            <p:ph type="pic" sz="quarter" idx="33"/>
          </p:nvPr>
        </p:nvPicPr>
        <p:blipFill>
          <a:blip r:embed="rId2" cstate="email">
            <a:extLst>
              <a:ext uri="{28A0092B-C50C-407E-A947-70E740481C1C}">
                <a14:useLocalDpi xmlns:a14="http://schemas.microsoft.com/office/drawing/2010/main"/>
              </a:ext>
            </a:extLst>
          </a:blip>
          <a:srcRect l="122" r="122"/>
          <a:stretch>
            <a:fillRect/>
          </a:stretch>
        </p:blipFill>
        <p:spPr/>
      </p:pic>
      <p:pic>
        <p:nvPicPr>
          <p:cNvPr id="38" name="Picture Placeholder 4">
            <a:extLst>
              <a:ext uri="{FF2B5EF4-FFF2-40B4-BE49-F238E27FC236}">
                <a16:creationId xmlns:a16="http://schemas.microsoft.com/office/drawing/2014/main" id="{4461FAC8-0690-4139-8B2A-1C40B9DDD08A}"/>
              </a:ext>
            </a:extLst>
          </p:cNvPr>
          <p:cNvPicPr>
            <a:picLocks noGrp="1" noChangeAspect="1"/>
          </p:cNvPicPr>
          <p:nvPr>
            <p:ph type="pic" sz="quarter" idx="34"/>
          </p:nvPr>
        </p:nvPicPr>
        <p:blipFill>
          <a:blip r:embed="rId2" cstate="email">
            <a:extLst>
              <a:ext uri="{28A0092B-C50C-407E-A947-70E740481C1C}">
                <a14:useLocalDpi xmlns:a14="http://schemas.microsoft.com/office/drawing/2010/main"/>
              </a:ext>
            </a:extLst>
          </a:blip>
          <a:srcRect l="122" r="122"/>
          <a:stretch>
            <a:fillRect/>
          </a:stretch>
        </p:blipFill>
        <p:spPr/>
      </p:pic>
      <p:sp>
        <p:nvSpPr>
          <p:cNvPr id="27" name="Text Placeholder 26">
            <a:extLst>
              <a:ext uri="{FF2B5EF4-FFF2-40B4-BE49-F238E27FC236}">
                <a16:creationId xmlns:a16="http://schemas.microsoft.com/office/drawing/2014/main" id="{3B880F21-A534-8847-8DA7-F52B5E1B60A9}"/>
              </a:ext>
            </a:extLst>
          </p:cNvPr>
          <p:cNvSpPr>
            <a:spLocks noGrp="1"/>
          </p:cNvSpPr>
          <p:nvPr>
            <p:ph type="body" sz="quarter" idx="36"/>
          </p:nvPr>
        </p:nvSpPr>
        <p:spPr>
          <a:xfrm>
            <a:off x="2157984" y="3154680"/>
            <a:ext cx="1508760" cy="731520"/>
          </a:xfrm>
        </p:spPr>
        <p:txBody>
          <a:bodyPr/>
          <a:lstStyle/>
          <a:p>
            <a:r>
              <a:rPr lang="en-US"/>
              <a:t>Patrocinio y decisión</a:t>
            </a:r>
          </a:p>
        </p:txBody>
      </p:sp>
      <p:sp>
        <p:nvSpPr>
          <p:cNvPr id="28" name="Text Placeholder 27">
            <a:extLst>
              <a:ext uri="{FF2B5EF4-FFF2-40B4-BE49-F238E27FC236}">
                <a16:creationId xmlns:a16="http://schemas.microsoft.com/office/drawing/2014/main" id="{D39975ED-0DE5-CA43-A4D9-1C80BECAACC1}"/>
              </a:ext>
            </a:extLst>
          </p:cNvPr>
          <p:cNvSpPr>
            <a:spLocks noGrp="1"/>
          </p:cNvSpPr>
          <p:nvPr>
            <p:ph type="body" sz="quarter" idx="37"/>
          </p:nvPr>
        </p:nvSpPr>
        <p:spPr>
          <a:xfrm>
            <a:off x="3849624" y="2386584"/>
            <a:ext cx="1508760" cy="411480"/>
          </a:xfrm>
        </p:spPr>
        <p:txBody>
          <a:bodyPr anchor="t"/>
          <a:lstStyle/>
          <a:p>
            <a:r>
              <a:rPr lang="en-US" sz="1200"/>
              <a:t>Oscar Hernandez Alomia</a:t>
            </a:r>
          </a:p>
        </p:txBody>
      </p:sp>
      <p:sp>
        <p:nvSpPr>
          <p:cNvPr id="29" name="Text Placeholder 28">
            <a:extLst>
              <a:ext uri="{FF2B5EF4-FFF2-40B4-BE49-F238E27FC236}">
                <a16:creationId xmlns:a16="http://schemas.microsoft.com/office/drawing/2014/main" id="{230A8321-A5A0-CB47-A299-5D167FE7AA72}"/>
              </a:ext>
            </a:extLst>
          </p:cNvPr>
          <p:cNvSpPr>
            <a:spLocks noGrp="1"/>
          </p:cNvSpPr>
          <p:nvPr>
            <p:ph type="body" sz="quarter" idx="38"/>
          </p:nvPr>
        </p:nvSpPr>
        <p:spPr>
          <a:xfrm>
            <a:off x="3849624" y="2834640"/>
            <a:ext cx="1508760" cy="274320"/>
          </a:xfrm>
        </p:spPr>
        <p:txBody>
          <a:bodyPr/>
          <a:lstStyle/>
          <a:p>
            <a:r>
              <a:rPr lang="en-US"/>
              <a:t>Líder, Zoetis Colombia</a:t>
            </a:r>
          </a:p>
        </p:txBody>
      </p:sp>
      <p:sp>
        <p:nvSpPr>
          <p:cNvPr id="30" name="Text Placeholder 29">
            <a:extLst>
              <a:ext uri="{FF2B5EF4-FFF2-40B4-BE49-F238E27FC236}">
                <a16:creationId xmlns:a16="http://schemas.microsoft.com/office/drawing/2014/main" id="{9FE935BD-B2D4-2A4F-9DEB-4E5178C1FA48}"/>
              </a:ext>
            </a:extLst>
          </p:cNvPr>
          <p:cNvSpPr>
            <a:spLocks noGrp="1"/>
          </p:cNvSpPr>
          <p:nvPr>
            <p:ph type="body" sz="quarter" idx="39"/>
          </p:nvPr>
        </p:nvSpPr>
        <p:spPr>
          <a:xfrm>
            <a:off x="3849624" y="3154680"/>
            <a:ext cx="1508760" cy="731520"/>
          </a:xfrm>
        </p:spPr>
        <p:txBody>
          <a:bodyPr/>
          <a:lstStyle/>
          <a:p>
            <a:r>
              <a:rPr lang="en-US"/>
              <a:t>Coordinación</a:t>
            </a:r>
          </a:p>
        </p:txBody>
      </p:sp>
      <p:sp>
        <p:nvSpPr>
          <p:cNvPr id="31" name="Text Placeholder 30">
            <a:extLst>
              <a:ext uri="{FF2B5EF4-FFF2-40B4-BE49-F238E27FC236}">
                <a16:creationId xmlns:a16="http://schemas.microsoft.com/office/drawing/2014/main" id="{5B4A1E02-7053-BD4D-B1AA-B30A6E3B1851}"/>
              </a:ext>
            </a:extLst>
          </p:cNvPr>
          <p:cNvSpPr>
            <a:spLocks noGrp="1"/>
          </p:cNvSpPr>
          <p:nvPr>
            <p:ph type="body" sz="quarter" idx="40"/>
          </p:nvPr>
        </p:nvSpPr>
        <p:spPr>
          <a:xfrm>
            <a:off x="5577840" y="2386584"/>
            <a:ext cx="1508760" cy="411480"/>
          </a:xfrm>
        </p:spPr>
        <p:txBody>
          <a:bodyPr anchor="t"/>
          <a:lstStyle/>
          <a:p>
            <a:r>
              <a:rPr lang="en-US" sz="1200"/>
              <a:t>Mariana Jaramillo Naranjo</a:t>
            </a:r>
          </a:p>
        </p:txBody>
      </p:sp>
      <p:sp>
        <p:nvSpPr>
          <p:cNvPr id="32" name="Text Placeholder 31">
            <a:extLst>
              <a:ext uri="{FF2B5EF4-FFF2-40B4-BE49-F238E27FC236}">
                <a16:creationId xmlns:a16="http://schemas.microsoft.com/office/drawing/2014/main" id="{50DDFB9A-A9E4-7F4E-95F2-CD2DAF80325E}"/>
              </a:ext>
            </a:extLst>
          </p:cNvPr>
          <p:cNvSpPr>
            <a:spLocks noGrp="1"/>
          </p:cNvSpPr>
          <p:nvPr>
            <p:ph type="body" sz="quarter" idx="41"/>
          </p:nvPr>
        </p:nvSpPr>
        <p:spPr>
          <a:xfrm>
            <a:off x="5577840" y="2834640"/>
            <a:ext cx="1508760" cy="274320"/>
          </a:xfrm>
        </p:spPr>
        <p:txBody>
          <a:bodyPr/>
          <a:lstStyle/>
          <a:p>
            <a:r>
              <a:rPr lang="en-US"/>
              <a:t>Crack, Zoetis Colombia</a:t>
            </a:r>
          </a:p>
        </p:txBody>
      </p:sp>
      <p:sp>
        <p:nvSpPr>
          <p:cNvPr id="33" name="Text Placeholder 32">
            <a:extLst>
              <a:ext uri="{FF2B5EF4-FFF2-40B4-BE49-F238E27FC236}">
                <a16:creationId xmlns:a16="http://schemas.microsoft.com/office/drawing/2014/main" id="{AE126701-C695-1145-B1A2-81E22E3C018C}"/>
              </a:ext>
            </a:extLst>
          </p:cNvPr>
          <p:cNvSpPr>
            <a:spLocks noGrp="1"/>
          </p:cNvSpPr>
          <p:nvPr>
            <p:ph type="body" sz="quarter" idx="42"/>
          </p:nvPr>
        </p:nvSpPr>
        <p:spPr>
          <a:xfrm>
            <a:off x="5577840" y="3154680"/>
            <a:ext cx="1508760" cy="731520"/>
          </a:xfrm>
        </p:spPr>
        <p:txBody>
          <a:bodyPr/>
          <a:lstStyle/>
          <a:p>
            <a:r>
              <a:rPr lang="en-US"/>
              <a:t>Ejecución técnica</a:t>
            </a:r>
          </a:p>
        </p:txBody>
      </p:sp>
      <p:sp>
        <p:nvSpPr>
          <p:cNvPr id="19" name="Title 18">
            <a:extLst>
              <a:ext uri="{FF2B5EF4-FFF2-40B4-BE49-F238E27FC236}">
                <a16:creationId xmlns:a16="http://schemas.microsoft.com/office/drawing/2014/main" id="{CF4783AD-14AC-AA4A-B8AF-9FFCB67F22C3}"/>
              </a:ext>
            </a:extLst>
          </p:cNvPr>
          <p:cNvSpPr>
            <a:spLocks noGrp="1"/>
          </p:cNvSpPr>
          <p:nvPr>
            <p:ph type="title"/>
          </p:nvPr>
        </p:nvSpPr>
        <p:spPr/>
        <p:txBody>
          <a:bodyPr/>
          <a:lstStyle/>
          <a:p>
            <a:r>
              <a:rPr lang="en-US"/>
              <a:t>Equipo del proyecto</a:t>
            </a:r>
            <a:endParaRPr lang="en-US"/>
          </a:p>
        </p:txBody>
      </p:sp>
      <p:sp>
        <p:nvSpPr>
          <p:cNvPr id="2" name="Footer Placeholder 1">
            <a:extLst>
              <a:ext uri="{FF2B5EF4-FFF2-40B4-BE49-F238E27FC236}">
                <a16:creationId xmlns:a16="http://schemas.microsoft.com/office/drawing/2014/main" id="{FF6ADB8E-0699-264C-A0F0-FB132CA882E7}"/>
              </a:ext>
            </a:extLst>
          </p:cNvPr>
          <p:cNvSpPr>
            <a:spLocks noGrp="1"/>
          </p:cNvSpPr>
          <p:nvPr>
            <p:ph type="ftr" sz="quarter" idx="16"/>
          </p:nvPr>
        </p:nvSpPr>
        <p:spPr/>
        <p:txBody>
          <a:bodyPr/>
          <a:lstStyle/>
          <a:p>
            <a:r>
              <a:rPr lang="en-US"/>
              <a:t>Proyección 2027 | Zoetis Colombia</a:t>
            </a:r>
          </a:p>
        </p:txBody>
      </p:sp>
      <p:sp>
        <p:nvSpPr>
          <p:cNvPr id="39" name="TextBox 38"/>
          <p:cNvSpPr txBox="1"/>
          <p:nvPr/>
        </p:nvSpPr>
        <p:spPr>
          <a:xfrm>
            <a:off x="7269480" y="1417320"/>
            <a:ext cx="1554480" cy="914400"/>
          </a:xfrm>
          <a:prstGeom prst="rect">
            <a:avLst/>
          </a:prstGeom>
          <a:noFill/>
        </p:spPr>
        <p:txBody>
          <a:bodyPr wrap="square" anchor="t" lIns="0" rIns="0" tIns="0" bIns="0">
            <a:spAutoFit/>
          </a:bodyPr>
          <a:lstStyle/>
          <a:p>
            <a:pPr algn="l"/>
            <a:r>
              <a:rPr sz="2800" b="1" i="0">
                <a:solidFill>
                  <a:srgbClr val="F65C00"/>
                </a:solidFill>
                <a:latin typeface="Arial"/>
              </a:rPr>
              <a:t>¡Gracias!</a:t>
            </a:r>
          </a:p>
        </p:txBody>
      </p:sp>
      <p:sp>
        <p:nvSpPr>
          <p:cNvPr id="40" name="TextBox 39"/>
          <p:cNvSpPr txBox="1"/>
          <p:nvPr/>
        </p:nvSpPr>
        <p:spPr>
          <a:xfrm>
            <a:off x="7269480" y="2148840"/>
            <a:ext cx="1554480" cy="731520"/>
          </a:xfrm>
          <a:prstGeom prst="rect">
            <a:avLst/>
          </a:prstGeom>
          <a:noFill/>
        </p:spPr>
        <p:txBody>
          <a:bodyPr wrap="square" anchor="t" lIns="0" rIns="0" tIns="0" bIns="0">
            <a:spAutoFit/>
          </a:bodyPr>
          <a:lstStyle/>
          <a:p>
            <a:pPr algn="l"/>
            <a:r>
              <a:rPr sz="1400" b="0" i="0">
                <a:solidFill>
                  <a:srgbClr val="3A3A3A"/>
                </a:solidFill>
                <a:latin typeface="Arial"/>
              </a:rPr>
              <a:t>Preguntas y comentarios</a:t>
            </a:r>
          </a:p>
        </p:txBody>
      </p:sp>
    </p:spTree>
    <p:extLst>
      <p:ext uri="{BB962C8B-B14F-4D97-AF65-F5344CB8AC3E}">
        <p14:creationId xmlns:p14="http://schemas.microsoft.com/office/powerpoint/2010/main" val="1709519205"/>
      </p:ext>
    </p:extLst>
  </p:cSld>
  <p:clrMapOvr>
    <a:masterClrMapping/>
  </p:clrMapOvr>
</p:sld>
</file>

<file path=ppt/theme/theme1.xml><?xml version="1.0" encoding="utf-8"?>
<a:theme xmlns:a="http://schemas.openxmlformats.org/drawingml/2006/main" name="Zoetis_Masterbrand_PPT-Template_Updated Q12023">
  <a:themeElements>
    <a:clrScheme name="Zoetis Color Theme">
      <a:dk1>
        <a:srgbClr val="3A3A3A"/>
      </a:dk1>
      <a:lt1>
        <a:srgbClr val="FFFFFF"/>
      </a:lt1>
      <a:dk2>
        <a:srgbClr val="F65C00"/>
      </a:dk2>
      <a:lt2>
        <a:srgbClr val="595756"/>
      </a:lt2>
      <a:accent1>
        <a:srgbClr val="A390A5"/>
      </a:accent1>
      <a:accent2>
        <a:srgbClr val="919C80"/>
      </a:accent2>
      <a:accent3>
        <a:srgbClr val="7A6045"/>
      </a:accent3>
      <a:accent4>
        <a:srgbClr val="5F7B83"/>
      </a:accent4>
      <a:accent5>
        <a:srgbClr val="FAAD7F"/>
      </a:accent5>
      <a:accent6>
        <a:srgbClr val="FDDECC"/>
      </a:accent6>
      <a:hlink>
        <a:srgbClr val="F65C00"/>
      </a:hlink>
      <a:folHlink>
        <a:srgbClr val="F65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sz="14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Aft>
            <a:spcPts val="600"/>
          </a:spcAft>
          <a:defRPr sz="1400" b="0" i="0" dirty="0" smtClean="0">
            <a:solidFill>
              <a:schemeClr val="bg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Zoetis_BrandRefresh_PPT_Template_V03C_060921" id="{6C084310-DE42-BA4D-83B7-9B7F41574234}" vid="{9EBF08C2-E1F1-814E-B292-F8506A352E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9622AF3B1B2FC429EC603BDEFC02DA5" ma:contentTypeVersion="16" ma:contentTypeDescription="Create a new document." ma:contentTypeScope="" ma:versionID="dfc2095fe71875f172a7ae101a067a72">
  <xsd:schema xmlns:xsd="http://www.w3.org/2001/XMLSchema" xmlns:xs="http://www.w3.org/2001/XMLSchema" xmlns:p="http://schemas.microsoft.com/office/2006/metadata/properties" xmlns:ns2="b1087e28-9d4c-44f9-ae93-eff76fe62b02" xmlns:ns3="d072c821-6d10-41a8-a5b7-7ca630ca7e58" targetNamespace="http://schemas.microsoft.com/office/2006/metadata/properties" ma:root="true" ma:fieldsID="b1be010a7a4c66fc28b9e912ade094e3" ns2:_="" ns3:_="">
    <xsd:import namespace="b1087e28-9d4c-44f9-ae93-eff76fe62b02"/>
    <xsd:import namespace="d072c821-6d10-41a8-a5b7-7ca630ca7e5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087e28-9d4c-44f9-ae93-eff76fe62b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95aae34d-074d-4b1f-9483-a345d613a3e8"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072c821-6d10-41a8-a5b7-7ca630ca7e5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d0dd906e-5bfa-48dc-aa66-add52a19d77d}" ma:internalName="TaxCatchAll" ma:showField="CatchAllData" ma:web="d072c821-6d10-41a8-a5b7-7ca630ca7e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1087e28-9d4c-44f9-ae93-eff76fe62b02">
      <Terms xmlns="http://schemas.microsoft.com/office/infopath/2007/PartnerControls"/>
    </lcf76f155ced4ddcb4097134ff3c332f>
    <TaxCatchAll xmlns="d072c821-6d10-41a8-a5b7-7ca630ca7e5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D34B3F-1ED3-48FA-B833-A6CBD0CA0924}">
  <ds:schemaRefs>
    <ds:schemaRef ds:uri="b1087e28-9d4c-44f9-ae93-eff76fe62b02"/>
    <ds:schemaRef ds:uri="d072c821-6d10-41a8-a5b7-7ca630ca7e5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A23ACDF-0E85-4A9D-B812-A3C25968C444}">
  <ds:schemaRef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d072c821-6d10-41a8-a5b7-7ca630ca7e58"/>
    <ds:schemaRef ds:uri="b1087e28-9d4c-44f9-ae93-eff76fe62b02"/>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2909BB79-2981-4773-8583-CCC708B17E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Zoetis_BrandRefresh_PPT_Template_V03C_060921</Template>
  <TotalTime>31</TotalTime>
  <Words>10533</Words>
  <Application>Microsoft Office PowerPoint</Application>
  <PresentationFormat>Presentación en pantalla (16:9)</PresentationFormat>
  <Paragraphs>1691</Paragraphs>
  <Slides>128</Slides>
  <Notes>18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128</vt:i4>
      </vt:variant>
    </vt:vector>
  </HeadingPairs>
  <TitlesOfParts>
    <vt:vector size="134" baseType="lpstr">
      <vt:lpstr>ＭＳ Ｐゴシック</vt:lpstr>
      <vt:lpstr>Webdings</vt:lpstr>
      <vt:lpstr>Arial</vt:lpstr>
      <vt:lpstr>Wingdings</vt:lpstr>
      <vt:lpstr>Arial Black</vt:lpstr>
      <vt:lpstr>Zoetis_Masterbrand_PPT-Template_Updated Q12023</vt:lpstr>
      <vt:lpstr>Presentación de PowerPoint</vt:lpstr>
      <vt:lpstr>Split layout with headline on orange</vt:lpstr>
      <vt:lpstr>A few tips to get you started: </vt:lpstr>
      <vt:lpstr>Presentation Title in Arial Bold 48pt</vt:lpstr>
      <vt:lpstr>2025</vt:lpstr>
      <vt:lpstr>Agenda</vt:lpstr>
      <vt:lpstr>HHHHH</vt:lpstr>
      <vt:lpstr>2025</vt:lpstr>
      <vt:lpstr>2025  Executive Summary</vt:lpstr>
      <vt:lpstr>2025 Highlights</vt:lpstr>
      <vt:lpstr>2025</vt:lpstr>
      <vt:lpstr>Presentación de PowerPoint</vt:lpstr>
      <vt:lpstr>2025</vt:lpstr>
      <vt:lpstr>2025</vt:lpstr>
      <vt:lpstr>Supply assumptions</vt:lpstr>
      <vt:lpstr>2025</vt:lpstr>
      <vt:lpstr>Presentation Title in Arial Bold 48pt</vt:lpstr>
      <vt:lpstr>Presentation Title in Arial Bold 48pt</vt:lpstr>
      <vt:lpstr>Presentación de PowerPoint</vt:lpstr>
      <vt:lpstr>Presentación de PowerPoint</vt:lpstr>
      <vt:lpstr>Presentación de PowerPoint</vt:lpstr>
      <vt:lpstr>Presentación de PowerPoint</vt:lpstr>
      <vt:lpstr>Agenda</vt:lpstr>
      <vt:lpstr>Table of Contents</vt:lpstr>
      <vt:lpstr>Agenda</vt:lpstr>
      <vt:lpstr>Editable Executive Summary</vt:lpstr>
      <vt:lpstr>Editable Executive Summary</vt:lpstr>
      <vt:lpstr>Section Title in Arial Bold 48pt</vt:lpstr>
      <vt:lpstr>Section Title in Arial Bold 48pt</vt:lpstr>
      <vt:lpstr>Section Title in Arial Bold 48pt</vt:lpstr>
      <vt:lpstr>Section Title in Arial Bold 48pt</vt:lpstr>
      <vt:lpstr>Section Title in Arial Bold 48pt</vt:lpstr>
      <vt:lpstr>Section Title in Arial Bold 48pt</vt:lpstr>
      <vt:lpstr>Section Title in Arial Bold 48pt</vt:lpstr>
      <vt:lpstr>Headline copy over image</vt:lpstr>
      <vt:lpstr>Split layout with headline on white</vt:lpstr>
      <vt:lpstr>Headline in Arial Bold 32pt</vt:lpstr>
      <vt:lpstr>One Column Layout + Image</vt:lpstr>
      <vt:lpstr>Two Column Layout</vt:lpstr>
      <vt:lpstr>Two Column Layout + Image</vt:lpstr>
      <vt:lpstr>Two Column + Headline on Left</vt:lpstr>
      <vt:lpstr>Two Column + Headline on Left</vt:lpstr>
      <vt:lpstr>Three Column Layout</vt:lpstr>
      <vt:lpstr>Three Column Layout</vt:lpstr>
      <vt:lpstr>Three Column Layout</vt:lpstr>
      <vt:lpstr>Three Column + Icon Use Layout</vt:lpstr>
      <vt:lpstr>Three Column + Icon Use Layout</vt:lpstr>
      <vt:lpstr>Four Column Layout</vt:lpstr>
      <vt:lpstr>Four Column Layout</vt:lpstr>
      <vt:lpstr>Four Column + Icon Use Layout</vt:lpstr>
      <vt:lpstr>Icon Use Layout Example</vt:lpstr>
      <vt:lpstr>Data Highlights</vt:lpstr>
      <vt:lpstr>Presentación de PowerPoint</vt:lpstr>
      <vt:lpstr>Presentación de PowerPoint</vt:lpstr>
      <vt:lpstr>Presentación de PowerPoint</vt:lpstr>
      <vt:lpstr>Presentación de PowerPoint</vt:lpstr>
      <vt:lpstr>Aspirations</vt:lpstr>
      <vt:lpstr>Testimonials and Statements</vt:lpstr>
      <vt:lpstr>Feature Cards</vt:lpstr>
      <vt:lpstr>Table Layout</vt:lpstr>
      <vt:lpstr>Speaker  Firstname Lastname Arial Bold 48pt</vt:lpstr>
      <vt:lpstr>Speaker  Firstname Lastname Arial Bold 48pt</vt:lpstr>
      <vt:lpstr>Panel Discussion</vt:lpstr>
      <vt:lpstr>Leadership Team</vt:lpstr>
      <vt:lpstr>Our Team  </vt:lpstr>
      <vt:lpstr>Organization Chart</vt:lpstr>
      <vt:lpstr>Organization Chart</vt:lpstr>
      <vt:lpstr>Organization Chart:  Text Only</vt:lpstr>
      <vt:lpstr>Roadmap</vt:lpstr>
      <vt:lpstr>Timeline</vt:lpstr>
      <vt:lpstr>6-Column Project Timeline</vt:lpstr>
      <vt:lpstr>6-Column Project Timeline</vt:lpstr>
      <vt:lpstr>Project Timeline</vt:lpstr>
      <vt:lpstr>Stage Timeline</vt:lpstr>
      <vt:lpstr>2 Column Scorecard</vt:lpstr>
      <vt:lpstr>3 Column Scorecard and Legend</vt:lpstr>
      <vt:lpstr>6 Column Summaries and Scorecards</vt:lpstr>
      <vt:lpstr>5 Column Summaries and Scorecards</vt:lpstr>
      <vt:lpstr>QR code, footnotes and flags</vt:lpstr>
      <vt:lpstr>THANK YOU</vt:lpstr>
      <vt:lpstr>Sample Layouts with Content </vt:lpstr>
      <vt:lpstr>To nurture  our world and humankind by advancing care  for animals</vt:lpstr>
      <vt:lpstr>Advancing care through innovation</vt:lpstr>
      <vt:lpstr>About our company</vt:lpstr>
      <vt:lpstr>Driven to Care</vt:lpstr>
      <vt:lpstr>Animal health diagnostics portfolio  </vt:lpstr>
      <vt:lpstr>Leadership in product lifecycle innovation </vt:lpstr>
      <vt:lpstr>Appendix: Template Guides and Assets</vt:lpstr>
      <vt:lpstr>The Rail</vt:lpstr>
      <vt:lpstr>Color Palette</vt:lpstr>
      <vt:lpstr>Categorization Example</vt:lpstr>
      <vt:lpstr>Categorization Example</vt:lpstr>
      <vt:lpstr>Column Charts </vt:lpstr>
      <vt:lpstr>Column Charts</vt:lpstr>
      <vt:lpstr>Bar Chart</vt:lpstr>
      <vt:lpstr>Stacked Columns</vt:lpstr>
      <vt:lpstr>Stacked Columns</vt:lpstr>
      <vt:lpstr>Stacked Columns</vt:lpstr>
      <vt:lpstr>Pie Charts</vt:lpstr>
      <vt:lpstr>Pie Charts</vt:lpstr>
      <vt:lpstr>Pie Charts</vt:lpstr>
      <vt:lpstr>Visualizing Percentages</vt:lpstr>
      <vt:lpstr>Visualizing Percentages</vt:lpstr>
      <vt:lpstr>General Icons</vt:lpstr>
      <vt:lpstr>General Icons</vt:lpstr>
      <vt:lpstr>General Icons</vt:lpstr>
      <vt:lpstr>General Icons</vt:lpstr>
      <vt:lpstr>General Icons</vt:lpstr>
      <vt:lpstr>General Icons</vt:lpstr>
      <vt:lpstr>General Icons</vt:lpstr>
      <vt:lpstr>General Icons</vt:lpstr>
      <vt:lpstr>General Icons</vt:lpstr>
      <vt:lpstr>General Icons</vt:lpstr>
      <vt:lpstr>General Icons</vt:lpstr>
      <vt:lpstr>General Icons</vt:lpstr>
      <vt:lpstr>Animal  Icons</vt:lpstr>
      <vt:lpstr>Animal  Icons</vt:lpstr>
      <vt:lpstr>General Illustrations</vt:lpstr>
      <vt:lpstr>General Illustrations</vt:lpstr>
      <vt:lpstr>General Illustrations</vt:lpstr>
      <vt:lpstr>General Illustrations</vt:lpstr>
      <vt:lpstr>Animal Illustrations</vt:lpstr>
      <vt:lpstr>Animal Illustrations</vt:lpstr>
      <vt:lpstr>Animal Illustrations</vt:lpstr>
      <vt:lpstr>Animal Illustrations</vt:lpstr>
      <vt:lpstr>Illustration Use Layout Example</vt:lpstr>
      <vt:lpstr>Illustration Use Layout Example</vt:lpstr>
      <vt:lpstr>Illustration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Zoetis  PowerPoint Template.</dc:title>
  <dc:creator>Tellers, Daniel</dc:creator>
  <cp:lastModifiedBy>Cuellar, Juan C</cp:lastModifiedBy>
  <cp:revision>7</cp:revision>
  <dcterms:created xsi:type="dcterms:W3CDTF">2021-06-09T20:35:26Z</dcterms:created>
  <dcterms:modified xsi:type="dcterms:W3CDTF">2026-10-22T06:41:16Z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0x01010029622AF3B1B2FC429EC603BDEFC02DA5</vt:lpwstr>
  </property>
  <property fmtid="{D5CDD505-2E9C-101B-9397-08002B2CF9AE}" pid="3" name="MediaServiceImageTags">
    <vt:lpwstr/>
  </property>
  <property fmtid="{D5CDD505-2E9C-101B-9397-08002B2CF9AE}" pid="4" name="MSIP_Label_0ce2e18c-5cc3-4bbe-910f-0e8243a09a3a_Enabled">
    <vt:lpwstr>true</vt:lpwstr>
  </property>
  <property fmtid="{D5CDD505-2E9C-101B-9397-08002B2CF9AE}" pid="5" name="MSIP_Label_0ce2e18c-5cc3-4bbe-910f-0e8243a09a3a_SetDate">
    <vt:lpwstr>2026-10-22T06:39:48Z</vt:lpwstr>
  </property>
  <property fmtid="{D5CDD505-2E9C-101B-9397-08002B2CF9AE}" pid="6" name="MSIP_Label_0ce2e18c-5cc3-4bbe-910f-0e8243a09a3a_Method">
    <vt:lpwstr>Privileged</vt:lpwstr>
  </property>
  <property fmtid="{D5CDD505-2E9C-101B-9397-08002B2CF9AE}" pid="7" name="MSIP_Label_0ce2e18c-5cc3-4bbe-910f-0e8243a09a3a_Name">
    <vt:lpwstr>Public</vt:lpwstr>
  </property>
  <property fmtid="{D5CDD505-2E9C-101B-9397-08002B2CF9AE}" pid="8" name="MSIP_Label_0ce2e18c-5cc3-4bbe-910f-0e8243a09a3a_SiteId">
    <vt:lpwstr>a10ba484-6331-40ee-b0ab-cb737ca60a80</vt:lpwstr>
  </property>
  <property fmtid="{D5CDD505-2E9C-101B-9397-08002B2CF9AE}" pid="9" name="MSIP_Label_0ce2e18c-5cc3-4bbe-910f-0e8243a09a3a_ActionId">
    <vt:lpwstr>54493dd7-d8f1-4f1c-a639-80a9f5fc244f</vt:lpwstr>
  </property>
  <property fmtid="{D5CDD505-2E9C-101B-9397-08002B2CF9AE}" pid="10" name="MSIP_Label_0ce2e18c-5cc3-4bbe-910f-0e8243a09a3a_ContentBits">
    <vt:lpwstr>0</vt:lpwstr>
  </property>
  <property fmtid="{D5CDD505-2E9C-101B-9397-08002B2CF9AE}" pid="11" name="MSIP_Label_0ce2e18c-5cc3-4bbe-910f-0e8243a09a3a_Tag">
    <vt:lpwstr>10, 0, 1, 1</vt:lpwstr>
  </property>
</Properties>
</file>